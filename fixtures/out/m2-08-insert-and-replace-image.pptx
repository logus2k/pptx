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Imagem de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Preços por escalão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685800">
                <a:tc>
                  <a:txBody>
                    <a:bodyPr/>
                    <a:lstStyle/>
                    <a:p>
                      <a:r>
                        <a:t>Escalão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Utilizadores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Preço mensal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até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€ 400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até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€ 2 500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Empresa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ilimitado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sob consulta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Fotografia da linha de triagem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rcRect t="3125" b="3125"/>
          <a:stretch>
            <a:fillRect/>
          </a:stretch>
        </p:blipFill>
        <p:spPr>
          <a:xfrm>
            <a:off x="2743200" y="146304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 agrupados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914400" y="1828800"/>
            <a:ext cx="10515600" cy="914400"/>
            <a:chOff x="914400" y="1828800"/>
            <a:chExt cx="10515600" cy="914400"/>
          </a:xfrm>
        </p:grpSpPr>
        <p:sp>
          <p:nvSpPr>
            <p:cNvPr id="4" name="TextBox 3"/>
            <p:cNvSpPr txBox="1"/>
            <p:nvPr/>
          </p:nvSpPr>
          <p:spPr>
            <a:xfrm>
              <a:off x="914400" y="1828800"/>
              <a:ext cx="3200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Componente 1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0" y="1828800"/>
              <a:ext cx="3200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Componente 2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229600" y="1828800"/>
              <a:ext cx="3200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Componente 3</a:t>
              </a:r>
            </a:p>
          </p:txBody>
        </p:sp>
      </p:grp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2832100"/>
            <a:ext cx="48768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oculto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aparece na apresentação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