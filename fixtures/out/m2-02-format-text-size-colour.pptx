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chemeClr val="accent2"/>
                </a:solidFill>
              </a:rPr>
              <a:t>Contexto e objetivos</a:t>
            </a:r>
          </a:p>
          <a:p>
            <a:pPr/>
            <a:r>
              <a:rPr sz="2400" b="1">
                <a:solidFill>
                  <a:schemeClr val="accent2"/>
                </a:solidFill>
              </a:rPr>
              <a:t>Solução proposta</a:t>
            </a:r>
          </a:p>
          <a:p>
            <a:pPr lvl="1"/>
            <a:r>
              <a:rPr sz="2400" b="1">
                <a:solidFill>
                  <a:schemeClr val="accent2"/>
                </a:solidFill>
              </a:rPr>
              <a:t>Arquitetura</a:t>
            </a:r>
          </a:p>
          <a:p>
            <a:pPr lvl="1"/>
            <a:r>
              <a:rPr sz="2400" b="1">
                <a:solidFill>
                  <a:schemeClr val="accent2"/>
                </a:solidFill>
              </a:rPr>
              <a:t>Calendário</a:t>
            </a:r>
          </a:p>
          <a:p>
            <a:pPr/>
            <a:r>
              <a:rPr sz="2400" b="1">
                <a:solidFill>
                  <a:schemeClr val="accent2"/>
                </a:solidFill>
              </a:rP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