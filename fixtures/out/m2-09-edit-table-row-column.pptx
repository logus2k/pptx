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Imagem de exemplo.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Preços por escalão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85800">
                <a:tc>
                  <a:txBody>
                    <a:bodyPr/>
                    <a:lstStyle/>
                    <a:p>
                      <a:r>
                        <a:t>Escalão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Utilizadores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Preço mensal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Suporte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até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Empresa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ilimitado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sob consulta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Público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Fotografia da linha de triagem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46304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Componentes agrupados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1828800"/>
            <a:ext cx="10515600" cy="914400"/>
            <a:chOff x="914400" y="1828800"/>
            <a:chExt cx="10515600" cy="91440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828800"/>
              <a:ext cx="3200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Componente 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0" y="1828800"/>
              <a:ext cx="3200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Componente 2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0" y="1828800"/>
              <a:ext cx="3200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Componente 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oculto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Não aparece na apresentação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