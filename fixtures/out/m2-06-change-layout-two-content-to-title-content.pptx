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9" r:id="rId11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1" Type="http://schemas.openxmlformats.org/officeDocument/2006/relationships/slide" Target="slides/slide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Falar primeiro do contexto; os preços ficam para o fim.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5"/>
            <a:ext cx="103632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0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0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7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7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0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0" y="1435100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8"/>
            <a:ext cx="27432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8"/>
            <a:ext cx="80264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0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0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0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0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Proposta para o Cliente X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Apresentação de capacidades ·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Contexto e objetivos</a:t>
            </a:r>
          </a:p>
          <a:p>
            <a:pPr/>
            <a:r>
              <a:t>Solução proposta</a:t>
            </a:r>
          </a:p>
          <a:p>
            <a:pPr lvl="1"/>
            <a:r>
              <a:t>Arquitetura</a:t>
            </a:r>
          </a:p>
          <a:p>
            <a:pPr lvl="1"/>
            <a:r>
              <a:t>Calendário</a:t>
            </a:r>
          </a:p>
          <a:p>
            <a:pPr/>
            <a:r>
              <a:t>Preços e condições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Antes e depois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Processos manuais</a:t>
            </a:r>
          </a:p>
          <a:p>
            <a:r>
              <a:t>Vários sistemas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97600" y="1600200"/>
            <a:ext cx="5384800" cy="45259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Fluxo único</a:t>
            </a:r>
          </a:p>
          <a:p>
            <a:r>
              <a:t>Um só sistema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