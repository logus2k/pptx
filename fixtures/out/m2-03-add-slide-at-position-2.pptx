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1"/>
    <p:sldId id="257" r:id="rId8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Garantia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Cobertura de 2 anos</a:t>
            </a:r>
          </a:p>
          <a:p>
            <a:r>
              <a:t>Assistência no 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