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customXml" Target="../customXml/item1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2026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T1</c:v>
                </c:pt>
                <c:pt idx="1">
                  <c:v>T2</c:v>
                </c:pt>
                <c:pt idx="2">
                  <c:v>T3</c:v>
                </c:pt>
                <c:pt idx="3">
                  <c:v>T4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12.5</c:v>
                </c:pt>
                <c:pt idx="1">
                  <c:v>14.0</c:v>
                </c:pt>
                <c:pt idx="2">
                  <c:v>13.2</c:v>
                </c:pt>
                <c:pt idx="3">
                  <c:v>16.8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5"/>
            <a:ext cx="103632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0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0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0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7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7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0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0" y="1435100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8"/>
            <a:ext cx="27432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8"/>
            <a:ext cx="80264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0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0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0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0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Vendas por trimestre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1371600" y="1463040"/>
          <a:ext cx="9144000" cy="4572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Diapositivo animado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Texto revisto </a:t>
            </a:r>
            <a:r>
              <a:rPr b="1"/>
              <a:t>em negrito</a:t>
            </a:r>
          </a:p>
          <a:p>
            <a:pPr lvl="1"/>
            <a:r>
              <a:t>subponto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/>
      </p:par>
    </p:tnLst>
  </p:timing>
  <p:extLst>
    <p:ext uri="{BB962C8B-B14F-4D97-AF65-F5344CB8AC3E}">
      <p14:creationId xmlns:p14="http://schemas.microsoft.com/office/powerpoint/2010/main" val="1234567890"/>
    </p:ext>
  </p:extLs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customXml/item1.xml><?xml version="1.0" encoding="utf-8"?>
<b:Sources xmlns:b="http://schemas.openxmlformats.org/officeDocument/2006/bibliography"/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