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4800600"/>
            <a:ext cx="3657600" cy="10287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Nota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