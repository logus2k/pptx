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Imagem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tabela de preços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Preços por escalão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Escalão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Preço mensal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€ 400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€ 2 500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ilimitado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sob consulta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Fotografia da linha de triagem</a:t>
            </a:r>
          </a:p>
        </p:txBody>
      </p:sp>
      <p:pic>
        <p:nvPicPr>
          <p:cNvPr id="3" name="Picture 2" descr="Linha de tri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agrupados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10515600" cy="914400"/>
            <a:chOff x="914400" y="1828800"/>
            <a:chExt cx="10515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oculto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aparece na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