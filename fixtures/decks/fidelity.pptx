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customXml" Target="../customXml/item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12.5</c:v>
                </c:pt>
                <c:pt idx="1">
                  <c:v>14.0</c:v>
                </c:pt>
                <c:pt idx="2">
                  <c:v>13.2</c:v>
                </c:pt>
                <c:pt idx="3">
                  <c:v>16.8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Vendas por trimestre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9144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Diapositivo animado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Primeiro ponto</a:t>
            </a:r>
          </a:p>
          <a:p>
            <a:r>
              <a:t>Segundo ponto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  <p:extLst>
    <p:ext uri="{BB962C8B-B14F-4D97-AF65-F5344CB8AC3E}">
      <p14:creationId xmlns:p14="http://schemas.microsoft.com/office/powerpoint/2010/main" val="1234567890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item1.xml><?xml version="1.0" encoding="utf-8"?>
<b:Sources xmlns:b="http://schemas.openxmlformats.org/officeDocument/2006/bibliography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