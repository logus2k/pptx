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laptop checklist on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the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Onboarding for new joiners · IT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120 people across Lisbon and Porto</a:t>
            </a:r>
          </a:p>
          <a:p>
            <a:pPr/>
            <a:r>
              <a:t>We run the bank's core platforms</a:t>
            </a:r>
          </a:p>
          <a:p>
            <a:pPr/>
            <a:r>
              <a:t>Founded in 2016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Day 1: equipment and accounts</a:t>
            </a:r>
          </a:p>
          <a:p>
            <a:pPr/>
            <a:r>
              <a:t>Day 2: security training</a:t>
            </a:r>
          </a:p>
          <a:p>
            <a:pPr/>
            <a:r>
              <a:t>Day 3: meet your team</a:t>
            </a:r>
          </a:p>
          <a:p>
            <a:pPr lvl="1"/>
            <a:r>
              <a:t>Lunch with your buddy</a:t>
            </a:r>
          </a:p>
          <a:p>
            <a:pPr/>
            <a:r>
              <a:t>Day 5: first review with your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we 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457200"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Jira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GitLab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Confluence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everyone must know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to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IT support: extension 4400</a:t>
            </a:r>
          </a:p>
          <a:p>
            <a:pPr/>
            <a:r>
              <a:t>HR: hr@example.com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Your manager</a:t>
            </a:r>
          </a:p>
          <a:p>
            <a:pPr/>
            <a:r>
              <a:t>Your buddy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anything in the #newjoiners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