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Plano de marketing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Conta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Abrir 30 000 contas novas</a:t>
            </a:r>
          </a:p>
          <a:p>
            <a:pPr/>
            <a:r>
              <a:t>Chegar aos 18-25 anos nas redes sociais</a:t>
            </a:r>
          </a:p>
          <a:p>
            <a:pPr/>
            <a:r>
              <a:t>Reduzir o custo por conta aberta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Público-alvo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Estudantes universitários</a:t>
            </a:r>
          </a:p>
          <a:p>
            <a:pPr/>
            <a:r>
              <a:t>Primeiro emprego</a:t>
            </a:r>
          </a:p>
          <a:p>
            <a:pPr/>
            <a:r>
              <a:t>Jovens que ainda não têm conta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Evolução das aberturas de conta</a:t>
            </a:r>
          </a:p>
        </p:txBody>
      </p:sp>
      <p:pic>
        <p:nvPicPr>
          <p:cNvPr id="3" name="Picture 2" descr="Gráfico de barr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544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Instagram e TikTok</a:t>
            </a:r>
          </a:p>
          <a:p>
            <a:pPr/>
            <a:r>
              <a:t>Parcerias com universidades</a:t>
            </a:r>
          </a:p>
          <a:p>
            <a:pPr/>
            <a:r>
              <a:t>Balcões perto dos campus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Orçamento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Total: 1,2 M€</a:t>
            </a:r>
          </a:p>
          <a:p>
            <a:pPr/>
            <a:r>
              <a:t>Redes sociais: 60%</a:t>
            </a:r>
          </a:p>
          <a:p>
            <a:pPr/>
            <a:r>
              <a:t>Eventos: 25%</a:t>
            </a:r>
          </a:p>
          <a:p>
            <a:pPr/>
            <a:r>
              <a:t>Outros: 15%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