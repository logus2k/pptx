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Sublinhar a margem: é o número que a administração vai perguntar.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Esquerda: o que correu bem. Direita: o que correu mal.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Relatório do 3.º trimestre de 2026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Direção de Operações · outubro 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Resultados do trimestre</a:t>
            </a:r>
          </a:p>
          <a:p>
            <a:pPr/>
            <a:r>
              <a:t>Receitas por produto</a:t>
            </a:r>
          </a:p>
          <a:p>
            <a:pPr/>
            <a:r>
              <a:t>Destaques</a:t>
            </a:r>
          </a:p>
          <a:p>
            <a:pPr/>
            <a:r>
              <a:t>Riscos</a:t>
            </a:r>
          </a:p>
          <a:p>
            <a:pPr/>
            <a:r>
              <a:t>Próximos passos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Resultados do trimestre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Receitas de 48,2 M€, mais 6,4% do que no 2.º trimestre</a:t>
            </a:r>
          </a:p>
          <a:p>
            <a:pPr/>
            <a:r>
              <a:t>Margem operacional de 21%, acima do objetivo de 19%</a:t>
            </a:r>
          </a:p>
          <a:p>
            <a:pPr/>
            <a:r>
              <a:t>Custos de operação estáveis face ao trimestre anterior</a:t>
            </a:r>
          </a:p>
          <a:p>
            <a:pPr/>
            <a:r>
              <a:t>Novos clientes: 12 400, o melhor trimestre do ano</a:t>
            </a:r>
          </a:p>
          <a:p>
            <a:pPr/>
            <a:r>
              <a:t>Taxa de abandono de 3,1%, abaixo dos 3,8% do trimestre anterior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Receitas por produto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554480"/>
          <a:ext cx="103327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83180"/>
                <a:gridCol w="2583180"/>
                <a:gridCol w="2583180"/>
                <a:gridCol w="2583180"/>
              </a:tblGrid>
              <a:tr h="457200">
                <a:tc>
                  <a:txBody>
                    <a:bodyPr/>
                    <a:lstStyle/>
                    <a:p>
                      <a:r>
                        <a:t>Produto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T2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T3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Variação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Contas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18,1 M€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19,0 M€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+5,0%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Crédito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15,7 M€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17,2 M€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+9,6%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Seguros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11,5 M€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12,0 M€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+4,3%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Destaques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/>
            <a:r>
              <a:t>Lançamento da app nova</a:t>
            </a:r>
          </a:p>
          <a:p>
            <a:pPr/>
            <a:r>
              <a:t>Abertura de 4 balcões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/>
            <a:r>
              <a:t>Atraso na migração do CRM</a:t>
            </a:r>
          </a:p>
          <a:p>
            <a:pPr/>
            <a:r>
              <a:t>Rotação na equipa de vendas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Riscos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Subida das taxas de juro</a:t>
            </a:r>
          </a:p>
          <a:p>
            <a:pPr/>
            <a:r>
              <a:t>Concorrência dos bancos digitais</a:t>
            </a:r>
          </a:p>
          <a:p>
            <a:pPr/>
            <a:r>
              <a:t>Dependência de um fornecedor de TI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Próximos passos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Concluir a migração do CRM até dezembro</a:t>
            </a:r>
          </a:p>
          <a:p>
            <a:pPr/>
            <a:r>
              <a:t>Contratar 15 pessoas para vendas</a:t>
            </a:r>
          </a:p>
          <a:p>
            <a:pPr/>
            <a:r>
              <a:t>Rever o preçário de seguros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Obrigado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Perguntas?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