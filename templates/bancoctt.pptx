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/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56">
            <a:extLst>
              <a:ext uri="{FF2B5EF4-FFF2-40B4-BE49-F238E27FC236}">
                <a16:creationId xmlns:a16="http://schemas.microsoft.com/office/drawing/2014/main" id="{7A35DAA4-8A05-4840-AE5D-F450536CB745}"/>
              </a:ext>
            </a:extLst>
          </p:cNvPr>
          <p:cNvSpPr/>
          <p:nvPr/>
        </p:nvSpPr>
        <p:spPr>
          <a:xfrm>
            <a:off x="6933234" y="1"/>
            <a:ext cx="5258766" cy="359972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 Light" panose="020F0502020204030204"/>
              <a:ea typeface="+mn-ea"/>
              <a:cs typeface="+mn-cs"/>
            </a:endParaRPr>
          </a:p>
        </p:txBody>
      </p:sp>
      <p:pic>
        <p:nvPicPr>
          <p:cNvPr id="7" name="Graphic 5">
            <a:extLst>
              <a:ext uri="{FF2B5EF4-FFF2-40B4-BE49-F238E27FC236}">
                <a16:creationId xmlns:a16="http://schemas.microsoft.com/office/drawing/2014/main" id="{114B2526-2D9A-6FE5-E7B3-E974261F30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41576" b="12081"/>
          <a:stretch/>
        </p:blipFill>
        <p:spPr>
          <a:xfrm>
            <a:off x="9196127" y="-162740"/>
            <a:ext cx="2995873" cy="45083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0DC5C0A-2575-BD2F-BA74-805AB7137A36}"/>
              </a:ext>
            </a:extLst>
          </p:cNvPr>
          <p:cNvSpPr>
            <a:spLocks/>
          </p:cNvSpPr>
          <p:nvPr/>
        </p:nvSpPr>
        <p:spPr>
          <a:xfrm rot="5400000">
            <a:off x="7933481" y="2599483"/>
            <a:ext cx="3258271" cy="525876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83" tIns="65842" rIns="131683" bIns="6584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 Light" panose="020F0502020204030204"/>
              <a:ea typeface="+mn-ea"/>
              <a:cs typeface="+mn-cs"/>
            </a:endParaRPr>
          </a:p>
        </p:txBody>
      </p:sp>
      <p:sp>
        <p:nvSpPr>
          <p:cNvPr id="9" name="Graphic 56">
            <a:extLst>
              <a:ext uri="{FF2B5EF4-FFF2-40B4-BE49-F238E27FC236}">
                <a16:creationId xmlns:a16="http://schemas.microsoft.com/office/drawing/2014/main" id="{594A8EB3-9107-CA26-5897-59F0B4DD48BC}"/>
              </a:ext>
            </a:extLst>
          </p:cNvPr>
          <p:cNvSpPr/>
          <p:nvPr/>
        </p:nvSpPr>
        <p:spPr>
          <a:xfrm>
            <a:off x="-1" y="1"/>
            <a:ext cx="6933235" cy="6858000"/>
          </a:xfrm>
          <a:prstGeom prst="rect">
            <a:avLst/>
          </a:prstGeom>
          <a:solidFill>
            <a:srgbClr val="DF002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 Light" panose="020F0502020204030204"/>
              <a:ea typeface="+mn-ea"/>
              <a:cs typeface="+mn-cs"/>
            </a:endParaRPr>
          </a:p>
        </p:txBody>
      </p:sp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6DE3E1E9-0203-20F1-45C6-09BF94B985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603"/>
          <a:stretch/>
        </p:blipFill>
        <p:spPr>
          <a:xfrm>
            <a:off x="-2" y="0"/>
            <a:ext cx="3845171" cy="1956270"/>
          </a:xfrm>
          <a:prstGeom prst="rect">
            <a:avLst/>
          </a:prstGeom>
        </p:spPr>
      </p:pic>
      <p:grpSp>
        <p:nvGrpSpPr>
          <p:cNvPr id="11" name="Group 11">
            <a:extLst>
              <a:ext uri="{FF2B5EF4-FFF2-40B4-BE49-F238E27FC236}">
                <a16:creationId xmlns:a16="http://schemas.microsoft.com/office/drawing/2014/main" id="{BC6A4755-1673-5112-5CBE-BC83E718F0AC}"/>
              </a:ext>
            </a:extLst>
          </p:cNvPr>
          <p:cNvGrpSpPr/>
          <p:nvPr/>
        </p:nvGrpSpPr>
        <p:grpSpPr>
          <a:xfrm>
            <a:off x="10991061" y="6282180"/>
            <a:ext cx="941994" cy="190192"/>
            <a:chOff x="10991061" y="6282180"/>
            <a:chExt cx="941994" cy="190192"/>
          </a:xfrm>
          <a:solidFill>
            <a:schemeClr val="bg1"/>
          </a:solidFill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3620E1B7-A9BA-C357-CB3A-7CDE2FCF5ED2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grpFill/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noProof="0"/>
            </a:p>
          </p:txBody>
        </p:sp>
        <p:sp>
          <p:nvSpPr>
            <p:cNvPr id="13" name="Freeform: Shape 13">
              <a:extLst>
                <a:ext uri="{FF2B5EF4-FFF2-40B4-BE49-F238E27FC236}">
                  <a16:creationId xmlns:a16="http://schemas.microsoft.com/office/drawing/2014/main" id="{2171FF1C-DDFA-633A-149A-7B5FD2E0DC27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grpFill/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noProof="0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B3F017AB-18B0-7A31-DD7B-A3122335D42B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grpFill/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noProof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E19CF26-1567-377A-60FF-D61CBF9F0EC3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grpFill/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noProof="0"/>
            </a:p>
          </p:txBody>
        </p:sp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BA41AED0-8A82-3F38-ED57-B5247723CF9B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grpFill/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noProof="0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E1B131F3-E751-407C-6A15-6D8FFC631CF8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grpFill/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noProof="0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6EC163DD-0B9E-76F3-41A5-6E6CCCFED998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grpFill/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noProof="0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00870502-ED9F-0575-1FA9-9D6CDF74C2F3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grpFill/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noProof="0"/>
            </a:p>
          </p:txBody>
        </p:sp>
      </p:grp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76708" y="6391217"/>
            <a:ext cx="518355" cy="246221"/>
          </a:xfrm>
          <a:prstGeom prst="rect">
            <a:avLst/>
          </a:prstGeom>
          <a:noFill/>
        </p:spPr>
        <p:txBody>
          <a:bodyPr wrap="square" rtlCol="0" lIns="0" r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