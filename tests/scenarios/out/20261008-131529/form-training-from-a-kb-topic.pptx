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estarão aptos a compreender a essência deste regime especial. Vamos focar-nos em saber quem pode aceder, como funciona a garantia e quais os passos práticos.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Crédito Habitação Jovem. É um regime específico criado para apoiar os jovens no acesso à habitação. É importante conhecer a sua origem legal e o seu principal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imóvel. Isso significa que não precisa de ter capitais próprios para a entrada. O Estado Português entra como fiador, cobrindo a diferença entre o LTV padrão de 85%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regime. Existem critérios claros de elegibilidade que os candidatos devem cumprir. Vamos analisar a idade, o domicílio fiscal e os limites de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estar fiscalmente domiciliado em Portugal. Quanto aos rendimentos, há um limite estrito baseado no 8.º escalão do IRS. Para um mutuário individual, o limite é de €80.000, e para dois, pode chegar a €160.000, aplicando o fator familiar de 2.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há limites para o valor da transação, que não pode exceder €450.000 para usufruir da garantia pública. Há também um benefício fiscal importante: isenção de IMT e Imposto do Selo para a primeira habitação até €330.539. Adicionalmente, o Crédito Sinal Jovem ajuda a cobrir o sinal e o princípio de pagamento, integrando-se no crédito principal.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agora abordar a parte prática: como se avalia a elegibilidade e o que é preciso apresentar. O processo tem fases distintas, e a documentação varia consoante a fase em que se encontra.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feito em duas etapas: a Proposta de Risco e o Enquadramento de Proposta. É importante notar que as rejeições só são emitidas após a submissão ao risco. Para iniciar, a criação da proposta exige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a documentação foca-se nos certificados do Registo e da Autoridade Tributária, juntamente com um documento que confirme o valor de aquisição, como o CPCV. O banco CTT juntou-se ao protocolo em 2 de outubro de 2024. As simulações permitem verificar a opção de LTV superior a 85% através da flag 'SIM'.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finalizar com alguns pontos mais específicos. Isto inclui as regras para clientes estrangeiros e como se formaliza o pedido de crédito através dos documentos corretos.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clientes estrangeiros, é mandatório apresentar um título de residência temporária emitido há, pelo menos, três anos. Este título tem de estar válido no momento da análise; renovações que ainda estão em processo não são aceites. A candidatura formal é feita através da FAP, que é a ficha de adesão ao produto.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Qual é o limite de rendimento para um mutuário individual? A resposta é €80.000. Que tipo de garantia o Estado fornece? Ele atua como fiador, cobrindo a diferença entre o LTV de 85% e os 100%. E quais os documentos para a criação da proposta? São o formulário de adesão, IRS e certificado de domicílio fiscal.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apoio significativo, permitindo financiar 100% do valor para jovens até 35 anos. A garantia do Estado e as isenções fiscais são benefícios chave. Lembrem-se que a elegibilidade é rigorosa quanto à idade, rendimentos e domicílio. Finalmente, o sucesso depende da correta apresentação de toda a documentação exigida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Saber como funciona a garantia do Estado.</a:t>
            </a:r>
          </a:p>
          <a:p>
            <a:r>
              <a:t>Conhecer a documentação necessária para os processos.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anos, criado pelo DL n.º 44/2024, de 10 de julho.</a:t>
            </a:r>
          </a:p>
          <a:p>
            <a:r>
              <a:t>Permite financiar até 100% do valor de aquisição, eliminando a necessidade de entrada.</a:t>
            </a:r>
          </a:p>
          <a:p>
            <a:r>
              <a:t>O Estado Português atua como fiador, cobrindo a diferença do LTV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proponentes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mutuário, ou €160.000 para dois (com fator familiar 2).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Valor da transação não pode ultrapassar €450.000 para acesso à garantia pública.</a:t>
            </a:r>
          </a:p>
          <a:p>
            <a:r>
              <a:t>Benefício de isenção de IMT e Imposto do Selo na primeira habitação até €330.539.</a:t>
            </a:r>
          </a:p>
          <a:p>
            <a:r>
              <a:t>O Crédito Sinal Jovem integra o sinal e princípio de pagamento no crédito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Aferição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formalizar o pedido.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de Proposta.</a:t>
            </a:r>
          </a:p>
          <a:p>
            <a:r>
              <a:t>As cartas de rejeição são emitidas apenas para propostas submetidas ao risco.</a:t>
            </a:r>
          </a:p>
          <a:p>
            <a:r>
              <a:t>Para criar a proposta, são necessários o formulário de adesão, IRS e certificado de domicílio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enquadrar a proposta, são necessários certificados do Registo e da Autoridade Tributária.</a:t>
            </a:r>
          </a:p>
          <a:p>
            <a:r>
              <a:t>É preciso um documento que indique o valor de aquisição (ex: CPCV).</a:t>
            </a:r>
          </a:p>
          <a:p>
            <a:r>
              <a:t>O banco CTT aderiu ao protocolo em 2 de outubro de 2024.</a:t>
            </a:r>
          </a:p>
          <a:p>
            <a:r>
              <a:t>Simulações CH Jovem permitem selecionar a flag 'SIM' para LTV &gt;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Enquadramento e Operacionalização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Considerações Especiais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Abordar requisitos para clientes estrangeiros e formalização da candidatura.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Clientes estrangeiros precisam de título de residência temporária com pelo menos 3 anos de emissão.</a:t>
            </a:r>
          </a:p>
          <a:p>
            <a:r>
              <a:t>Este título deve estar válido na data da análise; renovações em curso não são aceites.</a:t>
            </a:r>
          </a:p>
          <a:p>
            <a:r>
              <a:t>A FAP é o formulário que formaliza a candidatura do cliente ao crédito habitação.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para Estrangeiros e Formalização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neste regime?</a:t>
            </a:r>
          </a:p>
          <a:p>
            <a:r>
              <a:t>Que tipo de garantia o Estado Português fornece neste regime?</a:t>
            </a:r>
          </a:p>
          <a:p>
            <a:r>
              <a:t>Que documentos são necessários para a criação inicial da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Crédito Habitação Jovem permite financiar até 100% para jovens até 35 anos.</a:t>
            </a:r>
          </a:p>
          <a:p>
            <a:r>
              <a:t>O Estado garante a diferença do LTV, e há isenção fiscal para valores até €330.539.</a:t>
            </a:r>
          </a:p>
          <a:p>
            <a:r>
              <a:t>A elegibilidade depende de critérios como idade, domicílio e rendimentos limitados.</a:t>
            </a:r>
          </a:p>
          <a:p>
            <a:r>
              <a:t>O processo exige documentação específica, como formulários de adesão e certificados fiscais.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