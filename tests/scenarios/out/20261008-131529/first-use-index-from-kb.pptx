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à Habitação (Simulação ao Arquivo)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à Habitação (Gestão pós-contrato)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Regimes Especiais (Ex: Crédito Bonificado para Pessoas com Deficiência)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