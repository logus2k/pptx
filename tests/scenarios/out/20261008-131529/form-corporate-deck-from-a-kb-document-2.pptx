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Decreto-Lei n.º 44/2024 estabelece as condições para esta garantia do Estado.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das grandes vantagens é que o regime permite financiar até 100% do valor do imóvel. O Estado Português garante a diferença entre o LTV usual de 85% e os 100%.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idade, residência e capacidade financeira. Os rendimentos são limitados ao 8.º escalão do IRS, com limites específicos por mutuário.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com base no número de mutuários. Além disso, os jovens beneficiam de isenções fiscais significativas na aquisição da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distintas: a proposta e o enquadramento. É crucial apresentar a documentação correta em cada fase para garantir a análise correta.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Instituições como o Banco CTT já aderiram a este protocolo, facilitando o acesso. As ferramentas de simulação permitem verificar cenários com LTVs superiores a 85%.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especial.</a:t>
            </a:r>
          </a:p>
          <a:p>
            <a:r>
              <a:t>Estabelecido pelo Decreto-Lei n.º 44/2024.</a:t>
            </a:r>
          </a:p>
          <a:p>
            <a:r>
              <a:t>Destinado a jovens com idade de 35 anos ou menos.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valor.</a:t>
            </a:r>
          </a:p>
          <a:p>
            <a:r>
              <a:t>Elimina a necessidade de capital próprio para entrada.</a:t>
            </a:r>
          </a:p>
          <a:p>
            <a:r>
              <a:t>O Estado Português atua como fiador.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do Imóvel sem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Valor da transação não pode ultrapassar €450.000.</a:t>
            </a:r>
          </a:p>
          <a:p>
            <a:r>
              <a:t>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Definidos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(um mutuário) ou €160.000 (dois).</a:t>
            </a:r>
          </a:p>
          <a:p>
            <a:r>
              <a:t>Isenção de IMT e Imposto do Selo até €330.539.</a:t>
            </a:r>
          </a:p>
          <a:p>
            <a:r>
              <a:t>Isenção parcial aplica-se até ao valor de €633.453.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Documentos incluem formulário, IRS e certificado de domicílio fiscal.</a:t>
            </a:r>
          </a:p>
          <a:p>
            <a:r>
              <a:t>Para enquadramento, são necessários certificados do Registo e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Simulações permitem selecionar LTVs acima de 85%.</a:t>
            </a:r>
          </a:p>
          <a:p>
            <a:r>
              <a:t>O 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Apoio Institucional e 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