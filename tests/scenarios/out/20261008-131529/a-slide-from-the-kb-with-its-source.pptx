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Destinado a jovens com idade igual ou inferior a 35 anos, criado pelo Decreto-Lei n.º 44/2024, de 10 de julho, e regulamentado pela Portaria n.º 236-A/2024/1, de 27 de setembro.</a:t>
            </a:r>
          </a:p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  <a:p>
            <a:r>
              <a:t>Critérios cumulativos para acesso à garantia pública: 1) Idade entre 18 e 35 anos</a:t>
            </a:r>
          </a:p>
          <a:p>
            <a:r>
              <a:t>2) Domicílio fiscal em Portugal</a:t>
            </a:r>
          </a:p>
          <a:p>
            <a:r>
              <a:t>3) Rendimentos não ultrapassarem o 8.º escalão do IRS</a:t>
            </a:r>
          </a:p>
          <a:p>
            <a:r>
              <a:t>4) Não ser proprietário de prédio urbano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5) Nunca ter usufruído da garantia pessoal do Estado ao abrigo do DL n.º 44/2024</a:t>
            </a:r>
          </a:p>
          <a:p>
            <a:r>
              <a:t>6) Valor da transação não exceder 450.000,00 euros</a:t>
            </a:r>
          </a:p>
          <a:p>
            <a:r>
              <a:t>7) Destino a primeira aquisição de habitação própria permanente</a:t>
            </a:r>
          </a:p>
          <a:p>
            <a:r>
              <a:t>8) Garantia pessoal do Estado não ultrapassar 15% do valor da transação</a:t>
            </a:r>
          </a:p>
          <a:p>
            <a:r>
              <a:t>9) Garantia destina-se a viabilizar financiamento total ou superior a 85%</a:t>
            </a:r>
          </a:p>
          <a:p>
            <a:r>
              <a:t>10) 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