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 com Garantia do Estado. Ao final, os participantes estarão aptos a compreender a natureza deste regime. Vamos focar-nos em saber quem pode aceder, quais são os passos e como a garantia do Estado opera. O objetivo é dar uma visão completa e prática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crédito. É um regime específico criado para apoiar os jovens no acesso à habitação. É importante entender a sua essência antes de mergulharmos nos detalhes operacionais.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crédito é um apoio significativo, pois permite financiar 100% do valor do imóvel. Isto significa que os jovens não precisam de ter dinheiro para a entrada. O Estado entra como fiador para cobrir essa diferença entre o LTV padrão de 85% e os 100% que o regime permite. Lembrem-se que foi criado pelo DL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elegibilidade é rigorosa e baseia-se em critérios de idade, residência e rendimento. Vamos analisar detalhadamente quem cumpre estes requisitos para aceder ao Crédito Habitação Jovem.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 e o domicílio fiscal em Portugal. No que toca aos rendimentos, é crucial respeitar o limite do 8.º escalão do IRS. Este limite é de €80.000 para um mutuário, podendo chegar a €160.000 se houver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há limites claros para o imóvel e a transação. A isenção de impostos é um benefício importante, mas aplica-se apenas a imóveis até €330.539. Para cidadãos estrangeiros, a regra exige um título de residência temporário válido há pelo menos três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no mecanismo que torna possível o financiamento a 100%. Vamos ver como a garantia do Estado entra em jogo para cobrir a diferença entre o LTV padrão e o valor total do imóvel.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tem um limite específico de 15% do valor da transação, o que é o que permite atingir os 100% de financiamento. É relevante notar que o CTT Bank integrou este protocolo em outubro de 2024, e as operações seguem um quadrante de preços específico.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definidas, desde a proposta inicial até ao enquadramento. É fundamental saber quais os documentos necessários em cada etapa para evitar atrasos no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sequencial, passando por Proposta de Risco e Enquadramento da Proposta. É importante saber que a recusa só ocorre após a submissão ao risco. Para iniciar, precisa do formulário de adesão e dos documentos fiscais. Para a avaliação do imóvel, a Caderneta Predial deve ser recente.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os documentos focam-se na propriedade, como o registo predial e o certificado negativo da AT. Embora o Serviço de Solicitadoria seja opcional, ele é aplicado por defeito em aquisições. Reitero que a documentação inicial é crucial.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questões. O limite de rendimento individual é de €80.000. O Estado atua como fiador, cobrindo a diferença até 15% do valor da transação. As fases são Proposta de Risco e Enquadramento da Proposta.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instrumento poderoso para jovens, permitindo financiamento total com a garantia do Estado. Lembrem-se dos limites de idade, rendimento e valor do imóvel. O sucesso da candidatura depende de seguir corretamente as fases de avaliação e apresentar a documentação exigida em cada etapa.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com Garantia do Estado.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a documentação necessária para a candidatura.</a:t>
            </a:r>
          </a:p>
          <a:p>
            <a:r>
              <a:t>Saber como funciona a garantia do Estado neste crédito.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a natureza e os benefícios centrais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destinado a jovens com idade de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compra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atua como fiador, cobrindo a diferença entre 85% e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beneficiar deste apoio habitacional.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Rendimentos não podem exceder o 8.º escalão do IRS.</a:t>
            </a:r>
          </a:p>
          <a:p>
            <a:r>
              <a:t>O limite máximo do 8.º escalão é de €80.000 por mutuário individual.</a:t>
            </a:r>
          </a:p>
          <a:p>
            <a:r>
              <a:t>Para dois mutuários, o limite máximo é de €160.000.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da Transação e Isenções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O crédito deve ser para a aquisição da primeira habitação própria permanente.</a:t>
            </a:r>
          </a:p>
          <a:p>
            <a:r>
              <a:t>Há isenção de IMT e Imposto do Selo para imóveis até €330.539.</a:t>
            </a:r>
          </a:p>
          <a:p>
            <a:r>
              <a:t>Para estrangeiros, é necessário título de residência temporária com pelo menos 3 anos de emissão.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Operacionalização da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como a garantia do Estado permite o financiamento total.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Mecanismo de Cobertura e Parcerias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pessoal do Estado não excede 15% do valor da transação.</a:t>
            </a:r>
          </a:p>
          <a:p>
            <a:r>
              <a:t>Isto possibilita o financiamento de até 100% do valor do imóvel.</a:t>
            </a:r>
          </a:p>
          <a:p>
            <a:r>
              <a:t>O CTT Bank aderiu ao protocolo em 2 de outubro de 2024.</a:t>
            </a:r>
          </a:p>
          <a:p>
            <a:r>
              <a:t>As operações CH Jovem utilizam um quadrante de preços de 65-85%.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Avaliação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Conhecer as fases de análise e os documentos necessários para a candidatura.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da Elegibilidade e Documentos Iniciais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o formulário de adesão, IRS e certificado de domicílio fiscal.</a:t>
            </a:r>
          </a:p>
          <a:p>
            <a:r>
              <a:t>A Caderneta Predial Urbana deve ter validade inferior a 12 meses para avaliação.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e Serviços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enquadrar a proposta, precisa da certidão do registo predial e certificado negativo da Autoridade Tributária.</a:t>
            </a:r>
          </a:p>
          <a:p>
            <a:r>
              <a:t>O Serviço de Solicitadoria é opcional, mas é aplicado por defeito em aquisições.</a:t>
            </a:r>
          </a:p>
          <a:p>
            <a:r>
              <a:t>Os documentos obrigatórios incluem o formulário de adesão, IRS e certificado de domicílio fiscal.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Que tipo de garantia o Estado oferece e qual o seu limite percentual?</a:t>
            </a:r>
          </a:p>
          <a:p>
            <a:r>
              <a:t>Quais são os dois tipos de fases na avaliação da elegibilidade?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permite financiamento de até 100% para jovens até 35 anos.</a:t>
            </a:r>
          </a:p>
          <a:p>
            <a:r>
              <a:t>O Estado garante a diferença, cobrindo até 15% do valor da transação.</a:t>
            </a:r>
          </a:p>
          <a:p>
            <a:r>
              <a:t>Existem limites rigorosos de rendimento (8.º escalão IRS) e valor da transação (€450.000).</a:t>
            </a:r>
          </a:p>
          <a:p>
            <a:r>
              <a:t>O processo exige documentação específica em fases de Proposta de Risco e Enquadramento.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