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 com Garantia do Estado. Ao final, vocês serão capazes de compreender a sua natureza, os requisitos para aceder a ele, os passos do processo e os benefícios fiscais que estão disponíveis. O nosso foco é dar-vos uma visão completa deste regime.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entender o que é este crédito. É um regime específico criado para apoiar os jovens no acesso à habitação. É importante perceber a sua essência e como funciona a garantia do Estado.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crédito é especificamente para jovens até aos 35 anos, conforme o Decreto-Lei n.º 44/2024. O grande benefício é que permite financiar 100% do imóvel, o que elimina a necessidade de capitais próprios para a entrada. O Estado garante a diferença, atuando como fiador, e essa garantia não ultrapassa 15% do valor da transação.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beneficiar deste crédito. Existem critérios claros de elegibilidade que os candidatos devem satisfazer, abrangendo idade, residência e rendimentos.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estar fiscalmente domiciliado em Portugal. Além disso, os rendimentos não podem ultrapassar o 8.º escalão do IRS. Para um mutuário individual, este limite é de 80.000 euros, podendo chegar a 160.000 euros para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relação ao imóvel, o valor da transação não pode ultrapassar os 450.000 euros e deve ser para a primeira habitação permanente. Um benefício fiscal importante é a isenção de IMT e Imposto do Selo em imóveis até 330.539 euros. Para clientes estrangeiros, é exigido um título de residência temporária válido há pelo menos 3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segue etapas bem definidas. Vamos ver como é feita a aferição da elegibilidade e que documentos são necessários em cada fase para que o processo corra sem contratempos.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avaliação ocorre em duas etapas distintas: a Proposta a Risco e o Enquadramento de Proposta. É importante notar que as recusas só são emitidas após a submissão à fase de risco. Para iniciar, precisa do formulário de adesão, IRS e certificado de domicílio fiscal. Posteriormente, para o enquadramento, são necessários o registo predial e o certificado negativo da Autoridade Tributária.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termos operacionais, o CTT Bank aderiu ao protocolo em 2 de outubro de 2024, e a garantia do Estado é automaticamente caracterizada como fiador. O Serviço de Solicitadoria é opcional, mas é aplicado por defeito em aquisições. Lembrem-se que a documentação inicial, como o formulário de adesão e a declaração de IRS, é fundamental para a criação da proposta.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gostaria de fazer três perguntas. Qual é a idade máxima para beneficiar do Crédito Habitação Jovem? A resposta é 35 anos ou menos. Qual é o valor máximo da transação que pode ser financiado? Não pode exceder €450.000. E, por fim, que documentos são necessários para a criação da proposta? São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jovens, permitindo financiar até 100% do valor da casa com a garantia do Estado. É crucial cumprir os limites de idade, rendimento e valor do imóvel. Lembrem-se que o processo tem fases bem definidas que exigem a entrega de documentação específica em cada etapa. Espero que esta formação vos tenha sido útil para compreender este regime.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 com Garantia do Estado.</a:t>
            </a:r>
          </a:p>
          <a:p>
            <a:r>
              <a:t>Identificar os critérios de elegibilidade para este regime.</a:t>
            </a:r>
          </a:p>
          <a:p>
            <a:r>
              <a:t>Conhecer os procedimentos e documentação necessários para a candidatura.</a:t>
            </a:r>
          </a:p>
          <a:p>
            <a:r>
              <a:t>Saber quais os benefícios fiscais associados a este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0000"/>
          </a:bodyPr>
          <a:lstStyle/>
          <a:p>
            <a:r>
              <a:t>Apresentar a natureza e os benefícios fundamentais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destinado a jovens com 35 anos ou menos, criado pelo DL n.º 44/2024, de 10 de julho.</a:t>
            </a:r>
          </a:p>
          <a:p>
            <a:r>
              <a:t>Permite financiar até 100% do valor de compra, eliminando a necessidade de entrada.</a:t>
            </a:r>
          </a:p>
          <a:p>
            <a:r>
              <a:t>O Estado atua como fiador, cobrindo a diferença entre 85% e 100% do valor.</a:t>
            </a:r>
          </a:p>
          <a:p>
            <a:r>
              <a:t>A garantia do Estado não excede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candidatos devem cumprir para serem elegíveis.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com domicílio fiscal em Portugal.</a:t>
            </a:r>
          </a:p>
          <a:p>
            <a:r>
              <a:t>Rendimentos devem ser inferiores ao 8.º escalão do IRS.</a:t>
            </a:r>
          </a:p>
          <a:p>
            <a:r>
              <a:t>O limite máximo do 8.º escalão é de €80.000 por mutuário individual.</a:t>
            </a:r>
          </a:p>
          <a:p>
            <a:r>
              <a:t>Para dois mutuários, o limite máximo é de €160.000.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valor da transação não pode exceder €450.000.</a:t>
            </a:r>
          </a:p>
          <a:p>
            <a:r>
              <a:t>O crédito deve ser para a primeira habitação própria permanente.</a:t>
            </a:r>
          </a:p>
          <a:p>
            <a:r>
              <a:t>Há isenção de IMT e Imposto do Selo para imóveis até €330.539.</a:t>
            </a:r>
          </a:p>
          <a:p>
            <a:r>
              <a:t>Para estrangeiros, é necessário título de residência temporária válido há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a documentação necessária para submeter o pedido.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avaliada em duas fases: Proposta a Risco e Enquadramento de Proposta.</a:t>
            </a:r>
          </a:p>
          <a:p>
            <a:r>
              <a:t>As cartas de recusa são emitidas apenas para propostas submetidas a risco.</a:t>
            </a:r>
          </a:p>
          <a:p>
            <a:r>
              <a:t>Para criar a proposta, são necessários o formulário de adesão, IRS e certificado de domicílio fiscal.</a:t>
            </a:r>
          </a:p>
          <a:p>
            <a:r>
              <a:t>Para o enquadramento, são exigidos o registo predial e certificado negativo da Autoridade Tributária.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de Avaliação e Documentação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CTT Bank aderiu ao protocolo em 2 de outubro de 2024, sendo o fiador automático.</a:t>
            </a:r>
          </a:p>
          <a:p>
            <a:r>
              <a:t>O Serviço de Solicitadoria é opcional, mas aplicável por defeito em aquisições.</a:t>
            </a:r>
          </a:p>
          <a:p>
            <a:r>
              <a:t>Documentos como o Formulário de adesão e a Declaração de IRS são cruciais na criação da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Aspectos Operacionais e Bancários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a idade máxima para beneficiar do Crédito Habitação Jovem?</a:t>
            </a:r>
          </a:p>
          <a:p>
            <a:r>
              <a:t>Qual é o valor máximo da transação que pode ser financiado?</a:t>
            </a:r>
          </a:p>
          <a:p>
            <a:r>
              <a:t>Que documentos são necessários para a criação da proposta de crédito?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apoia jovens (até 35 anos) com financiamento de até 100% do valor.</a:t>
            </a:r>
          </a:p>
          <a:p>
            <a:r>
              <a:t>A garantia do Estado cobre a diferença, permitindo a aquisição da primeira habitação.</a:t>
            </a:r>
          </a:p>
          <a:p>
            <a:r>
              <a:t>Existem limites de rendimento e valor de transação a cumprir.</a:t>
            </a:r>
          </a:p>
          <a:p>
            <a:r>
              <a:t>O processo exige documentação específica em fases de proposta e enquadramento.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