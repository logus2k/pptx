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O DL n.º 44/2024 define as condições para esta garantia estatal.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a possibilidade de financiar até 100% do valor de aquisição. O Estado garante a diferença, o que elimina a necessidade de um valor inicial significativo.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 pelos proponentes. Os rendimentos são limitados ao 8.º escalão do IRS, sendo €80.000 para um mutuário.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total, existem limites específicos para o valor da transação e benefícios fiscais. A garantia do Estado não ultrapassa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crucial preparar a documentação correta, tanto para a criação da proposta como para o seu enquadramento.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 operacionalização, é importante notar a adesão de instituições como o Banco CTT. As operações seguem um quadrante de preços específico, e existe também o Crédito Sinal Jovem.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Proprietários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para jovens até 35 anos.</a:t>
            </a:r>
          </a:p>
          <a:p>
            <a:r>
              <a:t>Estabelecido pelo Decreto-Lei n.º 44/2024, de 10 de julho.</a:t>
            </a:r>
          </a:p>
          <a:p>
            <a:r>
              <a:t>O Estado Português atua como fiador neste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cobre a diferença entre 85% e 100% do LTV.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e Eliminação de Capitais Próprios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Não possuir propriedade urbana e ser para primeira habitação.</a:t>
            </a:r>
          </a:p>
          <a:p>
            <a:r>
              <a:t>Rendimentos não podem exceder o 8.º escalão do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 Limites de Rendimento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Valor da transação não pode ultrapassar €450.000,00.</a:t>
            </a:r>
          </a:p>
          <a:p>
            <a:r>
              <a:t>Isenção de IMT e Imposto do Selo até €330.539.</a:t>
            </a:r>
          </a:p>
          <a:p>
            <a:r>
              <a:t>O Estado garante até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Financeiros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Documentos incluem formulário, IRS e prova de domicílio fiscal.</a:t>
            </a:r>
          </a:p>
          <a:p>
            <a:r>
              <a:t>O enquadramento exige certidões de registo e não-dívida.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utilizam um quadrante de preços de 65-85%.</a:t>
            </a:r>
          </a:p>
          <a:p>
            <a:r>
              <a:t>O Crédito Sinal Jovem integra-se no crédito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Parcerias e Condições Operacionais do Regime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