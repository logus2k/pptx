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especial para jovens com idade igual ou inferior a 35 anos, criado pelo Decreto-Lei n.º 44/2024, de 10 de julho.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Português, que atua como fiador, cobrindo a diferença entre o LTV máximo (85%) e os 100%.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