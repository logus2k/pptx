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Dirigido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7500"/>
          </a:bodyPr>
          <a:lstStyle/>
          <a:p>
            <a:r>
              <a:t>Crédito Habitação Jovem -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