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apoiar os jovens no acesso à casa própria. É importante notar que este apoio foi estabelecido pelo Decreto-Lei n.º 44/2024.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grande vantagem deste regime é que permite financiar até 100% do valor de aquisição, eliminando a necessidade de entrada. O Estado Português garante a diferença entre o LTV padrão e o financiamento total.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critérios claros para a elegibilidade, como a idade e o rendimento. É fundamental que os mutuários não tenham propriedade anterior e que o valor da transação se mantenha dentro do limite estabelecido.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Além do financiamento, há benefícios fiscais importantes para a primeira habitação. Os limites de rendimento são definidos, e a garantia do Estado tem um teto máximo de 15% do valor da transação.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é estruturado em duas etapas distintas. É crucial reunir a documentação correta para cada fase, como o formulário de adesão e as certidões necessárias.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avançar, recomendamos que analisem cuidadosamente os critérios de elegibilidade e preparem toda a documentação exigida. Estamos aqui para guiá-los em cada passo deste processo.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clientes particulares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Crédito Habitação Jovem: A Sua Oportunidade para Comprar Casa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É um regime de crédito habitação jovem.</a:t>
            </a:r>
          </a:p>
          <a:p>
            <a:r>
              <a:t>Destinado a jovens com 35 anos ou menos.</a:t>
            </a:r>
          </a:p>
          <a:p>
            <a:r>
              <a:t>Criado pelo Decreto-Lei n.º 44/2024.</a:t>
            </a:r>
          </a:p>
          <a:p>
            <a:r>
              <a:t>Apoia a aquisição da primeira habitação.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Um Regime Especial para Jovens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Permite financiar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do LTV usual (85%).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Financiamento Total sem Entrada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Idade entre 18 e 35 anos e residente fiscal em Portugal.</a:t>
            </a:r>
          </a:p>
          <a:p>
            <a:r>
              <a:t>Rendimentos não podem exceder o 8.º escalão do IRS.</a:t>
            </a:r>
          </a:p>
          <a:p>
            <a:r>
              <a:t>Não possuir propriedade anterior nem usar esta garantia.</a:t>
            </a:r>
          </a:p>
          <a:p>
            <a:r>
              <a:t>Valor da transação não pode ultrapassar €450.000.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Essenciais para Elegibilidade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Isenção de IMT e Imposto do Selo até €330.539.</a:t>
            </a:r>
          </a:p>
          <a:p>
            <a:r>
              <a:t>Rendimento máximo: €80.000 por mutuário individual.</a:t>
            </a:r>
          </a:p>
          <a:p>
            <a:r>
              <a:t>Até €160.000 para dois mutuários (quociente familiar).</a:t>
            </a:r>
          </a:p>
          <a:p>
            <a:r>
              <a:t>Garantia do Estado não excede 15% 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Benefícios Fiscais e Limites de Rendimento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A avaliação ocorre em duas fases: Proposta e Enquadramento.</a:t>
            </a:r>
          </a:p>
          <a:p>
            <a:r>
              <a:t>Para a proposta: formulário de adesão e declaração IRS.</a:t>
            </a:r>
          </a:p>
          <a:p>
            <a:r>
              <a:t>Para o enquadramento: certidões do Registo e Autoridade Tributária.</a:t>
            </a:r>
          </a:p>
          <a:p>
            <a:r>
              <a:t>O CTT Bank aderiu ao protocolo em 2 de outubro de 2024.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Processo de Candidatura e Documentação Necessária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r>
              <a:t>Verifique os requisitos de rendimento e idade com atenção.</a:t>
            </a:r>
          </a:p>
          <a:p>
            <a:r>
              <a:t>Reúna a documentação necessária para iniciar a sua proposta.</a:t>
            </a:r>
          </a:p>
          <a:p>
            <a:r>
              <a:t>Consulte os detalhes específicos do seu caso com a nossa equipa.</a:t>
            </a:r>
          </a:p>
          <a:p>
            <a:r>
              <a:t>O CTT Bank está pronto para o apoiar neste processo.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Próximos Passos e Considerações Finais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