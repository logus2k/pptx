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A grande vantagem é que permite financiar o valor total do imóvel, sem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Português entra como fiador neste regime, o que é crucial para atingir o financiamento de 100%. Esta garantia cobre a diferença necessária para cobrir o valor total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serem elegíveis, os proponentes devem cumprir requisitos específicos de idade, residência e rendimento. É importante notar que o valor da transação tem um limite máximo definido.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claros, sendo ajustados para casais. Além disso, há benefícios fiscais significativos para a primeira habitação, dependendo do valor do imóvel.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fases de avaliação, começando com a submissão de documentos básicos. É fundamental reunir toda a documentação exigida em cada etapa para garantir a fluidez do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CTT Bank já está integrado neste protocolo, e as condições de precificação estão definidas. Lembre-se que, para clientes estrangeiros, a validade do título de residência é um requisito importante.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de Casa Própria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estatal não ultrapassa 15% do valor.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 para Apoiar o Seu Financiamento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residente fiscal em Portugal.</a:t>
            </a:r>
          </a:p>
          <a:p>
            <a:r>
              <a:t>Rendimentos não podem exceder o 8.º escalão do IRS.</a:t>
            </a:r>
          </a:p>
          <a:p>
            <a:r>
              <a:t>Não pode possuir outro imóvel nem ter usado esta garantia.</a:t>
            </a:r>
          </a:p>
          <a:p>
            <a:r>
              <a:t>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de rendimento: €80.000 por mutuário individual.</a:t>
            </a:r>
          </a:p>
          <a:p>
            <a:r>
              <a:t>Até €160.000 para dois mutuários (quotas familiares).</a:t>
            </a:r>
          </a:p>
          <a:p>
            <a:r>
              <a:t>Isenção de IMT e Imposto do Selo até €330.539.</a:t>
            </a:r>
          </a:p>
          <a:p>
            <a:r>
              <a:t>O crédito é para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Documentos iniciais incluem formulário, IRS e domicílio fiscal.</a:t>
            </a:r>
          </a:p>
          <a:p>
            <a:r>
              <a:t>Para enquadramento, são necessários certificados do Registo e Autoridade Tributária.</a:t>
            </a:r>
          </a:p>
          <a:p>
            <a:r>
              <a:t>A FAP formaliza a candidatura, incluindo dados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CTT Bank aderiu ao protocolo em 2 de outubro de 2024.</a:t>
            </a:r>
          </a:p>
          <a:p>
            <a:r>
              <a:t>As operações são precificadas no quadrante 65-85%.</a:t>
            </a:r>
          </a:p>
          <a:p>
            <a:r>
              <a:t>Para estrangeiros, é exigido título de residência temporária válido.</a:t>
            </a:r>
          </a:p>
          <a:p>
            <a:r>
              <a:t>Apenas propostas submetidas ao risco são recusadas.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Informações Adicionais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