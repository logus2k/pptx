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os participantes deverão ser capazes de explicar o que é este regime especial. Vamos focar-nos nos requisitos, nos benefícios e no processo documental. O objetivo é dar-vos uma visão completa deste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Este é um regime especial criado para apoiar os jovens no acesso à habitação. É importante saber que este regime foi estabelecido pelo Decreto-Lei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característica mais notável é a possibilidade de financiar até 100% do valor do imóvel. Isto significa que não precisa de ter capitais próprios para a entrada. O Estado Português entra como fiador, cobrindo essa diferença entre os 85% habituais e os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analisar quem pode beneficiar deste regime. Existem vários critérios que os mutuários devem cumprir. Vamos detalhar a idade, o domicílio fiscal e os limites de rendimento.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requisitos básicos incluem ter entre 18 e 35 anos e ser residente fiscal em Portugal. Os rendimentos são limitados ao 8.º escalão do IRS. Para um mutuário individual, o limite é de €80.000, mas pode chegar a €160.000 se houver dois mutuários, aplicando o quociente familiar.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restrições adicionais, como não possuir propriedade urbana e nunca ter utilizado esta garantia. O valor da transação tem um limite máximo de €450.000. Além disso, há benefícios fiscais, como isenção de IMT e Imposto do Selo até €330.539 para a primeira habitação. A garantia do Estado não ultrapassa 15% do valor da transação.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avaliação da elegibilidade ocorre em duas fases distintas. É crucial entender o que é pedido em cada etapa. Vamos ver a documentação necessária para criar e para enquadrar a proposta.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iniciar a proposta, são necessários documentos como o formulário de adesão e a declaração IRS, ou as declarações de Segurança Social/pensionista. O certificado de domicílio fiscal é obrigatório. A FAP, ou Ficha de Adesão ao Produto, formaliza a candidatura, pedindo dados do imóvel e autorização de consulta de crédito.</a:t>
            </a:r>
          </a:p>
          <a:p/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  <a:p>
            <a:r>
              <a:t>Fonte: 05 - Documentos Necessários · Documentos Necessários para o Crédito Habitação &gt; FAP - Ficha de Adesão ao Produto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Na fase de enquadramento, a documentação foca-se no imóvel e nas dívidas. São necessários os certificados do Registo e da Autoridade Tributária. Também se exigem certificados de não-dívida da AT e da SS, juntamente com o documento que comprova o valor de compra.</a:t>
            </a:r>
          </a:p>
          <a:p/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avaliação passa por duas fases: a Proposta de Risco e o Enquadramento da Proposta. É importante notar que as recusas só são emitidas após a submissão ao risco. O CTT Bank integrou o protocolo em 2 de outubro de 2024, e as operações são precificadas no quadrante 65-85%.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verificar o que aprendemos, reflitam sobre estas questões. O limite individual de rendimento é de €80.000. Para a criação da proposta, são necessários o formulário de adesão e a declaração IRS (ou SS/pensionista). O CTT Bank aderiu em 2 de outubro de 2024.</a:t>
            </a:r>
          </a:p>
          <a:p/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jovens, permitindo financiar até 100% do imóvel com o apoio do Estado. Lembrem-se dos limites de rendimento e valor de transação. O sucesso da candidatura depende da correta apresentação da documentação em cada fase do processo.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o regime.</a:t>
            </a:r>
          </a:p>
          <a:p>
            <a:r>
              <a:t>Conhecer os benefícios e as condições operacionais.</a:t>
            </a:r>
          </a:p>
          <a:p>
            <a:r>
              <a:t>Saber quais os documentos necessários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Definir o regime especial de crédito habitação para jovens.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financiar até 100% do valor de aquisição.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100% do valor.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Verificar os requisitos para aceder à garantia pública.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anos, e ser residente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Até €160.000 para dois mutuários (usando quociente familiar).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Adicionais e Limites de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possuir propriedade urbana e nunca ter usado esta garantia estatal.</a:t>
            </a:r>
          </a:p>
          <a:p>
            <a:r>
              <a:t>Valor da transação não pode ultrapassar €450.000.</a:t>
            </a:r>
          </a:p>
          <a:p>
            <a:r>
              <a:t>Isenção de IMT e Imposto do Selo até €330.539 na primeira habitação.</a:t>
            </a:r>
          </a:p>
          <a:p>
            <a:r>
              <a:t>A garantia estatal não excede 15% do valor da transação.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Elegibilidade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fases de avaliação e a documentação necessária.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Criação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Formulário de adesão, declaração IRS (ou SS/pensionista).</a:t>
            </a:r>
          </a:p>
          <a:p>
            <a:r>
              <a:t>Certificado de domicílio fiscal é um documento obrigatório.</a:t>
            </a:r>
          </a:p>
          <a:p>
            <a:r>
              <a:t>A FAP formaliza a candidatura, incluindo dados do imóvel e autorização de crédito.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Documentação para Enquadramento da Proposta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Certificados do Registo e da Autoridade Tributária do imóvel.</a:t>
            </a:r>
          </a:p>
          <a:p>
            <a:r>
              <a:t>Certificados de não-dívida da AT e SS.</a:t>
            </a:r>
          </a:p>
          <a:p>
            <a:r>
              <a:t>Documento que comprove o valor de compra do imóvel.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Procedimentos de Avaliação e Operacionalização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etapas: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O CTT Bank aderiu ao protocolo em 2 de outubro de 2024.</a:t>
            </a:r>
          </a:p>
          <a:p>
            <a:r>
              <a:t>As operações são precificadas no quadrante 65-85%.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do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rendimento para um mutuário individual no CH Jovem?</a:t>
            </a:r>
          </a:p>
          <a:p>
            <a:r>
              <a:t>Quais são os dois tipos de documentos necessários para a criação da proposta?</a:t>
            </a:r>
          </a:p>
          <a:p>
            <a:r>
              <a:t>Em que data o CTT Bank aderiu ao protocolo do Crédito Habitação Jovem?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(até 35 anos) que permite financiar até 100% do valor.</a:t>
            </a:r>
          </a:p>
          <a:p>
            <a:r>
              <a:t>O Estado atua como fiador, cobrindo a diferença do LTV.</a:t>
            </a:r>
          </a:p>
          <a:p>
            <a:r>
              <a:t>Existem limites de rendimento e valor de transação definidos.</a:t>
            </a:r>
          </a:p>
          <a:p>
            <a:r>
              <a:t>O processo exige documentação específica para a criação e enquadramento da proposta.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