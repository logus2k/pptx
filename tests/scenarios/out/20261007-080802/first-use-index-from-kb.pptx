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Índice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Índice dos Tópicos de Crédito à Habitação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>
          <a:xfrm>
            <a:ext cx="0" cy="1179225"/>
          </a:xfrm>
        </p:spPr>
        <p:txBody>
          <a:bodyPr/>
          <a:lstStyle/>
          <a:p>
            <a:r>
              <a:t>Oferta de Crédito Habitação: Categorias e Finalidades (HPP, HPS, HA)</a:t>
            </a:r>
          </a:p>
          <a:p>
            <a:r>
              <a:t>Crédito Hipotecário: Complementar Isolado e Associado</a:t>
            </a:r>
          </a:p>
          <a:p>
            <a:r>
              <a:t>Crédito Habitação Obras: Financiamento de Obras em Imóveis</a:t>
            </a:r>
          </a:p>
          <a:p>
            <a:r>
              <a:t>Regime de Crédito Bonificado à Habitação para Pessoa com Deficiência</a:t>
            </a:r>
          </a:p>
          <a:p>
            <a:r>
              <a:t>Fases do Processo de Crédito Habitação: Do Simulação ao Arquivo</a:t>
            </a:r>
          </a:p>
          <a:p>
            <a:r>
              <a:t>Servicing de Crédito Habitação: Gestão Contínua do Contrato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