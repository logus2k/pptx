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ext cx="0" cy="2171919"/>
          </a:xfrm>
        </p:spPr>
        <p:txBody>
          <a:bodyPr/>
          <a:lstStyle/>
          <a:p>
            <a:r>
              <a:t>Idade: Igual ou inferior a 35 anos.</a:t>
            </a:r>
          </a:p>
          <a:p>
            <a:r>
              <a:t>Domicílio Fiscal: Em Portugal.</a:t>
            </a:r>
          </a:p>
          <a:p>
            <a:r>
              <a:t>Rendimentos: Não ultrapassar o 8.º escalão do IRS.</a:t>
            </a:r>
          </a:p>
          <a:p>
            <a:r>
              <a:t>Propriedade: Não ser proprietário de prédio urbano ou fração autónoma habitacional.</a:t>
            </a:r>
          </a:p>
          <a:p>
            <a:r>
              <a:t>Histórico: Nunca ter usufruído da garantia pessoal do Estado ao abrigo do DL n.º 44/2024, de 10 de julho.</a:t>
            </a:r>
          </a:p>
          <a:p>
            <a:r>
              <a:t>Valor da Transação: Não exceder 450.000,00 euros.</a:t>
            </a:r>
          </a:p>
          <a:p>
            <a:r>
              <a:t>Finalidade: Destinar-se à primeira aquisição de habitação própria permanente.</a:t>
            </a:r>
          </a:p>
          <a:p>
            <a:r>
              <a:t>Garantia: A garantia pessoal do Estado não ultrapassar 15% do valor da transação.</a:t>
            </a:r>
          </a:p>
          <a:p>
            <a:r>
              <a:t>Financiamento: A garantia visa viabilizar o financiamento de até 100% do valor da transação.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