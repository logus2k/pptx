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Habitação: Crédito Habitação Geral e Crédito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Desde a simulação até ao arquivo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durante a vigência do contrato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Tipos de Crédito: Habitação Própria Permanente, Secundária e Arrendamento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