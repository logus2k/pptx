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Novo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(Aquisição, Obras, TOIC, etc.)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 (Simulação até Arquivo)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