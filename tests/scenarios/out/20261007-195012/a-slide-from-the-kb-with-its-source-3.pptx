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do Estado Português atua como fiador, cobrindo a diferença entre o LTV máximo (85%) e os 100%.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com Garantia do Estado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