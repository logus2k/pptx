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Regime e Finalidades dos Empréstimos (Aquisição, Obras, etc.)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Servicing de Crédito à Habitação (Gestão pós-contrato)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à Habitação (Simulação até Arquivo)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Crédito Bonificado à Habitação para Pessoas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