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Aquisição, TOIC, Obras, Construção e Reforço (HPP, HPS, HA).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7 fases distintas, envolvendo várias entidades.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e tarefas ao longo da vigência do contrato.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de obras em imóveis.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Deficiência: Condições específicas para pessoas com grau de incapacidade &gt;= 60%.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