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97500"/>
          </a:bodyPr>
          <a:lstStyle/>
          <a:p>
            <a:r>
              <a:t>Regime especial de acesso à habitação própria permanente para jovens.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Garantia: Prestada pelo Estado Português, que atua como fiador, cobrindo a diferença entre o LTV máximo habitualmente permitido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