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Critérios de Elegibilidade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Critérios de Elegibilidade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garantia pessoal do Estado não ultrapasse 15% do valor da transação do prédio urbano ou de fração autónoma de prédio urbano.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