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Inclui Crédito Habitação Geral e Crédito Hipotecário (Aquisição, TOIC, Obras, Construção, etc.).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O processo de concessão é constituído por 7 fases distintas, com envolvimento de várias entidades.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atos desencadeados ao longo da vigência do contrato, envolvendo Lojas BCTT e serviços centrais.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destinado à realização de obras em imóveis para habitação própria permanente, secundária ou arrendamento.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Linha de crédito especial para pessoas com grau de incapacidade igual ou superior a 60%.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