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Habitação: Crédito Geral, Hipotecário e Finalidades (HPP, HPS, HA)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As 7 etapas de concessão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intervenientes pós-contrato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Bonificado à Habitação: Condições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