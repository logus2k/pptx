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Geral: Aquisição, Transferência de Crédito (TOIC), Obras (conservação, extraordinária, beneficiação), Construção e Reforço à Construção. Destina-se a Habitação Própria Permanente (HPP), Secundária (HPS) ou Arrendamento (HA).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Processo de Crédito Habitação: Envolve 7 fases distintas, com intervenção de várias entidades (Lojas BCTT, Finsolutia, Direção de Crédito, etc.).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Crédito Habitação Obras: Financiamento para obras em imóveis destinados a HPP, HPS ou HA, limitado ao custo das obras com IVA incluído.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Índice de Tópicos de Crédito à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Hipotecário: Inclui Crédito Complementar Isolado e Complementar Associado.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Servicing de Crédito Habitação: Procedimentos e tarefas após a contratação, formalizados em formulário nas Lojas BCTT (RR) e encaminhados para os serviços centrais.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Regime de Crédito Bonificado à Habitação a Pessoa com Deficiência: Linha de crédito especial para pessoas com deficiência (grau de incapacidade &gt;= 60%), com condições específicas de acesso e permanência.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