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Tópicos Principais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(Aquisição, TOIC, Obras, Construção, etc.)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 (Simulação à Arquivo)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 (Procedimentos durante a vigência do contrato)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 (Financiamento de obras)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