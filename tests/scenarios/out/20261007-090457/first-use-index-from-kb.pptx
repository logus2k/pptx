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Tópico 1: Introdução ao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Tópico 3: Processo de Candidatura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Tópico 5: Riscos e Garantias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Tópico 2: Tipos de Crédito e Condições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Tópico 4: Gestão e Pagamento do Crédito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Tópico 6: Reestruturação e Quitação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