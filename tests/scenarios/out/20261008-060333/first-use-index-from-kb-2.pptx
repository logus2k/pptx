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Finalidades dos Empréstimos: Aquisição, Transferência de Crédito (TOIC), Obras, Construção e Reforço.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Tipos de Crédito: Crédito Habitação Geral e Crédito Hipotecário (Isolado e Complementar Associado).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Habitação: Desde a simulação inicial até ao arquivo da documentação.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Servicing de Crédito Habitação: Procedimentos e tarefas durante a vigência do contrato.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Habitação: Condições especiais para pessoas com deficiência.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