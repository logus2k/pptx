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Fontes consultadas:</a:t>
            </a:r>
          </a:p>
          <a:p>
            <a:r>
              <a:t>- 01 -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- 02 -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- 12 -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Índice: Crédito à Habitação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Índice dos Tópicos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Oferta de Crédito Habitação (Regime e Finalidades dos Empréstimos)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Fases do Processo de Crédito Habitação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Servicing de Crédito Habitação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Crédito Habitação Obras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Regime de Crédito Bonificado à Habitação a Pessoa com Deficiência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