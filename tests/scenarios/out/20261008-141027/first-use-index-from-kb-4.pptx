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 Finalidades dos Empréstimos (Aquisição, TOIC, Obras, Construção)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