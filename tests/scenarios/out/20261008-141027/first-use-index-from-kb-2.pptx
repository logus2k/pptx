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Novo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Tipos de Crédito: Crédito Habitação Geral e Crédito Hipotecário (HPP, HPS, HA)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Habitação: Procedimentos ao longo da vigência do contrato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Crédito Habitação Obras: Financiamento de obras em imóveis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Índice: Crédito à Habitação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Tipos de Crédito: Crédito Habitação Geral e Crédito Hipotecário (HPP, HPS, HA)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Habitação: Procedimentos ao longo da vigência do contrato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Crédito Habitação Obras: Financiamento de obras em imóveis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Índice: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