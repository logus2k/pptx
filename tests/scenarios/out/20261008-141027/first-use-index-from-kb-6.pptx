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Oferta de Crédito Habitação: Finalidades (Aquisição, TOIC, Obras, Construção) e Tipos de Crédito (Geral e Hipotecário).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Processo: Os passos envolvidos na concessão do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Habitação: Procedimentos após a concessão do empréstimo.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Crédito Bonificado: Condições especiais para pessoas com deficiência.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Tópicos principais abordados no processo de crédito à habitação.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