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75000"/>
          </a:bodyPr>
          <a:lstStyle/>
          <a:p>
            <a:r>
              <a:t>Índice: Tópicos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Empréstimos: Crédito Habitação Geral e Crédito Hipotecário.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Habitação: Simulação inicial ao arquivo da documentação.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Habitação: Procedimentos e tarefas durante a vigência do contrato.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Obras: Financiamento para realização de obras em imóveis.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Habitação: Condições para pessoas com deficiência.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