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Regime e Finalidades dos Empréstimos (Aquisição, Obras, etc.)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Fases do Processo de Crédito Habitação (Simulação à Arquivo)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Servicing de Crédito Habitação (Gestão pós-contrato)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t>Regime de Crédito Bonificado à Habitação para Pessoas com Deficiência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Índice dos Tópicos de Crédito à Habitação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à Habitação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