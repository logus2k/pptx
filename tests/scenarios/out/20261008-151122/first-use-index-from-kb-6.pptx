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75000"/>
          </a:bodyPr>
          <a:lstStyle/>
          <a:p>
            <a:r>
              <a:t>Índice: Tópicos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Empréstimos: Inclui Crédito Habitação Geral (Aquisição, Obras, etc.) e Crédito Hipotecário.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Habitação: O processo é composto por 7 fases distintas, envolvendo várias entidades.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Habitação: Procedimentos e tarefas após a concessão, formalizados nas Lojas BCTT (RR).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Obras: Financiamento para obras em imóveis, limitado ao custo das obras com IVA incluído.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Bonificado para Pessoas com Deficiência: Linha de crédito especial com condições específicas para pessoas com deficiência (grau &gt;= 60%).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