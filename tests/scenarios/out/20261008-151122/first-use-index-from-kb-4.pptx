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Visão geral dos produtos e processos de crédito à habitação do Banco CTT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Habitação: Regime e Finalidades dos Empréstimos (Aquisição, TOIC, Obras, Construção,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inicial ao arquivo da documentação)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ao longo da vigência do 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para obras em imóveis)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 (Condições especiais)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