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 Finalidades dos Empréstimos (Aquisição, Obras, TOIC,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 (Simulação até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 de Crédito Bonificado à Habitação (Pessoas com Deficiência)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Tópicos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