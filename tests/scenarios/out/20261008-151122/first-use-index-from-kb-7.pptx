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Finalidades dos Empréstimos (Aquisição, Obras, etc.)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Regime de Crédito Bonificado à Habitação para Pessoas com Deficiência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Índice: Tópicos de Crédito à Habitação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