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Tipos de Crédito: Crédito Habitação Geral e Crédito Hipotecário.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Finalidades: Aquisição, Obras, Construção, etc. (HPP, HPS, HA).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Processo: As 7 fases de concessão de crédito.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Servicing: Procedimentos durante a vigência do contrato.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-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