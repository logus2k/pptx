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75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(HPP, HPS, HA, Obras)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