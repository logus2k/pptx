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>
          <a:xfrm>
            <a:ext cx="0" cy="747712"/>
          </a:xfrm>
        </p:spPr>
        <p:txBody>
          <a:bodyPr/>
          <a:lstStyle/>
          <a:p>
            <a:r>
              <a:t>Regime e Finalidades dos Empréstimos: Abrange Crédito Habitação Geral (Aquisição, Obras, Construção) e Crédito Hipotecário.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 sz="quarter"/>
          </p:nvPr>
        </p:nvSpPr>
        <p:spPr/>
        <p:txBody>
          <a:bodyPr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7500"/>
          </a:bodyPr>
          <a:lstStyle/>
          <a:p>
            <a:r>
              <a:t>Índice: Crédito à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Servicing de Crédito: Procedimentos ao longo da vigência do contrato, formalizados nas Lojas BCTT.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Crédito Bonificado: Regime especial para pessoas com deficiência (grau $\ge 60\%$) com condições específicas.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Fases do Processo: O processo de concessão é dividido em 7 fases, com envolvimento de várias entidades.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Crédito Obras: Financiamento específico para obras em imóveis, limitado ao custo das obras.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