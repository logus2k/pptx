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Fontes consultadas:</a:t>
            </a:r>
          </a:p>
          <a:p>
            <a:r>
              <a:t>- 11 - Crédito Habitação Jovem, Crédito Habitação Jovem - Garantia do Estado &gt; Crédito Habitação Jovem - Garantia do Estado &gt; O que é o Crédito Habitação Jovem, Crédito Habitação Jovem - Garantia do Estado &gt; Crédito Habitação Jovem - Garantia do Estado &gt; Enquadramento Legal, 2026-10-01 - https://logus2k.com/cortex/?open=ch&amp;path=CH%2F11%20-%20Cr%C3%A9dito%20Habita%C3%A7%C3%A3o%20Jovem.docx&amp;section=O%20que%20%C3%A9%20o%20Cr%C3%A9dito%20Habita%C3%A7%C3%A3o%20Jovem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92500"/>
          </a:bodyPr>
          <a:lstStyle/>
          <a:p>
            <a:r>
              <a:t>Apresentação do Crédito Habitação Jovem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Condições do Crédito Habitação Jovem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>
          <a:xfrm>
            <a:ext cx="0" cy="1179225"/>
          </a:xfrm>
        </p:spPr>
        <p:txBody>
          <a:bodyPr/>
          <a:lstStyle/>
          <a:p>
            <a:r>
              <a:t>Destinado a jovens com idade igual ou inferior a 35 anos.</a:t>
            </a:r>
          </a:p>
          <a:p>
            <a:r>
              <a:t>Permite financiamento de até 100% do valor de aquisição, eliminando a necessidade de capitais próprios para a entrada.</a:t>
            </a:r>
          </a:p>
          <a:p>
            <a:r>
              <a:t>Garantia prestada pelo Estado Português, que atua como fiador.</a:t>
            </a:r>
          </a:p>
          <a:p>
            <a:r>
              <a:t>O valor da transação não pode exceder 450.000,00 euros.</a:t>
            </a:r>
          </a:p>
          <a:p>
            <a:r>
              <a:t>Os mutuários devem ter domicílio fiscal em Portugal e não ser proprietários de prédio urbano.</a:t>
            </a:r>
          </a:p>
          <a:p>
            <a:r>
              <a:t>Os rendimentos não podem ultrapassar o 8.º escalão do IRS.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