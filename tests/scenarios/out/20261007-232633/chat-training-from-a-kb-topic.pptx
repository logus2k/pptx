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regime e os seus benefícios. Vamos focar-nos nos requisitos e nos passos práticos para aceder a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regime especial. É um apoio criado especificamente para facilitar o acesso à habitação a jovens.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específico, sendo destinado a jovens até aos 35 anos. O enquadramento legal é o Decreto-Lei n.º 44/2024. O grande benefício é que permite financiar 100% do imóvel, dispensando a entrada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entrar nos requisitos. É crucial entender quem se enquadra neste programa. Os critérios definem o perfil do candidato.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 e o estatuto de residente fiscal. Os rendimentos são limitados ao 8.º escalão do IRS. Além disso, há restrições sobre propriedade anterior e o valor máximo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importante notar os limites de rendimento, que variam consoante o número de mutuários. O crédito deve ser destinado à primeira habitação permanente. A garantia do Estado tem um limite máximo de 15% sobre o valor da transação.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foca-se no que o mutuário ganha com este regime. Vamos ver os benefícios fiscais e como o Estado garante o empréstimo.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assume o papel de fiador, cobrindo a diferença entre o LTV padrão de 85% e os 100% concedidos. Além disso, há benefícios fiscais significativos, como a isenção de IMT e Imposto do Selo até um certo valor.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distintas. É importante saber que a recusa só é formalizada após a análise de risco. A documentação varia consoante a fase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abordar alguns detalhes operacionais e também os requisitos específicos para quem não é residente em Portugal. Estes pontos complementam o quadro geral do crédito.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termos operacionais, o CTT Bank integrou-se no protocolo em outubro de 2024. Para clientes estrangeiros, o requisito de residência é rigoroso, exigindo um título válido há pelo menos três anos.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idade limite é de 35 anos. O Estado atua como fiador, cobrindo a diferença entre o LTV de 85% e os 100% do valor de aquisição, com a garantia não excedendo 15% do valor da transação. Para a criação de proposta, são necessários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 que querem comprar casa sem grandes entraves financeiros. O apoio do Estado é fundamental, tanto na garantia como nos benefícios fiscais. Lembrem-se sempre de verificar os critérios de elegibilidade e a documentação necessária para avançar no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benefícios e as condições operacionais do crédito.</a:t>
            </a:r>
          </a:p>
          <a:p>
            <a:r>
              <a:t>Saber quais os documentos necessários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Definição e Enquadramento Legal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capital próprio para a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 do Mutuário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Verificar quem pode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 e ser residente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ter usado esta garantia do Estado.</a:t>
            </a:r>
          </a:p>
          <a:p>
            <a:r>
              <a:t>O valor da transação não pode ultrapassar €450.000.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Transação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 de rendimento: €80.000 por mutuário individual.</a:t>
            </a:r>
          </a:p>
          <a:p>
            <a:r>
              <a:t>Até €160.000 para dois mutuários (usando quociente familiar).</a:t>
            </a:r>
          </a:p>
          <a:p>
            <a:r>
              <a:t>O crédito deve ser para primeira habitação própria permanente.</a:t>
            </a:r>
          </a:p>
          <a:p>
            <a:r>
              <a:t>A garantia do Estado não excede 15% do valor da transação.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e Condições Operacionais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os benefícios fiscais e a atuação do Estado como fiador.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Cobertura e Isenções Fiscais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Estado Português atua como fiador, cobrindo a diferença LTV (85%) para 100%.</a:t>
            </a:r>
          </a:p>
          <a:p>
            <a:r>
              <a:t>A garantia do Estado permite financiamento até 100% ou pelo menos 85%.</a:t>
            </a:r>
          </a:p>
          <a:p>
            <a:r>
              <a:t>Isenção de IMT e Imposto do Selo para primeira habitação até €330.539.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Elegibilidade e Documentação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após submissão à análise de risco.</a:t>
            </a:r>
          </a:p>
          <a:p>
            <a:r>
              <a:t>Documentos iniciais: formulário de adesão, IRS e certificado de domicílio fiscal.</a:t>
            </a:r>
          </a:p>
          <a:p>
            <a:r>
              <a:t>Documentos de enquadramento: certidões do Registo e Autoridade Tributária (CPCV).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Considerações Adicionais e Parcerias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Rever detalhes operacionais e requisitos para clientes estrangeiros.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Detalhes Operacionais e Estrangeiros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  <a:p>
            <a:r>
              <a:t>As operações usam um quadrante de preços de 65-85%.</a:t>
            </a:r>
          </a:p>
          <a:p>
            <a:r>
              <a:t>Para estrangeiros, é obrigatório título de residência temporária com 3 anos.</a:t>
            </a:r>
          </a:p>
          <a:p>
            <a:r>
              <a:t>Este título deve estar válido na data da análise; renovações em curso não são aceites.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idade para aceder ao Crédito Habitação Jovem?</a:t>
            </a:r>
          </a:p>
          <a:p>
            <a:r>
              <a:t>Que tipo de garantia oferece o Estado e qual o seu limite percentual?</a:t>
            </a:r>
          </a:p>
          <a:p>
            <a:r>
              <a:t>Quais são os dois tipos de documentos necessários para a criação de proposta?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(até 35 anos) que permite financiamento de até 100%.</a:t>
            </a:r>
          </a:p>
          <a:p>
            <a:r>
              <a:t>O Estado garante o empréstimo, cobrindo a diferença LTV e oferecendo isenções fiscais.</a:t>
            </a:r>
          </a:p>
          <a:p>
            <a:r>
              <a:t>A elegibilidade exige residência fiscal, limites de rendimento e valor de transação máximo.</a:t>
            </a:r>
          </a:p>
          <a:p>
            <a:r>
              <a:t>O processo envolve fases de risco e enquadramento, com documentação específica para cada etapa.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