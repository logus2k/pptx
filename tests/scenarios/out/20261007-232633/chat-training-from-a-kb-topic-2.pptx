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compreender a natureza deste regime especial. Vamos focar-nos em identificar quem pode beneficiar e como funciona o processo de candidatura. Também abordaremos os benefícios fiscais importantes.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 Habitação Jovem. É um regime de crédito habitação especial, criado para apoiar os jovens no acesso à habitação.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direcionado especificamente para jovens, com um limite de idade de 35 anos. O seu enquadramento legal é o DL n.º 44/2024. O grande diferencial é que permite financiar 100% do valor do imóvel, o que elimina a necessidade de ter um valor inicial próprio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candidatar-se a este crédito. Existem vários critérios que os proponentes devem cumprir, abrangendo idade, residência e situação financeira. É crucial verificar todos estes pontos antes de avançar.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que deve estar entre 18 e 35 anos, e ser fiscalmente domiciliado em Portugal. Os rendimentos têm um limite estrito, correspondente ao 8.º escalão do IRS. Além disso, é necessário não possuir bens anteriores e o valor do imóvel não pode exceder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variam consoante o número de mutuários. Para um mutuário, o limite é de €80.000, e para dois, é de €160.000. O papel do Estado é crucial, pois garante a diferença entre o LTV padrão de 85% e os 100% que o regime permite. Esta garantia não ultrapassa 15% do valor da transação.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ver os benefícios diretos que os mutuários obtêm, nomeadamente no que toca a impostos. Também vamos entender como opera a garantia do Estado no processo de financiamento.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importante é a isenção de IMT e Imposto do Selo, mas esta aplica-se a imóveis com valor até €330.539. O Estado Português garante o crédito, cobrindo a diferença entre o LTV usual de 85% e os 100% permitidos. Informamos que o CTT Bank juntou-se ao protocolo em 2 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não é único; ele ocorre em fases distintas. Vamos detalhar estas fases e os documentos que são exigidos em cada etapa para garantir que o processo corre sem contratempos.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divide-se em dois momentos: a Proposta a Risco e o Enquadramento de Proposta. É importante notar que as recusas só são emitidas após a submissão ao risco. A documentação inicial inclui o formulário de adesão e a declaração de IRS. Posteriormente, são exigidos certificados do Registo e da Autoridade Tributária.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de idade? A resposta é até 35 anos. Para criar a proposta, precisamos do formulário de adesão e da declaração de IRS. E as cartas de recusa são emitidas apenas para propostas submetidas ao risco.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com a garantia do Estado a cobrir a diferença. Lembrem-se dos critérios de elegibilidade, como os limites de rendimento e o valor do imóvel. Finalmente, o processo é estruturado em fases de avaliação, com benefícios fiscais aplicáveis.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do regime.</a:t>
            </a:r>
          </a:p>
          <a:p>
            <a:r>
              <a:t>Conhecer os procedimentos para a avaliação da elegibilidade.</a:t>
            </a:r>
          </a:p>
          <a:p>
            <a:r>
              <a:t>Saber quais os benefícios fiscais associados ao regime.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 propósito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Foi 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ter propriedade anterior nem ter usado esta garantia do Estado.</a:t>
            </a:r>
          </a:p>
          <a:p>
            <a:r>
              <a:t>O valor da transação não pode ultrapassar €450.000.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mutuário pode ter rendimentos até €80.000.</a:t>
            </a:r>
          </a:p>
          <a:p>
            <a:r>
              <a:t>Dois mutuários podem ter rendimentos até €160.000.</a:t>
            </a:r>
          </a:p>
          <a:p>
            <a:r>
              <a:t>A garantia do Estado cobre a diferença entre 85% e 100% do valor.</a:t>
            </a:r>
          </a:p>
          <a:p>
            <a:r>
              <a:t>A garantia do Estado não excede 15% do valor da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o funcionamento da garantia.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Fiscais e Operacionais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para primeira habitação.</a:t>
            </a:r>
          </a:p>
          <a:p>
            <a:r>
              <a:t>A isenção aplica-se a imóveis até €330.539.</a:t>
            </a:r>
          </a:p>
          <a:p>
            <a:r>
              <a:t>O Estado atua como fiador, cobrindo a diferença de LTV.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Avaliação da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e a documentação necessária para a candidatura.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da Avaliação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elegibilidade é aferida em duas etapas: Proposta a Risco e Enquadramento de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formulário de adesão e IRS.</a:t>
            </a:r>
          </a:p>
          <a:p>
            <a:r>
              <a:t>Para enquadrar a proposta, são necessários certificados de registo e fiscais.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beneficiar do Crédito Habitação Jovem?</a:t>
            </a:r>
          </a:p>
          <a:p>
            <a:r>
              <a:t>Que documentos são necessários para a criação inicial de uma proposta?</a:t>
            </a:r>
          </a:p>
          <a:p>
            <a:r>
              <a:t>Em que fase do processo são emitidas as cartas de recusa?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financiar até 100% do valor.</a:t>
            </a:r>
          </a:p>
          <a:p>
            <a:r>
              <a:t>O Estado Português garante a diferença de financiamento, cobrindo até 15% do valor.</a:t>
            </a:r>
          </a:p>
          <a:p>
            <a:r>
              <a:t>Existem critérios rigorosos de elegibilidade, incluindo limites de rendimento e valor da transação.</a:t>
            </a:r>
          </a:p>
          <a:p>
            <a:r>
              <a:t>O processo envolve duas fases de avaliação e oferece benefícios fiscais em certas condições.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