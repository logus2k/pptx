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 com Garantia do Estado. Ao final, os participantes estarão aptos a compreender o conceito do regime. Também aprenderão os critérios específicos de elegibilidade e como a garantia do Estado é aplicada. Por fim, abordaremos a documentação essencial para iniciar um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que é este crédito. É um regime específico criado para apoiar os jovens no acesso à habitação. É importante entender a sua natureza e os benefícios que oferece, como a possibilidade de financiar um valor muito elevado.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crédito é especificamente desenhado para jovens até aos 35 anos, conforme o Decreto-Lei n.º 44/2024. O grande atrativo é que permite financiar até 100% do valor do imóvel, o que elimina a necessidade de capitais próprios para a entrada. O Estado entra como fiador para cobrir a diferença entre o LTV padrão de 85% e os 100% que se podem obter.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vamos focar-nos em quem pode beneficiar deste crédito. Existem critérios claros de elegibilidade que os proponentes devem cumprir. Vamos rever a idade, o domicílio fiscal e os limites de rendimento e valor da transação.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pessoais são bem definidos: a idade deve estar entre 18 e 35 anos e o domicílio fiscal deve ser português. Em termos de rendimento, o limite é o 8.º escalão do IRS. Este limite é de 80.000€ para um mutuário individual, mas pode ser de 160.000€ se houver dois mutuários, aplicando-se o quociente familiar.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limites claros para o valor do imóvel, que não pode exceder €450.000, e o crédito deve ser para a primeira habitação permanente. Além disso, há um benefício fiscal importante: isenção de IMT e Imposto do Selo para imóveis até €330.539. É crucial notar que a garantia do Estado tem um teto máximo de 15% do valor da transação.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secção aborda como o processo de elegibilidade é avaliado e como a garantia do Estado é efetivamente utilizada nas operações de crédito. Vamos ver as etapas de análise e os requisitos operacionais.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elegibilidade passa por duas etapas distintas: a Proposta de Risco e o Enquadramento da Proposta. É importante saber que as recusas só são emitidas após a submissão da proposta ao risco. A garantia do Estado é acionada em operações com LTV acima de 85%. O Banco CTT formalizou a adesão ao protocolo em 2 de outubro de 2024, o que permite a utilização da flag CH Jovem.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finalizar com a parte prática: a documentação. É fundamental saber quais os documentos que precisam de ser reunidos para que a proposta seja criada. Os requisitos variam ligeiramente dependendo do proponente.</a:t>
            </a:r>
          </a:p>
          <a:p/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criar a proposta, o conjunto básico inclui o formulário de adesão, a declaração IRS e o certificado de domicílio fiscal. Todos os proponentes precisam de identificação e da última declaração de rendimentos. O Serviço de Solicitadoria é opcional, mas é padrão em aquisições. Para clientes estrangeiros, o título de residência temporária deve ter sido emitido há pelo menos três anos e estar válido na data da análise.</a:t>
            </a:r>
          </a:p>
          <a:p/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aqui estão três perguntas. A resposta para a primeira é €80.000 por mutuário individual. A segunda é a isenção de IMT e Imposto do Selo. E a terceira é um título de residência temporário emitido há pelo menos 3 anos e válido na data da análise.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 instrumento poderoso para jovens. Permite financiar até 100% e oferece benefícios fiscais significativos. Lembrem-se sempre de verificar os critérios de elegibilidade, especialmente os limites de rendimento e valor da transação. A preparação da documentação correta é a chave para o sucesso na candidatura.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Compreender o que é o Crédito Habitação Jovem com Garantia do Estado.</a:t>
            </a:r>
          </a:p>
          <a:p>
            <a:r>
              <a:t>Identificar os critérios de elegibilidade para este regime.</a:t>
            </a:r>
          </a:p>
          <a:p>
            <a:r>
              <a:t>Saber como funciona a operacionalização da garantia do Estado.</a:t>
            </a:r>
          </a:p>
          <a:p>
            <a:r>
              <a:t>Conhecer a documentação necessária para a criação de uma proposta.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Apresentar o conceito e os benefícios centrais do regime.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Destina-se a jovens com 35 anos ou menos, criado pelo DL n.º 44/2024, de 10 de julho.</a:t>
            </a:r>
          </a:p>
          <a:p>
            <a:r>
              <a:t>Permite financiar até 100% do valor de compra, eliminando a necessidade de entrada.</a:t>
            </a:r>
          </a:p>
          <a:p>
            <a:r>
              <a:t>O Estado atua como fiador, cobrindo a diferença entre o LTV usual (85%) e os 100% de financiamento.</a:t>
            </a:r>
          </a:p>
          <a:p>
            <a:r>
              <a:t>O regime é para a aquisição da primeira habitação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7500"/>
          </a:bodyPr>
          <a:lstStyle/>
          <a:p>
            <a:r>
              <a:t>Detalhar quem pode aceder ao crédito e quais os limites aplicáveis.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mutuário deve ter entre 18 e 35 anos e ser fiscalmente domiciliado em Portugal.</a:t>
            </a:r>
          </a:p>
          <a:p>
            <a:r>
              <a:t>Os rendimentos devem ser inferiores ao 8.º escalão do IRS.</a:t>
            </a:r>
          </a:p>
          <a:p>
            <a:r>
              <a:t>O limite máximo do 8.º escalão é de 80.000€ por mutuário individual.</a:t>
            </a:r>
          </a:p>
          <a:p>
            <a:r>
              <a:t>Para dois mutuários, o limite é de 160.000€ (usando o quociente familiar).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valor da transação não pode ultrapassar os €450.000,00.</a:t>
            </a:r>
          </a:p>
          <a:p>
            <a:r>
              <a:t>O crédito deve ser destinado à primeira habitação própria permanente.</a:t>
            </a:r>
          </a:p>
          <a:p>
            <a:r>
              <a:t>Há isenção de IMT e Imposto do Selo para a primeira habitação até €330.539.</a:t>
            </a:r>
          </a:p>
          <a:p>
            <a:r>
              <a:t>A garantia do Estado é limitada a 15% do valor da transação.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da Transação e Benefícios Fiscais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Aferição e Operacionalização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0000"/>
          </a:bodyPr>
          <a:lstStyle/>
          <a:p>
            <a:r>
              <a:t>Entender as fases de avaliação e como a garantia é aplicada na prática.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ocorre em duas fases: Proposta de Risco e Enquadramento da Proposta.</a:t>
            </a:r>
          </a:p>
          <a:p>
            <a:r>
              <a:t>As cartas de recusa são emitidas apenas para propostas submetidas ao risco.</a:t>
            </a:r>
          </a:p>
          <a:p>
            <a:r>
              <a:t>A garantia do Estado é aplicada em operações com LTV superior a 85%.</a:t>
            </a:r>
          </a:p>
          <a:p>
            <a:r>
              <a:t>O Banco CTT aderiu ao protocolo em 2 de outubro de 2024, permitindo a seleção da flag CH Jovem.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Etapas da Avaliação e Condições Operacionais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Necessária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7500"/>
          </a:bodyPr>
          <a:lstStyle/>
          <a:p>
            <a:r>
              <a:t>Revisitar os documentos essenciais para a criação e submissão da proposta.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Para a criação da proposta, são necessários o formulário de adesão, declaração IRS e certificado de domicílio fiscal.</a:t>
            </a:r>
          </a:p>
          <a:p>
            <a:r>
              <a:t>Todos os proponentes devem apresentar BI/NIF ou Cartão de Cidadão e a última declaração de rendimentos (IRS).</a:t>
            </a:r>
          </a:p>
          <a:p>
            <a:r>
              <a:t>O Serviço de Solicitadoria é opcional, mas é aplicado por defeito em aquisições, reunindo documentação legal.</a:t>
            </a:r>
          </a:p>
          <a:p>
            <a:r>
              <a:t>Clientes estrangeiros necessitam de título de residência temporária válido há pelo menos 3 anos.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Documentos para a Proposta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Qual é o limite máximo de rendimento do 8.º escalão do IRS para um mutuário individual?</a:t>
            </a:r>
          </a:p>
          <a:p>
            <a:r>
              <a:t>Que benefícios fiscais estão disponíveis para a compra da primeira habitação até €330.539?</a:t>
            </a:r>
          </a:p>
          <a:p>
            <a:r>
              <a:t>Que tipo de título de residência é exigido para clientes estrangeiros no CH Jovem?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Aprendizagem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CH Jovem apoia jovens (até 35 anos) com financiamento de até 100% do valor.</a:t>
            </a:r>
          </a:p>
          <a:p>
            <a:r>
              <a:t>O Estado garante a diferença de LTV, e há isenção fiscal para imóveis até €330.539.</a:t>
            </a:r>
          </a:p>
          <a:p>
            <a:r>
              <a:t>Os critérios incluem idade, domicílio fiscal e rendimentos limitados ao 8.º escalão do IRS.</a:t>
            </a:r>
          </a:p>
          <a:p>
            <a:r>
              <a:t>O processo exige documentação específica, como formulário de adesão e declaração IRS.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Pontos a Retenção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