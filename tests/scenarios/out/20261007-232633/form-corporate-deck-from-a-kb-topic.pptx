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Permite financiar até 100% do valor de aquisição, o que elimina a necessidade de ter capitais próprios para a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segurança do seu empréstimo é reforçada pela intervenção do Estado Português. Este garante a diferença entre o financiamento padrão de 85% e os 100% que este regime oferece.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aceder a este benefício, existem critérios claros que deve cumprir. É fundamental ter entre 18 e 35 anos, residir fiscalmente em Portugal e respeitar os limites de rendimento estabelecidos.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financeiros são importantes para a sua candidatura. O rendimento individual não pode ultrapassar €80.000, e o valor do imóvel deve estar abaixo de €450.000.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vantagens fiscais significativas para a sua primeira casa. O processo de avaliação é feito em etapas, começando pela submissão da sua proposta com a documentação necessária.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Banco CTT já faz parte deste protocolo desde outubro de 2024. Recomendamos que comece por simular o seu caso, selecionando a opção de LTV superior a 85%, e reúna a documentação inicial.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jovem.</a:t>
            </a:r>
          </a:p>
          <a:p>
            <a:r>
              <a:t>Destinado a pessoas com 35 anos ou menos.</a:t>
            </a:r>
          </a:p>
          <a:p>
            <a:r>
              <a:t>Estabelecido pelo Decreto-Lei n.º 44/2024.</a:t>
            </a:r>
          </a:p>
          <a:p>
            <a:r>
              <a:t>Permite financiar até 100% do valor.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 Compradores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fiador.</a:t>
            </a:r>
          </a:p>
          <a:p>
            <a:r>
              <a:t>Cobre a diferença entre 85% e 100% do valor.</a:t>
            </a:r>
          </a:p>
          <a:p>
            <a:r>
              <a:t>A garantia não ultrapassa 15% do valor.</a:t>
            </a:r>
          </a:p>
          <a:p>
            <a:r>
              <a:t>Permite financiamento até 100% ou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Estado Garante o Seu Financiamento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anos.</a:t>
            </a:r>
          </a:p>
          <a:p>
            <a:r>
              <a:t>Domicílio fiscal em Portugal.</a:t>
            </a:r>
          </a:p>
          <a:p>
            <a:r>
              <a:t>Rendimentos até ao 8.º escalão do IRS.</a:t>
            </a:r>
          </a:p>
          <a:p>
            <a:r>
              <a:t>Não possuir propriedade anterior.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Rendimento máximo: €80.000 por mutuário.</a:t>
            </a:r>
          </a:p>
          <a:p>
            <a:r>
              <a:t>Até €160.000 para dois mutuários.</a:t>
            </a:r>
          </a:p>
          <a:p>
            <a:r>
              <a:t>Valor da transação não pode exceder €450.000.</a:t>
            </a:r>
          </a:p>
          <a:p>
            <a:r>
              <a:t>Destinado à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Valor da Transação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Selo.</a:t>
            </a:r>
          </a:p>
          <a:p>
            <a:r>
              <a:t>Válido para compras até €330.539.</a:t>
            </a:r>
          </a:p>
          <a:p>
            <a:r>
              <a:t>Avaliação em duas fases: Proposta e Enquadramento.</a:t>
            </a:r>
          </a:p>
          <a:p>
            <a:r>
              <a:t>Documentos incluem IRS e Certidão de domicílio fiscal.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Processo de Candidatura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em 2 de outubro de 2024.</a:t>
            </a:r>
          </a:p>
          <a:p>
            <a:r>
              <a:t>Simulações permitem selecionar LTV &gt; 85%.</a:t>
            </a:r>
          </a:p>
          <a:p>
            <a:r>
              <a:t>Reúna Formulário de adesão e IRS.</a:t>
            </a:r>
          </a:p>
          <a:p>
            <a:r>
              <a:t>Contacte-nos para iniciar a sua simulação.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Como Começar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