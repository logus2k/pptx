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O Estado Português assume um papel de garantia fundamental neste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a possibilidade de financiar até 100% do valor de compra. O Estado garante a diferença, o que elimina a necessidade de um grande valor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candidatos devem cumprir. É importante notar os limites de idade, rendimento e a condição de não possuir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financeiros são bem definidos, tanto para os rendimentos como para o valor do imóvel. Além disso, há benefícios fiscais significativos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Os candidatos devem preparar a documentação correta para cada fase, e o Banco CTT já faz parte deste protocolo.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os interessados podem utilizar as simulações disponíveis, que permitem ver cenários com LTVs superiores a 85%. É importante confirmar que o imóvel cumpre os requisitos de primeira habitação.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para jovens até 35 anos.</a:t>
            </a:r>
          </a:p>
          <a:p>
            <a:r>
              <a:t>Estabelecido pelo Decreto-Lei n.º 44/2024, de 10 de julho.</a:t>
            </a:r>
          </a:p>
          <a:p>
            <a:r>
              <a:t>O Estado Português atua como fiador neste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cobre a diferença entre 85% e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abaixo do 8.º escalão do IRS.</a:t>
            </a:r>
          </a:p>
          <a:p>
            <a:r>
              <a:t>Não possuir propriedade anterior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Rigorosos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(individual) ou €160.000 (dois).</a:t>
            </a:r>
          </a:p>
          <a:p>
            <a:r>
              <a:t>Valor da transação não pode exceder €450.000.</a:t>
            </a:r>
          </a:p>
          <a:p>
            <a:r>
              <a:t>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aferição ocorre em duas fases: Proposta e Enquadramento.</a:t>
            </a:r>
          </a:p>
          <a:p>
            <a:r>
              <a:t>Documentos incluem formulário, IRS e certidão de domicílio fiscal.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Simulações permitem selecionar LTVs acima de 85% no CTT.</a:t>
            </a:r>
          </a:p>
          <a:p>
            <a:r>
              <a:t>O crédito pode incluir um Crédito Sinal Jovem de curto prazo.</a:t>
            </a:r>
          </a:p>
          <a:p>
            <a:r>
              <a:t>Verificar os requisitos de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Informações Adicionais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