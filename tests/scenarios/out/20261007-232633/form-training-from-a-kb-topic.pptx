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os participantes deverão ser capazes de compreender a natureza deste regime especial. Vamos focar-nos em saber quem pode aceder, quais os benefícios e como é feito o processo de candidatura. O objetivo é dar-vos uma visão completa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exatamente o Crédito Habitação Jovem. É um regime especial criado para apoiar os jovens no acesso à habitação. É importante entender a sua origem legal e o seu principal objetivo.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cerne do programa. O ponto mais relevante é que permite financiar até 100%, o que elimina a necessidade de capital próprio para a entrada. O Estado entra como fiador para cobrir essa diferença, que é limitada a 15% do valor da transação. Lembrem-se que este regime é específico para jovens até aos 35 anos, estabelecido pelo DL n.º 44/2024.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sabemos o que é, vamos ver quem pode candidatar-se. Os critérios são específicos e envolvem idade, residência e situação financeira. É crucial cumprir todos estes requisitos para ser elegível.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de elegibilidade são rigorosos. A idade e o domicílio fiscal são básicos. No que toca aos rendimentos, há limites claros, dependendo se é um mutuário individual ou um casal. Além disso, é fundamental não possuir bens imóveis anteriormente nem ter usufruído desta garantia estatal.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requisitos pessoais, existem limites ao valor da transação, que não pode exceder €450.000. Os benefícios fiscais são um grande atrativo, com isenção de IMT e Imposto do Selo até um certo valor. Para clientes estrangeiros, há requisitos adicionais, como um título de residência temporário válido há pelo menos três anos.</a:t>
            </a:r>
          </a:p>
          <a:p/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segue etapas bem definidas. Vamos ver como é feita a avaliação do risco e que documentos são necessários em cada fase. A preparação da documentação é crucial para um processo célere.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estruturado em duas etapas claras: a Proposta de Risco e o Enquadramento da Proposta. É importante notar que as recusas só são formalizadas após a análise de risco. A documentação varia por fase; para iniciar, precisa de formulários e comprovativos fiscais, e para enquadrar, precisa de certificados do imóvel.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candidatura é formalizada através da FAP, que consolida todos os dados necessários. Embora o Serviço de Solicitadoria seja opcional, ele é aplicado por defeito em aquisições. É relevante saber que o CTT Bank integrou este protocolo em outubro de 2024, e as condições de precificação situam-se entre 65% e 85%.</a:t>
            </a:r>
          </a:p>
          <a:p/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consolidar o que aprendemos, vamos rever alguns pontos chave. A resposta para a primeira questão é 160.000€. O Estado atua como fiador, cobrindo a diferença entre o LTV padrão de 85% e os 100% de financiamento. As duas fases de avaliação são a Proposta de Risco e o Enquadramento da Proposta.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 que querem comprar casa sem grandes entraves financeiros. O apoio do Estado é fundamental, permitindo financiamentos totais. No entanto, é vital cumprir os critérios de elegibilidade e preparar toda a documentação necessária em fases distintas. Espero que esta formação tenha esclarecido todos os aspetos deste regime.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este regime.</a:t>
            </a:r>
          </a:p>
          <a:p>
            <a:r>
              <a:t>Conhecer os benefícios e isenções aplicáveis.</a:t>
            </a:r>
          </a:p>
          <a:p>
            <a:r>
              <a:t>Saber quais os documentos necessários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a natureza e o propósito do regime.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até aos 35 anos, criado pelo DL n.º 44/2024, de 10 de julho.</a:t>
            </a:r>
          </a:p>
          <a:p>
            <a:r>
              <a:t>Permite financiar até 100% do valor de aquisição, eliminando a necessidade de entrada.</a:t>
            </a:r>
          </a:p>
          <a:p>
            <a:r>
              <a:t>O Estado Português atua como fiador, cobrindo a diferença entre 85% e 100% do valor.</a:t>
            </a:r>
          </a:p>
          <a:p>
            <a:r>
              <a:t>A garantia do Estado não ultrapassa 15% do valor da transação.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Fundamentais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Detalhar quem pode beneficiar do regime.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Mutuário deve ter entre 18 e 35 anos e domicílio fiscal em Portugal.</a:t>
            </a:r>
          </a:p>
          <a:p>
            <a:r>
              <a:t>Os rendimentos não podem exceder o 8.º escalão do IRS.</a:t>
            </a:r>
          </a:p>
          <a:p>
            <a:r>
              <a:t>Limite de rendimentos: 80.000€ por mutuário ou 160.000€ para dois.</a:t>
            </a:r>
          </a:p>
          <a:p>
            <a:r>
              <a:t>Não pode possuir propriedade anterior nem ter usado esta garantia do Estado.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valor da transação não pode ultrapassar os €450.000,00.</a:t>
            </a:r>
          </a:p>
          <a:p>
            <a:r>
              <a:t>O crédito deve ser destinado à primeira habitação própria permanente.</a:t>
            </a:r>
          </a:p>
          <a:p>
            <a:r>
              <a:t>Há isenção de IMT e Imposto do Selo para compras até €330.539.</a:t>
            </a:r>
          </a:p>
          <a:p>
            <a:r>
              <a:t>Para estrangeiros, é exigido título de residência temporária válido há pelo menos 3 anos.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da Transação e Benefícios Fiscais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Entender as fases de avaliação e a documentação necessária.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de Risco e Enquadramento da Proposta.</a:t>
            </a:r>
          </a:p>
          <a:p>
            <a:r>
              <a:t>As cartas de recusa são emitidas apenas após a submissão à análise de risco.</a:t>
            </a:r>
          </a:p>
          <a:p>
            <a:r>
              <a:t>Para criar a proposta, são necessários formulário de adesão, IRS e certificado de domicílio fiscal.</a:t>
            </a:r>
          </a:p>
          <a:p>
            <a:r>
              <a:t>Para enquadrar a proposta, são necessários certificados do Registo e da Autoridade Tributária.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de Avaliação e Documentação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FAP formaliza a candidatura, incluindo dados do imóvel e autorização de crédito.</a:t>
            </a:r>
          </a:p>
          <a:p>
            <a:r>
              <a:t>O Serviço de Solicitadoria é opcional, mas aplicado por defeito em aquisições.</a:t>
            </a:r>
          </a:p>
          <a:p>
            <a:r>
              <a:t>O CTT Bank aderiu ao protocolo em 2 de outubro de 2024.</a:t>
            </a:r>
          </a:p>
          <a:p>
            <a:r>
              <a:t>As operações são precificadas no quadrante de 65-85%.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Formalização e Apoios Adicionais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o limite máximo de rendimento para um casal de mutuários no CH Jovem?</a:t>
            </a:r>
          </a:p>
          <a:p>
            <a:r>
              <a:t>Que tipo de garantia oferece o Estado Português neste regime?</a:t>
            </a:r>
          </a:p>
          <a:p>
            <a:r>
              <a:t>Quais são os dois tipos de avaliação que ocorrem no processo de elegibilidade?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CH Jovem é um regime para jovens (até 35 anos) que permite financiar até 100% com garantia do Estado.</a:t>
            </a:r>
          </a:p>
          <a:p>
            <a:r>
              <a:t>Existem critérios rigorosos de elegibilidade, incluindo limites de rendimento e valor da transação.</a:t>
            </a:r>
          </a:p>
          <a:p>
            <a:r>
              <a:t>Os beneficiários podem usufruir de isenções fiscais na compra da primeira habitação.</a:t>
            </a:r>
          </a:p>
          <a:p>
            <a:r>
              <a:t>O processo exige documentação específica, dividida entre a criação e o enquadramento da proposta.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