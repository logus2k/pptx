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desenhado especificamente para apoiar os jovens no acesso à habitação. Com este crédito, é possível financiar o valor total do imóvel, sem a necessidade de ter um valor inicial próprio.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participação do Estado é crucial neste regime, pois garante o financiamento total. O Estado assume o risco da diferença, permitindo que os jovens consigam o valor total do imóvel.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se qualificar para este benefício. É fundamental cumprir os requisitos de idade, rendimento e não possuir bens anteriores.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critérios gerais, existem limites específicos de rendimento e benefícios fiscais importantes. Lembre-se que para estrangeiros, a documentação de residência é um requisito adicional.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é estruturado em fases claras. Começa com a criação da proposta e avança para o enquadramento, onde são verificados os detalhes do imóvel.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a Ficha de Adesão ao Produto é o documento chave para formalizar o seu interesse. O CTT Bank já está integrado neste programa, e estamos prontos para o ajudar a dar o próximo passo.</a:t>
            </a:r>
          </a:p>
          <a:p/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Crédito Habitação Jovem: Uma Oportunidade para os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aos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85% e 100% do valor.</a:t>
            </a:r>
          </a:p>
          <a:p>
            <a:r>
              <a:t>A garantia não excede 15% do valor da transação.</a:t>
            </a:r>
          </a:p>
          <a:p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do Estado para Financiamento 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Não possuir propriedade anterior nem usar esta garantia.</a:t>
            </a:r>
          </a:p>
          <a:p>
            <a:r>
              <a:t>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de rendimento: €80.000 por mutuário individual.</a:t>
            </a:r>
          </a:p>
          <a:p>
            <a:r>
              <a:t>Até €160.000 para dois mutuários (quociente familiar).</a:t>
            </a:r>
          </a:p>
          <a:p>
            <a:r>
              <a:t>Isenção de IMT e Imposto do Selo até €330.539.</a:t>
            </a:r>
          </a:p>
          <a:p>
            <a:r>
              <a:t>Para estrangeiros, é necessário título de residência temporário.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Apenas propostas submetidas ao risco são rejeitadas.</a:t>
            </a:r>
          </a:p>
          <a:p>
            <a:r>
              <a:t>Documentos iniciais incluem formulário, IRS e domicílio fiscal.</a:t>
            </a:r>
          </a:p>
          <a:p>
            <a:r>
              <a:t>Para enquadramento, são necessários certificados do Registo e Finanças.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Simplificado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FAP formaliza a candidatura com dados do imóvel e autorizações.</a:t>
            </a:r>
          </a:p>
          <a:p>
            <a:r>
              <a:t>O CTT Bank aderiu ao protocolo em 2 de outubro de 2024.</a:t>
            </a:r>
          </a:p>
          <a:p>
            <a:r>
              <a:t>As operações são precificadas no quadrante 65-85%.</a:t>
            </a:r>
          </a:p>
          <a:p>
            <a:r>
              <a:t>Consulte-nos para iniciar a sua candidatura hoje.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Informação Adicional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