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Permite financiar até 100% do valor do imóvel, o que elimina a necessidade de um valor inicial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assume um papel crucial como fiador neste regime. A garantia cobre a diferença entre o LTV padrão de 85% e o financiamento total de 100%.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os candidatos devem cumprir. É fundamental que o crédito seja para a primeira habitação própria permanente e que os rendimentos se enquadrem nos limites definidos.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variam consoante o número de mutuários. Além disso, há benefícios fiscais importantes para a primeira habitação, como a isenção de IMT e Imposto do Selo.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distintas. É importante reunir a documentação correta para cada fase, começando com os documentos de adesão e seguindo para os certificados do imóvel.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Banco CTT já está integrado neste protocolo desde outubro de 2024. Este regime representa uma oportunidade significativa para os jovens portugueses. Recomenda-se verificar os detalhes operacionais com as instituições financeiras.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Apoio à Aquisição da Primeira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do Estado não excede 15% do valor.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e Financiamento Máximo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até ao 8.º escalão do IRS.</a:t>
            </a:r>
          </a:p>
          <a:p>
            <a:r>
              <a:t>Transação não pode exceder 450.000,00 euros.</a:t>
            </a:r>
          </a:p>
          <a:p>
            <a:r>
              <a:t>Crédito deve ser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Um mutuário pode ter rendimentos até €80.000.</a:t>
            </a:r>
          </a:p>
          <a:p>
            <a:r>
              <a:t>Dois mutuários podem ter rendimentos até €160.000.</a:t>
            </a:r>
          </a:p>
          <a:p>
            <a:r>
              <a:t>Isenção de IMT e Imposto do Selo até €330.539.</a:t>
            </a:r>
          </a:p>
          <a:p>
            <a:r>
              <a:t>O Crédito Sinal Jovem integra-se no crédito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duas fases: Proposta e Enquadramento.</a:t>
            </a:r>
          </a:p>
          <a:p>
            <a:r>
              <a:t>As cartas de recusa são emitidas apenas após submissão a Risco.</a:t>
            </a:r>
          </a:p>
          <a:p>
            <a:r>
              <a:t>Documentos iniciais: Formulário de adesão, IRS e domicílio fiscal.</a:t>
            </a:r>
          </a:p>
          <a:p>
            <a:r>
              <a:t>Documentos de enquadramento: Certificados do Registo e Autoridade Tributária.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As operações utilizam um quadrante de preços de 65-85%.</a:t>
            </a:r>
          </a:p>
          <a:p>
            <a:r>
              <a:t>O regime visa facilitar o acesso à habitação para jovens.</a:t>
            </a:r>
          </a:p>
          <a:p>
            <a:r>
              <a:t>Consulte os requisitos específicos para iniciar o processo.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Envolvimento Institucional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