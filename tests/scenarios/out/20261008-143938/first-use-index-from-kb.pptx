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1.svg" ContentType="image/svg+xml"/>
  <Override PartName="/ppt/media/image3.svg" ContentType="image/svg+xml"/>
  <Override PartName="/ppt/media/image4.svg" ContentType="image/svg+xml"/>
  <Override PartName="/ppt/media/image5.svg" ContentType="image/svg+xml"/>
  <Override PartName="/ppt/media/image6.svg" ContentType="image/svg+xml"/>
  <Override PartName="/ppt/media/image7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51"/>
  </p:notesMasterIdLst>
  <p:handoutMasterIdLst>
    <p:handoutMasterId r:id="rId52"/>
  </p:handoutMasterIdLst>
  <p:sldIdLst>
    <p:sldId id="256" r:id="rId13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0C00516-D15C-CFA9-3F95-0EEDCB928EE3}" name="Rodrigo Barros Horta" initials="RH" userId="S::rodrigo.b.horta@bancoctt.pt::5fd5b9ce-42b7-4ef6-a693-03512514cf17" providerId="AD"/>
  <p188:author id="{ADB18135-5CDB-69C6-5393-57552A695431}" name="Roy De Freitas" initials="RF" userId="S::bptree006@bancoctt.pt::5ec2303e-67b2-4769-9fb7-8b73b4722fe1" providerId="AD"/>
  <p188:author id="{0737AE43-58CC-A242-03CE-4E02129BD28B}" name="Nuno Fórneas" initials="NF" userId="S::nuno.forneas@bancoctt.pt::1e57b4e8-2073-4cf9-af06-1b44482b23a0" providerId="AD"/>
  <p188:author id="{86C6B35A-A0AF-555D-FF43-83C87A9560B0}" name="Ervilha, Jorge Miguel" initials="JE" userId="S::jervilha@deloitte.pt::ca1ba721-868d-4c1e-92ae-f229499c98c1" providerId="AD"/>
  <p188:author id="{EAC2BA90-A6AA-F820-9207-5D8B80E3F5B0}" name="Filipe Carlos" initials="FC" userId="S::filipe.carlos_innowave.tech#ext#@correios.onmicrosoft.com::8812a747-3a77-426f-9d6b-f89c68ebd7a7" providerId="AD"/>
  <p188:author id="{68D71291-78F7-D7C7-4AE4-9AA1781457AA}" name="jervilha@deloitte.pt" initials="je" userId="S::urn:spo:guest#jervilha@deloitte.pt::" providerId="AD"/>
  <p188:author id="{8D317599-D3B6-BDB9-276D-08711D07C0A7}" name="Ana Malhadas Roque" initials="AM" userId="S::ana.m.roque@bancoctt.pt::0c7320e9-0c58-4697-afbd-4ff2276e4196" providerId="AD"/>
  <p188:author id="{441D43BF-F198-5615-9D27-E967FF943474}" name="Ricardo Silva" initials="RS" userId="S::ricardo.silva_itsector.pt#ext#@correios.onmicrosoft.com::81d2f06e-19a1-4c95-b4ef-f631c2ef7667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Eggli, Kevin" initials="EK" lastIdx="14" clrIdx="0">
    <p:extLst>
      <p:ext uri="{19B8F6BF-5375-455C-9EA6-DF929625EA0E}">
        <p15:presenceInfo xmlns:p15="http://schemas.microsoft.com/office/powerpoint/2012/main" userId="S-1-5-21-1935655697-725345543-1801674531-18475" providerId="AD"/>
      </p:ext>
    </p:extLst>
  </p:cmAuthor>
  <p:cmAuthor id="2" name="Grossen, Bettina" initials="GB" lastIdx="40" clrIdx="1">
    <p:extLst>
      <p:ext uri="{19B8F6BF-5375-455C-9EA6-DF929625EA0E}">
        <p15:presenceInfo xmlns:p15="http://schemas.microsoft.com/office/powerpoint/2012/main" userId="S-1-5-21-1935655697-725345543-1801674531-18563" providerId="AD"/>
      </p:ext>
    </p:extLst>
  </p:cmAuthor>
  <p:cmAuthor id="3" name="Graf, Nicolas" initials="GN" lastIdx="8" clrIdx="2">
    <p:extLst>
      <p:ext uri="{19B8F6BF-5375-455C-9EA6-DF929625EA0E}">
        <p15:presenceInfo xmlns:p15="http://schemas.microsoft.com/office/powerpoint/2012/main" userId="S-1-5-21-1935655697-725345543-1801674531-18551" providerId="AD"/>
      </p:ext>
    </p:extLst>
  </p:cmAuthor>
  <p:cmAuthor id="4" name="fastr AG" initials="fA" lastIdx="44" clrIdx="3">
    <p:extLst>
      <p:ext uri="{19B8F6BF-5375-455C-9EA6-DF929625EA0E}">
        <p15:presenceInfo xmlns:p15="http://schemas.microsoft.com/office/powerpoint/2012/main" userId="200dc49a2eec48c3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F2F2"/>
    <a:srgbClr val="D34C4C"/>
    <a:srgbClr val="FFCED8"/>
    <a:srgbClr val="BFBFBF"/>
    <a:srgbClr val="E69999"/>
    <a:srgbClr val="EEEEEF"/>
    <a:srgbClr val="3B3436"/>
    <a:srgbClr val="DF0024"/>
    <a:srgbClr val="E6E7E8"/>
    <a:srgbClr val="FFEF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3" Type="http://schemas.openxmlformats.org/officeDocument/2006/relationships/slide" Target="slides/slide1.xml"/><Relationship Id="rId51" Type="http://schemas.openxmlformats.org/officeDocument/2006/relationships/notesMaster" Target="notesMasters/notesMaster1.xml"/><Relationship Id="rId52" Type="http://schemas.openxmlformats.org/officeDocument/2006/relationships/handoutMaster" Target="handoutMasters/handoutMaster1.xml"/><Relationship Id="rId53" Type="http://schemas.openxmlformats.org/officeDocument/2006/relationships/commentAuthors" Target="commentAuthors.xml"/><Relationship Id="rId54" Type="http://schemas.openxmlformats.org/officeDocument/2006/relationships/presProps" Target="presProps.xml"/><Relationship Id="rId55" Type="http://schemas.openxmlformats.org/officeDocument/2006/relationships/viewProps" Target="viewProps.xml"/><Relationship Id="rId56" Type="http://schemas.openxmlformats.org/officeDocument/2006/relationships/theme" Target="theme/theme1.xml"/><Relationship Id="rId57" Type="http://schemas.openxmlformats.org/officeDocument/2006/relationships/tableStyles" Target="tableStyles.xml"/><Relationship Id="rId58" Type="http://schemas.microsoft.com/office/2018/10/relationships/authors" Target="author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543DB8E-892C-0906-EF0B-F68169626EA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DCE6CF4-58DA-8922-0840-ACDB82D9085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751862-8267-4144-9A85-69D535B9F553}" type="datetimeFigureOut">
              <a:rPr lang="en-US" smtClean="0"/>
              <a:t>10/6/26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2E5C74-CE7E-0893-E52A-F18AD8D9827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B1863E-DD7F-2C2D-4214-56294B48E02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A8A488-5D06-4E8D-95AB-DE4A32DF7B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995272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C2A6D9-DEB0-4317-BAAB-FF092D2CDADE}" type="datetimeFigureOut">
              <a:rPr lang="pt-PT" smtClean="0"/>
              <a:t>06/10/26</a:t>
            </a:fld>
            <a:endParaRPr lang="pt-P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P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907968-3DD5-4486-84E0-602211AAA3CE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010453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Fonte: 01 - Oferta de Crédito Habitação, Oferta de Crédito Habitação do Banco CTT &gt; Regime e Finalidades dos Empréstimos, Oferta de Crédito Habitação do Banco CTT &gt; Crédito Habitação Obras, p. 1, p. 3, 2026-10-07 - https://logus2k.com/cortex/?open=ch&amp;path=CH%2F01%20-%20Oferta%20de%20Cr%C3%A9dito%20Habita%C3%A7%C3%A3o.docx&amp;page=1</a:t>
            </a:r>
          </a:p>
          <a:p>
            <a:r>
              <a:t>Fonte: 02 - Fases do Processo de Crédito Habitação, Fases do Processo de Crédito Habitação, p. 1, 2026-10-07 - https://logus2k.com/cortex/?open=ch&amp;path=CH%2F02%20-%20Fases%20do%20Processo%20de%20Cr%C3%A9dito%20Habita%C3%A7%C3%A3o.docx&amp;page=1</a:t>
            </a:r>
          </a:p>
          <a:p>
            <a:r>
              <a:t>Fonte: 12 - Servicing de Crédito Habitação, Servicing de Crédito Habitação, p. 1, 2026-10-07 - https://logus2k.com/cortex/?open=ch&amp;path=CH%2F12%20-%20Servicing%20de%20Cr%C3%A9dito%20Habita%C3%A7%C3%A3o.docx&amp;page=1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svg"/><Relationship Id="rId3" Type="http://schemas.openxmlformats.org/officeDocument/2006/relationships/image" Target="../media/image7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can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raphic 3">
            <a:extLst>
              <a:ext uri="{FF2B5EF4-FFF2-40B4-BE49-F238E27FC236}">
                <a16:creationId xmlns:a16="http://schemas.microsoft.com/office/drawing/2014/main" id="{FDE96460-8E81-5D02-288E-5C390E26028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onnsiteX0" fmla="*/ 0 w 11428588"/>
              <a:gd name="connsiteY0" fmla="*/ 0 h 6857153"/>
              <a:gd name="connsiteX1" fmla="*/ 11428588 w 11428588"/>
              <a:gd name="connsiteY1" fmla="*/ 0 h 6857153"/>
              <a:gd name="connsiteX2" fmla="*/ 11428588 w 11428588"/>
              <a:gd name="connsiteY2" fmla="*/ 6857154 h 6857153"/>
              <a:gd name="connsiteX3" fmla="*/ 0 w 11428588"/>
              <a:gd name="connsiteY3" fmla="*/ 6857154 h 68571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428588" h="6857153">
                <a:moveTo>
                  <a:pt x="0" y="0"/>
                </a:moveTo>
                <a:lnTo>
                  <a:pt x="11428588" y="0"/>
                </a:lnTo>
                <a:lnTo>
                  <a:pt x="11428588" y="6857154"/>
                </a:lnTo>
                <a:lnTo>
                  <a:pt x="0" y="6857154"/>
                </a:lnTo>
                <a:close/>
              </a:path>
            </a:pathLst>
          </a:custGeom>
          <a:solidFill>
            <a:srgbClr val="DF0024"/>
          </a:solidFill>
          <a:ln w="4032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523FE709-07C2-381A-8909-1E69EFF6C4F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490732" y="3104828"/>
            <a:ext cx="3210535" cy="648344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E00209C4-4751-7807-2928-B805C96919F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1141"/>
          <a:stretch/>
        </p:blipFill>
        <p:spPr>
          <a:xfrm>
            <a:off x="-1" y="3282462"/>
            <a:ext cx="12192000" cy="3575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43156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apa C/ Imagem">
    <p:bg>
      <p:bgPr>
        <a:solidFill>
          <a:srgbClr val="DF00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37761351-29B2-19EF-F4E5-ED349B17F76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0557589 w 12192000"/>
              <a:gd name="connsiteY1" fmla="*/ 0 h 6858000"/>
              <a:gd name="connsiteX2" fmla="*/ 12192000 w 12192000"/>
              <a:gd name="connsiteY2" fmla="*/ 3124392 h 6858000"/>
              <a:gd name="connsiteX3" fmla="*/ 12192000 w 12192000"/>
              <a:gd name="connsiteY3" fmla="*/ 6858000 h 6858000"/>
              <a:gd name="connsiteX4" fmla="*/ 7879934 w 12192000"/>
              <a:gd name="connsiteY4" fmla="*/ 6858000 h 6858000"/>
              <a:gd name="connsiteX5" fmla="*/ 4575642 w 12192000"/>
              <a:gd name="connsiteY5" fmla="*/ 993827 h 6858000"/>
              <a:gd name="connsiteX6" fmla="*/ 0 w 12192000"/>
              <a:gd name="connsiteY6" fmla="*/ 357206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0557589" y="0"/>
                </a:lnTo>
                <a:lnTo>
                  <a:pt x="12192000" y="3124392"/>
                </a:lnTo>
                <a:lnTo>
                  <a:pt x="12192000" y="6858000"/>
                </a:lnTo>
                <a:lnTo>
                  <a:pt x="7879934" y="6858000"/>
                </a:lnTo>
                <a:lnTo>
                  <a:pt x="4575642" y="993827"/>
                </a:lnTo>
                <a:lnTo>
                  <a:pt x="0" y="357206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D6444584-07F1-6A7A-A977-A0FCE9C08C2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D3490375-2AAB-4404-C4B9-40BD17D99CA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F95FE50-C9FC-DA1A-A466-E938747B3522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829699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ap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5">
            <a:extLst>
              <a:ext uri="{FF2B5EF4-FFF2-40B4-BE49-F238E27FC236}">
                <a16:creationId xmlns:a16="http://schemas.microsoft.com/office/drawing/2014/main" id="{F30578AF-EBD8-5724-B009-BF5C4513F51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23">
            <a:extLst>
              <a:ext uri="{FF2B5EF4-FFF2-40B4-BE49-F238E27FC236}">
                <a16:creationId xmlns:a16="http://schemas.microsoft.com/office/drawing/2014/main" id="{491F3277-E46B-7892-792D-48A70031F3C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>
              <a:spcBef>
                <a:spcPts val="0"/>
              </a:spcBef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4A7965-24C9-9D69-BCCC-576B4A742938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61333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parador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1ADFDB-F8A2-071F-EA10-FDB9B55FF0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E03E0170-D7AE-87C5-383F-29279D11934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814936"/>
            <a:ext cx="7440386" cy="6043065"/>
          </a:xfrm>
          <a:custGeom>
            <a:avLst/>
            <a:gdLst>
              <a:gd name="connsiteX0" fmla="*/ 1657351 w 7440386"/>
              <a:gd name="connsiteY0" fmla="*/ 0 h 6043065"/>
              <a:gd name="connsiteX1" fmla="*/ 7440386 w 7440386"/>
              <a:gd name="connsiteY1" fmla="*/ 3223210 h 6043065"/>
              <a:gd name="connsiteX2" fmla="*/ 5872469 w 7440386"/>
              <a:gd name="connsiteY2" fmla="*/ 6043065 h 6043065"/>
              <a:gd name="connsiteX3" fmla="*/ 0 w 7440386"/>
              <a:gd name="connsiteY3" fmla="*/ 6043065 h 6043065"/>
              <a:gd name="connsiteX4" fmla="*/ 0 w 7440386"/>
              <a:gd name="connsiteY4" fmla="*/ 2924126 h 6043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440386" h="6043065">
                <a:moveTo>
                  <a:pt x="1657351" y="0"/>
                </a:moveTo>
                <a:lnTo>
                  <a:pt x="7440386" y="3223210"/>
                </a:lnTo>
                <a:lnTo>
                  <a:pt x="5872469" y="6043065"/>
                </a:lnTo>
                <a:lnTo>
                  <a:pt x="0" y="6043065"/>
                </a:lnTo>
                <a:lnTo>
                  <a:pt x="0" y="2924126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0DD5F4FA-8008-66F0-A738-EA52E528AB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AA085C1-4031-6EDB-CDDF-C9EBE4FC8C3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076550" y="1176338"/>
            <a:ext cx="2220913" cy="1076325"/>
          </a:xfrm>
        </p:spPr>
        <p:txBody>
          <a:bodyPr/>
          <a:lstStyle>
            <a:lvl1pPr algn="ctr">
              <a:defRPr sz="72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CC83EB4-53CF-FD18-C379-25E54E9BA916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225202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eparador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67DD6EB-28B2-D917-1287-2FBB5211AD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4" name="Text Placeholder 18">
            <a:extLst>
              <a:ext uri="{FF2B5EF4-FFF2-40B4-BE49-F238E27FC236}">
                <a16:creationId xmlns:a16="http://schemas.microsoft.com/office/drawing/2014/main" id="{9F317E67-EEBC-246F-4323-971D99B687C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2">
            <a:extLst>
              <a:ext uri="{FF2B5EF4-FFF2-40B4-BE49-F238E27FC236}">
                <a16:creationId xmlns:a16="http://schemas.microsoft.com/office/drawing/2014/main" id="{C02DB5A7-A31E-D95D-C8D4-240957BE9A2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464399" y="1507944"/>
            <a:ext cx="2220913" cy="1682296"/>
          </a:xfrm>
        </p:spPr>
        <p:txBody>
          <a:bodyPr/>
          <a:lstStyle>
            <a:lvl1pPr algn="ctr">
              <a:defRPr sz="13800" b="1">
                <a:solidFill>
                  <a:srgbClr val="414042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AE2110C-F2E3-3912-C136-B701BF08A99B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329175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a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ext Placeholder 41">
            <a:extLst>
              <a:ext uri="{FF2B5EF4-FFF2-40B4-BE49-F238E27FC236}">
                <a16:creationId xmlns:a16="http://schemas.microsoft.com/office/drawing/2014/main" id="{03483C8E-75B1-D386-4805-94695B1FFDC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2579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41">
            <a:extLst>
              <a:ext uri="{FF2B5EF4-FFF2-40B4-BE49-F238E27FC236}">
                <a16:creationId xmlns:a16="http://schemas.microsoft.com/office/drawing/2014/main" id="{E95B3672-B51A-9C55-AD41-FCB1E6D526D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197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62" name="Picture Placeholder 61">
            <a:extLst>
              <a:ext uri="{FF2B5EF4-FFF2-40B4-BE49-F238E27FC236}">
                <a16:creationId xmlns:a16="http://schemas.microsoft.com/office/drawing/2014/main" id="{88206EE8-416E-C3D6-0F38-5A3BFDD4433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17418" y="0"/>
            <a:ext cx="3297382" cy="5056188"/>
          </a:xfrm>
          <a:custGeom>
            <a:avLst/>
            <a:gdLst>
              <a:gd name="connsiteX0" fmla="*/ 0 w 3297382"/>
              <a:gd name="connsiteY0" fmla="*/ 0 h 5056188"/>
              <a:gd name="connsiteX1" fmla="*/ 3297382 w 3297382"/>
              <a:gd name="connsiteY1" fmla="*/ 0 h 5056188"/>
              <a:gd name="connsiteX2" fmla="*/ 3297382 w 3297382"/>
              <a:gd name="connsiteY2" fmla="*/ 4748675 h 5056188"/>
              <a:gd name="connsiteX3" fmla="*/ 2709531 w 3297382"/>
              <a:gd name="connsiteY3" fmla="*/ 5056188 h 5056188"/>
              <a:gd name="connsiteX4" fmla="*/ 0 w 3297382"/>
              <a:gd name="connsiteY4" fmla="*/ 5056188 h 5056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97382" h="5056188">
                <a:moveTo>
                  <a:pt x="0" y="0"/>
                </a:moveTo>
                <a:lnTo>
                  <a:pt x="3297382" y="0"/>
                </a:lnTo>
                <a:lnTo>
                  <a:pt x="3297382" y="4748675"/>
                </a:lnTo>
                <a:lnTo>
                  <a:pt x="2709531" y="5056188"/>
                </a:lnTo>
                <a:lnTo>
                  <a:pt x="0" y="5056188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593BD6-EC5A-3C57-5261-279C371B69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492" y="5195455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4" name="Text Placeholder 41">
            <a:extLst>
              <a:ext uri="{FF2B5EF4-FFF2-40B4-BE49-F238E27FC236}">
                <a16:creationId xmlns:a16="http://schemas.microsoft.com/office/drawing/2014/main" id="{A94B97CD-33F9-99E2-0DB1-EA1C398BDF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2579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41">
            <a:extLst>
              <a:ext uri="{FF2B5EF4-FFF2-40B4-BE49-F238E27FC236}">
                <a16:creationId xmlns:a16="http://schemas.microsoft.com/office/drawing/2014/main" id="{9A1FF26E-60D2-3AFD-2DA8-72960AB116A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3197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6" name="Text Placeholder 41">
            <a:extLst>
              <a:ext uri="{FF2B5EF4-FFF2-40B4-BE49-F238E27FC236}">
                <a16:creationId xmlns:a16="http://schemas.microsoft.com/office/drawing/2014/main" id="{D0288480-496F-BDE1-E8B5-B700A2DB3B9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2579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Text Placeholder 41">
            <a:extLst>
              <a:ext uri="{FF2B5EF4-FFF2-40B4-BE49-F238E27FC236}">
                <a16:creationId xmlns:a16="http://schemas.microsoft.com/office/drawing/2014/main" id="{26A054AA-7923-51FE-3549-1BD542A8009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3197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8" name="Text Placeholder 41">
            <a:extLst>
              <a:ext uri="{FF2B5EF4-FFF2-40B4-BE49-F238E27FC236}">
                <a16:creationId xmlns:a16="http://schemas.microsoft.com/office/drawing/2014/main" id="{48422DFA-A296-CB0F-67AD-19164AB489F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2579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41">
            <a:extLst>
              <a:ext uri="{FF2B5EF4-FFF2-40B4-BE49-F238E27FC236}">
                <a16:creationId xmlns:a16="http://schemas.microsoft.com/office/drawing/2014/main" id="{62FB47B5-5F3D-F94F-4D98-EA29FEB38FD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3197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1">
            <a:extLst>
              <a:ext uri="{FF2B5EF4-FFF2-40B4-BE49-F238E27FC236}">
                <a16:creationId xmlns:a16="http://schemas.microsoft.com/office/drawing/2014/main" id="{812BF690-23E7-17D2-237F-8B5CA0C10E0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6107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6AC81685-A756-D0CA-F759-98613EB55DF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6725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B5B3691-073A-BA72-8971-0689C7151B2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6107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A478EA20-C606-E435-3408-A9DEB33DEA9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6725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8FCE5362-A387-8F52-281E-1F873AAB534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6107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C2A0FDD1-BC44-4D96-9D80-328A08D10B0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6725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2B9A0E71-A1F5-84D8-7C9C-A4A1D45C485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107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8E3451CB-3B33-69A1-C8E6-7A76949F85B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6725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5108503-12EC-6216-9D5E-AB41A91DAC35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3EAF7A0-68ED-E804-CBE4-389059A25000}"/>
              </a:ext>
            </a:extLst>
          </p:cNvPr>
          <p:cNvSpPr txBox="1"/>
          <p:nvPr userDrawn="1"/>
        </p:nvSpPr>
        <p:spPr>
          <a:xfrm>
            <a:off x="12322197" y="3640220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877142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Agend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CADA6B6E-F4B0-BDAE-799E-3C8CE13531E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20534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CEBB4C91-5952-C3EB-1347-D2460365186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82318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79B05E50-D5C2-6F9C-7517-558FB3709BF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220534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17FD312B-89BF-6E8A-ADCD-12E34976C36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282318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B9C0153C-369E-B8E6-21B6-C77BCD956FA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220534" y="5584530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B28746E4-A00E-920A-BF16-66F528AED38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282318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B53EFD36-BB86-1C22-0990-66441EFB661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047208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FF5DE1E9-72C3-6019-00E4-BC2A82570BF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08991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83ED0E45-D26A-C521-31FB-C86C8888090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047208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F2111E4D-A4AA-DF89-1BA3-466F28566FA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108991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03F2F4D5-6DC6-4454-542C-24005616C57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47208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F4C53E3F-9E33-EBE7-78C7-5ECDD7BEBBF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108991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7A8018C9-A863-D0B3-5817-91CEE17BE1C3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047208" y="5584085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269FA55-5C54-13CF-80E3-8A6888044FD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108991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0346B2C6-81B8-D4A3-83A9-EB9E78DD44B6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C9330E8A-3969-0220-4E30-BCC73B2BE59E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5644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279659AE-FE1C-634C-D4E9-0D10AC032AC2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93860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C654B737-2354-FE70-A17D-B50B322F2FA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5644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003E8D13-FC76-F4BD-4DDF-7B1BBBB9CF3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393860" y="5584085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41">
            <a:extLst>
              <a:ext uri="{FF2B5EF4-FFF2-40B4-BE49-F238E27FC236}">
                <a16:creationId xmlns:a16="http://schemas.microsoft.com/office/drawing/2014/main" id="{989BFECE-9E81-43DE-7097-7EC43BF66C99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5644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itle 1">
            <a:extLst>
              <a:ext uri="{FF2B5EF4-FFF2-40B4-BE49-F238E27FC236}">
                <a16:creationId xmlns:a16="http://schemas.microsoft.com/office/drawing/2014/main" id="{272A7AA0-150F-2667-2B31-D46C2D4B55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34" name="Text Placeholder 41">
            <a:extLst>
              <a:ext uri="{FF2B5EF4-FFF2-40B4-BE49-F238E27FC236}">
                <a16:creationId xmlns:a16="http://schemas.microsoft.com/office/drawing/2014/main" id="{FD73F2CD-28C8-D645-2402-8F0481561790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16927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41">
            <a:extLst>
              <a:ext uri="{FF2B5EF4-FFF2-40B4-BE49-F238E27FC236}">
                <a16:creationId xmlns:a16="http://schemas.microsoft.com/office/drawing/2014/main" id="{FE9152C9-932E-726A-BA25-8A0DEAC7B191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878710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6" name="Text Placeholder 41">
            <a:extLst>
              <a:ext uri="{FF2B5EF4-FFF2-40B4-BE49-F238E27FC236}">
                <a16:creationId xmlns:a16="http://schemas.microsoft.com/office/drawing/2014/main" id="{B4CEC359-8EED-4D5D-F515-40430E2804C8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8816927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41">
            <a:extLst>
              <a:ext uri="{FF2B5EF4-FFF2-40B4-BE49-F238E27FC236}">
                <a16:creationId xmlns:a16="http://schemas.microsoft.com/office/drawing/2014/main" id="{E060E847-AAD4-F1FF-C073-8485B773BDE7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878710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8" name="Text Placeholder 41">
            <a:extLst>
              <a:ext uri="{FF2B5EF4-FFF2-40B4-BE49-F238E27FC236}">
                <a16:creationId xmlns:a16="http://schemas.microsoft.com/office/drawing/2014/main" id="{9E1037FD-694A-F6AA-060D-1AAE07E3EEC8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8816927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41">
            <a:extLst>
              <a:ext uri="{FF2B5EF4-FFF2-40B4-BE49-F238E27FC236}">
                <a16:creationId xmlns:a16="http://schemas.microsoft.com/office/drawing/2014/main" id="{306FCF8C-DF0E-5466-0529-71BD6F7F0EB2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878710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0" name="Text Placeholder 41">
            <a:extLst>
              <a:ext uri="{FF2B5EF4-FFF2-40B4-BE49-F238E27FC236}">
                <a16:creationId xmlns:a16="http://schemas.microsoft.com/office/drawing/2014/main" id="{FA66235F-8960-B2E8-6AA8-48E12F4681D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8816927" y="5584530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41">
            <a:extLst>
              <a:ext uri="{FF2B5EF4-FFF2-40B4-BE49-F238E27FC236}">
                <a16:creationId xmlns:a16="http://schemas.microsoft.com/office/drawing/2014/main" id="{A7A48605-3A8B-2DAA-5AFE-45812CAE76D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8878710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4E9AFA2-FAC4-E211-6187-FA7A1C5813DD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867872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743B048D-3F8D-4B8F-9DD7-A98E65265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6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DC9EE1B-AABA-DAD0-5178-8DC56213FC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64312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E55AEB0-196D-965D-66F9-45F2F4BCC11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319830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55BB0512-6B25-72B1-496B-11D18EBFEF7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C4A34446-BDFD-7819-B31A-4D328C9A84A3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218393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D0EABC4F-513E-1467-C551-F456C122E289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3364312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9725EFD6-61D6-66DD-1324-80474347D4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319830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22202130-C356-864C-1E1E-18E72DB8653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393860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5C02BDF-91CA-20B5-B4CA-CD0928D6BFE0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9218393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0F0E337E-6D27-C7EB-6EA7-CBA0BD389245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39386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FAA657BB-31D1-77D0-92FE-2A98A343401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3364312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B86EA6B4-CD05-9A2B-697F-CFBBE0DCE8DE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631983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77A7875E-A8C8-9FF7-9722-A973982CC42E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9218393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E40CEE97-CD4F-E3E1-BE74-950A794361AB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39386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CEF67F66-53F1-6E81-0B75-01487F6B9F96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3364312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EF4130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5C9E7585-8510-CB4D-3278-D51D0F6F751A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31983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37053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C3A121F9-67CD-1C30-6BBB-A9EC2BF3B1E2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218393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69679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18987122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472602-EA1B-7C32-F923-4BDB90E112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0092" y="2152362"/>
            <a:ext cx="2916381" cy="1325563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10" name="Text Placeholder 18">
            <a:extLst>
              <a:ext uri="{FF2B5EF4-FFF2-40B4-BE49-F238E27FC236}">
                <a16:creationId xmlns:a16="http://schemas.microsoft.com/office/drawing/2014/main" id="{2CFA69DD-078C-3DF5-8198-5C380964C85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425875" y="3619726"/>
            <a:ext cx="2910598" cy="995816"/>
          </a:xfrm>
        </p:spPr>
        <p:txBody>
          <a:bodyPr/>
          <a:lstStyle>
            <a:lvl1pPr>
              <a:defRPr sz="2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292008D-C2D7-FFF0-E74C-D428887829A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83450" y="685943"/>
            <a:ext cx="4406323" cy="117402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BF9AF5D3-C757-5FAA-12ED-B858774BB8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283450" y="1862713"/>
            <a:ext cx="4406323" cy="11610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7637E2BD-0C75-5FEF-108F-542D6084BF8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283450" y="3039484"/>
            <a:ext cx="4406323" cy="11792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51024FB-A748-2B0D-21B2-4B38C78E1B7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283450" y="4216253"/>
            <a:ext cx="4406323" cy="11662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2FDAE98-E2A5-C81A-0D04-B146A56C674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283450" y="5393025"/>
            <a:ext cx="4406323" cy="9246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9B11FF-8F19-4E52-1428-FC94328FC60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657972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77D3239-B33B-7F63-BDB1-FD9C7BD07F8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B99A01A-3D76-6485-66D1-8643A5336FC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97932C3-40B6-59EA-C947-9106AF84954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38162" y="1584960"/>
            <a:ext cx="7040245" cy="62960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 marL="720000"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15">
            <a:extLst>
              <a:ext uri="{FF2B5EF4-FFF2-40B4-BE49-F238E27FC236}">
                <a16:creationId xmlns:a16="http://schemas.microsoft.com/office/drawing/2014/main" id="{C93AAC68-1496-8E5D-FD8E-8FA6C5AE3F8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96900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E06C174-A90A-D05B-812D-A9DC20C9DBD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38162" y="2376931"/>
            <a:ext cx="9985756" cy="2171919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15">
            <a:extLst>
              <a:ext uri="{FF2B5EF4-FFF2-40B4-BE49-F238E27FC236}">
                <a16:creationId xmlns:a16="http://schemas.microsoft.com/office/drawing/2014/main" id="{60E323CC-823E-E251-CD1E-C3523A6D63A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390572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485257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55CE7735-918F-328D-C03A-B79103C3E22F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1128079" y="13620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9" name="Text Placeholder 7">
            <a:extLst>
              <a:ext uri="{FF2B5EF4-FFF2-40B4-BE49-F238E27FC236}">
                <a16:creationId xmlns:a16="http://schemas.microsoft.com/office/drawing/2014/main" id="{75468428-E4DD-8B5B-4E02-5A41C4D71D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91715" y="3428961"/>
            <a:ext cx="10805470" cy="51876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0" tIns="36000" anchor="ctr">
            <a:noAutofit/>
          </a:bodyPr>
          <a:lstStyle>
            <a:lvl1pPr marL="266700" indent="0"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0" name="Text Placeholder 4">
            <a:extLst>
              <a:ext uri="{FF2B5EF4-FFF2-40B4-BE49-F238E27FC236}">
                <a16:creationId xmlns:a16="http://schemas.microsoft.com/office/drawing/2014/main" id="{1E047FE7-25FD-3FE8-5D4A-0E97DCA854C5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691716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1" name="Text Placeholder 4">
            <a:extLst>
              <a:ext uri="{FF2B5EF4-FFF2-40B4-BE49-F238E27FC236}">
                <a16:creationId xmlns:a16="http://schemas.microsoft.com/office/drawing/2014/main" id="{2DB6F808-792E-008C-98AA-A7F3093D85B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204857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4">
            <a:extLst>
              <a:ext uri="{FF2B5EF4-FFF2-40B4-BE49-F238E27FC236}">
                <a16:creationId xmlns:a16="http://schemas.microsoft.com/office/drawing/2014/main" id="{E6A1C15D-5139-F154-8BEF-EB66DCB2DF7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1128079" y="22764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446429C7-8A30-5013-F704-788F49DB33F6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8429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B8D2EA79-19E2-4C1A-854D-06FD7A11270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1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6">
            <a:extLst>
              <a:ext uri="{FF2B5EF4-FFF2-40B4-BE49-F238E27FC236}">
                <a16:creationId xmlns:a16="http://schemas.microsoft.com/office/drawing/2014/main" id="{84428E41-26F6-08C1-BAB8-1461A2709F7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4">
            <a:extLst>
              <a:ext uri="{FF2B5EF4-FFF2-40B4-BE49-F238E27FC236}">
                <a16:creationId xmlns:a16="http://schemas.microsoft.com/office/drawing/2014/main" id="{4EB7C960-2A65-A483-F12B-4D0ABE8B1BA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9134F7C-186F-A06A-EE0E-33EB8C96262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021880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CCECBD8D-685F-F5F7-54C4-675AFC23FD6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319777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1DD97DF4-C47A-2FE0-6E3F-9A3A342ACAB2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46101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50EFBD68-06A2-58F6-3BC4-A6392F41424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7F8CDC44-3B34-3D3F-821D-7D2334A6D07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52A070C1-8338-52FE-5AE3-836572B53BF0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8641" y="1960880"/>
            <a:ext cx="5323840" cy="4257040"/>
          </a:xfrm>
          <a:ln>
            <a:solidFill>
              <a:srgbClr val="DF0024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14">
            <a:extLst>
              <a:ext uri="{FF2B5EF4-FFF2-40B4-BE49-F238E27FC236}">
                <a16:creationId xmlns:a16="http://schemas.microsoft.com/office/drawing/2014/main" id="{BAC498AF-2974-4EAC-D6EF-7340D96E899B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29681" y="1960880"/>
            <a:ext cx="5323840" cy="4257040"/>
          </a:xfrm>
          <a:ln>
            <a:solidFill>
              <a:srgbClr val="414042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0D9AE74E-1530-5C17-D04A-CAE5BA0F87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468185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 Placeholder 34">
            <a:extLst>
              <a:ext uri="{FF2B5EF4-FFF2-40B4-BE49-F238E27FC236}">
                <a16:creationId xmlns:a16="http://schemas.microsoft.com/office/drawing/2014/main" id="{1967507F-6809-0E37-DA77-F3338D4EB3C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1009904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5" name="Text Placeholder 34">
            <a:extLst>
              <a:ext uri="{FF2B5EF4-FFF2-40B4-BE49-F238E27FC236}">
                <a16:creationId xmlns:a16="http://schemas.microsoft.com/office/drawing/2014/main" id="{7586F8F3-FC6D-0387-4FB9-715CA4B30055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831088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42E00402-9D68-26F5-04EE-5DBC02D0A13A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2519680" y="1655762"/>
            <a:ext cx="5628639" cy="15039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DD9D51EB-A295-CE85-97F8-962DE2295560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2519680" y="326199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3" name="Text Placeholder 30">
            <a:extLst>
              <a:ext uri="{FF2B5EF4-FFF2-40B4-BE49-F238E27FC236}">
                <a16:creationId xmlns:a16="http://schemas.microsoft.com/office/drawing/2014/main" id="{300E20FC-5776-E903-9216-0F28D50D6013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2519680" y="485711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43CDEC92-A77B-CAD3-7CF9-D149C5954A2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BABCEE3-290B-3B61-14E0-14BF9293510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D23FC28B-03D1-C7D0-3626-31634F2084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58801" y="166687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92EA0A15-CB2A-83E5-7334-DD715E48957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58801" y="326199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33CBC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840C0332-600A-DC0C-2B51-890FA1A8FD76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58801" y="485711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34">
            <a:extLst>
              <a:ext uri="{FF2B5EF4-FFF2-40B4-BE49-F238E27FC236}">
                <a16:creationId xmlns:a16="http://schemas.microsoft.com/office/drawing/2014/main" id="{30BE2CC5-650F-82B5-88A7-C45F6F9E76FC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1009904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8" name="Text Placeholder 34">
            <a:extLst>
              <a:ext uri="{FF2B5EF4-FFF2-40B4-BE49-F238E27FC236}">
                <a16:creationId xmlns:a16="http://schemas.microsoft.com/office/drawing/2014/main" id="{93749FA2-0F98-60FD-10D5-BA8211887AB9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831088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9" name="Text Placeholder 34">
            <a:extLst>
              <a:ext uri="{FF2B5EF4-FFF2-40B4-BE49-F238E27FC236}">
                <a16:creationId xmlns:a16="http://schemas.microsoft.com/office/drawing/2014/main" id="{D7E34CD6-24C0-E847-7D80-7B833AB9CECB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1009904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0" name="Text Placeholder 34">
            <a:extLst>
              <a:ext uri="{FF2B5EF4-FFF2-40B4-BE49-F238E27FC236}">
                <a16:creationId xmlns:a16="http://schemas.microsoft.com/office/drawing/2014/main" id="{A0CD1458-016D-2D1B-220D-36285484D2E7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831088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94EB21B0-8A1D-F7F3-4437-3755DF6ADAF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31088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4EA6FC2E-C635-73A3-B200-DAB61424F87B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009904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41" name="Text Placeholder 40">
            <a:extLst>
              <a:ext uri="{FF2B5EF4-FFF2-40B4-BE49-F238E27FC236}">
                <a16:creationId xmlns:a16="http://schemas.microsoft.com/office/drawing/2014/main" id="{C348024F-62EB-4D75-2A3A-3B8FD36CD7B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230172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91F3F78-1358-EE09-17D6-E5108179D7EA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68325" y="1950721"/>
            <a:ext cx="4999038" cy="16154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2DD9871A-CCD1-84ED-2347-7F47317615B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68325" y="4318000"/>
            <a:ext cx="4999038" cy="18383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62B608B6-D296-CC85-4979-84357D81CFF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C47B4AD2-1A5A-F36E-ED92-E204E931477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4185E736-CE8A-7D33-B709-6E8B10E0AA9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926238" y="1950720"/>
            <a:ext cx="5625682" cy="4216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4F491550-46E8-49AE-9CF5-0A06E92E390F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58800" y="135435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7CF14FED-7407-FF45-754C-B17516238CBE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953760" y="1354353"/>
            <a:ext cx="5638800" cy="480580"/>
          </a:xfrm>
          <a:custGeom>
            <a:avLst/>
            <a:gdLst>
              <a:gd name="connsiteX0" fmla="*/ 0 w 5638800"/>
              <a:gd name="connsiteY0" fmla="*/ 0 h 480580"/>
              <a:gd name="connsiteX1" fmla="*/ 5638800 w 5638800"/>
              <a:gd name="connsiteY1" fmla="*/ 0 h 480580"/>
              <a:gd name="connsiteX2" fmla="*/ 5638800 w 5638800"/>
              <a:gd name="connsiteY2" fmla="*/ 169360 h 480580"/>
              <a:gd name="connsiteX3" fmla="*/ 5151789 w 5638800"/>
              <a:gd name="connsiteY3" fmla="*/ 480580 h 480580"/>
              <a:gd name="connsiteX4" fmla="*/ 0 w 5638800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638800" h="480580">
                <a:moveTo>
                  <a:pt x="0" y="0"/>
                </a:moveTo>
                <a:lnTo>
                  <a:pt x="5638800" y="0"/>
                </a:lnTo>
                <a:lnTo>
                  <a:pt x="5638800" y="169360"/>
                </a:lnTo>
                <a:lnTo>
                  <a:pt x="5151789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68396F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CE3F516E-2112-3057-998B-3C9DC2DEF405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0" y="375211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5C0CC1B2-447C-D3C7-F4F5-A38EF92793A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5098214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D84C7A12-D934-2618-FFC0-2C57336EA967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9275" y="1768475"/>
            <a:ext cx="5343525" cy="497205"/>
          </a:xfrm>
          <a:solidFill>
            <a:srgbClr val="DF0024"/>
          </a:solidFill>
        </p:spPr>
        <p:txBody>
          <a:bodyPr anchor="ctr"/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9">
            <a:extLst>
              <a:ext uri="{FF2B5EF4-FFF2-40B4-BE49-F238E27FC236}">
                <a16:creationId xmlns:a16="http://schemas.microsoft.com/office/drawing/2014/main" id="{7A5D3836-0F1D-B048-C15E-79A4146A246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249035" y="1768475"/>
            <a:ext cx="5343525" cy="497205"/>
          </a:xfrm>
          <a:solidFill>
            <a:srgbClr val="B4D246"/>
          </a:solidFill>
        </p:spPr>
        <p:txBody>
          <a:bodyPr anchor="ctr"/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7668E126-A34F-CC1C-E341-A3AE76EC747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F1796EE0-C2ED-88A6-DF8D-43F3E237CA9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76966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C801EF68-C963-0C2F-2375-13520E29A1A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85052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495A2051-86D7-C434-7D9D-278D109FBA60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85052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169494CF-C3B5-7611-5EF8-B155E76B0F7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FAF65C6D-2794-D220-FD56-8188DEEA247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6285052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D2BBF79-000A-4C7B-B432-2344162B0CD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4475AE49-5446-71A2-FC68-62529D7C55E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9275" y="1189355"/>
            <a:ext cx="11033125" cy="457200"/>
          </a:xfrm>
          <a:custGeom>
            <a:avLst/>
            <a:gdLst>
              <a:gd name="connsiteX0" fmla="*/ 0 w 11033125"/>
              <a:gd name="connsiteY0" fmla="*/ 0 h 457200"/>
              <a:gd name="connsiteX1" fmla="*/ 11033125 w 11033125"/>
              <a:gd name="connsiteY1" fmla="*/ 0 h 457200"/>
              <a:gd name="connsiteX2" fmla="*/ 11033125 w 11033125"/>
              <a:gd name="connsiteY2" fmla="*/ 159530 h 457200"/>
              <a:gd name="connsiteX3" fmla="*/ 10621734 w 11033125"/>
              <a:gd name="connsiteY3" fmla="*/ 457200 h 457200"/>
              <a:gd name="connsiteX4" fmla="*/ 0 w 11033125"/>
              <a:gd name="connsiteY4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033125" h="457200">
                <a:moveTo>
                  <a:pt x="0" y="0"/>
                </a:moveTo>
                <a:lnTo>
                  <a:pt x="11033125" y="0"/>
                </a:lnTo>
                <a:lnTo>
                  <a:pt x="11033125" y="159530"/>
                </a:lnTo>
                <a:lnTo>
                  <a:pt x="10621734" y="457200"/>
                </a:lnTo>
                <a:lnTo>
                  <a:pt x="0" y="45720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07746DF8-B928-FD51-35C4-0D3E92D82A5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2821588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77B378D4-E4C5-A8CF-C45C-20A341294A2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61F6E84B-B275-5BD6-19C4-38A4DDC16D21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153873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1C22E32-3354-B4E9-6DB3-E6F79591F50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87F2014-0BA5-3E01-D7A1-9BCB6A411318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6020781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608143"/>
            <a:ext cx="11054244" cy="14005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FF3ADEF-9C89-F43B-53D6-80F84C5A39AA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789" y="1047595"/>
            <a:ext cx="11070421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175028"/>
            <a:ext cx="11054244" cy="17246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5147283"/>
            <a:ext cx="11054244" cy="10104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6027582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V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4E2B1451-B7CC-6F9D-14D1-8136B4422CC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76966" y="1047595"/>
            <a:ext cx="11056776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F15B264C-A363-7C0F-43D3-CC1B12208AFC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380607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96AA3F85-79CD-5C99-0B8C-878EB97C7584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80607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07E91E0D-4F7D-3D89-FA46-458EE75788B3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607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4526078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184F7025-4D77-2BD7-04E9-578AB86B1B0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0AAB0C7F-47FB-A33D-2EAF-AB6485E18FB4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BEEC6B34-996F-08B2-6A50-EE5D8178E40A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339457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534FA3A5-9267-2565-0364-FD8AA95505DA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3335492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D513CC6E-0C2D-6222-1E8D-32DD66A7BE07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096000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675973EF-266C-EFD6-AFB3-B1209D97F01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6094018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46B6872F-1E44-2982-81FB-31C384EA01CD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52543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1C307D63-0BBF-30F2-7CB4-CE31939C4B8F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8852543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B9D7C564-07A6-8D3F-354C-8D81206B23A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26E855A8-131A-B4D9-243D-D78190C8B3A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5552193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AEBCCA25-F023-DFA2-2297-2267A556EF6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277170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132854D-B14B-8030-5E9C-14586047B819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529656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C3ABE4E-BE8F-C2DE-2638-DDEDBBC5DB23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277170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1EF26E5B-5576-1D0B-4B74-7AF0ABA627F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8529656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8F6CA9D2-4F41-AAE9-DD12-872F33DA332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46101" y="1493134"/>
            <a:ext cx="4303692" cy="46263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7EA47C0A-0A48-47FC-57EA-BE98BC84B7D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9B1AD86-1817-DED5-7C1D-EF4DE5C4442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5790272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3F8B75AF-5C22-933C-EF1E-130FB5E1B0C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46239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C59B0B06-44CF-8FFF-3361-D2D6932176D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151447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5F842B3-3DC2-4CDF-E8F2-89537909A68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3" y="1473200"/>
            <a:ext cx="9834562" cy="26717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258C501A-71FA-7E24-4BB9-02F524B5891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48B85D6-83B7-9373-0D83-9CF96E4B98D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1059487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6F3258B6-BB11-AA68-5A8E-1D396B2310BC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37165" y="3100476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257AB38-BBD0-7D95-79BF-6379D134795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9750" y="1454150"/>
            <a:ext cx="4841875" cy="5040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29E05523-846E-CD44-F726-D407A29CE461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37165" y="145415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8988683-8012-B01F-1A04-5B986CF7CBF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95332E35-0852-6D31-FA56-3B018EA2CA7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EE34B261-3D4A-08C0-958A-45C231E4FDC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37165" y="474680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6145823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C20C1DCF-C539-09F3-C315-352A62424412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1759351" y="1516284"/>
            <a:ext cx="9874483" cy="472247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CD387F80-5890-6536-43AF-2272EC5BFFB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759351" y="1083197"/>
            <a:ext cx="5393802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9EF1DDC-A368-6AC4-DA80-62453A673CF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234178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C8F417A6-B062-F2C5-B873-BDB2C88B6A4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472554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CA2CAEA1-1F9E-6F9C-3BF9-814427D1F6B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58791" y="1516284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0317F3E9-0759-09B1-E1D3-447D34C5533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58791" y="1996401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AC13CD61-8BB3-3E5F-F3D0-CB178717706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8791" y="247651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D03B62FD-9C28-1834-FF5A-C953451A0CB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58791" y="2956635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B0CF7D5A-2DB4-C9B3-9B21-2D8CF226EED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58791" y="3436752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CCFA1F0C-6561-8F75-964A-EBDC60264EEC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8791" y="3916869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B12C5738-0EB0-CACA-8E31-B21831C74F9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58791" y="4396986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FFEE5278-5EFC-0B35-93C6-697C89B0EFED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8791" y="4877103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E748E2EC-2270-5FEC-4617-B897365F1B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58791" y="5357220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F5B9559D-3AA3-E460-6059-92BD1A7E8906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8791" y="583733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840DA9E9-4DBA-03A5-791E-5803BE25F62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458791" y="1083197"/>
            <a:ext cx="1219535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4B1F99A2-F9B9-CF00-0558-8356BF07ADA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9321816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4C676330-CC33-8CC1-C819-6C167F68042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1512888" y="417368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A232D95E-9834-AA2E-B8A6-2D6A0380AF1B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1512888" y="296552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C38DD101-F9AE-D384-0BC2-B48EBB4D95A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BE007101-C178-BE31-B735-7D039DF5767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73F103A7-4D88-9093-2267-E87512822698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38162" y="1347788"/>
            <a:ext cx="4852988" cy="1524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5D1CB0FE-6A93-80B9-59A1-5EDAB64E431E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606950" y="1347788"/>
            <a:ext cx="6057512" cy="26146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57EB3CC6-3E26-7139-C6DA-02D6FFA889CF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1512888" y="5381842"/>
            <a:ext cx="3879850" cy="8313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ECA81050-F144-2552-A0AD-FA3AC56C90FE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5614988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DB86E72C-67EB-BB3F-79A1-4FBF203E9E84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709880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5102669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21">
            <a:extLst>
              <a:ext uri="{FF2B5EF4-FFF2-40B4-BE49-F238E27FC236}">
                <a16:creationId xmlns:a16="http://schemas.microsoft.com/office/drawing/2014/main" id="{28AF5172-E9EB-B191-215B-D43BE9F9619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38162" y="1295399"/>
            <a:ext cx="10902464" cy="2455985"/>
          </a:xfrm>
        </p:spPr>
        <p:txBody>
          <a:bodyPr>
            <a:noAutofit/>
          </a:bodyPr>
          <a:lstStyle>
            <a:lvl1pPr>
              <a:defRPr sz="1400"/>
            </a:lvl1pPr>
            <a:lvl2pPr marL="182563" indent="-182563">
              <a:defRPr sz="1400"/>
            </a:lvl2pPr>
            <a:lvl3pPr marL="355600" indent="-173038">
              <a:defRPr sz="1400"/>
            </a:lvl3pPr>
            <a:lvl4pPr marL="538163" indent="-182563">
              <a:defRPr sz="1400"/>
            </a:lvl4pPr>
            <a:lvl5pPr marL="720725" indent="-182563"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23">
            <a:extLst>
              <a:ext uri="{FF2B5EF4-FFF2-40B4-BE49-F238E27FC236}">
                <a16:creationId xmlns:a16="http://schemas.microsoft.com/office/drawing/2014/main" id="{EA642359-51E9-DD29-3555-AEEA682663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323608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2" name="Text Placeholder 23">
            <a:extLst>
              <a:ext uri="{FF2B5EF4-FFF2-40B4-BE49-F238E27FC236}">
                <a16:creationId xmlns:a16="http://schemas.microsoft.com/office/drawing/2014/main" id="{879FE4D9-4895-1BB5-66C8-CAA2D415790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38162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3CF2E6AF-F319-B9D0-D1E0-2D397882428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E86CEB29-BC9F-AC94-3A29-0C66E5A3758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3">
            <a:extLst>
              <a:ext uri="{FF2B5EF4-FFF2-40B4-BE49-F238E27FC236}">
                <a16:creationId xmlns:a16="http://schemas.microsoft.com/office/drawing/2014/main" id="{BFEC5BFE-22FE-22D8-430B-1D0B0974285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190267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5" name="Text Placeholder 23">
            <a:extLst>
              <a:ext uri="{FF2B5EF4-FFF2-40B4-BE49-F238E27FC236}">
                <a16:creationId xmlns:a16="http://schemas.microsoft.com/office/drawing/2014/main" id="{A98C45B0-D31E-82A5-DB71-1BEF3C88D8C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404821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6" name="Text Placeholder 23">
            <a:extLst>
              <a:ext uri="{FF2B5EF4-FFF2-40B4-BE49-F238E27FC236}">
                <a16:creationId xmlns:a16="http://schemas.microsoft.com/office/drawing/2014/main" id="{6F29C28B-4199-335E-A66E-04522BB6D6E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7056926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7" name="Text Placeholder 23">
            <a:extLst>
              <a:ext uri="{FF2B5EF4-FFF2-40B4-BE49-F238E27FC236}">
                <a16:creationId xmlns:a16="http://schemas.microsoft.com/office/drawing/2014/main" id="{17FF5860-A8E5-BB67-F600-4E3A566F8F1A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71480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8" name="Text Placeholder 23">
            <a:extLst>
              <a:ext uri="{FF2B5EF4-FFF2-40B4-BE49-F238E27FC236}">
                <a16:creationId xmlns:a16="http://schemas.microsoft.com/office/drawing/2014/main" id="{A6AB9608-C6A2-F1FB-52E2-68459FB6E6E2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9923585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9" name="Text Placeholder 23">
            <a:extLst>
              <a:ext uri="{FF2B5EF4-FFF2-40B4-BE49-F238E27FC236}">
                <a16:creationId xmlns:a16="http://schemas.microsoft.com/office/drawing/2014/main" id="{27A2465F-7E89-6554-7FB4-1EC89EEAD41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9138139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</p:spTree>
    <p:extLst>
      <p:ext uri="{BB962C8B-B14F-4D97-AF65-F5344CB8AC3E}">
        <p14:creationId xmlns:p14="http://schemas.microsoft.com/office/powerpoint/2010/main" val="199173741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15">
            <a:extLst>
              <a:ext uri="{FF2B5EF4-FFF2-40B4-BE49-F238E27FC236}">
                <a16:creationId xmlns:a16="http://schemas.microsoft.com/office/drawing/2014/main" id="{9183FA5A-63EE-19ED-3B9F-7405104DB48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15">
            <a:extLst>
              <a:ext uri="{FF2B5EF4-FFF2-40B4-BE49-F238E27FC236}">
                <a16:creationId xmlns:a16="http://schemas.microsoft.com/office/drawing/2014/main" id="{91F47A8F-0A87-A376-B913-DEDE0F38283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3797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15">
            <a:extLst>
              <a:ext uri="{FF2B5EF4-FFF2-40B4-BE49-F238E27FC236}">
                <a16:creationId xmlns:a16="http://schemas.microsoft.com/office/drawing/2014/main" id="{4303F551-DCD1-146C-16A7-555E315D985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1991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A581400-E466-B67E-1072-CBF6693E671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021482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22">
            <a:extLst>
              <a:ext uri="{FF2B5EF4-FFF2-40B4-BE49-F238E27FC236}">
                <a16:creationId xmlns:a16="http://schemas.microsoft.com/office/drawing/2014/main" id="{2BD8260E-C43B-CB01-55C7-3FA0AC982C0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22049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22">
            <a:extLst>
              <a:ext uri="{FF2B5EF4-FFF2-40B4-BE49-F238E27FC236}">
                <a16:creationId xmlns:a16="http://schemas.microsoft.com/office/drawing/2014/main" id="{821AA3F2-9745-2835-55BE-3EE77BA3204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6297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" name="Text Placeholder 22">
            <a:extLst>
              <a:ext uri="{FF2B5EF4-FFF2-40B4-BE49-F238E27FC236}">
                <a16:creationId xmlns:a16="http://schemas.microsoft.com/office/drawing/2014/main" id="{28631183-807E-51C2-A73B-5250AE21A9C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4491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22">
            <a:extLst>
              <a:ext uri="{FF2B5EF4-FFF2-40B4-BE49-F238E27FC236}">
                <a16:creationId xmlns:a16="http://schemas.microsoft.com/office/drawing/2014/main" id="{E7B0E085-7863-8040-E17A-FB2EBAAE7F7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269131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E27E80D1-2FF1-5FD1-2BDB-98E151088BB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603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4FC809E2-CA09-66E4-5174-0ABC01B35CDF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3797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2F32F08E-1E77-16E6-C08B-ABBAB50E053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61991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6475F31C-7E21-46F3-DF2C-D693D9CC6EF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9021482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9F76D06-AFC9-AE44-3128-A96A5CC875A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712781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2AFDB241-E73D-0A90-6D1A-5BB8DA01A4D2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1351156"/>
            <a:ext cx="4173797" cy="552259"/>
          </a:xfrm>
        </p:spPr>
        <p:txBody>
          <a:bodyPr anchor="ctr"/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5">
            <a:extLst>
              <a:ext uri="{FF2B5EF4-FFF2-40B4-BE49-F238E27FC236}">
                <a16:creationId xmlns:a16="http://schemas.microsoft.com/office/drawing/2014/main" id="{9BFA250D-593F-98A7-317A-B408A9C4C139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1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25">
            <a:extLst>
              <a:ext uri="{FF2B5EF4-FFF2-40B4-BE49-F238E27FC236}">
                <a16:creationId xmlns:a16="http://schemas.microsoft.com/office/drawing/2014/main" id="{6A1D3750-8444-6DEB-3A49-937767F89610}"/>
              </a:ext>
            </a:extLst>
          </p:cNvPr>
          <p:cNvSpPr>
            <a:spLocks noGrp="1"/>
          </p:cNvSpPr>
          <p:nvPr>
            <p:ph type="body" sz="quarter" idx="55"/>
          </p:nvPr>
        </p:nvSpPr>
        <p:spPr>
          <a:xfrm>
            <a:off x="558801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chemeClr val="bg1">
              <a:lumMod val="85000"/>
            </a:schemeClr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25">
            <a:extLst>
              <a:ext uri="{FF2B5EF4-FFF2-40B4-BE49-F238E27FC236}">
                <a16:creationId xmlns:a16="http://schemas.microsoft.com/office/drawing/2014/main" id="{281A8BA4-DCFB-3BB0-EE82-30C483F1841E}"/>
              </a:ext>
            </a:extLst>
          </p:cNvPr>
          <p:cNvSpPr>
            <a:spLocks noGrp="1"/>
          </p:cNvSpPr>
          <p:nvPr>
            <p:ph type="body" sz="quarter" idx="56"/>
          </p:nvPr>
        </p:nvSpPr>
        <p:spPr>
          <a:xfrm>
            <a:off x="558801" y="4313854"/>
            <a:ext cx="5888652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25">
            <a:extLst>
              <a:ext uri="{FF2B5EF4-FFF2-40B4-BE49-F238E27FC236}">
                <a16:creationId xmlns:a16="http://schemas.microsoft.com/office/drawing/2014/main" id="{55A57EB6-A477-DE0F-3386-4AE558515216}"/>
              </a:ext>
            </a:extLst>
          </p:cNvPr>
          <p:cNvSpPr>
            <a:spLocks noGrp="1"/>
          </p:cNvSpPr>
          <p:nvPr>
            <p:ph type="body" sz="quarter" idx="57"/>
          </p:nvPr>
        </p:nvSpPr>
        <p:spPr>
          <a:xfrm>
            <a:off x="2597540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25">
            <a:extLst>
              <a:ext uri="{FF2B5EF4-FFF2-40B4-BE49-F238E27FC236}">
                <a16:creationId xmlns:a16="http://schemas.microsoft.com/office/drawing/2014/main" id="{487D51C4-DA46-779B-9028-7AD163073A97}"/>
              </a:ext>
            </a:extLst>
          </p:cNvPr>
          <p:cNvSpPr>
            <a:spLocks noGrp="1"/>
          </p:cNvSpPr>
          <p:nvPr>
            <p:ph type="body" sz="quarter" idx="58"/>
          </p:nvPr>
        </p:nvSpPr>
        <p:spPr>
          <a:xfrm>
            <a:off x="4636279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5">
            <a:extLst>
              <a:ext uri="{FF2B5EF4-FFF2-40B4-BE49-F238E27FC236}">
                <a16:creationId xmlns:a16="http://schemas.microsoft.com/office/drawing/2014/main" id="{420BF10C-8EB8-EB6C-14A7-DFB8E0B48EE0}"/>
              </a:ext>
            </a:extLst>
          </p:cNvPr>
          <p:cNvSpPr>
            <a:spLocks noGrp="1"/>
          </p:cNvSpPr>
          <p:nvPr>
            <p:ph type="body" sz="quarter" idx="59"/>
          </p:nvPr>
        </p:nvSpPr>
        <p:spPr>
          <a:xfrm>
            <a:off x="558801" y="5449078"/>
            <a:ext cx="5888652" cy="625152"/>
          </a:xfrm>
          <a:prstGeom prst="snip1Rect">
            <a:avLst>
              <a:gd name="adj" fmla="val 30442"/>
            </a:avLst>
          </a:prstGeom>
          <a:solidFill>
            <a:srgbClr val="BCBEC0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5">
            <a:extLst>
              <a:ext uri="{FF2B5EF4-FFF2-40B4-BE49-F238E27FC236}">
                <a16:creationId xmlns:a16="http://schemas.microsoft.com/office/drawing/2014/main" id="{471B14CA-D3E8-804D-2F19-7E852BD05596}"/>
              </a:ext>
            </a:extLst>
          </p:cNvPr>
          <p:cNvSpPr>
            <a:spLocks noGrp="1"/>
          </p:cNvSpPr>
          <p:nvPr>
            <p:ph type="body" sz="quarter" idx="60"/>
          </p:nvPr>
        </p:nvSpPr>
        <p:spPr>
          <a:xfrm>
            <a:off x="2597540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064538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2F2DFEF-7496-7CBB-700D-239E49169CAF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78070" y="1774433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5AABAC79-9E5C-DDEC-3671-F1FB7B45650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962400" y="1536700"/>
            <a:ext cx="3721100" cy="4737100"/>
          </a:xfrm>
          <a:custGeom>
            <a:avLst/>
            <a:gdLst>
              <a:gd name="connsiteX0" fmla="*/ 0 w 3721100"/>
              <a:gd name="connsiteY0" fmla="*/ 0 h 4737100"/>
              <a:gd name="connsiteX1" fmla="*/ 3721100 w 3721100"/>
              <a:gd name="connsiteY1" fmla="*/ 0 h 4737100"/>
              <a:gd name="connsiteX2" fmla="*/ 3721100 w 3721100"/>
              <a:gd name="connsiteY2" fmla="*/ 4289589 h 4737100"/>
              <a:gd name="connsiteX3" fmla="*/ 2926895 w 3721100"/>
              <a:gd name="connsiteY3" fmla="*/ 4737100 h 4737100"/>
              <a:gd name="connsiteX4" fmla="*/ 0 w 3721100"/>
              <a:gd name="connsiteY4" fmla="*/ 4737100 h 4737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721100" h="4737100">
                <a:moveTo>
                  <a:pt x="0" y="0"/>
                </a:moveTo>
                <a:lnTo>
                  <a:pt x="3721100" y="0"/>
                </a:lnTo>
                <a:lnTo>
                  <a:pt x="3721100" y="4289589"/>
                </a:lnTo>
                <a:lnTo>
                  <a:pt x="2926895" y="4737100"/>
                </a:lnTo>
                <a:lnTo>
                  <a:pt x="0" y="4737100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36" name="Text Placeholder 15">
            <a:extLst>
              <a:ext uri="{FF2B5EF4-FFF2-40B4-BE49-F238E27FC236}">
                <a16:creationId xmlns:a16="http://schemas.microsoft.com/office/drawing/2014/main" id="{E7090263-5540-588D-CDAA-36467466050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592494"/>
            <a:ext cx="2716212" cy="36813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8" name="Text Placeholder 15">
            <a:extLst>
              <a:ext uri="{FF2B5EF4-FFF2-40B4-BE49-F238E27FC236}">
                <a16:creationId xmlns:a16="http://schemas.microsoft.com/office/drawing/2014/main" id="{03E42D81-ADD0-88CF-1359-6CD1987D8D7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534401" y="5082032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9" name="Text Placeholder 15">
            <a:extLst>
              <a:ext uri="{FF2B5EF4-FFF2-40B4-BE49-F238E27FC236}">
                <a16:creationId xmlns:a16="http://schemas.microsoft.com/office/drawing/2014/main" id="{90957EB9-CB3C-82A6-BC6E-8D325A3A0C6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534401" y="3468854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0" name="Text Placeholder 15">
            <a:extLst>
              <a:ext uri="{FF2B5EF4-FFF2-40B4-BE49-F238E27FC236}">
                <a16:creationId xmlns:a16="http://schemas.microsoft.com/office/drawing/2014/main" id="{C16CDD81-C40B-BE28-1108-00F312DC663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534401" y="1855676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32F2407-453D-4C55-0C90-212C620675DF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40F9CF-DE88-C069-5E43-22DB7BC88D26}"/>
              </a:ext>
            </a:extLst>
          </p:cNvPr>
          <p:cNvSpPr txBox="1"/>
          <p:nvPr userDrawn="1"/>
        </p:nvSpPr>
        <p:spPr>
          <a:xfrm>
            <a:off x="12322197" y="3559621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0B5E6230-AF8B-D344-48AC-E84BB69816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59ACA103-448B-41AF-60E6-C18132C0A86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6791053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A3250E44-29E5-3688-AF41-4898D7CAEB8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35758" y="0"/>
            <a:ext cx="6856242" cy="5970005"/>
          </a:xfrm>
          <a:custGeom>
            <a:avLst/>
            <a:gdLst>
              <a:gd name="connsiteX0" fmla="*/ 1699223 w 6856242"/>
              <a:gd name="connsiteY0" fmla="*/ 0 h 5970005"/>
              <a:gd name="connsiteX1" fmla="*/ 5479317 w 6856242"/>
              <a:gd name="connsiteY1" fmla="*/ 0 h 5970005"/>
              <a:gd name="connsiteX2" fmla="*/ 5230485 w 6856242"/>
              <a:gd name="connsiteY2" fmla="*/ 430990 h 5970005"/>
              <a:gd name="connsiteX3" fmla="*/ 6856242 w 6856242"/>
              <a:gd name="connsiteY3" fmla="*/ 1369621 h 5970005"/>
              <a:gd name="connsiteX4" fmla="*/ 6856242 w 6856242"/>
              <a:gd name="connsiteY4" fmla="*/ 3175244 h 5970005"/>
              <a:gd name="connsiteX5" fmla="*/ 5242686 w 6856242"/>
              <a:gd name="connsiteY5" fmla="*/ 5970005 h 5970005"/>
              <a:gd name="connsiteX6" fmla="*/ 0 w 6856242"/>
              <a:gd name="connsiteY6" fmla="*/ 2943139 h 59700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856242" h="5970005">
                <a:moveTo>
                  <a:pt x="1699223" y="0"/>
                </a:moveTo>
                <a:lnTo>
                  <a:pt x="5479317" y="0"/>
                </a:lnTo>
                <a:lnTo>
                  <a:pt x="5230485" y="430990"/>
                </a:lnTo>
                <a:lnTo>
                  <a:pt x="6856242" y="1369621"/>
                </a:lnTo>
                <a:lnTo>
                  <a:pt x="6856242" y="3175244"/>
                </a:lnTo>
                <a:lnTo>
                  <a:pt x="5242686" y="5970005"/>
                </a:lnTo>
                <a:lnTo>
                  <a:pt x="0" y="294313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644FF296-F2A4-F8D4-7856-78B51F0EDE8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198794"/>
            <a:ext cx="4659312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7399BE5-605B-2F4A-7FC5-37AB297658A9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388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3DDD011C-0BCC-75F3-A984-38C3EE88AEA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330700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1155DB42-1E2C-7C81-E2A9-406F21F56AF8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8FBCE976-5DC9-BFB5-35CC-57E7C18B0AD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1710561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97D5D8F0-9E7B-F7EC-03BB-4BEF9A5D290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974726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1A546B1F-CADE-30AC-70FC-57A9E736E6F5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46101" y="1047595"/>
            <a:ext cx="11085110" cy="508000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 algn="ctr">
              <a:spcBef>
                <a:spcPts val="0"/>
              </a:spcBef>
              <a:defRPr lang="en-US" sz="18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4A2722AB-A46C-C9E0-58A9-4F601996F5EF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3160554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0CC94AF2-C7C0-520B-88FB-653A83199333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5346382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9" name="Picture Placeholder 4">
            <a:extLst>
              <a:ext uri="{FF2B5EF4-FFF2-40B4-BE49-F238E27FC236}">
                <a16:creationId xmlns:a16="http://schemas.microsoft.com/office/drawing/2014/main" id="{A658BD31-CD18-49F1-5D8E-31672A230B84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7532210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5E72B5B5-3055-E80D-28E5-590AC7E5E3E7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9718037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1" name="Picture Placeholder 4">
            <a:extLst>
              <a:ext uri="{FF2B5EF4-FFF2-40B4-BE49-F238E27FC236}">
                <a16:creationId xmlns:a16="http://schemas.microsoft.com/office/drawing/2014/main" id="{1A07714D-30EA-5CEE-E72C-F92D36FF25AC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974726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2" name="Picture Placeholder 4">
            <a:extLst>
              <a:ext uri="{FF2B5EF4-FFF2-40B4-BE49-F238E27FC236}">
                <a16:creationId xmlns:a16="http://schemas.microsoft.com/office/drawing/2014/main" id="{C6AF2F6E-248B-C5E3-52B2-56A7B5E7134D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3160554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3" name="Picture Placeholder 4">
            <a:extLst>
              <a:ext uri="{FF2B5EF4-FFF2-40B4-BE49-F238E27FC236}">
                <a16:creationId xmlns:a16="http://schemas.microsoft.com/office/drawing/2014/main" id="{663B24D5-520C-BB89-5E35-145F28422AB9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5346382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4" name="Picture Placeholder 4">
            <a:extLst>
              <a:ext uri="{FF2B5EF4-FFF2-40B4-BE49-F238E27FC236}">
                <a16:creationId xmlns:a16="http://schemas.microsoft.com/office/drawing/2014/main" id="{C69AD66B-1DDA-3C7F-8FCA-9708A19C8052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7532210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5" name="Picture Placeholder 4">
            <a:extLst>
              <a:ext uri="{FF2B5EF4-FFF2-40B4-BE49-F238E27FC236}">
                <a16:creationId xmlns:a16="http://schemas.microsoft.com/office/drawing/2014/main" id="{AEE28C2E-C040-AA68-7CED-88E6D62E3C16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9718037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63C2C0C6-B63B-A380-E34B-C62FAD9DB205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775845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18248D5B-3A4A-01D3-B6AB-69DB0A0FCE8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2961673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2CBED01E-CFC5-4B11-CD8C-21B9C16050C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5157980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41">
            <a:extLst>
              <a:ext uri="{FF2B5EF4-FFF2-40B4-BE49-F238E27FC236}">
                <a16:creationId xmlns:a16="http://schemas.microsoft.com/office/drawing/2014/main" id="{415FD73C-4506-87C7-82B4-EE5F3FA454C7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7354288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1">
            <a:extLst>
              <a:ext uri="{FF2B5EF4-FFF2-40B4-BE49-F238E27FC236}">
                <a16:creationId xmlns:a16="http://schemas.microsoft.com/office/drawing/2014/main" id="{747BD623-EAA0-7478-6E02-D8FA2FA3E3EE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519156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7757457F-45F9-0A9B-1CC8-9DFB5FDD82F5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775845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131AD270-215E-11FC-DE1D-2AB1ABAECD1E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2961673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189DB2CF-F098-72E7-BC0C-7A754110B889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157980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EAE4690C-3F56-DCE0-4B6E-5D2FBAD74CE3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7354288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4BDC45C4-64BF-35C2-DB62-8B46DF0C5DE3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9519156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4B7335E-1618-02B0-7957-389A1045CC1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5813232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able Placeholder 5">
            <a:extLst>
              <a:ext uri="{FF2B5EF4-FFF2-40B4-BE49-F238E27FC236}">
                <a16:creationId xmlns:a16="http://schemas.microsoft.com/office/drawing/2014/main" id="{5AED0BEC-0E1B-7793-4AEC-FF49320506E3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627063" y="1325436"/>
            <a:ext cx="7081837" cy="4849334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AE768F03-5872-10CB-567B-A666005751B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988301" y="368984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C307E5CA-9BAA-8877-28F2-F50CA9DE947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988301" y="173440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5B7F4393-D725-C9F1-D9D9-332097C233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988301" y="4961999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036C57C-98E4-64B0-F0E3-DB99B11076FE}"/>
              </a:ext>
            </a:extLst>
          </p:cNvPr>
          <p:cNvSpPr txBox="1"/>
          <p:nvPr userDrawn="1"/>
        </p:nvSpPr>
        <p:spPr>
          <a:xfrm>
            <a:off x="12322197" y="-78014"/>
            <a:ext cx="1647803" cy="2600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TABELA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Para adicionar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eliminar células,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a área pretendida e clique com o botão direito do rato para aceder às ferramentas de formatação.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Escolha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que pretende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adicionar ou eliminar.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E41ECF1B-E3F3-4CD9-1EB1-CC0ADBA8A7E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661533E5-2C05-D2B6-B8AE-D9980BB462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3679025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able Placeholder 5">
            <a:extLst>
              <a:ext uri="{FF2B5EF4-FFF2-40B4-BE49-F238E27FC236}">
                <a16:creationId xmlns:a16="http://schemas.microsoft.com/office/drawing/2014/main" id="{82E076C5-3F5D-0910-3E60-19D295AFFCA0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1235948"/>
            <a:ext cx="11075669" cy="4847860"/>
          </a:xfrm>
        </p:spPr>
        <p:txBody>
          <a:bodyPr/>
          <a:lstStyle/>
          <a:p>
            <a:endParaRPr lang="en-US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C69A6EE3-5655-87B3-EDDB-316F89B079B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54600DD6-FE50-F49C-883C-4C5B29F5552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1894C2C-84B3-F586-8600-B01E54B414A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5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4AE7ED5B-16C3-864D-8D38-5BB44D9698E1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2554759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0FF3065D-677F-3FB8-F3A5-B6F6509A7548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4562732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3">
            <a:extLst>
              <a:ext uri="{FF2B5EF4-FFF2-40B4-BE49-F238E27FC236}">
                <a16:creationId xmlns:a16="http://schemas.microsoft.com/office/drawing/2014/main" id="{C7797E4B-AF76-D789-4228-3538A647593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66294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0087975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A9F60C26-E0D1-AA85-4B56-F9113FD7442B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24257" y="966719"/>
            <a:ext cx="11081802" cy="5117090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EF548003-1F50-AA70-4967-90C6AED6FE51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3812636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D479A20-9A83-D052-776B-B1C2B5813F05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99744"/>
            <a:ext cx="11075669" cy="5111689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5E7F4A84-AB35-CB74-1B88-BCBC08E6AD6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4771989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1822A84B-C3F8-7053-E8FC-181055BB619F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87553"/>
            <a:ext cx="11075669" cy="5230368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847BA3D-B24A-AFBE-2ADB-FDD1B838CE4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0582205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2746FEC2-C3C9-A5D6-08A3-34AA0AD9F7F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42925" y="988532"/>
            <a:ext cx="11088688" cy="8080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able Placeholder 5">
            <a:extLst>
              <a:ext uri="{FF2B5EF4-FFF2-40B4-BE49-F238E27FC236}">
                <a16:creationId xmlns:a16="http://schemas.microsoft.com/office/drawing/2014/main" id="{E7F66E1E-D35D-6689-3E72-A233B5C46868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2397406"/>
            <a:ext cx="11075669" cy="3763382"/>
          </a:xfrm>
        </p:spPr>
        <p:txBody>
          <a:bodyPr/>
          <a:lstStyle/>
          <a:p>
            <a:endParaRPr lang="en-US"/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3F44E832-34DD-0FED-7AF0-5973696A007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2862580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728906E4-AAA7-3223-0E57-798FD2087B11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083598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97C44F79-1178-1AF6-F9DD-FCB01DB678DB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7304616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A3D298A4-9F0B-B72E-AEAE-8A3FB330FDCE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9525634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4BF48A9-CECE-AF7D-E8ED-E7F90BF150E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82DE3F79-E2A2-5C2B-989E-0AF88F18AE7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9304064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77A7AEB-57EB-937F-677F-2A71F1CAE0F1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888999"/>
            <a:ext cx="11075669" cy="331261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8EEFF6F3-ED72-B784-A510-39D8D880198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857428C-19A2-805C-8DF3-E53D5DEDAE05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09588" y="4837113"/>
            <a:ext cx="11144250" cy="14890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664611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99817984-C8A3-4BB3-067D-89E19682388C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842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C1252955-1EB9-F559-605C-62DCFD47659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0074" y="2377259"/>
            <a:ext cx="10149205" cy="535203"/>
          </a:xfrm>
          <a:custGeom>
            <a:avLst/>
            <a:gdLst>
              <a:gd name="connsiteX0" fmla="*/ 0 w 9844088"/>
              <a:gd name="connsiteY0" fmla="*/ 0 h 519113"/>
              <a:gd name="connsiteX1" fmla="*/ 9844088 w 9844088"/>
              <a:gd name="connsiteY1" fmla="*/ 0 h 519113"/>
              <a:gd name="connsiteX2" fmla="*/ 9844088 w 9844088"/>
              <a:gd name="connsiteY2" fmla="*/ 203648 h 519113"/>
              <a:gd name="connsiteX3" fmla="*/ 9291814 w 9844088"/>
              <a:gd name="connsiteY3" fmla="*/ 508103 h 519113"/>
              <a:gd name="connsiteX4" fmla="*/ 9297883 w 9844088"/>
              <a:gd name="connsiteY4" fmla="*/ 519113 h 519113"/>
              <a:gd name="connsiteX5" fmla="*/ 0 w 9844088"/>
              <a:gd name="connsiteY5" fmla="*/ 519113 h 5191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844088" h="519113">
                <a:moveTo>
                  <a:pt x="0" y="0"/>
                </a:moveTo>
                <a:lnTo>
                  <a:pt x="9844088" y="0"/>
                </a:lnTo>
                <a:lnTo>
                  <a:pt x="9844088" y="203648"/>
                </a:lnTo>
                <a:lnTo>
                  <a:pt x="9291814" y="508103"/>
                </a:lnTo>
                <a:lnTo>
                  <a:pt x="9297883" y="519113"/>
                </a:lnTo>
                <a:lnTo>
                  <a:pt x="0" y="51911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15">
            <a:extLst>
              <a:ext uri="{FF2B5EF4-FFF2-40B4-BE49-F238E27FC236}">
                <a16:creationId xmlns:a16="http://schemas.microsoft.com/office/drawing/2014/main" id="{1A362DCF-9858-7E91-8DAC-F821E97CB45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95582" y="1233546"/>
            <a:ext cx="10149205" cy="844180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8BD95D-A797-ACB4-D596-7155CA73DCFC}"/>
              </a:ext>
            </a:extLst>
          </p:cNvPr>
          <p:cNvSpPr txBox="1"/>
          <p:nvPr userDrawn="1"/>
        </p:nvSpPr>
        <p:spPr>
          <a:xfrm>
            <a:off x="12322197" y="3557883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5CB180E-3EB5-A122-6464-7542450B2FE2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Chart Placeholder 5">
            <a:extLst>
              <a:ext uri="{FF2B5EF4-FFF2-40B4-BE49-F238E27FC236}">
                <a16:creationId xmlns:a16="http://schemas.microsoft.com/office/drawing/2014/main" id="{ED3DBB2C-2B2B-48EF-4FE7-9ACD140CDCFA}"/>
              </a:ext>
            </a:extLst>
          </p:cNvPr>
          <p:cNvSpPr>
            <a:spLocks noGrp="1"/>
          </p:cNvSpPr>
          <p:nvPr>
            <p:ph type="chart" sz="quarter" idx="24"/>
          </p:nvPr>
        </p:nvSpPr>
        <p:spPr>
          <a:xfrm>
            <a:off x="3386667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2" name="Chart Placeholder 5">
            <a:extLst>
              <a:ext uri="{FF2B5EF4-FFF2-40B4-BE49-F238E27FC236}">
                <a16:creationId xmlns:a16="http://schemas.microsoft.com/office/drawing/2014/main" id="{F59C982F-51E2-A679-C81C-D5B46C3EC9BE}"/>
              </a:ext>
            </a:extLst>
          </p:cNvPr>
          <p:cNvSpPr>
            <a:spLocks noGrp="1"/>
          </p:cNvSpPr>
          <p:nvPr>
            <p:ph type="chart" sz="quarter" idx="25"/>
          </p:nvPr>
        </p:nvSpPr>
        <p:spPr>
          <a:xfrm>
            <a:off x="6189134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3" name="Chart Placeholder 5">
            <a:extLst>
              <a:ext uri="{FF2B5EF4-FFF2-40B4-BE49-F238E27FC236}">
                <a16:creationId xmlns:a16="http://schemas.microsoft.com/office/drawing/2014/main" id="{F02AFF81-3F48-D9EA-B5A7-452F6F370AA5}"/>
              </a:ext>
            </a:extLst>
          </p:cNvPr>
          <p:cNvSpPr>
            <a:spLocks noGrp="1"/>
          </p:cNvSpPr>
          <p:nvPr>
            <p:ph type="chart" sz="quarter" idx="26"/>
          </p:nvPr>
        </p:nvSpPr>
        <p:spPr>
          <a:xfrm>
            <a:off x="89916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37C54743-F6DC-D369-A89F-9C89893B1DF3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80666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33" name="Text Placeholder 6">
            <a:extLst>
              <a:ext uri="{FF2B5EF4-FFF2-40B4-BE49-F238E27FC236}">
                <a16:creationId xmlns:a16="http://schemas.microsoft.com/office/drawing/2014/main" id="{FA2B9662-5F86-64A9-641B-4CB95DB63EE9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4">
            <a:extLst>
              <a:ext uri="{FF2B5EF4-FFF2-40B4-BE49-F238E27FC236}">
                <a16:creationId xmlns:a16="http://schemas.microsoft.com/office/drawing/2014/main" id="{54AF1E55-35A0-4566-8F11-2D7D67BF66B6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A4B296BC-91E9-741F-2BA7-A92954B6F51D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464130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4" name="Text Placeholder 14">
            <a:extLst>
              <a:ext uri="{FF2B5EF4-FFF2-40B4-BE49-F238E27FC236}">
                <a16:creationId xmlns:a16="http://schemas.microsoft.com/office/drawing/2014/main" id="{A83E20F8-F254-C241-8F96-4F4AD1BB02FC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747594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C46BE487-3C13-BFA0-1DFA-7CDEC79B1028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1030042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</p:spTree>
    <p:extLst>
      <p:ext uri="{BB962C8B-B14F-4D97-AF65-F5344CB8AC3E}">
        <p14:creationId xmlns:p14="http://schemas.microsoft.com/office/powerpoint/2010/main" val="366928019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EECBE2F8-BA3E-8F0A-611E-FC61561841F3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1BD57BCA-F486-B11B-ED39-EE47437FD8C2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42F73657-A57E-C78B-E92D-C53B9C846E7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Chart Placeholder 5">
            <a:extLst>
              <a:ext uri="{FF2B5EF4-FFF2-40B4-BE49-F238E27FC236}">
                <a16:creationId xmlns:a16="http://schemas.microsoft.com/office/drawing/2014/main" id="{2F33278E-0F27-B7FB-6DC0-141171AB2655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B709C24E-C455-F76C-270D-B9C52EABC7D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37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E1F2F0CC-2F9E-9404-75C8-BCC6F82CCA56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3133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2D85D1D-40E5-DEDA-2DFC-BBC910624C44}"/>
              </a:ext>
            </a:extLst>
          </p:cNvPr>
          <p:cNvSpPr txBox="1"/>
          <p:nvPr userDrawn="1"/>
        </p:nvSpPr>
        <p:spPr>
          <a:xfrm>
            <a:off x="12322197" y="3207008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0E6A65-16C8-EE00-99E6-A994849F5AD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D737031D-D051-CA94-C6F3-19E3F1A320D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5B8C7360-25B1-A452-69DA-B4926459B4CF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2295753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1F06CDB4-CF85-9A88-7540-EE237A187F34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95313" y="6326188"/>
            <a:ext cx="5210175" cy="233362"/>
          </a:xfrm>
        </p:spPr>
        <p:txBody>
          <a:bodyPr/>
          <a:lstStyle>
            <a:lvl1pPr>
              <a:defRPr sz="9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6C21B8D1-5250-CDC1-0F0A-7C59834FC2A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2093893"/>
            <a:ext cx="5182918" cy="3834547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14">
            <a:extLst>
              <a:ext uri="{FF2B5EF4-FFF2-40B4-BE49-F238E27FC236}">
                <a16:creationId xmlns:a16="http://schemas.microsoft.com/office/drawing/2014/main" id="{8E54B032-E939-B8FB-0D2A-8B5FAF04673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512236"/>
            <a:ext cx="517906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503986B7-420B-AEBD-F96A-E109FBEB35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660341" y="1963266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7B327DF-FE88-9034-FEFD-863B50C4B54F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16EB982A-1B55-2B08-8FE8-41BA0B3D8175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883B3537-6DCA-CA80-A043-FEE98F7020E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230754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hart Placeholder 5">
            <a:extLst>
              <a:ext uri="{FF2B5EF4-FFF2-40B4-BE49-F238E27FC236}">
                <a16:creationId xmlns:a16="http://schemas.microsoft.com/office/drawing/2014/main" id="{F0A22905-1F9C-EDBB-6E45-4314FE1BCB1B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2043403"/>
            <a:ext cx="5182918" cy="4002833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502AB1E-D925-D96B-E44F-CCA14163FE7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451261"/>
            <a:ext cx="515620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E32BEB56-63F3-710E-E418-BD833A820E40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204DCCD1-D6F6-5BF9-FE48-7DA42C8C5290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ACDA9D96-55F7-93F4-D0CD-97103DF0498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67105" y="1938209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8012728-7CB9-4603-5558-28E8E6CB703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86688336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6634DF3-77DA-3C94-EA6F-DC8639207AB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520700" y="1360488"/>
            <a:ext cx="7942263" cy="1020762"/>
          </a:xfrm>
        </p:spPr>
        <p:txBody>
          <a:bodyPr/>
          <a:lstStyle>
            <a:lvl1pPr>
              <a:defRPr sz="1600"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BD24D38B-7C24-1AB0-F35C-1C03AED8C3F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1676400" y="2658140"/>
            <a:ext cx="6751320" cy="3560843"/>
          </a:xfrm>
        </p:spPr>
        <p:txBody>
          <a:bodyPr/>
          <a:lstStyle/>
          <a:p>
            <a:endParaRPr lang="en-US"/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4B3E447F-FB77-ED9A-DD46-0C25BDB5D58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95582" y="2790607"/>
            <a:ext cx="913178" cy="844180"/>
          </a:xfrm>
          <a:solidFill>
            <a:srgbClr val="DF0024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142485FB-F4B5-2756-F8DD-EFF889A6BFC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5582" y="3758614"/>
            <a:ext cx="913178" cy="844180"/>
          </a:xfrm>
          <a:solidFill>
            <a:srgbClr val="414042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0C5A3608-2EA9-3CE9-6C00-814FA96F52D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95582" y="4726621"/>
            <a:ext cx="913178" cy="844180"/>
          </a:xfrm>
          <a:solidFill>
            <a:srgbClr val="E6E7E8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rgbClr val="0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A06984DA-00A1-B07F-6B8A-64D873A4CD9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595360" y="1360488"/>
            <a:ext cx="3001058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3D138EE7-713C-2DBF-D740-36AD3A69D4E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08DC378-A837-F42F-B059-9062E8DDA4BC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7CE161B4-2035-7D77-0CA1-1159C33523A2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8612372" y="1988287"/>
            <a:ext cx="2987491" cy="42423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00971412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BA07C8E0-7DB5-9C2B-131E-6B83E896C49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211906"/>
            <a:ext cx="584275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1">
            <a:extLst>
              <a:ext uri="{FF2B5EF4-FFF2-40B4-BE49-F238E27FC236}">
                <a16:creationId xmlns:a16="http://schemas.microsoft.com/office/drawing/2014/main" id="{A5DA19F1-0F32-6EF5-CAC9-A8EEDBCB3709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60388" y="1632866"/>
            <a:ext cx="5828464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hart Placeholder 5">
            <a:extLst>
              <a:ext uri="{FF2B5EF4-FFF2-40B4-BE49-F238E27FC236}">
                <a16:creationId xmlns:a16="http://schemas.microsoft.com/office/drawing/2014/main" id="{9324EB69-A6B1-26D8-1803-AC980D739EB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60388" y="2143070"/>
            <a:ext cx="5828464" cy="1847695"/>
          </a:xfrm>
        </p:spPr>
        <p:txBody>
          <a:bodyPr/>
          <a:lstStyle/>
          <a:p>
            <a:endParaRPr lang="en-US"/>
          </a:p>
        </p:txBody>
      </p:sp>
      <p:sp>
        <p:nvSpPr>
          <p:cNvPr id="20" name="Text Placeholder 21">
            <a:extLst>
              <a:ext uri="{FF2B5EF4-FFF2-40B4-BE49-F238E27FC236}">
                <a16:creationId xmlns:a16="http://schemas.microsoft.com/office/drawing/2014/main" id="{7882B8DB-EDA1-F80A-DB49-03F4AC9E03C6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560388" y="4068722"/>
            <a:ext cx="5832792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Chart Placeholder 5">
            <a:extLst>
              <a:ext uri="{FF2B5EF4-FFF2-40B4-BE49-F238E27FC236}">
                <a16:creationId xmlns:a16="http://schemas.microsoft.com/office/drawing/2014/main" id="{C90B85CA-686C-A76F-B213-AB8C6CBE5486}"/>
              </a:ext>
            </a:extLst>
          </p:cNvPr>
          <p:cNvSpPr>
            <a:spLocks noGrp="1"/>
          </p:cNvSpPr>
          <p:nvPr>
            <p:ph type="chart" sz="quarter" idx="40"/>
          </p:nvPr>
        </p:nvSpPr>
        <p:spPr>
          <a:xfrm>
            <a:off x="560388" y="4525464"/>
            <a:ext cx="5828464" cy="1767544"/>
          </a:xfrm>
        </p:spPr>
        <p:txBody>
          <a:bodyPr/>
          <a:lstStyle/>
          <a:p>
            <a:endParaRPr lang="en-US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91D17A28-8639-A9BE-E1F3-497A3F11EB8A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794512" y="1309533"/>
            <a:ext cx="4840865" cy="443111"/>
          </a:xfrm>
        </p:spPr>
        <p:txBody>
          <a:bodyPr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Chart Placeholder 5">
            <a:extLst>
              <a:ext uri="{FF2B5EF4-FFF2-40B4-BE49-F238E27FC236}">
                <a16:creationId xmlns:a16="http://schemas.microsoft.com/office/drawing/2014/main" id="{D05A3BCA-351D-2C29-5650-7EC30C964CF6}"/>
              </a:ext>
            </a:extLst>
          </p:cNvPr>
          <p:cNvSpPr>
            <a:spLocks noGrp="1"/>
          </p:cNvSpPr>
          <p:nvPr>
            <p:ph type="chart" sz="quarter" idx="42"/>
          </p:nvPr>
        </p:nvSpPr>
        <p:spPr>
          <a:xfrm>
            <a:off x="6794338" y="1923199"/>
            <a:ext cx="4837273" cy="2067566"/>
          </a:xfrm>
        </p:spPr>
        <p:txBody>
          <a:bodyPr/>
          <a:lstStyle/>
          <a:p>
            <a:endParaRPr lang="en-US"/>
          </a:p>
        </p:txBody>
      </p:sp>
      <p:sp>
        <p:nvSpPr>
          <p:cNvPr id="24" name="Text Placeholder 21">
            <a:extLst>
              <a:ext uri="{FF2B5EF4-FFF2-40B4-BE49-F238E27FC236}">
                <a16:creationId xmlns:a16="http://schemas.microsoft.com/office/drawing/2014/main" id="{8E47891D-DD7F-956F-B362-C06C8D66BF4D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794338" y="4195185"/>
            <a:ext cx="4837273" cy="2131689"/>
          </a:xfrm>
        </p:spPr>
        <p:txBody>
          <a:bodyPr lIns="108000" tIns="144000" rIns="108000" bIns="1548000" anchor="t" anchorCtr="0"/>
          <a:lstStyle>
            <a:lvl1pPr>
              <a:defRPr sz="1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96C373B-1D04-16BF-06EA-85B6F5DD14E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ACDCEE0-3882-B0BA-CB79-55E96E141F1A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EC198AD7-EB52-9977-0A5A-B6BE45E540CC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9314080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High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2">
            <a:extLst>
              <a:ext uri="{FF2B5EF4-FFF2-40B4-BE49-F238E27FC236}">
                <a16:creationId xmlns:a16="http://schemas.microsoft.com/office/drawing/2014/main" id="{DAC24581-8115-2666-A0C9-54039677025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964326" y="1117149"/>
            <a:ext cx="4604634" cy="2466373"/>
          </a:xfrm>
        </p:spPr>
        <p:txBody>
          <a:bodyPr lIns="144000" tIns="180000" anchor="t" anchorCtr="0"/>
          <a:lstStyle>
            <a:lvl1pPr>
              <a:defRPr lang="en-US" sz="6000" b="1" kern="120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2">
            <a:extLst>
              <a:ext uri="{FF2B5EF4-FFF2-40B4-BE49-F238E27FC236}">
                <a16:creationId xmlns:a16="http://schemas.microsoft.com/office/drawing/2014/main" id="{B2A970D5-0989-A83F-F94A-F9E05689400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964326" y="4013200"/>
            <a:ext cx="4604634" cy="1742375"/>
          </a:xfrm>
        </p:spPr>
        <p:txBody>
          <a:bodyPr lIns="144000" tIns="72000" bIns="0" anchor="t" anchorCtr="0"/>
          <a:lstStyle>
            <a:lvl1pPr>
              <a:defRPr lang="en-US" sz="2000" b="0" kern="120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2141CDA-8737-9941-601C-2893CB6EA32C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9337403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Text Placeholder 26">
            <a:extLst>
              <a:ext uri="{FF2B5EF4-FFF2-40B4-BE49-F238E27FC236}">
                <a16:creationId xmlns:a16="http://schemas.microsoft.com/office/drawing/2014/main" id="{0B80A307-2D36-DB4D-F544-9C40B808F5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268545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6" name="Text Placeholder 26">
            <a:extLst>
              <a:ext uri="{FF2B5EF4-FFF2-40B4-BE49-F238E27FC236}">
                <a16:creationId xmlns:a16="http://schemas.microsoft.com/office/drawing/2014/main" id="{B5FAB120-47C1-2666-1398-A68BDD0E6E3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074102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7" name="Text Placeholder 26">
            <a:extLst>
              <a:ext uri="{FF2B5EF4-FFF2-40B4-BE49-F238E27FC236}">
                <a16:creationId xmlns:a16="http://schemas.microsoft.com/office/drawing/2014/main" id="{45F8FAA0-3605-2FD1-A7DE-6DF184CA54D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884473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8" name="Text Placeholder 26">
            <a:extLst>
              <a:ext uri="{FF2B5EF4-FFF2-40B4-BE49-F238E27FC236}">
                <a16:creationId xmlns:a16="http://schemas.microsoft.com/office/drawing/2014/main" id="{56FFC77F-1632-FE6E-636A-7D52B933C5C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78539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9" name="Text Placeholder 26">
            <a:extLst>
              <a:ext uri="{FF2B5EF4-FFF2-40B4-BE49-F238E27FC236}">
                <a16:creationId xmlns:a16="http://schemas.microsoft.com/office/drawing/2014/main" id="{AD8945F7-1BE6-EC94-1D45-F86DCF3024E3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99446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0" name="Text Placeholder 26">
            <a:extLst>
              <a:ext uri="{FF2B5EF4-FFF2-40B4-BE49-F238E27FC236}">
                <a16:creationId xmlns:a16="http://schemas.microsoft.com/office/drawing/2014/main" id="{CB40CFD5-4D14-BD5C-B12C-D0F48F67B0E7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18268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1" name="Text Placeholder 22">
            <a:extLst>
              <a:ext uri="{FF2B5EF4-FFF2-40B4-BE49-F238E27FC236}">
                <a16:creationId xmlns:a16="http://schemas.microsoft.com/office/drawing/2014/main" id="{FE4601C5-9818-7FA9-9EE9-CA6C8D137D7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96078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8" name="Text Placeholder 22">
            <a:extLst>
              <a:ext uri="{FF2B5EF4-FFF2-40B4-BE49-F238E27FC236}">
                <a16:creationId xmlns:a16="http://schemas.microsoft.com/office/drawing/2014/main" id="{5498890E-4C59-D8D0-79A4-FE1D9572818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499789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9" name="Text Placeholder 22">
            <a:extLst>
              <a:ext uri="{FF2B5EF4-FFF2-40B4-BE49-F238E27FC236}">
                <a16:creationId xmlns:a16="http://schemas.microsoft.com/office/drawing/2014/main" id="{E709DB1B-3187-0F2A-F90A-1F0FB591BF07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311636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0" name="Text Placeholder 22">
            <a:extLst>
              <a:ext uri="{FF2B5EF4-FFF2-40B4-BE49-F238E27FC236}">
                <a16:creationId xmlns:a16="http://schemas.microsoft.com/office/drawing/2014/main" id="{41F1FD76-D6DC-BC8D-84B6-34FF4FE9F152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2585713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1" name="Text Placeholder 22">
            <a:extLst>
              <a:ext uri="{FF2B5EF4-FFF2-40B4-BE49-F238E27FC236}">
                <a16:creationId xmlns:a16="http://schemas.microsoft.com/office/drawing/2014/main" id="{37402ADA-DA77-7ED4-DC55-7D21DD35D08B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402888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2" name="Text Placeholder 22">
            <a:extLst>
              <a:ext uri="{FF2B5EF4-FFF2-40B4-BE49-F238E27FC236}">
                <a16:creationId xmlns:a16="http://schemas.microsoft.com/office/drawing/2014/main" id="{68165EED-5E1D-1C61-4BAA-8DBF829CB38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0202012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63D01660-394F-25B8-ACE3-62B32B197F4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1477752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614DF83-8491-8B48-801E-F62A41350B74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able Placeholder 6">
            <a:extLst>
              <a:ext uri="{FF2B5EF4-FFF2-40B4-BE49-F238E27FC236}">
                <a16:creationId xmlns:a16="http://schemas.microsoft.com/office/drawing/2014/main" id="{A05CA06B-DDC6-BEEC-EA56-D3BB6A4DB247}"/>
              </a:ext>
            </a:extLst>
          </p:cNvPr>
          <p:cNvSpPr>
            <a:spLocks noGrp="1"/>
          </p:cNvSpPr>
          <p:nvPr>
            <p:ph type="tbl" sz="quarter" idx="46"/>
          </p:nvPr>
        </p:nvSpPr>
        <p:spPr>
          <a:xfrm>
            <a:off x="538162" y="954076"/>
            <a:ext cx="11159232" cy="4873385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275998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0" name="Text Placeholder 73">
            <a:extLst>
              <a:ext uri="{FF2B5EF4-FFF2-40B4-BE49-F238E27FC236}">
                <a16:creationId xmlns:a16="http://schemas.microsoft.com/office/drawing/2014/main" id="{A2557E26-13BC-778F-EBB7-E9C253F25D0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14350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4091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2" name="Text Placeholder 73">
            <a:extLst>
              <a:ext uri="{FF2B5EF4-FFF2-40B4-BE49-F238E27FC236}">
                <a16:creationId xmlns:a16="http://schemas.microsoft.com/office/drawing/2014/main" id="{DD510BED-C71B-456C-FB20-B1B775F905F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33832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3573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4" name="Text Placeholder 73">
            <a:extLst>
              <a:ext uri="{FF2B5EF4-FFF2-40B4-BE49-F238E27FC236}">
                <a16:creationId xmlns:a16="http://schemas.microsoft.com/office/drawing/2014/main" id="{8DFD7F32-19FE-A282-2AC0-08CD1D76056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53314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13054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6" name="Text Placeholder 73">
            <a:extLst>
              <a:ext uri="{FF2B5EF4-FFF2-40B4-BE49-F238E27FC236}">
                <a16:creationId xmlns:a16="http://schemas.microsoft.com/office/drawing/2014/main" id="{EB624406-0770-BD61-2BAD-FD935ED3BD9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72795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32536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8" name="Text Placeholder 73">
            <a:extLst>
              <a:ext uri="{FF2B5EF4-FFF2-40B4-BE49-F238E27FC236}">
                <a16:creationId xmlns:a16="http://schemas.microsoft.com/office/drawing/2014/main" id="{A94A8069-D899-3F3A-69B7-55302471FA8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92277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52018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0" name="Text Placeholder 73">
            <a:extLst>
              <a:ext uri="{FF2B5EF4-FFF2-40B4-BE49-F238E27FC236}">
                <a16:creationId xmlns:a16="http://schemas.microsoft.com/office/drawing/2014/main" id="{DFF051B0-28E1-6CB9-1A87-F48C7B82352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11758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71499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2" name="Text Placeholder 73">
            <a:extLst>
              <a:ext uri="{FF2B5EF4-FFF2-40B4-BE49-F238E27FC236}">
                <a16:creationId xmlns:a16="http://schemas.microsoft.com/office/drawing/2014/main" id="{E322CA7A-EFE0-DFE3-B4E5-F52CF3D19873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31240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90981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4" name="Text Placeholder 73">
            <a:extLst>
              <a:ext uri="{FF2B5EF4-FFF2-40B4-BE49-F238E27FC236}">
                <a16:creationId xmlns:a16="http://schemas.microsoft.com/office/drawing/2014/main" id="{D9C14CA1-7314-6D9C-086B-E2E807A02E9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50722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10462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6" name="Text Placeholder 73">
            <a:extLst>
              <a:ext uri="{FF2B5EF4-FFF2-40B4-BE49-F238E27FC236}">
                <a16:creationId xmlns:a16="http://schemas.microsoft.com/office/drawing/2014/main" id="{6E2BBB4D-6240-4876-73FC-161FDAF6E244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070203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29944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143509" y="22232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740917" y="271492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26">
            <a:extLst>
              <a:ext uri="{FF2B5EF4-FFF2-40B4-BE49-F238E27FC236}">
                <a16:creationId xmlns:a16="http://schemas.microsoft.com/office/drawing/2014/main" id="{32BD416F-9E6D-F45E-B3F5-5EC3B4225D5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2338326" y="320660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2935733" y="369829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26">
            <a:extLst>
              <a:ext uri="{FF2B5EF4-FFF2-40B4-BE49-F238E27FC236}">
                <a16:creationId xmlns:a16="http://schemas.microsoft.com/office/drawing/2014/main" id="{D007039C-5C58-FF6E-CEA6-1C2A248C0C32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3533142" y="418997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26">
            <a:extLst>
              <a:ext uri="{FF2B5EF4-FFF2-40B4-BE49-F238E27FC236}">
                <a16:creationId xmlns:a16="http://schemas.microsoft.com/office/drawing/2014/main" id="{F0734FF7-AEEE-5B75-7245-3A68C2E2D3AE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4130549" y="468166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4727958" y="517334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26">
            <a:extLst>
              <a:ext uri="{FF2B5EF4-FFF2-40B4-BE49-F238E27FC236}">
                <a16:creationId xmlns:a16="http://schemas.microsoft.com/office/drawing/2014/main" id="{709F9E32-03E4-62AB-ECE4-A89F3DE3A076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5325365" y="566502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312405" y="1731557"/>
            <a:ext cx="3513835" cy="409759"/>
          </a:xfrm>
        </p:spPr>
        <p:txBody>
          <a:bodyPr anchor="t"/>
          <a:lstStyle>
            <a:lvl1pPr>
              <a:lnSpc>
                <a:spcPct val="85000"/>
              </a:lnSpc>
              <a:defRPr sz="16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694113"/>
            <a:ext cx="2084388" cy="24145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8290686" y="2316481"/>
            <a:ext cx="3547745" cy="37922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E110CE2-749A-03D4-7C28-E0DE8D6A7233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43692557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V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2872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1134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09397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7659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45922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64184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82446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0070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35406083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V3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674823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80354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932269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0609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90931162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3">
            <a:extLst>
              <a:ext uri="{FF2B5EF4-FFF2-40B4-BE49-F238E27FC236}">
                <a16:creationId xmlns:a16="http://schemas.microsoft.com/office/drawing/2014/main" id="{82CDFAFC-294A-0D0E-71D1-546304F5CF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6404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3">
            <a:extLst>
              <a:ext uri="{FF2B5EF4-FFF2-40B4-BE49-F238E27FC236}">
                <a16:creationId xmlns:a16="http://schemas.microsoft.com/office/drawing/2014/main" id="{82AD7D3B-9F23-7ADB-47C1-BFA966BFA72D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65216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3">
            <a:extLst>
              <a:ext uri="{FF2B5EF4-FFF2-40B4-BE49-F238E27FC236}">
                <a16:creationId xmlns:a16="http://schemas.microsoft.com/office/drawing/2014/main" id="{D0379F10-9C5B-0E7E-C8D8-0E8B38B29B7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4028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3">
            <a:extLst>
              <a:ext uri="{FF2B5EF4-FFF2-40B4-BE49-F238E27FC236}">
                <a16:creationId xmlns:a16="http://schemas.microsoft.com/office/drawing/2014/main" id="{B9CCE96A-C29B-3D50-BC27-E79E273B924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6404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3">
            <a:extLst>
              <a:ext uri="{FF2B5EF4-FFF2-40B4-BE49-F238E27FC236}">
                <a16:creationId xmlns:a16="http://schemas.microsoft.com/office/drawing/2014/main" id="{B297C84C-178A-9925-8F15-785CDC336064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465216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3">
            <a:extLst>
              <a:ext uri="{FF2B5EF4-FFF2-40B4-BE49-F238E27FC236}">
                <a16:creationId xmlns:a16="http://schemas.microsoft.com/office/drawing/2014/main" id="{A7BC0C1B-F2EB-40A2-7268-DFEF1AEFEB0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864028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3">
            <a:extLst>
              <a:ext uri="{FF2B5EF4-FFF2-40B4-BE49-F238E27FC236}">
                <a16:creationId xmlns:a16="http://schemas.microsoft.com/office/drawing/2014/main" id="{CEDB1CE9-021C-D7EE-F825-23828CBC113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6404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3">
            <a:extLst>
              <a:ext uri="{FF2B5EF4-FFF2-40B4-BE49-F238E27FC236}">
                <a16:creationId xmlns:a16="http://schemas.microsoft.com/office/drawing/2014/main" id="{FB1766E6-635B-C45F-D3CF-D582BC48EE19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465216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3">
            <a:extLst>
              <a:ext uri="{FF2B5EF4-FFF2-40B4-BE49-F238E27FC236}">
                <a16:creationId xmlns:a16="http://schemas.microsoft.com/office/drawing/2014/main" id="{251FA7E9-33C3-40D2-0570-26487B5D738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864028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4">
            <a:extLst>
              <a:ext uri="{FF2B5EF4-FFF2-40B4-BE49-F238E27FC236}">
                <a16:creationId xmlns:a16="http://schemas.microsoft.com/office/drawing/2014/main" id="{007DE0D9-CCE8-266C-25B8-C3C972C944B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664046" y="1200076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4" name="Text Placeholder 14">
            <a:extLst>
              <a:ext uri="{FF2B5EF4-FFF2-40B4-BE49-F238E27FC236}">
                <a16:creationId xmlns:a16="http://schemas.microsoft.com/office/drawing/2014/main" id="{E1159D40-2723-5E49-054C-7730ACFE9A97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664046" y="3151600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DDCA42D5-3420-02DA-F542-46CB4D2BF731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6FACFAFB-5E56-0B22-8BBC-E275E5E6FD8D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51349528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martArt Placeholder 5">
            <a:extLst>
              <a:ext uri="{FF2B5EF4-FFF2-40B4-BE49-F238E27FC236}">
                <a16:creationId xmlns:a16="http://schemas.microsoft.com/office/drawing/2014/main" id="{E2A0D142-884D-750C-9492-E2F3253FD29C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609600" y="1011936"/>
            <a:ext cx="6934200" cy="5312664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14" name="Text Placeholder 26">
            <a:extLst>
              <a:ext uri="{FF2B5EF4-FFF2-40B4-BE49-F238E27FC236}">
                <a16:creationId xmlns:a16="http://schemas.microsoft.com/office/drawing/2014/main" id="{9BD94D04-DEC1-F741-78CE-724CF255D40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840141" y="1003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6">
            <a:extLst>
              <a:ext uri="{FF2B5EF4-FFF2-40B4-BE49-F238E27FC236}">
                <a16:creationId xmlns:a16="http://schemas.microsoft.com/office/drawing/2014/main" id="{533B763E-0880-6408-2E27-6BDC02B9168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868841" y="23243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26">
            <a:extLst>
              <a:ext uri="{FF2B5EF4-FFF2-40B4-BE49-F238E27FC236}">
                <a16:creationId xmlns:a16="http://schemas.microsoft.com/office/drawing/2014/main" id="{2312B874-96F7-5128-9D6B-CA0B9C5CD196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681641" y="36197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6">
            <a:extLst>
              <a:ext uri="{FF2B5EF4-FFF2-40B4-BE49-F238E27FC236}">
                <a16:creationId xmlns:a16="http://schemas.microsoft.com/office/drawing/2014/main" id="{35C7A597-D41D-980E-0DFA-77DE68C83AF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443641" y="4940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E4D3B0E7-B045-6CB7-D561-0A3078F42FE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D3D2717-A761-0FD5-A994-D09F426BE347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84965385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" name="SmartArt Placeholder 5">
            <a:extLst>
              <a:ext uri="{FF2B5EF4-FFF2-40B4-BE49-F238E27FC236}">
                <a16:creationId xmlns:a16="http://schemas.microsoft.com/office/drawing/2014/main" id="{B01565DF-A80F-645F-BD23-164C60465724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538162" y="1351158"/>
            <a:ext cx="6263854" cy="4723072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70651294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aphic 50">
            <a:extLst>
              <a:ext uri="{FF2B5EF4-FFF2-40B4-BE49-F238E27FC236}">
                <a16:creationId xmlns:a16="http://schemas.microsoft.com/office/drawing/2014/main" id="{2F9AE2D2-745D-3421-6608-1779FD3E9EA2}"/>
              </a:ext>
            </a:extLst>
          </p:cNvPr>
          <p:cNvGrpSpPr/>
          <p:nvPr userDrawn="1"/>
        </p:nvGrpSpPr>
        <p:grpSpPr>
          <a:xfrm>
            <a:off x="4112219" y="1249681"/>
            <a:ext cx="7918513" cy="4606072"/>
            <a:chOff x="14931" y="3509"/>
            <a:chExt cx="12166139" cy="6849711"/>
          </a:xfrm>
          <a:solidFill>
            <a:schemeClr val="bg1">
              <a:lumMod val="85000"/>
            </a:schemeClr>
          </a:solidFill>
        </p:grpSpPr>
        <p:sp>
          <p:nvSpPr>
            <p:cNvPr id="5" name="Freeform 52">
              <a:extLst>
                <a:ext uri="{FF2B5EF4-FFF2-40B4-BE49-F238E27FC236}">
                  <a16:creationId xmlns:a16="http://schemas.microsoft.com/office/drawing/2014/main" id="{6A56594C-E9DD-9997-D812-A82DF62E6260}"/>
                </a:ext>
              </a:extLst>
            </p:cNvPr>
            <p:cNvSpPr/>
            <p:nvPr/>
          </p:nvSpPr>
          <p:spPr>
            <a:xfrm>
              <a:off x="6147334" y="5105296"/>
              <a:ext cx="403726" cy="486535"/>
            </a:xfrm>
            <a:custGeom>
              <a:avLst/>
              <a:gdLst>
                <a:gd name="connsiteX0" fmla="*/ 401265 w 403728"/>
                <a:gd name="connsiteY0" fmla="*/ 22739 h 486532"/>
                <a:gd name="connsiteX1" fmla="*/ 330270 w 403728"/>
                <a:gd name="connsiteY1" fmla="*/ 28533 h 486532"/>
                <a:gd name="connsiteX2" fmla="*/ 277966 w 403728"/>
                <a:gd name="connsiteY2" fmla="*/ 32371 h 486532"/>
                <a:gd name="connsiteX3" fmla="*/ 203639 w 403728"/>
                <a:gd name="connsiteY3" fmla="*/ 32371 h 486532"/>
                <a:gd name="connsiteX4" fmla="*/ 191831 w 403728"/>
                <a:gd name="connsiteY4" fmla="*/ 18829 h 486532"/>
                <a:gd name="connsiteX5" fmla="*/ 75269 w 403728"/>
                <a:gd name="connsiteY5" fmla="*/ 18829 h 486532"/>
                <a:gd name="connsiteX6" fmla="*/ 44915 w 403728"/>
                <a:gd name="connsiteY6" fmla="*/ 9197 h 486532"/>
                <a:gd name="connsiteX7" fmla="*/ 12822 w 403728"/>
                <a:gd name="connsiteY7" fmla="*/ 7242 h 486532"/>
                <a:gd name="connsiteX8" fmla="*/ 0 w 403728"/>
                <a:gd name="connsiteY8" fmla="*/ 0 h 486532"/>
                <a:gd name="connsiteX9" fmla="*/ 10649 w 403728"/>
                <a:gd name="connsiteY9" fmla="*/ 48520 h 486532"/>
                <a:gd name="connsiteX10" fmla="*/ 22240 w 403728"/>
                <a:gd name="connsiteY10" fmla="*/ 89726 h 486532"/>
                <a:gd name="connsiteX11" fmla="*/ 41655 w 403728"/>
                <a:gd name="connsiteY11" fmla="*/ 127239 h 486532"/>
                <a:gd name="connsiteX12" fmla="*/ 48247 w 403728"/>
                <a:gd name="connsiteY12" fmla="*/ 190605 h 486532"/>
                <a:gd name="connsiteX13" fmla="*/ 61650 w 403728"/>
                <a:gd name="connsiteY13" fmla="*/ 222179 h 486532"/>
                <a:gd name="connsiteX14" fmla="*/ 63171 w 403728"/>
                <a:gd name="connsiteY14" fmla="*/ 287356 h 486532"/>
                <a:gd name="connsiteX15" fmla="*/ 71719 w 403728"/>
                <a:gd name="connsiteY15" fmla="*/ 323565 h 486532"/>
                <a:gd name="connsiteX16" fmla="*/ 75776 w 403728"/>
                <a:gd name="connsiteY16" fmla="*/ 334934 h 486532"/>
                <a:gd name="connsiteX17" fmla="*/ 90844 w 403728"/>
                <a:gd name="connsiteY17" fmla="*/ 399097 h 486532"/>
                <a:gd name="connsiteX18" fmla="*/ 100552 w 403728"/>
                <a:gd name="connsiteY18" fmla="*/ 444358 h 486532"/>
                <a:gd name="connsiteX19" fmla="*/ 105333 w 403728"/>
                <a:gd name="connsiteY19" fmla="*/ 450586 h 486532"/>
                <a:gd name="connsiteX20" fmla="*/ 133079 w 403728"/>
                <a:gd name="connsiteY20" fmla="*/ 470646 h 486532"/>
                <a:gd name="connsiteX21" fmla="*/ 133586 w 403728"/>
                <a:gd name="connsiteY21" fmla="*/ 468256 h 486532"/>
                <a:gd name="connsiteX22" fmla="*/ 152566 w 403728"/>
                <a:gd name="connsiteY22" fmla="*/ 456886 h 486532"/>
                <a:gd name="connsiteX23" fmla="*/ 170532 w 403728"/>
                <a:gd name="connsiteY23" fmla="*/ 484333 h 486532"/>
                <a:gd name="connsiteX24" fmla="*/ 213491 w 403728"/>
                <a:gd name="connsiteY24" fmla="*/ 483174 h 486532"/>
                <a:gd name="connsiteX25" fmla="*/ 235224 w 403728"/>
                <a:gd name="connsiteY25" fmla="*/ 458045 h 486532"/>
                <a:gd name="connsiteX26" fmla="*/ 235224 w 403728"/>
                <a:gd name="connsiteY26" fmla="*/ 203423 h 486532"/>
                <a:gd name="connsiteX27" fmla="*/ 269200 w 403728"/>
                <a:gd name="connsiteY27" fmla="*/ 188577 h 486532"/>
                <a:gd name="connsiteX28" fmla="*/ 269200 w 403728"/>
                <a:gd name="connsiteY28" fmla="*/ 56052 h 486532"/>
                <a:gd name="connsiteX29" fmla="*/ 301148 w 403728"/>
                <a:gd name="connsiteY29" fmla="*/ 51490 h 486532"/>
                <a:gd name="connsiteX30" fmla="*/ 339109 w 403728"/>
                <a:gd name="connsiteY30" fmla="*/ 38889 h 486532"/>
                <a:gd name="connsiteX31" fmla="*/ 357075 w 403728"/>
                <a:gd name="connsiteY31" fmla="*/ 53372 h 486532"/>
                <a:gd name="connsiteX32" fmla="*/ 381053 w 403728"/>
                <a:gd name="connsiteY32" fmla="*/ 36209 h 486532"/>
                <a:gd name="connsiteX33" fmla="*/ 403728 w 403728"/>
                <a:gd name="connsiteY33" fmla="*/ 31285 h 486532"/>
                <a:gd name="connsiteX34" fmla="*/ 401265 w 403728"/>
                <a:gd name="connsiteY34" fmla="*/ 22739 h 486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3728" h="486532">
                  <a:moveTo>
                    <a:pt x="401265" y="22739"/>
                  </a:moveTo>
                  <a:cubicBezTo>
                    <a:pt x="401265" y="13036"/>
                    <a:pt x="340485" y="24695"/>
                    <a:pt x="330270" y="28533"/>
                  </a:cubicBezTo>
                  <a:cubicBezTo>
                    <a:pt x="320056" y="32371"/>
                    <a:pt x="288108" y="38165"/>
                    <a:pt x="277966" y="32371"/>
                  </a:cubicBezTo>
                  <a:cubicBezTo>
                    <a:pt x="267824" y="26578"/>
                    <a:pt x="203639" y="32371"/>
                    <a:pt x="203639" y="32371"/>
                  </a:cubicBezTo>
                  <a:lnTo>
                    <a:pt x="191831" y="18829"/>
                  </a:lnTo>
                  <a:lnTo>
                    <a:pt x="75269" y="18829"/>
                  </a:lnTo>
                  <a:cubicBezTo>
                    <a:pt x="64308" y="19488"/>
                    <a:pt x="53492" y="16055"/>
                    <a:pt x="44915" y="9197"/>
                  </a:cubicBezTo>
                  <a:cubicBezTo>
                    <a:pt x="35685" y="1890"/>
                    <a:pt x="22870" y="1108"/>
                    <a:pt x="12822" y="7242"/>
                  </a:cubicBezTo>
                  <a:cubicBezTo>
                    <a:pt x="2318" y="12384"/>
                    <a:pt x="5143" y="2390"/>
                    <a:pt x="0" y="0"/>
                  </a:cubicBezTo>
                  <a:cubicBezTo>
                    <a:pt x="4484" y="15954"/>
                    <a:pt x="8041" y="32154"/>
                    <a:pt x="10649" y="48520"/>
                  </a:cubicBezTo>
                  <a:cubicBezTo>
                    <a:pt x="14851" y="62207"/>
                    <a:pt x="17024" y="76402"/>
                    <a:pt x="22240" y="89726"/>
                  </a:cubicBezTo>
                  <a:cubicBezTo>
                    <a:pt x="27456" y="103051"/>
                    <a:pt x="36077" y="114276"/>
                    <a:pt x="41655" y="127239"/>
                  </a:cubicBezTo>
                  <a:cubicBezTo>
                    <a:pt x="50421" y="147371"/>
                    <a:pt x="48899" y="168879"/>
                    <a:pt x="48247" y="190605"/>
                  </a:cubicBezTo>
                  <a:cubicBezTo>
                    <a:pt x="53702" y="200685"/>
                    <a:pt x="58194" y="211251"/>
                    <a:pt x="61650" y="222179"/>
                  </a:cubicBezTo>
                  <a:cubicBezTo>
                    <a:pt x="67155" y="243325"/>
                    <a:pt x="57665" y="273596"/>
                    <a:pt x="63171" y="287356"/>
                  </a:cubicBezTo>
                  <a:cubicBezTo>
                    <a:pt x="67249" y="299102"/>
                    <a:pt x="70111" y="311239"/>
                    <a:pt x="71719" y="323565"/>
                  </a:cubicBezTo>
                  <a:cubicBezTo>
                    <a:pt x="73095" y="327403"/>
                    <a:pt x="74399" y="331169"/>
                    <a:pt x="75776" y="334934"/>
                  </a:cubicBezTo>
                  <a:cubicBezTo>
                    <a:pt x="82788" y="355805"/>
                    <a:pt x="87830" y="377284"/>
                    <a:pt x="90844" y="399097"/>
                  </a:cubicBezTo>
                  <a:cubicBezTo>
                    <a:pt x="92800" y="411263"/>
                    <a:pt x="94032" y="432988"/>
                    <a:pt x="100552" y="444358"/>
                  </a:cubicBezTo>
                  <a:cubicBezTo>
                    <a:pt x="102145" y="446313"/>
                    <a:pt x="103739" y="448341"/>
                    <a:pt x="105333" y="450586"/>
                  </a:cubicBezTo>
                  <a:cubicBezTo>
                    <a:pt x="113229" y="457828"/>
                    <a:pt x="124820" y="462028"/>
                    <a:pt x="133079" y="470646"/>
                  </a:cubicBezTo>
                  <a:cubicBezTo>
                    <a:pt x="133419" y="469900"/>
                    <a:pt x="133593" y="469082"/>
                    <a:pt x="133586" y="468256"/>
                  </a:cubicBezTo>
                  <a:cubicBezTo>
                    <a:pt x="133586" y="460290"/>
                    <a:pt x="145612" y="445444"/>
                    <a:pt x="152566" y="456886"/>
                  </a:cubicBezTo>
                  <a:cubicBezTo>
                    <a:pt x="159521" y="468329"/>
                    <a:pt x="156551" y="484333"/>
                    <a:pt x="170532" y="484333"/>
                  </a:cubicBezTo>
                  <a:cubicBezTo>
                    <a:pt x="184514" y="484333"/>
                    <a:pt x="209507" y="489982"/>
                    <a:pt x="213491" y="483174"/>
                  </a:cubicBezTo>
                  <a:cubicBezTo>
                    <a:pt x="217476" y="476367"/>
                    <a:pt x="235224" y="470574"/>
                    <a:pt x="235224" y="458045"/>
                  </a:cubicBezTo>
                  <a:lnTo>
                    <a:pt x="235224" y="203423"/>
                  </a:lnTo>
                  <a:cubicBezTo>
                    <a:pt x="235224" y="194226"/>
                    <a:pt x="269200" y="203423"/>
                    <a:pt x="269200" y="188577"/>
                  </a:cubicBezTo>
                  <a:lnTo>
                    <a:pt x="269200" y="56052"/>
                  </a:lnTo>
                  <a:cubicBezTo>
                    <a:pt x="279937" y="55197"/>
                    <a:pt x="290608" y="53669"/>
                    <a:pt x="301148" y="51490"/>
                  </a:cubicBezTo>
                  <a:cubicBezTo>
                    <a:pt x="308393" y="49172"/>
                    <a:pt x="333096" y="34327"/>
                    <a:pt x="339109" y="38889"/>
                  </a:cubicBezTo>
                  <a:cubicBezTo>
                    <a:pt x="345121" y="43451"/>
                    <a:pt x="353090" y="59455"/>
                    <a:pt x="357075" y="53372"/>
                  </a:cubicBezTo>
                  <a:cubicBezTo>
                    <a:pt x="361059" y="47289"/>
                    <a:pt x="371056" y="36209"/>
                    <a:pt x="381053" y="36209"/>
                  </a:cubicBezTo>
                  <a:cubicBezTo>
                    <a:pt x="388762" y="35355"/>
                    <a:pt x="396361" y="33704"/>
                    <a:pt x="403728" y="31285"/>
                  </a:cubicBezTo>
                  <a:cubicBezTo>
                    <a:pt x="402330" y="28634"/>
                    <a:pt x="401490" y="25730"/>
                    <a:pt x="401265" y="227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" name="Freeform 53">
              <a:extLst>
                <a:ext uri="{FF2B5EF4-FFF2-40B4-BE49-F238E27FC236}">
                  <a16:creationId xmlns:a16="http://schemas.microsoft.com/office/drawing/2014/main" id="{CBDEB0EE-70DE-1367-C555-48329D9BE42B}"/>
                </a:ext>
              </a:extLst>
            </p:cNvPr>
            <p:cNvSpPr/>
            <p:nvPr/>
          </p:nvSpPr>
          <p:spPr>
            <a:xfrm>
              <a:off x="6551279" y="5050548"/>
              <a:ext cx="265709" cy="269324"/>
            </a:xfrm>
            <a:custGeom>
              <a:avLst/>
              <a:gdLst>
                <a:gd name="connsiteX0" fmla="*/ 179008 w 265710"/>
                <a:gd name="connsiteY0" fmla="*/ 12529 h 269323"/>
                <a:gd name="connsiteX1" fmla="*/ 174082 w 265710"/>
                <a:gd name="connsiteY1" fmla="*/ 0 h 269323"/>
                <a:gd name="connsiteX2" fmla="*/ 145104 w 265710"/>
                <a:gd name="connsiteY2" fmla="*/ 1086 h 269323"/>
                <a:gd name="connsiteX3" fmla="*/ 126124 w 265710"/>
                <a:gd name="connsiteY3" fmla="*/ 20567 h 269323"/>
                <a:gd name="connsiteX4" fmla="*/ 95118 w 265710"/>
                <a:gd name="connsiteY4" fmla="*/ 47941 h 269323"/>
                <a:gd name="connsiteX5" fmla="*/ 60201 w 265710"/>
                <a:gd name="connsiteY5" fmla="*/ 91392 h 269323"/>
                <a:gd name="connsiteX6" fmla="*/ 17241 w 265710"/>
                <a:gd name="connsiteY6" fmla="*/ 83426 h 269323"/>
                <a:gd name="connsiteX7" fmla="*/ 0 w 265710"/>
                <a:gd name="connsiteY7" fmla="*/ 86467 h 269323"/>
                <a:gd name="connsiteX8" fmla="*/ 19270 w 265710"/>
                <a:gd name="connsiteY8" fmla="*/ 108193 h 269323"/>
                <a:gd name="connsiteX9" fmla="*/ 37815 w 265710"/>
                <a:gd name="connsiteY9" fmla="*/ 154613 h 269323"/>
                <a:gd name="connsiteX10" fmla="*/ 71574 w 265710"/>
                <a:gd name="connsiteY10" fmla="*/ 181625 h 269323"/>
                <a:gd name="connsiteX11" fmla="*/ 85121 w 265710"/>
                <a:gd name="connsiteY11" fmla="*/ 210592 h 269323"/>
                <a:gd name="connsiteX12" fmla="*/ 108738 w 265710"/>
                <a:gd name="connsiteY12" fmla="*/ 237604 h 269323"/>
                <a:gd name="connsiteX13" fmla="*/ 132572 w 265710"/>
                <a:gd name="connsiteY13" fmla="*/ 253898 h 269323"/>
                <a:gd name="connsiteX14" fmla="*/ 164809 w 265710"/>
                <a:gd name="connsiteY14" fmla="*/ 261140 h 269323"/>
                <a:gd name="connsiteX15" fmla="*/ 203204 w 265710"/>
                <a:gd name="connsiteY15" fmla="*/ 269323 h 269323"/>
                <a:gd name="connsiteX16" fmla="*/ 237470 w 265710"/>
                <a:gd name="connsiteY16" fmla="*/ 230290 h 269323"/>
                <a:gd name="connsiteX17" fmla="*/ 246453 w 265710"/>
                <a:gd name="connsiteY17" fmla="*/ 192633 h 269323"/>
                <a:gd name="connsiteX18" fmla="*/ 264419 w 265710"/>
                <a:gd name="connsiteY18" fmla="*/ 163665 h 269323"/>
                <a:gd name="connsiteX19" fmla="*/ 253915 w 265710"/>
                <a:gd name="connsiteY19" fmla="*/ 134698 h 269323"/>
                <a:gd name="connsiteX20" fmla="*/ 262898 w 265710"/>
                <a:gd name="connsiteY20" fmla="*/ 100444 h 269323"/>
                <a:gd name="connsiteX21" fmla="*/ 261449 w 265710"/>
                <a:gd name="connsiteY21" fmla="*/ 40482 h 269323"/>
                <a:gd name="connsiteX22" fmla="*/ 222474 w 265710"/>
                <a:gd name="connsiteY22" fmla="*/ 25057 h 269323"/>
                <a:gd name="connsiteX23" fmla="*/ 179008 w 265710"/>
                <a:gd name="connsiteY23" fmla="*/ 12529 h 269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65710" h="269323">
                  <a:moveTo>
                    <a:pt x="179008" y="12529"/>
                  </a:moveTo>
                  <a:lnTo>
                    <a:pt x="174082" y="0"/>
                  </a:lnTo>
                  <a:lnTo>
                    <a:pt x="145104" y="1086"/>
                  </a:lnTo>
                  <a:cubicBezTo>
                    <a:pt x="126124" y="6807"/>
                    <a:pt x="126124" y="13687"/>
                    <a:pt x="126124" y="20567"/>
                  </a:cubicBezTo>
                  <a:cubicBezTo>
                    <a:pt x="126124" y="27447"/>
                    <a:pt x="108158" y="43379"/>
                    <a:pt x="95118" y="47941"/>
                  </a:cubicBezTo>
                  <a:cubicBezTo>
                    <a:pt x="82078" y="52503"/>
                    <a:pt x="68169" y="86830"/>
                    <a:pt x="60201" y="91392"/>
                  </a:cubicBezTo>
                  <a:cubicBezTo>
                    <a:pt x="52232" y="95954"/>
                    <a:pt x="25283" y="84584"/>
                    <a:pt x="17241" y="83426"/>
                  </a:cubicBezTo>
                  <a:cubicBezTo>
                    <a:pt x="11373" y="83542"/>
                    <a:pt x="5556" y="84570"/>
                    <a:pt x="0" y="86467"/>
                  </a:cubicBezTo>
                  <a:cubicBezTo>
                    <a:pt x="4999" y="96534"/>
                    <a:pt x="15430" y="108193"/>
                    <a:pt x="19270" y="108193"/>
                  </a:cubicBezTo>
                  <a:cubicBezTo>
                    <a:pt x="24341" y="108193"/>
                    <a:pt x="26007" y="148820"/>
                    <a:pt x="37815" y="154613"/>
                  </a:cubicBezTo>
                  <a:cubicBezTo>
                    <a:pt x="49624" y="160406"/>
                    <a:pt x="71574" y="173949"/>
                    <a:pt x="71574" y="181625"/>
                  </a:cubicBezTo>
                  <a:cubicBezTo>
                    <a:pt x="71574" y="189301"/>
                    <a:pt x="85121" y="199005"/>
                    <a:pt x="85121" y="210592"/>
                  </a:cubicBezTo>
                  <a:cubicBezTo>
                    <a:pt x="85121" y="222179"/>
                    <a:pt x="98523" y="237966"/>
                    <a:pt x="108738" y="237604"/>
                  </a:cubicBezTo>
                  <a:cubicBezTo>
                    <a:pt x="130471" y="236807"/>
                    <a:pt x="132572" y="247091"/>
                    <a:pt x="132572" y="253898"/>
                  </a:cubicBezTo>
                  <a:cubicBezTo>
                    <a:pt x="132572" y="260705"/>
                    <a:pt x="161042" y="253898"/>
                    <a:pt x="164809" y="261140"/>
                  </a:cubicBezTo>
                  <a:cubicBezTo>
                    <a:pt x="168576" y="268382"/>
                    <a:pt x="196322" y="265051"/>
                    <a:pt x="203204" y="269323"/>
                  </a:cubicBezTo>
                  <a:cubicBezTo>
                    <a:pt x="214940" y="256288"/>
                    <a:pt x="231675" y="239125"/>
                    <a:pt x="237470" y="230290"/>
                  </a:cubicBezTo>
                  <a:cubicBezTo>
                    <a:pt x="246453" y="216603"/>
                    <a:pt x="238992" y="197774"/>
                    <a:pt x="246453" y="192633"/>
                  </a:cubicBezTo>
                  <a:cubicBezTo>
                    <a:pt x="253915" y="187491"/>
                    <a:pt x="270432" y="165186"/>
                    <a:pt x="264419" y="163665"/>
                  </a:cubicBezTo>
                  <a:cubicBezTo>
                    <a:pt x="258406" y="162144"/>
                    <a:pt x="262898" y="144836"/>
                    <a:pt x="253915" y="134698"/>
                  </a:cubicBezTo>
                  <a:cubicBezTo>
                    <a:pt x="244932" y="124559"/>
                    <a:pt x="264419" y="119273"/>
                    <a:pt x="262898" y="100444"/>
                  </a:cubicBezTo>
                  <a:cubicBezTo>
                    <a:pt x="261376" y="81615"/>
                    <a:pt x="265940" y="43885"/>
                    <a:pt x="261449" y="40482"/>
                  </a:cubicBezTo>
                  <a:cubicBezTo>
                    <a:pt x="256957" y="37078"/>
                    <a:pt x="235949" y="35340"/>
                    <a:pt x="222474" y="25057"/>
                  </a:cubicBezTo>
                  <a:cubicBezTo>
                    <a:pt x="209000" y="14774"/>
                    <a:pt x="179008" y="12529"/>
                    <a:pt x="179008" y="125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" name="Freeform 54">
              <a:extLst>
                <a:ext uri="{FF2B5EF4-FFF2-40B4-BE49-F238E27FC236}">
                  <a16:creationId xmlns:a16="http://schemas.microsoft.com/office/drawing/2014/main" id="{DE3169DA-1BB3-0E2B-499E-BD8FA6BACED2}"/>
                </a:ext>
              </a:extLst>
            </p:cNvPr>
            <p:cNvSpPr/>
            <p:nvPr/>
          </p:nvSpPr>
          <p:spPr>
            <a:xfrm>
              <a:off x="6382775" y="5137160"/>
              <a:ext cx="300935" cy="370168"/>
            </a:xfrm>
            <a:custGeom>
              <a:avLst/>
              <a:gdLst>
                <a:gd name="connsiteX0" fmla="*/ 277242 w 300936"/>
                <a:gd name="connsiteY0" fmla="*/ 151209 h 370166"/>
                <a:gd name="connsiteX1" fmla="*/ 253625 w 300936"/>
                <a:gd name="connsiteY1" fmla="*/ 124197 h 370166"/>
                <a:gd name="connsiteX2" fmla="*/ 240078 w 300936"/>
                <a:gd name="connsiteY2" fmla="*/ 95230 h 370166"/>
                <a:gd name="connsiteX3" fmla="*/ 206319 w 300936"/>
                <a:gd name="connsiteY3" fmla="*/ 68218 h 370166"/>
                <a:gd name="connsiteX4" fmla="*/ 187774 w 300936"/>
                <a:gd name="connsiteY4" fmla="*/ 21725 h 370166"/>
                <a:gd name="connsiteX5" fmla="*/ 168504 w 300936"/>
                <a:gd name="connsiteY5" fmla="*/ 0 h 370166"/>
                <a:gd name="connsiteX6" fmla="*/ 145829 w 300936"/>
                <a:gd name="connsiteY6" fmla="*/ 4924 h 370166"/>
                <a:gd name="connsiteX7" fmla="*/ 121850 w 300936"/>
                <a:gd name="connsiteY7" fmla="*/ 22087 h 370166"/>
                <a:gd name="connsiteX8" fmla="*/ 103884 w 300936"/>
                <a:gd name="connsiteY8" fmla="*/ 7604 h 370166"/>
                <a:gd name="connsiteX9" fmla="*/ 65924 w 300936"/>
                <a:gd name="connsiteY9" fmla="*/ 20205 h 370166"/>
                <a:gd name="connsiteX10" fmla="*/ 33976 w 300936"/>
                <a:gd name="connsiteY10" fmla="*/ 24767 h 370166"/>
                <a:gd name="connsiteX11" fmla="*/ 33976 w 300936"/>
                <a:gd name="connsiteY11" fmla="*/ 157292 h 370166"/>
                <a:gd name="connsiteX12" fmla="*/ 0 w 300936"/>
                <a:gd name="connsiteY12" fmla="*/ 172138 h 370166"/>
                <a:gd name="connsiteX13" fmla="*/ 0 w 300936"/>
                <a:gd name="connsiteY13" fmla="*/ 285762 h 370166"/>
                <a:gd name="connsiteX14" fmla="*/ 16010 w 300936"/>
                <a:gd name="connsiteY14" fmla="*/ 297783 h 370166"/>
                <a:gd name="connsiteX15" fmla="*/ 26949 w 300936"/>
                <a:gd name="connsiteY15" fmla="*/ 341234 h 370166"/>
                <a:gd name="connsiteX16" fmla="*/ 19704 w 300936"/>
                <a:gd name="connsiteY16" fmla="*/ 350432 h 370166"/>
                <a:gd name="connsiteX17" fmla="*/ 25717 w 300936"/>
                <a:gd name="connsiteY17" fmla="*/ 367522 h 370166"/>
                <a:gd name="connsiteX18" fmla="*/ 59621 w 300936"/>
                <a:gd name="connsiteY18" fmla="*/ 365277 h 370166"/>
                <a:gd name="connsiteX19" fmla="*/ 90627 w 300936"/>
                <a:gd name="connsiteY19" fmla="*/ 325302 h 370166"/>
                <a:gd name="connsiteX20" fmla="*/ 113592 w 300936"/>
                <a:gd name="connsiteY20" fmla="*/ 304736 h 370166"/>
                <a:gd name="connsiteX21" fmla="*/ 153508 w 300936"/>
                <a:gd name="connsiteY21" fmla="*/ 319219 h 370166"/>
                <a:gd name="connsiteX22" fmla="*/ 185456 w 300936"/>
                <a:gd name="connsiteY22" fmla="*/ 302056 h 370166"/>
                <a:gd name="connsiteX23" fmla="*/ 198423 w 300936"/>
                <a:gd name="connsiteY23" fmla="*/ 273524 h 370166"/>
                <a:gd name="connsiteX24" fmla="*/ 227400 w 300936"/>
                <a:gd name="connsiteY24" fmla="*/ 249481 h 370166"/>
                <a:gd name="connsiteX25" fmla="*/ 241382 w 300936"/>
                <a:gd name="connsiteY25" fmla="*/ 223265 h 370166"/>
                <a:gd name="connsiteX26" fmla="*/ 268404 w 300936"/>
                <a:gd name="connsiteY26" fmla="*/ 200381 h 370166"/>
                <a:gd name="connsiteX27" fmla="*/ 289340 w 300936"/>
                <a:gd name="connsiteY27" fmla="*/ 186694 h 370166"/>
                <a:gd name="connsiteX28" fmla="*/ 300931 w 300936"/>
                <a:gd name="connsiteY28" fmla="*/ 168010 h 370166"/>
                <a:gd name="connsiteX29" fmla="*/ 300931 w 300936"/>
                <a:gd name="connsiteY29" fmla="*/ 168010 h 370166"/>
                <a:gd name="connsiteX30" fmla="*/ 277242 w 300936"/>
                <a:gd name="connsiteY30" fmla="*/ 151209 h 37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00936" h="370166">
                  <a:moveTo>
                    <a:pt x="277242" y="151209"/>
                  </a:moveTo>
                  <a:cubicBezTo>
                    <a:pt x="267027" y="151209"/>
                    <a:pt x="253625" y="135784"/>
                    <a:pt x="253625" y="124197"/>
                  </a:cubicBezTo>
                  <a:cubicBezTo>
                    <a:pt x="253625" y="112610"/>
                    <a:pt x="240078" y="102906"/>
                    <a:pt x="240078" y="95230"/>
                  </a:cubicBezTo>
                  <a:cubicBezTo>
                    <a:pt x="240078" y="87554"/>
                    <a:pt x="218345" y="74011"/>
                    <a:pt x="206319" y="68218"/>
                  </a:cubicBezTo>
                  <a:cubicBezTo>
                    <a:pt x="194294" y="62424"/>
                    <a:pt x="193207" y="21725"/>
                    <a:pt x="187774" y="21725"/>
                  </a:cubicBezTo>
                  <a:cubicBezTo>
                    <a:pt x="183934" y="21725"/>
                    <a:pt x="173285" y="9849"/>
                    <a:pt x="168504" y="0"/>
                  </a:cubicBezTo>
                  <a:cubicBezTo>
                    <a:pt x="161136" y="2419"/>
                    <a:pt x="153537" y="4070"/>
                    <a:pt x="145829" y="4924"/>
                  </a:cubicBezTo>
                  <a:cubicBezTo>
                    <a:pt x="135832" y="4924"/>
                    <a:pt x="125835" y="16367"/>
                    <a:pt x="121850" y="22087"/>
                  </a:cubicBezTo>
                  <a:cubicBezTo>
                    <a:pt x="117866" y="27809"/>
                    <a:pt x="109897" y="11804"/>
                    <a:pt x="103884" y="7604"/>
                  </a:cubicBezTo>
                  <a:cubicBezTo>
                    <a:pt x="97871" y="3403"/>
                    <a:pt x="72951" y="17887"/>
                    <a:pt x="65924" y="20205"/>
                  </a:cubicBezTo>
                  <a:cubicBezTo>
                    <a:pt x="55376" y="22384"/>
                    <a:pt x="44712" y="23912"/>
                    <a:pt x="33976" y="24767"/>
                  </a:cubicBezTo>
                  <a:lnTo>
                    <a:pt x="33976" y="157292"/>
                  </a:lnTo>
                  <a:cubicBezTo>
                    <a:pt x="33976" y="172138"/>
                    <a:pt x="0" y="162941"/>
                    <a:pt x="0" y="172138"/>
                  </a:cubicBezTo>
                  <a:lnTo>
                    <a:pt x="0" y="285762"/>
                  </a:lnTo>
                  <a:cubicBezTo>
                    <a:pt x="7244" y="288804"/>
                    <a:pt x="14489" y="293004"/>
                    <a:pt x="16010" y="297783"/>
                  </a:cubicBezTo>
                  <a:cubicBezTo>
                    <a:pt x="19995" y="309226"/>
                    <a:pt x="28977" y="334355"/>
                    <a:pt x="26949" y="341234"/>
                  </a:cubicBezTo>
                  <a:cubicBezTo>
                    <a:pt x="24921" y="348114"/>
                    <a:pt x="19704" y="343552"/>
                    <a:pt x="19704" y="350432"/>
                  </a:cubicBezTo>
                  <a:cubicBezTo>
                    <a:pt x="19704" y="357311"/>
                    <a:pt x="15720" y="367522"/>
                    <a:pt x="25717" y="367522"/>
                  </a:cubicBezTo>
                  <a:cubicBezTo>
                    <a:pt x="35715" y="367522"/>
                    <a:pt x="52666" y="374764"/>
                    <a:pt x="59621" y="365277"/>
                  </a:cubicBezTo>
                  <a:cubicBezTo>
                    <a:pt x="66576" y="355790"/>
                    <a:pt x="89613" y="335513"/>
                    <a:pt x="90627" y="325302"/>
                  </a:cubicBezTo>
                  <a:cubicBezTo>
                    <a:pt x="91641" y="315092"/>
                    <a:pt x="96567" y="292135"/>
                    <a:pt x="113592" y="304736"/>
                  </a:cubicBezTo>
                  <a:cubicBezTo>
                    <a:pt x="130616" y="317336"/>
                    <a:pt x="131558" y="319219"/>
                    <a:pt x="153508" y="319219"/>
                  </a:cubicBezTo>
                  <a:cubicBezTo>
                    <a:pt x="175458" y="319219"/>
                    <a:pt x="181471" y="318060"/>
                    <a:pt x="185456" y="302056"/>
                  </a:cubicBezTo>
                  <a:cubicBezTo>
                    <a:pt x="189440" y="286052"/>
                    <a:pt x="185456" y="273524"/>
                    <a:pt x="198423" y="273524"/>
                  </a:cubicBezTo>
                  <a:cubicBezTo>
                    <a:pt x="211391" y="273524"/>
                    <a:pt x="227400" y="259764"/>
                    <a:pt x="227400" y="249481"/>
                  </a:cubicBezTo>
                  <a:cubicBezTo>
                    <a:pt x="227400" y="239197"/>
                    <a:pt x="233413" y="223265"/>
                    <a:pt x="241382" y="223265"/>
                  </a:cubicBezTo>
                  <a:cubicBezTo>
                    <a:pt x="249351" y="223265"/>
                    <a:pt x="266375" y="211823"/>
                    <a:pt x="268404" y="200381"/>
                  </a:cubicBezTo>
                  <a:cubicBezTo>
                    <a:pt x="270432" y="188939"/>
                    <a:pt x="284341" y="193139"/>
                    <a:pt x="289340" y="186694"/>
                  </a:cubicBezTo>
                  <a:cubicBezTo>
                    <a:pt x="291803" y="183290"/>
                    <a:pt x="296584" y="175325"/>
                    <a:pt x="300931" y="168010"/>
                  </a:cubicBezTo>
                  <a:lnTo>
                    <a:pt x="300931" y="168010"/>
                  </a:lnTo>
                  <a:cubicBezTo>
                    <a:pt x="301076" y="160696"/>
                    <a:pt x="298830" y="150413"/>
                    <a:pt x="277242" y="1512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" name="Freeform 55">
              <a:extLst>
                <a:ext uri="{FF2B5EF4-FFF2-40B4-BE49-F238E27FC236}">
                  <a16:creationId xmlns:a16="http://schemas.microsoft.com/office/drawing/2014/main" id="{6A6DCC24-5BEE-8D07-0B6C-6AC230366080}"/>
                </a:ext>
              </a:extLst>
            </p:cNvPr>
            <p:cNvSpPr/>
            <p:nvPr/>
          </p:nvSpPr>
          <p:spPr>
            <a:xfrm>
              <a:off x="6737676" y="5459134"/>
              <a:ext cx="45422" cy="64392"/>
            </a:xfrm>
            <a:custGeom>
              <a:avLst/>
              <a:gdLst>
                <a:gd name="connsiteX0" fmla="*/ 22965 w 45422"/>
                <a:gd name="connsiteY0" fmla="*/ 0 h 64392"/>
                <a:gd name="connsiteX1" fmla="*/ 0 w 45422"/>
                <a:gd name="connsiteY1" fmla="*/ 27808 h 64392"/>
                <a:gd name="connsiteX2" fmla="*/ 20864 w 45422"/>
                <a:gd name="connsiteY2" fmla="*/ 64017 h 64392"/>
                <a:gd name="connsiteX3" fmla="*/ 39699 w 45422"/>
                <a:gd name="connsiteY3" fmla="*/ 55255 h 64392"/>
                <a:gd name="connsiteX4" fmla="*/ 45422 w 45422"/>
                <a:gd name="connsiteY4" fmla="*/ 44971 h 64392"/>
                <a:gd name="connsiteX5" fmla="*/ 42235 w 45422"/>
                <a:gd name="connsiteY5" fmla="*/ 11659 h 64392"/>
                <a:gd name="connsiteX6" fmla="*/ 22965 w 45422"/>
                <a:gd name="connsiteY6" fmla="*/ 0 h 64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422" h="64392">
                  <a:moveTo>
                    <a:pt x="22965" y="0"/>
                  </a:moveTo>
                  <a:cubicBezTo>
                    <a:pt x="14634" y="0"/>
                    <a:pt x="0" y="23029"/>
                    <a:pt x="0" y="27808"/>
                  </a:cubicBezTo>
                  <a:cubicBezTo>
                    <a:pt x="0" y="32588"/>
                    <a:pt x="10432" y="62859"/>
                    <a:pt x="20864" y="64017"/>
                  </a:cubicBezTo>
                  <a:cubicBezTo>
                    <a:pt x="31296" y="65176"/>
                    <a:pt x="38975" y="64017"/>
                    <a:pt x="39699" y="55255"/>
                  </a:cubicBezTo>
                  <a:cubicBezTo>
                    <a:pt x="40221" y="51221"/>
                    <a:pt x="42271" y="47543"/>
                    <a:pt x="45422" y="44971"/>
                  </a:cubicBezTo>
                  <a:cubicBezTo>
                    <a:pt x="44553" y="37730"/>
                    <a:pt x="42814" y="21363"/>
                    <a:pt x="42235" y="11659"/>
                  </a:cubicBezTo>
                  <a:cubicBezTo>
                    <a:pt x="36077" y="6590"/>
                    <a:pt x="28398" y="0"/>
                    <a:pt x="2296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" name="Freeform 56">
              <a:extLst>
                <a:ext uri="{FF2B5EF4-FFF2-40B4-BE49-F238E27FC236}">
                  <a16:creationId xmlns:a16="http://schemas.microsoft.com/office/drawing/2014/main" id="{BBDD1F62-29A7-A2F2-8638-8D1870C84FF2}"/>
                </a:ext>
              </a:extLst>
            </p:cNvPr>
            <p:cNvSpPr/>
            <p:nvPr/>
          </p:nvSpPr>
          <p:spPr>
            <a:xfrm>
              <a:off x="6615463" y="5575578"/>
              <a:ext cx="75703" cy="87269"/>
            </a:xfrm>
            <a:custGeom>
              <a:avLst/>
              <a:gdLst>
                <a:gd name="connsiteX0" fmla="*/ 53971 w 75703"/>
                <a:gd name="connsiteY0" fmla="*/ 2757 h 87269"/>
                <a:gd name="connsiteX1" fmla="*/ 19995 w 75703"/>
                <a:gd name="connsiteY1" fmla="*/ 18689 h 87269"/>
                <a:gd name="connsiteX2" fmla="*/ 0 w 75703"/>
                <a:gd name="connsiteY2" fmla="*/ 53015 h 87269"/>
                <a:gd name="connsiteX3" fmla="*/ 19995 w 75703"/>
                <a:gd name="connsiteY3" fmla="*/ 84952 h 87269"/>
                <a:gd name="connsiteX4" fmla="*/ 33976 w 75703"/>
                <a:gd name="connsiteY4" fmla="*/ 87269 h 87269"/>
                <a:gd name="connsiteX5" fmla="*/ 41945 w 75703"/>
                <a:gd name="connsiteY5" fmla="*/ 66702 h 87269"/>
                <a:gd name="connsiteX6" fmla="*/ 63678 w 75703"/>
                <a:gd name="connsiteY6" fmla="*/ 59461 h 87269"/>
                <a:gd name="connsiteX7" fmla="*/ 75704 w 75703"/>
                <a:gd name="connsiteY7" fmla="*/ 32086 h 87269"/>
                <a:gd name="connsiteX8" fmla="*/ 53971 w 75703"/>
                <a:gd name="connsiteY8" fmla="*/ 2757 h 872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5703" h="87269">
                  <a:moveTo>
                    <a:pt x="53971" y="2757"/>
                  </a:moveTo>
                  <a:cubicBezTo>
                    <a:pt x="49914" y="-6440"/>
                    <a:pt x="23979" y="9564"/>
                    <a:pt x="19995" y="18689"/>
                  </a:cubicBezTo>
                  <a:cubicBezTo>
                    <a:pt x="16010" y="27814"/>
                    <a:pt x="0" y="53015"/>
                    <a:pt x="0" y="53015"/>
                  </a:cubicBezTo>
                  <a:lnTo>
                    <a:pt x="19995" y="84952"/>
                  </a:lnTo>
                  <a:lnTo>
                    <a:pt x="33976" y="87269"/>
                  </a:lnTo>
                  <a:cubicBezTo>
                    <a:pt x="33976" y="87269"/>
                    <a:pt x="37960" y="75900"/>
                    <a:pt x="41945" y="66702"/>
                  </a:cubicBezTo>
                  <a:cubicBezTo>
                    <a:pt x="45929" y="57505"/>
                    <a:pt x="63678" y="69020"/>
                    <a:pt x="63678" y="59461"/>
                  </a:cubicBezTo>
                  <a:cubicBezTo>
                    <a:pt x="63678" y="49901"/>
                    <a:pt x="75704" y="41211"/>
                    <a:pt x="75704" y="32086"/>
                  </a:cubicBezTo>
                  <a:cubicBezTo>
                    <a:pt x="75704" y="22962"/>
                    <a:pt x="57955" y="11882"/>
                    <a:pt x="53971" y="2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" name="Freeform 57">
              <a:extLst>
                <a:ext uri="{FF2B5EF4-FFF2-40B4-BE49-F238E27FC236}">
                  <a16:creationId xmlns:a16="http://schemas.microsoft.com/office/drawing/2014/main" id="{69C127C0-6309-0AC5-2726-1A4711AC0C86}"/>
                </a:ext>
              </a:extLst>
            </p:cNvPr>
            <p:cNvSpPr/>
            <p:nvPr/>
          </p:nvSpPr>
          <p:spPr>
            <a:xfrm>
              <a:off x="6280847" y="5304520"/>
              <a:ext cx="527604" cy="543331"/>
            </a:xfrm>
            <a:custGeom>
              <a:avLst/>
              <a:gdLst>
                <a:gd name="connsiteX0" fmla="*/ 465306 w 527607"/>
                <a:gd name="connsiteY0" fmla="*/ 290325 h 543327"/>
                <a:gd name="connsiteX1" fmla="*/ 497325 w 527607"/>
                <a:gd name="connsiteY1" fmla="*/ 253102 h 543327"/>
                <a:gd name="connsiteX2" fmla="*/ 497688 w 527607"/>
                <a:gd name="connsiteY2" fmla="*/ 252233 h 543327"/>
                <a:gd name="connsiteX3" fmla="*/ 505874 w 527607"/>
                <a:gd name="connsiteY3" fmla="*/ 227828 h 543327"/>
                <a:gd name="connsiteX4" fmla="*/ 527607 w 527607"/>
                <a:gd name="connsiteY4" fmla="*/ 203495 h 543327"/>
                <a:gd name="connsiteX5" fmla="*/ 527607 w 527607"/>
                <a:gd name="connsiteY5" fmla="*/ 201033 h 543327"/>
                <a:gd name="connsiteX6" fmla="*/ 502469 w 527607"/>
                <a:gd name="connsiteY6" fmla="*/ 203205 h 543327"/>
                <a:gd name="connsiteX7" fmla="*/ 502034 w 527607"/>
                <a:gd name="connsiteY7" fmla="*/ 199222 h 543327"/>
                <a:gd name="connsiteX8" fmla="*/ 496312 w 527607"/>
                <a:gd name="connsiteY8" fmla="*/ 209506 h 543327"/>
                <a:gd name="connsiteX9" fmla="*/ 477476 w 527607"/>
                <a:gd name="connsiteY9" fmla="*/ 218268 h 543327"/>
                <a:gd name="connsiteX10" fmla="*/ 456612 w 527607"/>
                <a:gd name="connsiteY10" fmla="*/ 182059 h 543327"/>
                <a:gd name="connsiteX11" fmla="*/ 479577 w 527607"/>
                <a:gd name="connsiteY11" fmla="*/ 154251 h 543327"/>
                <a:gd name="connsiteX12" fmla="*/ 498847 w 527607"/>
                <a:gd name="connsiteY12" fmla="*/ 165548 h 543327"/>
                <a:gd name="connsiteX13" fmla="*/ 498847 w 527607"/>
                <a:gd name="connsiteY13" fmla="*/ 158306 h 543327"/>
                <a:gd name="connsiteX14" fmla="*/ 495804 w 527607"/>
                <a:gd name="connsiteY14" fmla="*/ 88061 h 543327"/>
                <a:gd name="connsiteX15" fmla="*/ 474868 w 527607"/>
                <a:gd name="connsiteY15" fmla="*/ 16077 h 543327"/>
                <a:gd name="connsiteX16" fmla="*/ 435169 w 527607"/>
                <a:gd name="connsiteY16" fmla="*/ 6663 h 543327"/>
                <a:gd name="connsiteX17" fmla="*/ 403077 w 527607"/>
                <a:gd name="connsiteY17" fmla="*/ 0 h 543327"/>
                <a:gd name="connsiteX18" fmla="*/ 391485 w 527607"/>
                <a:gd name="connsiteY18" fmla="*/ 18684 h 543327"/>
                <a:gd name="connsiteX19" fmla="*/ 370549 w 527607"/>
                <a:gd name="connsiteY19" fmla="*/ 32371 h 543327"/>
                <a:gd name="connsiteX20" fmla="*/ 343528 w 527607"/>
                <a:gd name="connsiteY20" fmla="*/ 55255 h 543327"/>
                <a:gd name="connsiteX21" fmla="*/ 329546 w 527607"/>
                <a:gd name="connsiteY21" fmla="*/ 81470 h 543327"/>
                <a:gd name="connsiteX22" fmla="*/ 300569 w 527607"/>
                <a:gd name="connsiteY22" fmla="*/ 105513 h 543327"/>
                <a:gd name="connsiteX23" fmla="*/ 287601 w 527607"/>
                <a:gd name="connsiteY23" fmla="*/ 134046 h 543327"/>
                <a:gd name="connsiteX24" fmla="*/ 255654 w 527607"/>
                <a:gd name="connsiteY24" fmla="*/ 151209 h 543327"/>
                <a:gd name="connsiteX25" fmla="*/ 215737 w 527607"/>
                <a:gd name="connsiteY25" fmla="*/ 136726 h 543327"/>
                <a:gd name="connsiteX26" fmla="*/ 192772 w 527607"/>
                <a:gd name="connsiteY26" fmla="*/ 157292 h 543327"/>
                <a:gd name="connsiteX27" fmla="*/ 161767 w 527607"/>
                <a:gd name="connsiteY27" fmla="*/ 197267 h 543327"/>
                <a:gd name="connsiteX28" fmla="*/ 127863 w 527607"/>
                <a:gd name="connsiteY28" fmla="*/ 199512 h 543327"/>
                <a:gd name="connsiteX29" fmla="*/ 121850 w 527607"/>
                <a:gd name="connsiteY29" fmla="*/ 182421 h 543327"/>
                <a:gd name="connsiteX30" fmla="*/ 129095 w 527607"/>
                <a:gd name="connsiteY30" fmla="*/ 173225 h 543327"/>
                <a:gd name="connsiteX31" fmla="*/ 118156 w 527607"/>
                <a:gd name="connsiteY31" fmla="*/ 129774 h 543327"/>
                <a:gd name="connsiteX32" fmla="*/ 102145 w 527607"/>
                <a:gd name="connsiteY32" fmla="*/ 117752 h 543327"/>
                <a:gd name="connsiteX33" fmla="*/ 102145 w 527607"/>
                <a:gd name="connsiteY33" fmla="*/ 258895 h 543327"/>
                <a:gd name="connsiteX34" fmla="*/ 80412 w 527607"/>
                <a:gd name="connsiteY34" fmla="*/ 284024 h 543327"/>
                <a:gd name="connsiteX35" fmla="*/ 37453 w 527607"/>
                <a:gd name="connsiteY35" fmla="*/ 285183 h 543327"/>
                <a:gd name="connsiteX36" fmla="*/ 19487 w 527607"/>
                <a:gd name="connsiteY36" fmla="*/ 257736 h 543327"/>
                <a:gd name="connsiteX37" fmla="*/ 507 w 527607"/>
                <a:gd name="connsiteY37" fmla="*/ 269106 h 543327"/>
                <a:gd name="connsiteX38" fmla="*/ 0 w 527607"/>
                <a:gd name="connsiteY38" fmla="*/ 271496 h 543327"/>
                <a:gd name="connsiteX39" fmla="*/ 4854 w 527607"/>
                <a:gd name="connsiteY39" fmla="*/ 277796 h 543327"/>
                <a:gd name="connsiteX40" fmla="*/ 16589 w 527607"/>
                <a:gd name="connsiteY40" fmla="*/ 315019 h 543327"/>
                <a:gd name="connsiteX41" fmla="*/ 23327 w 527607"/>
                <a:gd name="connsiteY41" fmla="*/ 359846 h 543327"/>
                <a:gd name="connsiteX42" fmla="*/ 24703 w 527607"/>
                <a:gd name="connsiteY42" fmla="*/ 369188 h 543327"/>
                <a:gd name="connsiteX43" fmla="*/ 43901 w 527607"/>
                <a:gd name="connsiteY43" fmla="*/ 411335 h 543327"/>
                <a:gd name="connsiteX44" fmla="*/ 43901 w 527607"/>
                <a:gd name="connsiteY44" fmla="*/ 447544 h 543327"/>
                <a:gd name="connsiteX45" fmla="*/ 43249 w 527607"/>
                <a:gd name="connsiteY45" fmla="*/ 447544 h 543327"/>
                <a:gd name="connsiteX46" fmla="*/ 53173 w 527607"/>
                <a:gd name="connsiteY46" fmla="*/ 495413 h 543327"/>
                <a:gd name="connsiteX47" fmla="*/ 51073 w 527607"/>
                <a:gd name="connsiteY47" fmla="*/ 507724 h 543327"/>
                <a:gd name="connsiteX48" fmla="*/ 55419 w 527607"/>
                <a:gd name="connsiteY48" fmla="*/ 511924 h 543327"/>
                <a:gd name="connsiteX49" fmla="*/ 69401 w 527607"/>
                <a:gd name="connsiteY49" fmla="*/ 521628 h 543327"/>
                <a:gd name="connsiteX50" fmla="*/ 87367 w 527607"/>
                <a:gd name="connsiteY50" fmla="*/ 538139 h 543327"/>
                <a:gd name="connsiteX51" fmla="*/ 105413 w 527607"/>
                <a:gd name="connsiteY51" fmla="*/ 540776 h 543327"/>
                <a:gd name="connsiteX52" fmla="*/ 109100 w 527607"/>
                <a:gd name="connsiteY52" fmla="*/ 536474 h 543327"/>
                <a:gd name="connsiteX53" fmla="*/ 144453 w 527607"/>
                <a:gd name="connsiteY53" fmla="*/ 524597 h 543327"/>
                <a:gd name="connsiteX54" fmla="*/ 161042 w 527607"/>
                <a:gd name="connsiteY54" fmla="*/ 514241 h 543327"/>
                <a:gd name="connsiteX55" fmla="*/ 176907 w 527607"/>
                <a:gd name="connsiteY55" fmla="*/ 510476 h 543327"/>
                <a:gd name="connsiteX56" fmla="*/ 200959 w 527607"/>
                <a:gd name="connsiteY56" fmla="*/ 506131 h 543327"/>
                <a:gd name="connsiteX57" fmla="*/ 223271 w 527607"/>
                <a:gd name="connsiteY57" fmla="*/ 507289 h 543327"/>
                <a:gd name="connsiteX58" fmla="*/ 239571 w 527607"/>
                <a:gd name="connsiteY58" fmla="*/ 503089 h 543327"/>
                <a:gd name="connsiteX59" fmla="*/ 244280 w 527607"/>
                <a:gd name="connsiteY59" fmla="*/ 503089 h 543327"/>
                <a:gd name="connsiteX60" fmla="*/ 246163 w 527607"/>
                <a:gd name="connsiteY60" fmla="*/ 502655 h 543327"/>
                <a:gd name="connsiteX61" fmla="*/ 249351 w 527607"/>
                <a:gd name="connsiteY61" fmla="*/ 500699 h 543327"/>
                <a:gd name="connsiteX62" fmla="*/ 249931 w 527607"/>
                <a:gd name="connsiteY62" fmla="*/ 500120 h 543327"/>
                <a:gd name="connsiteX63" fmla="*/ 252828 w 527607"/>
                <a:gd name="connsiteY63" fmla="*/ 496789 h 543327"/>
                <a:gd name="connsiteX64" fmla="*/ 294918 w 527607"/>
                <a:gd name="connsiteY64" fmla="*/ 490054 h 543327"/>
                <a:gd name="connsiteX65" fmla="*/ 299337 w 527607"/>
                <a:gd name="connsiteY65" fmla="*/ 489402 h 543327"/>
                <a:gd name="connsiteX66" fmla="*/ 299337 w 527607"/>
                <a:gd name="connsiteY66" fmla="*/ 489402 h 543327"/>
                <a:gd name="connsiteX67" fmla="*/ 394238 w 527607"/>
                <a:gd name="connsiteY67" fmla="*/ 422850 h 543327"/>
                <a:gd name="connsiteX68" fmla="*/ 433720 w 527607"/>
                <a:gd name="connsiteY68" fmla="*/ 354270 h 543327"/>
                <a:gd name="connsiteX69" fmla="*/ 428504 w 527607"/>
                <a:gd name="connsiteY69" fmla="*/ 335803 h 543327"/>
                <a:gd name="connsiteX70" fmla="*/ 465378 w 527607"/>
                <a:gd name="connsiteY70" fmla="*/ 298290 h 543327"/>
                <a:gd name="connsiteX71" fmla="*/ 466392 w 527607"/>
                <a:gd name="connsiteY71" fmla="*/ 298290 h 543327"/>
                <a:gd name="connsiteX72" fmla="*/ 465306 w 527607"/>
                <a:gd name="connsiteY72" fmla="*/ 290325 h 543327"/>
                <a:gd name="connsiteX73" fmla="*/ 398513 w 527607"/>
                <a:gd name="connsiteY73" fmla="*/ 330879 h 543327"/>
                <a:gd name="connsiteX74" fmla="*/ 376780 w 527607"/>
                <a:gd name="connsiteY74" fmla="*/ 338120 h 543327"/>
                <a:gd name="connsiteX75" fmla="*/ 368810 w 527607"/>
                <a:gd name="connsiteY75" fmla="*/ 358687 h 543327"/>
                <a:gd name="connsiteX76" fmla="*/ 354829 w 527607"/>
                <a:gd name="connsiteY76" fmla="*/ 356370 h 543327"/>
                <a:gd name="connsiteX77" fmla="*/ 334834 w 527607"/>
                <a:gd name="connsiteY77" fmla="*/ 324433 h 543327"/>
                <a:gd name="connsiteX78" fmla="*/ 354829 w 527607"/>
                <a:gd name="connsiteY78" fmla="*/ 290107 h 543327"/>
                <a:gd name="connsiteX79" fmla="*/ 388805 w 527607"/>
                <a:gd name="connsiteY79" fmla="*/ 274175 h 543327"/>
                <a:gd name="connsiteX80" fmla="*/ 410538 w 527607"/>
                <a:gd name="connsiteY80" fmla="*/ 303867 h 543327"/>
                <a:gd name="connsiteX81" fmla="*/ 398513 w 527607"/>
                <a:gd name="connsiteY81" fmla="*/ 330879 h 543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</a:cxnLst>
              <a:rect l="l" t="t" r="r" b="b"/>
              <a:pathLst>
                <a:path w="527607" h="543327">
                  <a:moveTo>
                    <a:pt x="465306" y="290325"/>
                  </a:moveTo>
                  <a:cubicBezTo>
                    <a:pt x="465342" y="271720"/>
                    <a:pt x="478932" y="255926"/>
                    <a:pt x="497325" y="253102"/>
                  </a:cubicBezTo>
                  <a:lnTo>
                    <a:pt x="497688" y="252233"/>
                  </a:lnTo>
                  <a:cubicBezTo>
                    <a:pt x="500731" y="244194"/>
                    <a:pt x="503483" y="236083"/>
                    <a:pt x="505874" y="227828"/>
                  </a:cubicBezTo>
                  <a:cubicBezTo>
                    <a:pt x="508968" y="216798"/>
                    <a:pt x="516994" y="207811"/>
                    <a:pt x="527607" y="203495"/>
                  </a:cubicBezTo>
                  <a:cubicBezTo>
                    <a:pt x="527607" y="202698"/>
                    <a:pt x="527607" y="201829"/>
                    <a:pt x="527607" y="201033"/>
                  </a:cubicBezTo>
                  <a:cubicBezTo>
                    <a:pt x="519182" y="201098"/>
                    <a:pt x="510779" y="201822"/>
                    <a:pt x="502469" y="203205"/>
                  </a:cubicBezTo>
                  <a:cubicBezTo>
                    <a:pt x="502469" y="203205"/>
                    <a:pt x="502469" y="201685"/>
                    <a:pt x="502034" y="199222"/>
                  </a:cubicBezTo>
                  <a:cubicBezTo>
                    <a:pt x="498883" y="201793"/>
                    <a:pt x="496833" y="205472"/>
                    <a:pt x="496312" y="209506"/>
                  </a:cubicBezTo>
                  <a:cubicBezTo>
                    <a:pt x="495587" y="218268"/>
                    <a:pt x="487980" y="219065"/>
                    <a:pt x="477476" y="218268"/>
                  </a:cubicBezTo>
                  <a:cubicBezTo>
                    <a:pt x="466972" y="217472"/>
                    <a:pt x="456612" y="187201"/>
                    <a:pt x="456612" y="182059"/>
                  </a:cubicBezTo>
                  <a:cubicBezTo>
                    <a:pt x="456612" y="176918"/>
                    <a:pt x="471101" y="154251"/>
                    <a:pt x="479577" y="154251"/>
                  </a:cubicBezTo>
                  <a:cubicBezTo>
                    <a:pt x="485010" y="154251"/>
                    <a:pt x="492689" y="160841"/>
                    <a:pt x="498847" y="165548"/>
                  </a:cubicBezTo>
                  <a:cubicBezTo>
                    <a:pt x="498680" y="163137"/>
                    <a:pt x="498680" y="160718"/>
                    <a:pt x="498847" y="158306"/>
                  </a:cubicBezTo>
                  <a:cubicBezTo>
                    <a:pt x="499571" y="153165"/>
                    <a:pt x="504860" y="94071"/>
                    <a:pt x="495804" y="88061"/>
                  </a:cubicBezTo>
                  <a:cubicBezTo>
                    <a:pt x="486749" y="82050"/>
                    <a:pt x="477838" y="22087"/>
                    <a:pt x="474868" y="16077"/>
                  </a:cubicBezTo>
                  <a:cubicBezTo>
                    <a:pt x="471898" y="10066"/>
                    <a:pt x="438646" y="13542"/>
                    <a:pt x="435169" y="6663"/>
                  </a:cubicBezTo>
                  <a:cubicBezTo>
                    <a:pt x="431692" y="-217"/>
                    <a:pt x="403656" y="6663"/>
                    <a:pt x="403077" y="0"/>
                  </a:cubicBezTo>
                  <a:cubicBezTo>
                    <a:pt x="398802" y="7242"/>
                    <a:pt x="393949" y="15280"/>
                    <a:pt x="391485" y="18684"/>
                  </a:cubicBezTo>
                  <a:cubicBezTo>
                    <a:pt x="386487" y="25491"/>
                    <a:pt x="372505" y="20929"/>
                    <a:pt x="370549" y="32371"/>
                  </a:cubicBezTo>
                  <a:cubicBezTo>
                    <a:pt x="368593" y="43813"/>
                    <a:pt x="351569" y="55255"/>
                    <a:pt x="343528" y="55255"/>
                  </a:cubicBezTo>
                  <a:cubicBezTo>
                    <a:pt x="335487" y="55255"/>
                    <a:pt x="329546" y="71187"/>
                    <a:pt x="329546" y="81470"/>
                  </a:cubicBezTo>
                  <a:cubicBezTo>
                    <a:pt x="329546" y="91754"/>
                    <a:pt x="313608" y="105513"/>
                    <a:pt x="300569" y="105513"/>
                  </a:cubicBezTo>
                  <a:cubicBezTo>
                    <a:pt x="287529" y="105513"/>
                    <a:pt x="291586" y="118042"/>
                    <a:pt x="287601" y="134046"/>
                  </a:cubicBezTo>
                  <a:cubicBezTo>
                    <a:pt x="283617" y="150051"/>
                    <a:pt x="277604" y="151209"/>
                    <a:pt x="255654" y="151209"/>
                  </a:cubicBezTo>
                  <a:cubicBezTo>
                    <a:pt x="233703" y="151209"/>
                    <a:pt x="232689" y="148892"/>
                    <a:pt x="215737" y="136726"/>
                  </a:cubicBezTo>
                  <a:cubicBezTo>
                    <a:pt x="198785" y="124559"/>
                    <a:pt x="194004" y="147009"/>
                    <a:pt x="192772" y="157292"/>
                  </a:cubicBezTo>
                  <a:cubicBezTo>
                    <a:pt x="191541" y="167576"/>
                    <a:pt x="168794" y="188070"/>
                    <a:pt x="161767" y="197267"/>
                  </a:cubicBezTo>
                  <a:cubicBezTo>
                    <a:pt x="154740" y="206464"/>
                    <a:pt x="137788" y="199512"/>
                    <a:pt x="127863" y="199512"/>
                  </a:cubicBezTo>
                  <a:cubicBezTo>
                    <a:pt x="117938" y="199512"/>
                    <a:pt x="121850" y="189301"/>
                    <a:pt x="121850" y="182421"/>
                  </a:cubicBezTo>
                  <a:cubicBezTo>
                    <a:pt x="121850" y="175542"/>
                    <a:pt x="126849" y="180104"/>
                    <a:pt x="129095" y="173225"/>
                  </a:cubicBezTo>
                  <a:cubicBezTo>
                    <a:pt x="131340" y="166345"/>
                    <a:pt x="121850" y="141288"/>
                    <a:pt x="118156" y="129774"/>
                  </a:cubicBezTo>
                  <a:cubicBezTo>
                    <a:pt x="116417" y="124849"/>
                    <a:pt x="109462" y="120793"/>
                    <a:pt x="102145" y="117752"/>
                  </a:cubicBezTo>
                  <a:lnTo>
                    <a:pt x="102145" y="258895"/>
                  </a:lnTo>
                  <a:cubicBezTo>
                    <a:pt x="102145" y="271424"/>
                    <a:pt x="84180" y="277144"/>
                    <a:pt x="80412" y="284024"/>
                  </a:cubicBezTo>
                  <a:cubicBezTo>
                    <a:pt x="76646" y="290904"/>
                    <a:pt x="51435" y="285183"/>
                    <a:pt x="37453" y="285183"/>
                  </a:cubicBezTo>
                  <a:cubicBezTo>
                    <a:pt x="23472" y="285183"/>
                    <a:pt x="26514" y="269106"/>
                    <a:pt x="19487" y="257736"/>
                  </a:cubicBezTo>
                  <a:cubicBezTo>
                    <a:pt x="12460" y="246367"/>
                    <a:pt x="507" y="261140"/>
                    <a:pt x="507" y="269106"/>
                  </a:cubicBezTo>
                  <a:cubicBezTo>
                    <a:pt x="514" y="269931"/>
                    <a:pt x="340" y="270750"/>
                    <a:pt x="0" y="271496"/>
                  </a:cubicBezTo>
                  <a:cubicBezTo>
                    <a:pt x="1847" y="273408"/>
                    <a:pt x="3477" y="275522"/>
                    <a:pt x="4854" y="277796"/>
                  </a:cubicBezTo>
                  <a:cubicBezTo>
                    <a:pt x="10214" y="286921"/>
                    <a:pt x="10359" y="307922"/>
                    <a:pt x="16589" y="315019"/>
                  </a:cubicBezTo>
                  <a:cubicBezTo>
                    <a:pt x="27203" y="327454"/>
                    <a:pt x="29810" y="344841"/>
                    <a:pt x="23327" y="359846"/>
                  </a:cubicBezTo>
                  <a:cubicBezTo>
                    <a:pt x="24073" y="362909"/>
                    <a:pt x="24536" y="366038"/>
                    <a:pt x="24703" y="369188"/>
                  </a:cubicBezTo>
                  <a:cubicBezTo>
                    <a:pt x="31984" y="382817"/>
                    <a:pt x="38395" y="396895"/>
                    <a:pt x="43901" y="411335"/>
                  </a:cubicBezTo>
                  <a:cubicBezTo>
                    <a:pt x="48899" y="429078"/>
                    <a:pt x="54405" y="445662"/>
                    <a:pt x="43901" y="447544"/>
                  </a:cubicBezTo>
                  <a:lnTo>
                    <a:pt x="43249" y="447544"/>
                  </a:lnTo>
                  <a:cubicBezTo>
                    <a:pt x="49609" y="462716"/>
                    <a:pt x="52978" y="478967"/>
                    <a:pt x="53173" y="495413"/>
                  </a:cubicBezTo>
                  <a:cubicBezTo>
                    <a:pt x="53188" y="499606"/>
                    <a:pt x="52478" y="503770"/>
                    <a:pt x="51073" y="507724"/>
                  </a:cubicBezTo>
                  <a:cubicBezTo>
                    <a:pt x="51479" y="509904"/>
                    <a:pt x="53224" y="511591"/>
                    <a:pt x="55419" y="511924"/>
                  </a:cubicBezTo>
                  <a:cubicBezTo>
                    <a:pt x="64909" y="514169"/>
                    <a:pt x="61939" y="521049"/>
                    <a:pt x="69401" y="521628"/>
                  </a:cubicBezTo>
                  <a:cubicBezTo>
                    <a:pt x="76863" y="522207"/>
                    <a:pt x="82368" y="530753"/>
                    <a:pt x="87367" y="538139"/>
                  </a:cubicBezTo>
                  <a:cubicBezTo>
                    <a:pt x="91619" y="543846"/>
                    <a:pt x="99704" y="545026"/>
                    <a:pt x="105413" y="540776"/>
                  </a:cubicBezTo>
                  <a:cubicBezTo>
                    <a:pt x="106949" y="539631"/>
                    <a:pt x="108202" y="538161"/>
                    <a:pt x="109100" y="536474"/>
                  </a:cubicBezTo>
                  <a:cubicBezTo>
                    <a:pt x="114171" y="528146"/>
                    <a:pt x="128660" y="525032"/>
                    <a:pt x="144453" y="524597"/>
                  </a:cubicBezTo>
                  <a:cubicBezTo>
                    <a:pt x="149045" y="519832"/>
                    <a:pt x="154747" y="516276"/>
                    <a:pt x="161042" y="514241"/>
                  </a:cubicBezTo>
                  <a:cubicBezTo>
                    <a:pt x="166258" y="512648"/>
                    <a:pt x="171692" y="511924"/>
                    <a:pt x="176907" y="510476"/>
                  </a:cubicBezTo>
                  <a:cubicBezTo>
                    <a:pt x="184101" y="506066"/>
                    <a:pt x="192678" y="504516"/>
                    <a:pt x="200959" y="506131"/>
                  </a:cubicBezTo>
                  <a:cubicBezTo>
                    <a:pt x="208413" y="505486"/>
                    <a:pt x="215925" y="505877"/>
                    <a:pt x="223271" y="507289"/>
                  </a:cubicBezTo>
                  <a:cubicBezTo>
                    <a:pt x="228306" y="504646"/>
                    <a:pt x="233884" y="503212"/>
                    <a:pt x="239571" y="503089"/>
                  </a:cubicBezTo>
                  <a:lnTo>
                    <a:pt x="244280" y="503089"/>
                  </a:lnTo>
                  <a:lnTo>
                    <a:pt x="246163" y="502655"/>
                  </a:lnTo>
                  <a:lnTo>
                    <a:pt x="249351" y="500699"/>
                  </a:lnTo>
                  <a:lnTo>
                    <a:pt x="249931" y="500120"/>
                  </a:lnTo>
                  <a:cubicBezTo>
                    <a:pt x="250945" y="499034"/>
                    <a:pt x="251887" y="497875"/>
                    <a:pt x="252828" y="496789"/>
                  </a:cubicBezTo>
                  <a:cubicBezTo>
                    <a:pt x="263651" y="485158"/>
                    <a:pt x="281002" y="482377"/>
                    <a:pt x="294918" y="490054"/>
                  </a:cubicBezTo>
                  <a:cubicBezTo>
                    <a:pt x="296374" y="489749"/>
                    <a:pt x="297852" y="489532"/>
                    <a:pt x="299337" y="489402"/>
                  </a:cubicBezTo>
                  <a:lnTo>
                    <a:pt x="299337" y="489402"/>
                  </a:lnTo>
                  <a:cubicBezTo>
                    <a:pt x="329619" y="462969"/>
                    <a:pt x="369390" y="455872"/>
                    <a:pt x="394238" y="422850"/>
                  </a:cubicBezTo>
                  <a:cubicBezTo>
                    <a:pt x="410176" y="401704"/>
                    <a:pt x="420825" y="377226"/>
                    <a:pt x="433720" y="354270"/>
                  </a:cubicBezTo>
                  <a:cubicBezTo>
                    <a:pt x="430518" y="348621"/>
                    <a:pt x="428729" y="342292"/>
                    <a:pt x="428504" y="335803"/>
                  </a:cubicBezTo>
                  <a:cubicBezTo>
                    <a:pt x="427707" y="317409"/>
                    <a:pt x="446180" y="295683"/>
                    <a:pt x="465378" y="298290"/>
                  </a:cubicBezTo>
                  <a:lnTo>
                    <a:pt x="466392" y="298290"/>
                  </a:lnTo>
                  <a:cubicBezTo>
                    <a:pt x="465748" y="295683"/>
                    <a:pt x="465385" y="293011"/>
                    <a:pt x="465306" y="290325"/>
                  </a:cubicBezTo>
                  <a:close/>
                  <a:moveTo>
                    <a:pt x="398513" y="330879"/>
                  </a:moveTo>
                  <a:cubicBezTo>
                    <a:pt x="398513" y="340076"/>
                    <a:pt x="380546" y="328634"/>
                    <a:pt x="376780" y="338120"/>
                  </a:cubicBezTo>
                  <a:cubicBezTo>
                    <a:pt x="373012" y="347607"/>
                    <a:pt x="368810" y="358687"/>
                    <a:pt x="368810" y="358687"/>
                  </a:cubicBezTo>
                  <a:lnTo>
                    <a:pt x="354829" y="356370"/>
                  </a:lnTo>
                  <a:lnTo>
                    <a:pt x="334834" y="324433"/>
                  </a:lnTo>
                  <a:cubicBezTo>
                    <a:pt x="334834" y="324433"/>
                    <a:pt x="350845" y="299304"/>
                    <a:pt x="354829" y="290107"/>
                  </a:cubicBezTo>
                  <a:cubicBezTo>
                    <a:pt x="358813" y="280910"/>
                    <a:pt x="384748" y="264978"/>
                    <a:pt x="388805" y="274175"/>
                  </a:cubicBezTo>
                  <a:cubicBezTo>
                    <a:pt x="392862" y="283372"/>
                    <a:pt x="410538" y="294742"/>
                    <a:pt x="410538" y="303867"/>
                  </a:cubicBezTo>
                  <a:cubicBezTo>
                    <a:pt x="410538" y="312992"/>
                    <a:pt x="398513" y="321754"/>
                    <a:pt x="398513" y="330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" name="Freeform 58">
              <a:extLst>
                <a:ext uri="{FF2B5EF4-FFF2-40B4-BE49-F238E27FC236}">
                  <a16:creationId xmlns:a16="http://schemas.microsoft.com/office/drawing/2014/main" id="{AD0D403E-8889-27D2-16E5-BFA828C19691}"/>
                </a:ext>
              </a:extLst>
            </p:cNvPr>
            <p:cNvSpPr/>
            <p:nvPr/>
          </p:nvSpPr>
          <p:spPr>
            <a:xfrm>
              <a:off x="6141683" y="4664902"/>
              <a:ext cx="376342" cy="475289"/>
            </a:xfrm>
            <a:custGeom>
              <a:avLst/>
              <a:gdLst>
                <a:gd name="connsiteX0" fmla="*/ 366927 w 376344"/>
                <a:gd name="connsiteY0" fmla="*/ 192504 h 475286"/>
                <a:gd name="connsiteX1" fmla="*/ 336936 w 376344"/>
                <a:gd name="connsiteY1" fmla="*/ 195979 h 475286"/>
                <a:gd name="connsiteX2" fmla="*/ 318970 w 376344"/>
                <a:gd name="connsiteY2" fmla="*/ 206263 h 475286"/>
                <a:gd name="connsiteX3" fmla="*/ 318970 w 376344"/>
                <a:gd name="connsiteY3" fmla="*/ 175413 h 475286"/>
                <a:gd name="connsiteX4" fmla="*/ 302525 w 376344"/>
                <a:gd name="connsiteY4" fmla="*/ 144563 h 475286"/>
                <a:gd name="connsiteX5" fmla="*/ 307016 w 376344"/>
                <a:gd name="connsiteY5" fmla="*/ 89742 h 475286"/>
                <a:gd name="connsiteX6" fmla="*/ 301003 w 376344"/>
                <a:gd name="connsiteY6" fmla="*/ 58892 h 475286"/>
                <a:gd name="connsiteX7" fmla="*/ 278546 w 376344"/>
                <a:gd name="connsiteY7" fmla="*/ 53751 h 475286"/>
                <a:gd name="connsiteX8" fmla="*/ 262101 w 376344"/>
                <a:gd name="connsiteY8" fmla="*/ 45133 h 475286"/>
                <a:gd name="connsiteX9" fmla="*/ 235080 w 376344"/>
                <a:gd name="connsiteY9" fmla="*/ 45133 h 475286"/>
                <a:gd name="connsiteX10" fmla="*/ 221605 w 376344"/>
                <a:gd name="connsiteY10" fmla="*/ 79459 h 475286"/>
                <a:gd name="connsiteX11" fmla="*/ 182631 w 376344"/>
                <a:gd name="connsiteY11" fmla="*/ 86266 h 475286"/>
                <a:gd name="connsiteX12" fmla="*/ 154233 w 376344"/>
                <a:gd name="connsiteY12" fmla="*/ 62296 h 475286"/>
                <a:gd name="connsiteX13" fmla="*/ 140685 w 376344"/>
                <a:gd name="connsiteY13" fmla="*/ 33329 h 475286"/>
                <a:gd name="connsiteX14" fmla="*/ 134745 w 376344"/>
                <a:gd name="connsiteY14" fmla="*/ 740 h 475286"/>
                <a:gd name="connsiteX15" fmla="*/ 25355 w 376344"/>
                <a:gd name="connsiteY15" fmla="*/ 740 h 475286"/>
                <a:gd name="connsiteX16" fmla="*/ 6303 w 376344"/>
                <a:gd name="connsiteY16" fmla="*/ 12617 h 475286"/>
                <a:gd name="connsiteX17" fmla="*/ 35860 w 376344"/>
                <a:gd name="connsiteY17" fmla="*/ 93146 h 475286"/>
                <a:gd name="connsiteX18" fmla="*/ 30354 w 376344"/>
                <a:gd name="connsiteY18" fmla="*/ 133700 h 475286"/>
                <a:gd name="connsiteX19" fmla="*/ 51363 w 376344"/>
                <a:gd name="connsiteY19" fmla="*/ 214808 h 475286"/>
                <a:gd name="connsiteX20" fmla="*/ 27384 w 376344"/>
                <a:gd name="connsiteY20" fmla="*/ 270788 h 475286"/>
                <a:gd name="connsiteX21" fmla="*/ 18038 w 376344"/>
                <a:gd name="connsiteY21" fmla="*/ 286937 h 475286"/>
                <a:gd name="connsiteX22" fmla="*/ 3550 w 376344"/>
                <a:gd name="connsiteY22" fmla="*/ 405196 h 475286"/>
                <a:gd name="connsiteX23" fmla="*/ 0 w 376344"/>
                <a:gd name="connsiteY23" fmla="*/ 414682 h 475286"/>
                <a:gd name="connsiteX24" fmla="*/ 1811 w 376344"/>
                <a:gd name="connsiteY24" fmla="*/ 425256 h 475286"/>
                <a:gd name="connsiteX25" fmla="*/ 5506 w 376344"/>
                <a:gd name="connsiteY25" fmla="*/ 440463 h 475286"/>
                <a:gd name="connsiteX26" fmla="*/ 18328 w 376344"/>
                <a:gd name="connsiteY26" fmla="*/ 447705 h 475286"/>
                <a:gd name="connsiteX27" fmla="*/ 50421 w 376344"/>
                <a:gd name="connsiteY27" fmla="*/ 449661 h 475286"/>
                <a:gd name="connsiteX28" fmla="*/ 80775 w 376344"/>
                <a:gd name="connsiteY28" fmla="*/ 459292 h 475286"/>
                <a:gd name="connsiteX29" fmla="*/ 197336 w 376344"/>
                <a:gd name="connsiteY29" fmla="*/ 459292 h 475286"/>
                <a:gd name="connsiteX30" fmla="*/ 209145 w 376344"/>
                <a:gd name="connsiteY30" fmla="*/ 472834 h 475286"/>
                <a:gd name="connsiteX31" fmla="*/ 283472 w 376344"/>
                <a:gd name="connsiteY31" fmla="*/ 472834 h 475286"/>
                <a:gd name="connsiteX32" fmla="*/ 335777 w 376344"/>
                <a:gd name="connsiteY32" fmla="*/ 468996 h 475286"/>
                <a:gd name="connsiteX33" fmla="*/ 345049 w 376344"/>
                <a:gd name="connsiteY33" fmla="*/ 466462 h 475286"/>
                <a:gd name="connsiteX34" fmla="*/ 306582 w 376344"/>
                <a:gd name="connsiteY34" fmla="*/ 406210 h 475286"/>
                <a:gd name="connsiteX35" fmla="*/ 309987 w 376344"/>
                <a:gd name="connsiteY35" fmla="*/ 277667 h 475286"/>
                <a:gd name="connsiteX36" fmla="*/ 360118 w 376344"/>
                <a:gd name="connsiteY36" fmla="*/ 279695 h 475286"/>
                <a:gd name="connsiteX37" fmla="*/ 369101 w 376344"/>
                <a:gd name="connsiteY37" fmla="*/ 269484 h 475286"/>
                <a:gd name="connsiteX38" fmla="*/ 376345 w 376344"/>
                <a:gd name="connsiteY38" fmla="*/ 192721 h 475286"/>
                <a:gd name="connsiteX39" fmla="*/ 366927 w 376344"/>
                <a:gd name="connsiteY39" fmla="*/ 192504 h 475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76344" h="475286">
                  <a:moveTo>
                    <a:pt x="366927" y="192504"/>
                  </a:moveTo>
                  <a:cubicBezTo>
                    <a:pt x="356423" y="197645"/>
                    <a:pt x="347440" y="195979"/>
                    <a:pt x="336936" y="195979"/>
                  </a:cubicBezTo>
                  <a:cubicBezTo>
                    <a:pt x="326431" y="195979"/>
                    <a:pt x="324982" y="208001"/>
                    <a:pt x="318970" y="206263"/>
                  </a:cubicBezTo>
                  <a:cubicBezTo>
                    <a:pt x="312957" y="204525"/>
                    <a:pt x="317521" y="183958"/>
                    <a:pt x="318970" y="175413"/>
                  </a:cubicBezTo>
                  <a:cubicBezTo>
                    <a:pt x="320419" y="166868"/>
                    <a:pt x="309987" y="151443"/>
                    <a:pt x="302525" y="144563"/>
                  </a:cubicBezTo>
                  <a:cubicBezTo>
                    <a:pt x="295063" y="137683"/>
                    <a:pt x="311508" y="94884"/>
                    <a:pt x="307016" y="89742"/>
                  </a:cubicBezTo>
                  <a:cubicBezTo>
                    <a:pt x="302525" y="84600"/>
                    <a:pt x="301003" y="70841"/>
                    <a:pt x="301003" y="58892"/>
                  </a:cubicBezTo>
                  <a:cubicBezTo>
                    <a:pt x="301003" y="46943"/>
                    <a:pt x="293759" y="53751"/>
                    <a:pt x="278546" y="53751"/>
                  </a:cubicBezTo>
                  <a:cubicBezTo>
                    <a:pt x="263333" y="53751"/>
                    <a:pt x="262101" y="45133"/>
                    <a:pt x="262101" y="45133"/>
                  </a:cubicBezTo>
                  <a:cubicBezTo>
                    <a:pt x="262101" y="45133"/>
                    <a:pt x="244063" y="39991"/>
                    <a:pt x="235080" y="45133"/>
                  </a:cubicBezTo>
                  <a:cubicBezTo>
                    <a:pt x="226097" y="50274"/>
                    <a:pt x="227835" y="81342"/>
                    <a:pt x="221605" y="79459"/>
                  </a:cubicBezTo>
                  <a:cubicBezTo>
                    <a:pt x="215375" y="77576"/>
                    <a:pt x="197627" y="81124"/>
                    <a:pt x="182631" y="86266"/>
                  </a:cubicBezTo>
                  <a:cubicBezTo>
                    <a:pt x="167635" y="91408"/>
                    <a:pt x="161694" y="82862"/>
                    <a:pt x="154233" y="62296"/>
                  </a:cubicBezTo>
                  <a:cubicBezTo>
                    <a:pt x="146771" y="41729"/>
                    <a:pt x="137715" y="48609"/>
                    <a:pt x="140685" y="33329"/>
                  </a:cubicBezTo>
                  <a:cubicBezTo>
                    <a:pt x="141917" y="22118"/>
                    <a:pt x="139852" y="10792"/>
                    <a:pt x="134745" y="740"/>
                  </a:cubicBezTo>
                  <a:cubicBezTo>
                    <a:pt x="134745" y="740"/>
                    <a:pt x="35860" y="-926"/>
                    <a:pt x="25355" y="740"/>
                  </a:cubicBezTo>
                  <a:cubicBezTo>
                    <a:pt x="18307" y="3449"/>
                    <a:pt x="11838" y="7475"/>
                    <a:pt x="6303" y="12617"/>
                  </a:cubicBezTo>
                  <a:cubicBezTo>
                    <a:pt x="14308" y="40107"/>
                    <a:pt x="24182" y="67010"/>
                    <a:pt x="35860" y="93146"/>
                  </a:cubicBezTo>
                  <a:cubicBezTo>
                    <a:pt x="40351" y="104009"/>
                    <a:pt x="30354" y="113713"/>
                    <a:pt x="30354" y="133700"/>
                  </a:cubicBezTo>
                  <a:cubicBezTo>
                    <a:pt x="30354" y="153688"/>
                    <a:pt x="49334" y="190259"/>
                    <a:pt x="51363" y="214808"/>
                  </a:cubicBezTo>
                  <a:cubicBezTo>
                    <a:pt x="53391" y="239358"/>
                    <a:pt x="39337" y="254783"/>
                    <a:pt x="27384" y="270788"/>
                  </a:cubicBezTo>
                  <a:cubicBezTo>
                    <a:pt x="23747" y="275850"/>
                    <a:pt x="20618" y="281259"/>
                    <a:pt x="18038" y="286937"/>
                  </a:cubicBezTo>
                  <a:cubicBezTo>
                    <a:pt x="24269" y="324522"/>
                    <a:pt x="18691" y="363773"/>
                    <a:pt x="3550" y="405196"/>
                  </a:cubicBezTo>
                  <a:cubicBezTo>
                    <a:pt x="2391" y="408455"/>
                    <a:pt x="1159" y="411641"/>
                    <a:pt x="0" y="414682"/>
                  </a:cubicBezTo>
                  <a:cubicBezTo>
                    <a:pt x="507" y="418231"/>
                    <a:pt x="1014" y="421924"/>
                    <a:pt x="1811" y="425256"/>
                  </a:cubicBezTo>
                  <a:cubicBezTo>
                    <a:pt x="2970" y="430397"/>
                    <a:pt x="4274" y="435466"/>
                    <a:pt x="5506" y="440463"/>
                  </a:cubicBezTo>
                  <a:cubicBezTo>
                    <a:pt x="10649" y="442781"/>
                    <a:pt x="7824" y="452774"/>
                    <a:pt x="18328" y="447705"/>
                  </a:cubicBezTo>
                  <a:cubicBezTo>
                    <a:pt x="28376" y="441571"/>
                    <a:pt x="41192" y="442353"/>
                    <a:pt x="50421" y="449661"/>
                  </a:cubicBezTo>
                  <a:cubicBezTo>
                    <a:pt x="58998" y="456519"/>
                    <a:pt x="69814" y="459951"/>
                    <a:pt x="80775" y="459292"/>
                  </a:cubicBezTo>
                  <a:lnTo>
                    <a:pt x="197336" y="459292"/>
                  </a:lnTo>
                  <a:lnTo>
                    <a:pt x="209145" y="472834"/>
                  </a:lnTo>
                  <a:cubicBezTo>
                    <a:pt x="209145" y="472834"/>
                    <a:pt x="273330" y="467041"/>
                    <a:pt x="283472" y="472834"/>
                  </a:cubicBezTo>
                  <a:cubicBezTo>
                    <a:pt x="293614" y="478628"/>
                    <a:pt x="325707" y="472834"/>
                    <a:pt x="335777" y="468996"/>
                  </a:cubicBezTo>
                  <a:cubicBezTo>
                    <a:pt x="338805" y="467939"/>
                    <a:pt x="341905" y="467099"/>
                    <a:pt x="345049" y="466462"/>
                  </a:cubicBezTo>
                  <a:lnTo>
                    <a:pt x="306582" y="406210"/>
                  </a:lnTo>
                  <a:lnTo>
                    <a:pt x="309987" y="277667"/>
                  </a:lnTo>
                  <a:lnTo>
                    <a:pt x="360118" y="279695"/>
                  </a:lnTo>
                  <a:lnTo>
                    <a:pt x="369101" y="269484"/>
                  </a:lnTo>
                  <a:lnTo>
                    <a:pt x="376345" y="192721"/>
                  </a:lnTo>
                  <a:cubicBezTo>
                    <a:pt x="373469" y="190968"/>
                    <a:pt x="369883" y="190888"/>
                    <a:pt x="366927" y="1925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" name="Freeform 59">
              <a:extLst>
                <a:ext uri="{FF2B5EF4-FFF2-40B4-BE49-F238E27FC236}">
                  <a16:creationId xmlns:a16="http://schemas.microsoft.com/office/drawing/2014/main" id="{1007AE92-45C8-E512-0641-DD4E38F85E0C}"/>
                </a:ext>
              </a:extLst>
            </p:cNvPr>
            <p:cNvSpPr/>
            <p:nvPr/>
          </p:nvSpPr>
          <p:spPr>
            <a:xfrm>
              <a:off x="6448626" y="4754573"/>
              <a:ext cx="388585" cy="388177"/>
            </a:xfrm>
            <a:custGeom>
              <a:avLst/>
              <a:gdLst>
                <a:gd name="connsiteX0" fmla="*/ 298830 w 388587"/>
                <a:gd name="connsiteY0" fmla="*/ 15932 h 388174"/>
                <a:gd name="connsiteX1" fmla="*/ 274417 w 388587"/>
                <a:gd name="connsiteY1" fmla="*/ 0 h 388174"/>
                <a:gd name="connsiteX2" fmla="*/ 233776 w 388587"/>
                <a:gd name="connsiteY2" fmla="*/ 7242 h 388174"/>
                <a:gd name="connsiteX3" fmla="*/ 224793 w 388587"/>
                <a:gd name="connsiteY3" fmla="*/ 32950 h 388174"/>
                <a:gd name="connsiteX4" fmla="*/ 220301 w 388587"/>
                <a:gd name="connsiteY4" fmla="*/ 53517 h 388174"/>
                <a:gd name="connsiteX5" fmla="*/ 218780 w 388587"/>
                <a:gd name="connsiteY5" fmla="*/ 96389 h 388174"/>
                <a:gd name="connsiteX6" fmla="*/ 211536 w 388587"/>
                <a:gd name="connsiteY6" fmla="*/ 132598 h 388174"/>
                <a:gd name="connsiteX7" fmla="*/ 234065 w 388587"/>
                <a:gd name="connsiteY7" fmla="*/ 163448 h 388174"/>
                <a:gd name="connsiteX8" fmla="*/ 256523 w 388587"/>
                <a:gd name="connsiteY8" fmla="*/ 154830 h 388174"/>
                <a:gd name="connsiteX9" fmla="*/ 261015 w 388587"/>
                <a:gd name="connsiteY9" fmla="*/ 182277 h 388174"/>
                <a:gd name="connsiteX10" fmla="*/ 255002 w 388587"/>
                <a:gd name="connsiteY10" fmla="*/ 199367 h 388174"/>
                <a:gd name="connsiteX11" fmla="*/ 231023 w 388587"/>
                <a:gd name="connsiteY11" fmla="*/ 199367 h 388174"/>
                <a:gd name="connsiteX12" fmla="*/ 217549 w 388587"/>
                <a:gd name="connsiteY12" fmla="*/ 166852 h 388174"/>
                <a:gd name="connsiteX13" fmla="*/ 192121 w 388587"/>
                <a:gd name="connsiteY13" fmla="*/ 159610 h 388174"/>
                <a:gd name="connsiteX14" fmla="*/ 174155 w 388587"/>
                <a:gd name="connsiteY14" fmla="*/ 137377 h 388174"/>
                <a:gd name="connsiteX15" fmla="*/ 162129 w 388587"/>
                <a:gd name="connsiteY15" fmla="*/ 144185 h 388174"/>
                <a:gd name="connsiteX16" fmla="*/ 147133 w 388587"/>
                <a:gd name="connsiteY16" fmla="*/ 149326 h 388174"/>
                <a:gd name="connsiteX17" fmla="*/ 118663 w 388587"/>
                <a:gd name="connsiteY17" fmla="*/ 139043 h 388174"/>
                <a:gd name="connsiteX18" fmla="*/ 108231 w 388587"/>
                <a:gd name="connsiteY18" fmla="*/ 120214 h 388174"/>
                <a:gd name="connsiteX19" fmla="*/ 87222 w 388587"/>
                <a:gd name="connsiteY19" fmla="*/ 121952 h 388174"/>
                <a:gd name="connsiteX20" fmla="*/ 78239 w 388587"/>
                <a:gd name="connsiteY20" fmla="*/ 113335 h 388174"/>
                <a:gd name="connsiteX21" fmla="*/ 69401 w 388587"/>
                <a:gd name="connsiteY21" fmla="*/ 103486 h 388174"/>
                <a:gd name="connsiteX22" fmla="*/ 62157 w 388587"/>
                <a:gd name="connsiteY22" fmla="*/ 179814 h 388174"/>
                <a:gd name="connsiteX23" fmla="*/ 53536 w 388587"/>
                <a:gd name="connsiteY23" fmla="*/ 189736 h 388174"/>
                <a:gd name="connsiteX24" fmla="*/ 3405 w 388587"/>
                <a:gd name="connsiteY24" fmla="*/ 187708 h 388174"/>
                <a:gd name="connsiteX25" fmla="*/ 0 w 388587"/>
                <a:gd name="connsiteY25" fmla="*/ 316250 h 388174"/>
                <a:gd name="connsiteX26" fmla="*/ 38468 w 388587"/>
                <a:gd name="connsiteY26" fmla="*/ 376502 h 388174"/>
                <a:gd name="connsiteX27" fmla="*/ 100190 w 388587"/>
                <a:gd name="connsiteY27" fmla="*/ 373244 h 388174"/>
                <a:gd name="connsiteX28" fmla="*/ 102870 w 388587"/>
                <a:gd name="connsiteY28" fmla="*/ 382151 h 388174"/>
                <a:gd name="connsiteX29" fmla="*/ 120112 w 388587"/>
                <a:gd name="connsiteY29" fmla="*/ 379109 h 388174"/>
                <a:gd name="connsiteX30" fmla="*/ 163071 w 388587"/>
                <a:gd name="connsiteY30" fmla="*/ 387075 h 388174"/>
                <a:gd name="connsiteX31" fmla="*/ 197989 w 388587"/>
                <a:gd name="connsiteY31" fmla="*/ 343624 h 388174"/>
                <a:gd name="connsiteX32" fmla="*/ 228995 w 388587"/>
                <a:gd name="connsiteY32" fmla="*/ 316250 h 388174"/>
                <a:gd name="connsiteX33" fmla="*/ 247975 w 388587"/>
                <a:gd name="connsiteY33" fmla="*/ 296770 h 388174"/>
                <a:gd name="connsiteX34" fmla="*/ 276952 w 388587"/>
                <a:gd name="connsiteY34" fmla="*/ 295683 h 388174"/>
                <a:gd name="connsiteX35" fmla="*/ 278908 w 388587"/>
                <a:gd name="connsiteY35" fmla="*/ 295683 h 388174"/>
                <a:gd name="connsiteX36" fmla="*/ 271664 w 388587"/>
                <a:gd name="connsiteY36" fmla="*/ 267078 h 388174"/>
                <a:gd name="connsiteX37" fmla="*/ 365189 w 388587"/>
                <a:gd name="connsiteY37" fmla="*/ 228335 h 388174"/>
                <a:gd name="connsiteX38" fmla="*/ 359248 w 388587"/>
                <a:gd name="connsiteY38" fmla="*/ 211389 h 388174"/>
                <a:gd name="connsiteX39" fmla="*/ 364392 w 388587"/>
                <a:gd name="connsiteY39" fmla="*/ 173804 h 388174"/>
                <a:gd name="connsiteX40" fmla="*/ 378229 w 388587"/>
                <a:gd name="connsiteY40" fmla="*/ 163882 h 388174"/>
                <a:gd name="connsiteX41" fmla="*/ 376490 w 388587"/>
                <a:gd name="connsiteY41" fmla="*/ 100589 h 388174"/>
                <a:gd name="connsiteX42" fmla="*/ 388588 w 388587"/>
                <a:gd name="connsiteY42" fmla="*/ 92768 h 388174"/>
                <a:gd name="connsiteX43" fmla="*/ 373085 w 388587"/>
                <a:gd name="connsiteY43" fmla="*/ 51200 h 388174"/>
                <a:gd name="connsiteX44" fmla="*/ 329619 w 388587"/>
                <a:gd name="connsiteY44" fmla="*/ 29474 h 388174"/>
                <a:gd name="connsiteX45" fmla="*/ 298830 w 388587"/>
                <a:gd name="connsiteY45" fmla="*/ 15932 h 3881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88587" h="388174">
                  <a:moveTo>
                    <a:pt x="298830" y="15932"/>
                  </a:moveTo>
                  <a:cubicBezTo>
                    <a:pt x="294266" y="15932"/>
                    <a:pt x="283617" y="7749"/>
                    <a:pt x="274417" y="0"/>
                  </a:cubicBezTo>
                  <a:cubicBezTo>
                    <a:pt x="267897" y="8328"/>
                    <a:pt x="245005" y="7242"/>
                    <a:pt x="233776" y="7242"/>
                  </a:cubicBezTo>
                  <a:cubicBezTo>
                    <a:pt x="222547" y="7242"/>
                    <a:pt x="232254" y="26143"/>
                    <a:pt x="224793" y="32950"/>
                  </a:cubicBezTo>
                  <a:cubicBezTo>
                    <a:pt x="217331" y="39758"/>
                    <a:pt x="214288" y="50114"/>
                    <a:pt x="220301" y="53517"/>
                  </a:cubicBezTo>
                  <a:cubicBezTo>
                    <a:pt x="226314" y="56921"/>
                    <a:pt x="218780" y="86105"/>
                    <a:pt x="218780" y="96389"/>
                  </a:cubicBezTo>
                  <a:cubicBezTo>
                    <a:pt x="218780" y="106672"/>
                    <a:pt x="206754" y="128904"/>
                    <a:pt x="211536" y="132598"/>
                  </a:cubicBezTo>
                  <a:cubicBezTo>
                    <a:pt x="216317" y="136291"/>
                    <a:pt x="223561" y="159972"/>
                    <a:pt x="234065" y="163448"/>
                  </a:cubicBezTo>
                  <a:cubicBezTo>
                    <a:pt x="244570" y="166924"/>
                    <a:pt x="252032" y="154830"/>
                    <a:pt x="256523" y="154830"/>
                  </a:cubicBezTo>
                  <a:cubicBezTo>
                    <a:pt x="261015" y="154830"/>
                    <a:pt x="261015" y="170255"/>
                    <a:pt x="261015" y="182277"/>
                  </a:cubicBezTo>
                  <a:cubicBezTo>
                    <a:pt x="261493" y="188563"/>
                    <a:pt x="259312" y="194762"/>
                    <a:pt x="255002" y="199367"/>
                  </a:cubicBezTo>
                  <a:cubicBezTo>
                    <a:pt x="255002" y="199367"/>
                    <a:pt x="238557" y="206609"/>
                    <a:pt x="231023" y="199367"/>
                  </a:cubicBezTo>
                  <a:cubicBezTo>
                    <a:pt x="223424" y="190098"/>
                    <a:pt x="218729" y="178779"/>
                    <a:pt x="217549" y="166852"/>
                  </a:cubicBezTo>
                  <a:cubicBezTo>
                    <a:pt x="217549" y="159610"/>
                    <a:pt x="199582" y="159610"/>
                    <a:pt x="192121" y="159610"/>
                  </a:cubicBezTo>
                  <a:cubicBezTo>
                    <a:pt x="184659" y="159610"/>
                    <a:pt x="177125" y="144185"/>
                    <a:pt x="174155" y="137377"/>
                  </a:cubicBezTo>
                  <a:cubicBezTo>
                    <a:pt x="171184" y="130570"/>
                    <a:pt x="162129" y="139043"/>
                    <a:pt x="162129" y="144185"/>
                  </a:cubicBezTo>
                  <a:cubicBezTo>
                    <a:pt x="162129" y="149326"/>
                    <a:pt x="154885" y="149326"/>
                    <a:pt x="147133" y="149326"/>
                  </a:cubicBezTo>
                  <a:cubicBezTo>
                    <a:pt x="139382" y="149326"/>
                    <a:pt x="124676" y="135640"/>
                    <a:pt x="118663" y="139043"/>
                  </a:cubicBezTo>
                  <a:cubicBezTo>
                    <a:pt x="112650" y="142447"/>
                    <a:pt x="106710" y="127094"/>
                    <a:pt x="108231" y="120214"/>
                  </a:cubicBezTo>
                  <a:cubicBezTo>
                    <a:pt x="109752" y="113335"/>
                    <a:pt x="93235" y="118549"/>
                    <a:pt x="87222" y="121952"/>
                  </a:cubicBezTo>
                  <a:cubicBezTo>
                    <a:pt x="81210" y="125356"/>
                    <a:pt x="78239" y="113335"/>
                    <a:pt x="78239" y="113335"/>
                  </a:cubicBezTo>
                  <a:cubicBezTo>
                    <a:pt x="76175" y="109359"/>
                    <a:pt x="73132" y="105969"/>
                    <a:pt x="69401" y="103486"/>
                  </a:cubicBezTo>
                  <a:lnTo>
                    <a:pt x="62157" y="179814"/>
                  </a:lnTo>
                  <a:lnTo>
                    <a:pt x="53536" y="189736"/>
                  </a:lnTo>
                  <a:lnTo>
                    <a:pt x="3405" y="187708"/>
                  </a:lnTo>
                  <a:lnTo>
                    <a:pt x="0" y="316250"/>
                  </a:lnTo>
                  <a:lnTo>
                    <a:pt x="38468" y="376502"/>
                  </a:lnTo>
                  <a:cubicBezTo>
                    <a:pt x="58535" y="371795"/>
                    <a:pt x="100190" y="365277"/>
                    <a:pt x="100190" y="373244"/>
                  </a:cubicBezTo>
                  <a:cubicBezTo>
                    <a:pt x="100429" y="376372"/>
                    <a:pt x="101342" y="379413"/>
                    <a:pt x="102870" y="382151"/>
                  </a:cubicBezTo>
                  <a:cubicBezTo>
                    <a:pt x="108427" y="380253"/>
                    <a:pt x="114244" y="379225"/>
                    <a:pt x="120112" y="379109"/>
                  </a:cubicBezTo>
                  <a:cubicBezTo>
                    <a:pt x="128153" y="380268"/>
                    <a:pt x="155102" y="391710"/>
                    <a:pt x="163071" y="387075"/>
                  </a:cubicBezTo>
                  <a:cubicBezTo>
                    <a:pt x="171040" y="382440"/>
                    <a:pt x="184804" y="348259"/>
                    <a:pt x="197989" y="343624"/>
                  </a:cubicBezTo>
                  <a:cubicBezTo>
                    <a:pt x="211173" y="338989"/>
                    <a:pt x="228995" y="323058"/>
                    <a:pt x="228995" y="316250"/>
                  </a:cubicBezTo>
                  <a:cubicBezTo>
                    <a:pt x="228995" y="309443"/>
                    <a:pt x="228995" y="302491"/>
                    <a:pt x="247975" y="296770"/>
                  </a:cubicBezTo>
                  <a:lnTo>
                    <a:pt x="276952" y="295683"/>
                  </a:lnTo>
                  <a:lnTo>
                    <a:pt x="278908" y="295683"/>
                  </a:lnTo>
                  <a:lnTo>
                    <a:pt x="271664" y="267078"/>
                  </a:lnTo>
                  <a:cubicBezTo>
                    <a:pt x="271664" y="267078"/>
                    <a:pt x="360118" y="229276"/>
                    <a:pt x="365189" y="228335"/>
                  </a:cubicBezTo>
                  <a:cubicBezTo>
                    <a:pt x="361277" y="219210"/>
                    <a:pt x="357292" y="212475"/>
                    <a:pt x="359248" y="211389"/>
                  </a:cubicBezTo>
                  <a:cubicBezTo>
                    <a:pt x="362725" y="209361"/>
                    <a:pt x="364392" y="181697"/>
                    <a:pt x="364392" y="173804"/>
                  </a:cubicBezTo>
                  <a:cubicBezTo>
                    <a:pt x="364392" y="165910"/>
                    <a:pt x="385183" y="171849"/>
                    <a:pt x="378229" y="163882"/>
                  </a:cubicBezTo>
                  <a:cubicBezTo>
                    <a:pt x="371274" y="155917"/>
                    <a:pt x="373085" y="110510"/>
                    <a:pt x="376490" y="100589"/>
                  </a:cubicBezTo>
                  <a:cubicBezTo>
                    <a:pt x="379895" y="90668"/>
                    <a:pt x="388588" y="100589"/>
                    <a:pt x="388588" y="92768"/>
                  </a:cubicBezTo>
                  <a:cubicBezTo>
                    <a:pt x="385726" y="78161"/>
                    <a:pt x="380489" y="64112"/>
                    <a:pt x="373085" y="51200"/>
                  </a:cubicBezTo>
                  <a:cubicBezTo>
                    <a:pt x="369318" y="45479"/>
                    <a:pt x="338457" y="31430"/>
                    <a:pt x="329619" y="29474"/>
                  </a:cubicBezTo>
                  <a:cubicBezTo>
                    <a:pt x="320781" y="27519"/>
                    <a:pt x="307451" y="15932"/>
                    <a:pt x="298830" y="159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" name="Freeform 60">
              <a:extLst>
                <a:ext uri="{FF2B5EF4-FFF2-40B4-BE49-F238E27FC236}">
                  <a16:creationId xmlns:a16="http://schemas.microsoft.com/office/drawing/2014/main" id="{D9F4E721-0A16-4658-37B0-A5773DB96B8F}"/>
                </a:ext>
              </a:extLst>
            </p:cNvPr>
            <p:cNvSpPr/>
            <p:nvPr/>
          </p:nvSpPr>
          <p:spPr>
            <a:xfrm>
              <a:off x="6679628" y="4476702"/>
              <a:ext cx="64658" cy="63265"/>
            </a:xfrm>
            <a:custGeom>
              <a:avLst/>
              <a:gdLst>
                <a:gd name="connsiteX0" fmla="*/ 53629 w 64658"/>
                <a:gd name="connsiteY0" fmla="*/ 0 h 63264"/>
                <a:gd name="connsiteX1" fmla="*/ 34938 w 64658"/>
                <a:gd name="connsiteY1" fmla="*/ 7242 h 63264"/>
                <a:gd name="connsiteX2" fmla="*/ 18131 w 64658"/>
                <a:gd name="connsiteY2" fmla="*/ 10646 h 63264"/>
                <a:gd name="connsiteX3" fmla="*/ 14002 w 64658"/>
                <a:gd name="connsiteY3" fmla="*/ 14267 h 63264"/>
                <a:gd name="connsiteX4" fmla="*/ 7264 w 64658"/>
                <a:gd name="connsiteY4" fmla="*/ 39106 h 63264"/>
                <a:gd name="connsiteX5" fmla="*/ 20 w 64658"/>
                <a:gd name="connsiteY5" fmla="*/ 50258 h 63264"/>
                <a:gd name="connsiteX6" fmla="*/ 6830 w 64658"/>
                <a:gd name="connsiteY6" fmla="*/ 61411 h 63264"/>
                <a:gd name="connsiteX7" fmla="*/ 17986 w 64658"/>
                <a:gd name="connsiteY7" fmla="*/ 62642 h 63264"/>
                <a:gd name="connsiteX8" fmla="*/ 35228 w 64658"/>
                <a:gd name="connsiteY8" fmla="*/ 50765 h 63264"/>
                <a:gd name="connsiteX9" fmla="*/ 64640 w 64658"/>
                <a:gd name="connsiteY9" fmla="*/ 42871 h 63264"/>
                <a:gd name="connsiteX10" fmla="*/ 59424 w 64658"/>
                <a:gd name="connsiteY10" fmla="*/ 17163 h 632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4658" h="63264">
                  <a:moveTo>
                    <a:pt x="53629" y="0"/>
                  </a:moveTo>
                  <a:cubicBezTo>
                    <a:pt x="47224" y="1941"/>
                    <a:pt x="40980" y="4359"/>
                    <a:pt x="34938" y="7242"/>
                  </a:cubicBezTo>
                  <a:cubicBezTo>
                    <a:pt x="30070" y="10696"/>
                    <a:pt x="23963" y="11935"/>
                    <a:pt x="18131" y="10646"/>
                  </a:cubicBezTo>
                  <a:cubicBezTo>
                    <a:pt x="17124" y="12217"/>
                    <a:pt x="15697" y="13477"/>
                    <a:pt x="14002" y="14267"/>
                  </a:cubicBezTo>
                  <a:cubicBezTo>
                    <a:pt x="5743" y="17670"/>
                    <a:pt x="7264" y="39106"/>
                    <a:pt x="7264" y="39106"/>
                  </a:cubicBezTo>
                  <a:cubicBezTo>
                    <a:pt x="7264" y="39106"/>
                    <a:pt x="20" y="39975"/>
                    <a:pt x="20" y="50258"/>
                  </a:cubicBezTo>
                  <a:cubicBezTo>
                    <a:pt x="-262" y="55031"/>
                    <a:pt x="2454" y="59484"/>
                    <a:pt x="6830" y="61411"/>
                  </a:cubicBezTo>
                  <a:cubicBezTo>
                    <a:pt x="10575" y="61541"/>
                    <a:pt x="14306" y="61954"/>
                    <a:pt x="17986" y="62642"/>
                  </a:cubicBezTo>
                  <a:cubicBezTo>
                    <a:pt x="36966" y="66552"/>
                    <a:pt x="35228" y="50765"/>
                    <a:pt x="35228" y="50765"/>
                  </a:cubicBezTo>
                  <a:cubicBezTo>
                    <a:pt x="35228" y="50765"/>
                    <a:pt x="62901" y="52721"/>
                    <a:pt x="64640" y="42871"/>
                  </a:cubicBezTo>
                  <a:cubicBezTo>
                    <a:pt x="64864" y="34015"/>
                    <a:pt x="63082" y="25231"/>
                    <a:pt x="59424" y="171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" name="Freeform 61">
              <a:extLst>
                <a:ext uri="{FF2B5EF4-FFF2-40B4-BE49-F238E27FC236}">
                  <a16:creationId xmlns:a16="http://schemas.microsoft.com/office/drawing/2014/main" id="{F131DF94-D802-E311-842D-E4504A9131B2}"/>
                </a:ext>
              </a:extLst>
            </p:cNvPr>
            <p:cNvSpPr/>
            <p:nvPr/>
          </p:nvSpPr>
          <p:spPr>
            <a:xfrm>
              <a:off x="7086635" y="3963172"/>
              <a:ext cx="344177" cy="533663"/>
            </a:xfrm>
            <a:custGeom>
              <a:avLst/>
              <a:gdLst>
                <a:gd name="connsiteX0" fmla="*/ 344180 w 344179"/>
                <a:gd name="connsiteY0" fmla="*/ 3414 h 533660"/>
                <a:gd name="connsiteX1" fmla="*/ 326648 w 344179"/>
                <a:gd name="connsiteY1" fmla="*/ 8338 h 533660"/>
                <a:gd name="connsiteX2" fmla="*/ 250727 w 344179"/>
                <a:gd name="connsiteY2" fmla="*/ 31730 h 533660"/>
                <a:gd name="connsiteX3" fmla="*/ 196829 w 344179"/>
                <a:gd name="connsiteY3" fmla="*/ 46213 h 533660"/>
                <a:gd name="connsiteX4" fmla="*/ 152856 w 344179"/>
                <a:gd name="connsiteY4" fmla="*/ 55410 h 533660"/>
                <a:gd name="connsiteX5" fmla="*/ 96930 w 344179"/>
                <a:gd name="connsiteY5" fmla="*/ 50269 h 533660"/>
                <a:gd name="connsiteX6" fmla="*/ 79616 w 344179"/>
                <a:gd name="connsiteY6" fmla="*/ 28543 h 533660"/>
                <a:gd name="connsiteX7" fmla="*/ 60491 w 344179"/>
                <a:gd name="connsiteY7" fmla="*/ 61928 h 533660"/>
                <a:gd name="connsiteX8" fmla="*/ 81499 w 344179"/>
                <a:gd name="connsiteY8" fmla="*/ 97123 h 533660"/>
                <a:gd name="connsiteX9" fmla="*/ 103957 w 344179"/>
                <a:gd name="connsiteY9" fmla="*/ 120225 h 533660"/>
                <a:gd name="connsiteX10" fmla="*/ 172126 w 344179"/>
                <a:gd name="connsiteY10" fmla="*/ 147671 h 533660"/>
                <a:gd name="connsiteX11" fmla="*/ 218562 w 344179"/>
                <a:gd name="connsiteY11" fmla="*/ 159620 h 533660"/>
                <a:gd name="connsiteX12" fmla="*/ 230516 w 344179"/>
                <a:gd name="connsiteY12" fmla="*/ 168165 h 533660"/>
                <a:gd name="connsiteX13" fmla="*/ 140613 w 344179"/>
                <a:gd name="connsiteY13" fmla="*/ 270999 h 533660"/>
                <a:gd name="connsiteX14" fmla="*/ 103160 w 344179"/>
                <a:gd name="connsiteY14" fmla="*/ 278748 h 533660"/>
                <a:gd name="connsiteX15" fmla="*/ 59042 w 344179"/>
                <a:gd name="connsiteY15" fmla="*/ 305325 h 533660"/>
                <a:gd name="connsiteX16" fmla="*/ 31658 w 344179"/>
                <a:gd name="connsiteY16" fmla="*/ 310177 h 533660"/>
                <a:gd name="connsiteX17" fmla="*/ 15503 w 344179"/>
                <a:gd name="connsiteY17" fmla="*/ 337190 h 533660"/>
                <a:gd name="connsiteX18" fmla="*/ 0 w 344179"/>
                <a:gd name="connsiteY18" fmla="*/ 364853 h 533660"/>
                <a:gd name="connsiteX19" fmla="*/ 1739 w 344179"/>
                <a:gd name="connsiteY19" fmla="*/ 503317 h 533660"/>
                <a:gd name="connsiteX20" fmla="*/ 18473 w 344179"/>
                <a:gd name="connsiteY20" fmla="*/ 533660 h 533660"/>
                <a:gd name="connsiteX21" fmla="*/ 39772 w 344179"/>
                <a:gd name="connsiteY21" fmla="*/ 505996 h 533660"/>
                <a:gd name="connsiteX22" fmla="*/ 97726 w 344179"/>
                <a:gd name="connsiteY22" fmla="*/ 422136 h 533660"/>
                <a:gd name="connsiteX23" fmla="*/ 124024 w 344179"/>
                <a:gd name="connsiteY23" fmla="*/ 410622 h 533660"/>
                <a:gd name="connsiteX24" fmla="*/ 152132 w 344179"/>
                <a:gd name="connsiteY24" fmla="*/ 391576 h 533660"/>
                <a:gd name="connsiteX25" fmla="*/ 169011 w 344179"/>
                <a:gd name="connsiteY25" fmla="*/ 377744 h 533660"/>
                <a:gd name="connsiteX26" fmla="*/ 169735 w 344179"/>
                <a:gd name="connsiteY26" fmla="*/ 376368 h 533660"/>
                <a:gd name="connsiteX27" fmla="*/ 265071 w 344179"/>
                <a:gd name="connsiteY27" fmla="*/ 204592 h 533660"/>
                <a:gd name="connsiteX28" fmla="*/ 291007 w 344179"/>
                <a:gd name="connsiteY28" fmla="*/ 188298 h 533660"/>
                <a:gd name="connsiteX29" fmla="*/ 292818 w 344179"/>
                <a:gd name="connsiteY29" fmla="*/ 185329 h 533660"/>
                <a:gd name="connsiteX30" fmla="*/ 294484 w 344179"/>
                <a:gd name="connsiteY30" fmla="*/ 175987 h 533660"/>
                <a:gd name="connsiteX31" fmla="*/ 297816 w 344179"/>
                <a:gd name="connsiteY31" fmla="*/ 164400 h 533660"/>
                <a:gd name="connsiteX32" fmla="*/ 298178 w 344179"/>
                <a:gd name="connsiteY32" fmla="*/ 160996 h 533660"/>
                <a:gd name="connsiteX33" fmla="*/ 309190 w 344179"/>
                <a:gd name="connsiteY33" fmla="*/ 97196 h 533660"/>
                <a:gd name="connsiteX34" fmla="*/ 313898 w 344179"/>
                <a:gd name="connsiteY34" fmla="*/ 85826 h 533660"/>
                <a:gd name="connsiteX35" fmla="*/ 315275 w 344179"/>
                <a:gd name="connsiteY35" fmla="*/ 39623 h 533660"/>
                <a:gd name="connsiteX36" fmla="*/ 343383 w 344179"/>
                <a:gd name="connsiteY36" fmla="*/ 3501 h 533660"/>
                <a:gd name="connsiteX37" fmla="*/ 344180 w 344179"/>
                <a:gd name="connsiteY37" fmla="*/ 3414 h 53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44179" h="533660">
                  <a:moveTo>
                    <a:pt x="344180" y="3414"/>
                  </a:moveTo>
                  <a:cubicBezTo>
                    <a:pt x="338819" y="-2596"/>
                    <a:pt x="330198" y="-496"/>
                    <a:pt x="326648" y="8338"/>
                  </a:cubicBezTo>
                  <a:cubicBezTo>
                    <a:pt x="321142" y="22026"/>
                    <a:pt x="278256" y="31150"/>
                    <a:pt x="250727" y="31730"/>
                  </a:cubicBezTo>
                  <a:cubicBezTo>
                    <a:pt x="223199" y="32309"/>
                    <a:pt x="206827" y="35206"/>
                    <a:pt x="196829" y="46213"/>
                  </a:cubicBezTo>
                  <a:cubicBezTo>
                    <a:pt x="186832" y="57221"/>
                    <a:pt x="161839" y="43389"/>
                    <a:pt x="152856" y="55410"/>
                  </a:cubicBezTo>
                  <a:cubicBezTo>
                    <a:pt x="143873" y="67432"/>
                    <a:pt x="108448" y="77715"/>
                    <a:pt x="96930" y="50269"/>
                  </a:cubicBezTo>
                  <a:cubicBezTo>
                    <a:pt x="93525" y="41427"/>
                    <a:pt x="87512" y="33844"/>
                    <a:pt x="79616" y="28543"/>
                  </a:cubicBezTo>
                  <a:cubicBezTo>
                    <a:pt x="69981" y="39841"/>
                    <a:pt x="58390" y="56569"/>
                    <a:pt x="60491" y="61928"/>
                  </a:cubicBezTo>
                  <a:cubicBezTo>
                    <a:pt x="63533" y="69677"/>
                    <a:pt x="75486" y="93647"/>
                    <a:pt x="81499" y="97123"/>
                  </a:cubicBezTo>
                  <a:cubicBezTo>
                    <a:pt x="87512" y="100600"/>
                    <a:pt x="97219" y="118487"/>
                    <a:pt x="103957" y="120225"/>
                  </a:cubicBezTo>
                  <a:cubicBezTo>
                    <a:pt x="110694" y="121963"/>
                    <a:pt x="148147" y="136519"/>
                    <a:pt x="172126" y="147671"/>
                  </a:cubicBezTo>
                  <a:cubicBezTo>
                    <a:pt x="186470" y="155116"/>
                    <a:pt x="202408" y="159200"/>
                    <a:pt x="218562" y="159620"/>
                  </a:cubicBezTo>
                  <a:cubicBezTo>
                    <a:pt x="225807" y="159620"/>
                    <a:pt x="237253" y="162227"/>
                    <a:pt x="230516" y="168165"/>
                  </a:cubicBezTo>
                  <a:cubicBezTo>
                    <a:pt x="223779" y="174104"/>
                    <a:pt x="150393" y="259050"/>
                    <a:pt x="140613" y="270999"/>
                  </a:cubicBezTo>
                  <a:cubicBezTo>
                    <a:pt x="130833" y="282949"/>
                    <a:pt x="124893" y="278748"/>
                    <a:pt x="103160" y="278748"/>
                  </a:cubicBezTo>
                  <a:cubicBezTo>
                    <a:pt x="81427" y="278748"/>
                    <a:pt x="64982" y="306122"/>
                    <a:pt x="59042" y="305325"/>
                  </a:cubicBezTo>
                  <a:cubicBezTo>
                    <a:pt x="49754" y="305840"/>
                    <a:pt x="40561" y="307469"/>
                    <a:pt x="31658" y="310177"/>
                  </a:cubicBezTo>
                  <a:lnTo>
                    <a:pt x="15503" y="337190"/>
                  </a:lnTo>
                  <a:lnTo>
                    <a:pt x="0" y="364853"/>
                  </a:lnTo>
                  <a:lnTo>
                    <a:pt x="1739" y="503317"/>
                  </a:lnTo>
                  <a:lnTo>
                    <a:pt x="18473" y="533660"/>
                  </a:lnTo>
                  <a:cubicBezTo>
                    <a:pt x="25080" y="524065"/>
                    <a:pt x="32187" y="514831"/>
                    <a:pt x="39772" y="505996"/>
                  </a:cubicBezTo>
                  <a:cubicBezTo>
                    <a:pt x="56086" y="476081"/>
                    <a:pt x="75508" y="447975"/>
                    <a:pt x="97726" y="422136"/>
                  </a:cubicBezTo>
                  <a:cubicBezTo>
                    <a:pt x="104247" y="414445"/>
                    <a:pt x="113954" y="410194"/>
                    <a:pt x="124024" y="410622"/>
                  </a:cubicBezTo>
                  <a:cubicBezTo>
                    <a:pt x="132717" y="403293"/>
                    <a:pt x="142134" y="396905"/>
                    <a:pt x="152132" y="391576"/>
                  </a:cubicBezTo>
                  <a:cubicBezTo>
                    <a:pt x="158217" y="387592"/>
                    <a:pt x="163868" y="382950"/>
                    <a:pt x="169011" y="377744"/>
                  </a:cubicBezTo>
                  <a:cubicBezTo>
                    <a:pt x="169301" y="377309"/>
                    <a:pt x="169518" y="376846"/>
                    <a:pt x="169735" y="376368"/>
                  </a:cubicBezTo>
                  <a:cubicBezTo>
                    <a:pt x="200886" y="318433"/>
                    <a:pt x="227690" y="258688"/>
                    <a:pt x="265071" y="204592"/>
                  </a:cubicBezTo>
                  <a:cubicBezTo>
                    <a:pt x="270939" y="195634"/>
                    <a:pt x="280429" y="189688"/>
                    <a:pt x="291007" y="188298"/>
                  </a:cubicBezTo>
                  <a:lnTo>
                    <a:pt x="292818" y="185329"/>
                  </a:lnTo>
                  <a:cubicBezTo>
                    <a:pt x="293034" y="182164"/>
                    <a:pt x="293614" y="179036"/>
                    <a:pt x="294484" y="175987"/>
                  </a:cubicBezTo>
                  <a:cubicBezTo>
                    <a:pt x="295643" y="172076"/>
                    <a:pt x="296729" y="168238"/>
                    <a:pt x="297816" y="164400"/>
                  </a:cubicBezTo>
                  <a:cubicBezTo>
                    <a:pt x="297816" y="163241"/>
                    <a:pt x="297816" y="162155"/>
                    <a:pt x="298178" y="160996"/>
                  </a:cubicBezTo>
                  <a:cubicBezTo>
                    <a:pt x="302307" y="139778"/>
                    <a:pt x="305423" y="118487"/>
                    <a:pt x="309190" y="97196"/>
                  </a:cubicBezTo>
                  <a:cubicBezTo>
                    <a:pt x="309914" y="93111"/>
                    <a:pt x="311508" y="89237"/>
                    <a:pt x="313898" y="85826"/>
                  </a:cubicBezTo>
                  <a:cubicBezTo>
                    <a:pt x="315565" y="70488"/>
                    <a:pt x="315999" y="55034"/>
                    <a:pt x="315275" y="39623"/>
                  </a:cubicBezTo>
                  <a:cubicBezTo>
                    <a:pt x="313029" y="21881"/>
                    <a:pt x="325634" y="5710"/>
                    <a:pt x="343383" y="3501"/>
                  </a:cubicBezTo>
                  <a:cubicBezTo>
                    <a:pt x="343673" y="3472"/>
                    <a:pt x="343890" y="3443"/>
                    <a:pt x="344180" y="34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" name="Freeform 62">
              <a:extLst>
                <a:ext uri="{FF2B5EF4-FFF2-40B4-BE49-F238E27FC236}">
                  <a16:creationId xmlns:a16="http://schemas.microsoft.com/office/drawing/2014/main" id="{172DF194-5972-460C-55E5-03E26E6ACCD4}"/>
                </a:ext>
              </a:extLst>
            </p:cNvPr>
            <p:cNvSpPr/>
            <p:nvPr/>
          </p:nvSpPr>
          <p:spPr>
            <a:xfrm>
              <a:off x="5281781" y="2977402"/>
              <a:ext cx="405789" cy="367325"/>
            </a:xfrm>
            <a:custGeom>
              <a:avLst/>
              <a:gdLst>
                <a:gd name="connsiteX0" fmla="*/ 405540 w 405791"/>
                <a:gd name="connsiteY0" fmla="*/ 149707 h 367323"/>
                <a:gd name="connsiteX1" fmla="*/ 392355 w 405791"/>
                <a:gd name="connsiteY1" fmla="*/ 123274 h 367323"/>
                <a:gd name="connsiteX2" fmla="*/ 390109 w 405791"/>
                <a:gd name="connsiteY2" fmla="*/ 88007 h 367323"/>
                <a:gd name="connsiteX3" fmla="*/ 380257 w 405791"/>
                <a:gd name="connsiteY3" fmla="*/ 47742 h 367323"/>
                <a:gd name="connsiteX4" fmla="*/ 374679 w 405791"/>
                <a:gd name="connsiteY4" fmla="*/ 35865 h 367323"/>
                <a:gd name="connsiteX5" fmla="*/ 335487 w 405791"/>
                <a:gd name="connsiteY5" fmla="*/ 25365 h 367323"/>
                <a:gd name="connsiteX6" fmla="*/ 278111 w 405791"/>
                <a:gd name="connsiteY6" fmla="*/ 18485 h 367323"/>
                <a:gd name="connsiteX7" fmla="*/ 247975 w 405791"/>
                <a:gd name="connsiteY7" fmla="*/ 1322 h 367323"/>
                <a:gd name="connsiteX8" fmla="*/ 258044 w 405791"/>
                <a:gd name="connsiteY8" fmla="*/ 26523 h 367323"/>
                <a:gd name="connsiteX9" fmla="*/ 221243 w 405791"/>
                <a:gd name="connsiteY9" fmla="*/ 64108 h 367323"/>
                <a:gd name="connsiteX10" fmla="*/ 218925 w 405791"/>
                <a:gd name="connsiteY10" fmla="*/ 63746 h 367323"/>
                <a:gd name="connsiteX11" fmla="*/ 217621 w 405791"/>
                <a:gd name="connsiteY11" fmla="*/ 66860 h 367323"/>
                <a:gd name="connsiteX12" fmla="*/ 212550 w 405791"/>
                <a:gd name="connsiteY12" fmla="*/ 76202 h 367323"/>
                <a:gd name="connsiteX13" fmla="*/ 195236 w 405791"/>
                <a:gd name="connsiteY13" fmla="*/ 120378 h 367323"/>
                <a:gd name="connsiteX14" fmla="*/ 156479 w 405791"/>
                <a:gd name="connsiteY14" fmla="*/ 179471 h 367323"/>
                <a:gd name="connsiteX15" fmla="*/ 151335 w 405791"/>
                <a:gd name="connsiteY15" fmla="*/ 193954 h 367323"/>
                <a:gd name="connsiteX16" fmla="*/ 129602 w 405791"/>
                <a:gd name="connsiteY16" fmla="*/ 219011 h 367323"/>
                <a:gd name="connsiteX17" fmla="*/ 114678 w 405791"/>
                <a:gd name="connsiteY17" fmla="*/ 242981 h 367323"/>
                <a:gd name="connsiteX18" fmla="*/ 73965 w 405791"/>
                <a:gd name="connsiteY18" fmla="*/ 300916 h 367323"/>
                <a:gd name="connsiteX19" fmla="*/ 24486 w 405791"/>
                <a:gd name="connsiteY19" fmla="*/ 339153 h 367323"/>
                <a:gd name="connsiteX20" fmla="*/ 0 w 405791"/>
                <a:gd name="connsiteY20" fmla="*/ 352840 h 367323"/>
                <a:gd name="connsiteX21" fmla="*/ 125618 w 405791"/>
                <a:gd name="connsiteY21" fmla="*/ 352840 h 367323"/>
                <a:gd name="connsiteX22" fmla="*/ 149886 w 405791"/>
                <a:gd name="connsiteY22" fmla="*/ 367323 h 367323"/>
                <a:gd name="connsiteX23" fmla="*/ 149089 w 405791"/>
                <a:gd name="connsiteY23" fmla="*/ 314675 h 367323"/>
                <a:gd name="connsiteX24" fmla="*/ 203060 w 405791"/>
                <a:gd name="connsiteY24" fmla="*/ 274339 h 367323"/>
                <a:gd name="connsiteX25" fmla="*/ 224793 w 405791"/>
                <a:gd name="connsiteY25" fmla="*/ 267097 h 367323"/>
                <a:gd name="connsiteX26" fmla="*/ 254495 w 405791"/>
                <a:gd name="connsiteY26" fmla="*/ 259855 h 367323"/>
                <a:gd name="connsiteX27" fmla="*/ 272098 w 405791"/>
                <a:gd name="connsiteY27" fmla="*/ 237116 h 367323"/>
                <a:gd name="connsiteX28" fmla="*/ 297454 w 405791"/>
                <a:gd name="connsiteY28" fmla="*/ 227049 h 367323"/>
                <a:gd name="connsiteX29" fmla="*/ 312884 w 405791"/>
                <a:gd name="connsiteY29" fmla="*/ 215752 h 367323"/>
                <a:gd name="connsiteX30" fmla="*/ 317231 w 405791"/>
                <a:gd name="connsiteY30" fmla="*/ 191782 h 367323"/>
                <a:gd name="connsiteX31" fmla="*/ 328242 w 405791"/>
                <a:gd name="connsiteY31" fmla="*/ 181788 h 367323"/>
                <a:gd name="connsiteX32" fmla="*/ 348092 w 405791"/>
                <a:gd name="connsiteY32" fmla="*/ 167884 h 367323"/>
                <a:gd name="connsiteX33" fmla="*/ 397643 w 405791"/>
                <a:gd name="connsiteY33" fmla="*/ 165349 h 367323"/>
                <a:gd name="connsiteX34" fmla="*/ 405540 w 405791"/>
                <a:gd name="connsiteY34" fmla="*/ 149707 h 367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5791" h="367323">
                  <a:moveTo>
                    <a:pt x="405540" y="149707"/>
                  </a:moveTo>
                  <a:cubicBezTo>
                    <a:pt x="404453" y="143479"/>
                    <a:pt x="398947" y="124577"/>
                    <a:pt x="392355" y="123274"/>
                  </a:cubicBezTo>
                  <a:cubicBezTo>
                    <a:pt x="385763" y="121971"/>
                    <a:pt x="390109" y="103142"/>
                    <a:pt x="390109" y="88007"/>
                  </a:cubicBezTo>
                  <a:cubicBezTo>
                    <a:pt x="390964" y="73899"/>
                    <a:pt x="387523" y="59865"/>
                    <a:pt x="380257" y="47742"/>
                  </a:cubicBezTo>
                  <a:cubicBezTo>
                    <a:pt x="378011" y="43976"/>
                    <a:pt x="376142" y="40000"/>
                    <a:pt x="374679" y="35865"/>
                  </a:cubicBezTo>
                  <a:cubicBezTo>
                    <a:pt x="362653" y="35865"/>
                    <a:pt x="348020" y="25727"/>
                    <a:pt x="335487" y="25365"/>
                  </a:cubicBezTo>
                  <a:cubicBezTo>
                    <a:pt x="318028" y="24785"/>
                    <a:pt x="291079" y="35069"/>
                    <a:pt x="278111" y="18485"/>
                  </a:cubicBezTo>
                  <a:cubicBezTo>
                    <a:pt x="265144" y="1901"/>
                    <a:pt x="256958" y="-2589"/>
                    <a:pt x="247975" y="1322"/>
                  </a:cubicBezTo>
                  <a:cubicBezTo>
                    <a:pt x="254669" y="7970"/>
                    <a:pt x="258313" y="17095"/>
                    <a:pt x="258044" y="26523"/>
                  </a:cubicBezTo>
                  <a:cubicBezTo>
                    <a:pt x="258044" y="45207"/>
                    <a:pt x="241165" y="66353"/>
                    <a:pt x="221243" y="64108"/>
                  </a:cubicBezTo>
                  <a:lnTo>
                    <a:pt x="218925" y="63746"/>
                  </a:lnTo>
                  <a:cubicBezTo>
                    <a:pt x="218642" y="64840"/>
                    <a:pt x="218208" y="65890"/>
                    <a:pt x="217621" y="66860"/>
                  </a:cubicBezTo>
                  <a:cubicBezTo>
                    <a:pt x="215745" y="69873"/>
                    <a:pt x="214057" y="72987"/>
                    <a:pt x="212550" y="76202"/>
                  </a:cubicBezTo>
                  <a:cubicBezTo>
                    <a:pt x="205813" y="89889"/>
                    <a:pt x="201104" y="105532"/>
                    <a:pt x="195236" y="120378"/>
                  </a:cubicBezTo>
                  <a:cubicBezTo>
                    <a:pt x="185963" y="143551"/>
                    <a:pt x="174517" y="165639"/>
                    <a:pt x="156479" y="179471"/>
                  </a:cubicBezTo>
                  <a:cubicBezTo>
                    <a:pt x="155529" y="184540"/>
                    <a:pt x="153791" y="189421"/>
                    <a:pt x="151335" y="193954"/>
                  </a:cubicBezTo>
                  <a:cubicBezTo>
                    <a:pt x="145757" y="204672"/>
                    <a:pt x="136846" y="210104"/>
                    <a:pt x="129602" y="219011"/>
                  </a:cubicBezTo>
                  <a:cubicBezTo>
                    <a:pt x="123850" y="226492"/>
                    <a:pt x="118851" y="234516"/>
                    <a:pt x="114678" y="242981"/>
                  </a:cubicBezTo>
                  <a:cubicBezTo>
                    <a:pt x="113229" y="259058"/>
                    <a:pt x="88816" y="290560"/>
                    <a:pt x="73965" y="300916"/>
                  </a:cubicBezTo>
                  <a:cubicBezTo>
                    <a:pt x="56941" y="312286"/>
                    <a:pt x="51435" y="334011"/>
                    <a:pt x="24486" y="339153"/>
                  </a:cubicBezTo>
                  <a:cubicBezTo>
                    <a:pt x="15061" y="340956"/>
                    <a:pt x="6469" y="345757"/>
                    <a:pt x="0" y="352840"/>
                  </a:cubicBezTo>
                  <a:lnTo>
                    <a:pt x="125618" y="352840"/>
                  </a:lnTo>
                  <a:cubicBezTo>
                    <a:pt x="151697" y="352840"/>
                    <a:pt x="145685" y="359502"/>
                    <a:pt x="149886" y="367323"/>
                  </a:cubicBezTo>
                  <a:cubicBezTo>
                    <a:pt x="149307" y="342049"/>
                    <a:pt x="148582" y="317065"/>
                    <a:pt x="149089" y="314675"/>
                  </a:cubicBezTo>
                  <a:cubicBezTo>
                    <a:pt x="150176" y="309606"/>
                    <a:pt x="195308" y="279408"/>
                    <a:pt x="203060" y="274339"/>
                  </a:cubicBezTo>
                  <a:cubicBezTo>
                    <a:pt x="210811" y="269269"/>
                    <a:pt x="224793" y="276873"/>
                    <a:pt x="224793" y="267097"/>
                  </a:cubicBezTo>
                  <a:cubicBezTo>
                    <a:pt x="224793" y="257320"/>
                    <a:pt x="243483" y="262027"/>
                    <a:pt x="254495" y="259855"/>
                  </a:cubicBezTo>
                  <a:cubicBezTo>
                    <a:pt x="265151" y="257624"/>
                    <a:pt x="272613" y="247985"/>
                    <a:pt x="272098" y="237116"/>
                  </a:cubicBezTo>
                  <a:cubicBezTo>
                    <a:pt x="272098" y="225818"/>
                    <a:pt x="287529" y="228353"/>
                    <a:pt x="297454" y="227049"/>
                  </a:cubicBezTo>
                  <a:cubicBezTo>
                    <a:pt x="307379" y="225746"/>
                    <a:pt x="306220" y="215752"/>
                    <a:pt x="312884" y="215752"/>
                  </a:cubicBezTo>
                  <a:cubicBezTo>
                    <a:pt x="319549" y="215752"/>
                    <a:pt x="316144" y="204455"/>
                    <a:pt x="317231" y="191782"/>
                  </a:cubicBezTo>
                  <a:cubicBezTo>
                    <a:pt x="318317" y="179109"/>
                    <a:pt x="318390" y="181788"/>
                    <a:pt x="328242" y="181788"/>
                  </a:cubicBezTo>
                  <a:cubicBezTo>
                    <a:pt x="338095" y="181788"/>
                    <a:pt x="348092" y="175415"/>
                    <a:pt x="348092" y="167884"/>
                  </a:cubicBezTo>
                  <a:cubicBezTo>
                    <a:pt x="348092" y="160352"/>
                    <a:pt x="391051" y="165349"/>
                    <a:pt x="397643" y="165349"/>
                  </a:cubicBezTo>
                  <a:cubicBezTo>
                    <a:pt x="404236" y="165349"/>
                    <a:pt x="406626" y="156007"/>
                    <a:pt x="405540" y="149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" name="Freeform 63">
              <a:extLst>
                <a:ext uri="{FF2B5EF4-FFF2-40B4-BE49-F238E27FC236}">
                  <a16:creationId xmlns:a16="http://schemas.microsoft.com/office/drawing/2014/main" id="{7931B158-4AEA-1EEA-E37C-E8222DD7BE5A}"/>
                </a:ext>
              </a:extLst>
            </p:cNvPr>
            <p:cNvSpPr/>
            <p:nvPr/>
          </p:nvSpPr>
          <p:spPr>
            <a:xfrm>
              <a:off x="5979818" y="2925931"/>
              <a:ext cx="140424" cy="295469"/>
            </a:xfrm>
            <a:custGeom>
              <a:avLst/>
              <a:gdLst>
                <a:gd name="connsiteX0" fmla="*/ 126805 w 140424"/>
                <a:gd name="connsiteY0" fmla="*/ 156785 h 295466"/>
                <a:gd name="connsiteX1" fmla="*/ 112895 w 140424"/>
                <a:gd name="connsiteY1" fmla="*/ 143678 h 295466"/>
                <a:gd name="connsiteX2" fmla="*/ 86381 w 140424"/>
                <a:gd name="connsiteY2" fmla="*/ 130497 h 295466"/>
                <a:gd name="connsiteX3" fmla="*/ 112895 w 140424"/>
                <a:gd name="connsiteY3" fmla="*/ 103703 h 295466"/>
                <a:gd name="connsiteX4" fmla="*/ 114018 w 140424"/>
                <a:gd name="connsiteY4" fmla="*/ 51895 h 295466"/>
                <a:gd name="connsiteX5" fmla="*/ 113837 w 140424"/>
                <a:gd name="connsiteY5" fmla="*/ 51706 h 295466"/>
                <a:gd name="connsiteX6" fmla="*/ 119850 w 140424"/>
                <a:gd name="connsiteY6" fmla="*/ 17960 h 295466"/>
                <a:gd name="connsiteX7" fmla="*/ 121444 w 140424"/>
                <a:gd name="connsiteY7" fmla="*/ 15932 h 295466"/>
                <a:gd name="connsiteX8" fmla="*/ 59070 w 140424"/>
                <a:gd name="connsiteY8" fmla="*/ 2969 h 295466"/>
                <a:gd name="connsiteX9" fmla="*/ 44074 w 140424"/>
                <a:gd name="connsiteY9" fmla="*/ 0 h 295466"/>
                <a:gd name="connsiteX10" fmla="*/ 34801 w 140424"/>
                <a:gd name="connsiteY10" fmla="*/ 1086 h 295466"/>
                <a:gd name="connsiteX11" fmla="*/ 34801 w 140424"/>
                <a:gd name="connsiteY11" fmla="*/ 61411 h 295466"/>
                <a:gd name="connsiteX12" fmla="*/ 24804 w 140424"/>
                <a:gd name="connsiteY12" fmla="*/ 102544 h 295466"/>
                <a:gd name="connsiteX13" fmla="*/ 3071 w 140424"/>
                <a:gd name="connsiteY13" fmla="*/ 127673 h 295466"/>
                <a:gd name="connsiteX14" fmla="*/ 17052 w 140424"/>
                <a:gd name="connsiteY14" fmla="*/ 168807 h 295466"/>
                <a:gd name="connsiteX15" fmla="*/ 31034 w 140424"/>
                <a:gd name="connsiteY15" fmla="*/ 193936 h 295466"/>
                <a:gd name="connsiteX16" fmla="*/ 56969 w 140424"/>
                <a:gd name="connsiteY16" fmla="*/ 216748 h 295466"/>
                <a:gd name="connsiteX17" fmla="*/ 72979 w 140424"/>
                <a:gd name="connsiteY17" fmla="*/ 285328 h 295466"/>
                <a:gd name="connsiteX18" fmla="*/ 75949 w 140424"/>
                <a:gd name="connsiteY18" fmla="*/ 295466 h 295466"/>
                <a:gd name="connsiteX19" fmla="*/ 89931 w 140424"/>
                <a:gd name="connsiteY19" fmla="*/ 280983 h 295466"/>
                <a:gd name="connsiteX20" fmla="*/ 95944 w 140424"/>
                <a:gd name="connsiteY20" fmla="*/ 250132 h 295466"/>
                <a:gd name="connsiteX21" fmla="*/ 98986 w 140424"/>
                <a:gd name="connsiteY21" fmla="*/ 233042 h 295466"/>
                <a:gd name="connsiteX22" fmla="*/ 124921 w 140424"/>
                <a:gd name="connsiteY22" fmla="*/ 205016 h 295466"/>
                <a:gd name="connsiteX23" fmla="*/ 139410 w 140424"/>
                <a:gd name="connsiteY23" fmla="*/ 193067 h 295466"/>
                <a:gd name="connsiteX24" fmla="*/ 140424 w 140424"/>
                <a:gd name="connsiteY24" fmla="*/ 172934 h 295466"/>
                <a:gd name="connsiteX25" fmla="*/ 126805 w 140424"/>
                <a:gd name="connsiteY25" fmla="*/ 156785 h 295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40424" h="295466">
                  <a:moveTo>
                    <a:pt x="126805" y="156785"/>
                  </a:moveTo>
                  <a:cubicBezTo>
                    <a:pt x="126805" y="149543"/>
                    <a:pt x="117821" y="136798"/>
                    <a:pt x="112895" y="143678"/>
                  </a:cubicBezTo>
                  <a:cubicBezTo>
                    <a:pt x="107969" y="150557"/>
                    <a:pt x="88916" y="144764"/>
                    <a:pt x="86381" y="130497"/>
                  </a:cubicBezTo>
                  <a:cubicBezTo>
                    <a:pt x="83846" y="116231"/>
                    <a:pt x="98841" y="116811"/>
                    <a:pt x="112895" y="103703"/>
                  </a:cubicBezTo>
                  <a:cubicBezTo>
                    <a:pt x="127514" y="89704"/>
                    <a:pt x="128022" y="66509"/>
                    <a:pt x="114018" y="51895"/>
                  </a:cubicBezTo>
                  <a:cubicBezTo>
                    <a:pt x="113960" y="51830"/>
                    <a:pt x="113895" y="51772"/>
                    <a:pt x="113837" y="51706"/>
                  </a:cubicBezTo>
                  <a:cubicBezTo>
                    <a:pt x="98841" y="37947"/>
                    <a:pt x="109346" y="30560"/>
                    <a:pt x="119850" y="17960"/>
                  </a:cubicBezTo>
                  <a:cubicBezTo>
                    <a:pt x="120430" y="17308"/>
                    <a:pt x="120937" y="16584"/>
                    <a:pt x="121444" y="15932"/>
                  </a:cubicBezTo>
                  <a:cubicBezTo>
                    <a:pt x="102297" y="5808"/>
                    <a:pt x="80665" y="1311"/>
                    <a:pt x="59070" y="2969"/>
                  </a:cubicBezTo>
                  <a:cubicBezTo>
                    <a:pt x="53897" y="3338"/>
                    <a:pt x="48718" y="2310"/>
                    <a:pt x="44074" y="0"/>
                  </a:cubicBezTo>
                  <a:cubicBezTo>
                    <a:pt x="41046" y="768"/>
                    <a:pt x="37923" y="1137"/>
                    <a:pt x="34801" y="1086"/>
                  </a:cubicBezTo>
                  <a:cubicBezTo>
                    <a:pt x="31831" y="23826"/>
                    <a:pt x="29150" y="52213"/>
                    <a:pt x="34801" y="61411"/>
                  </a:cubicBezTo>
                  <a:cubicBezTo>
                    <a:pt x="42770" y="75098"/>
                    <a:pt x="32845" y="97620"/>
                    <a:pt x="24804" y="102544"/>
                  </a:cubicBezTo>
                  <a:cubicBezTo>
                    <a:pt x="16763" y="107469"/>
                    <a:pt x="10822" y="127673"/>
                    <a:pt x="3071" y="127673"/>
                  </a:cubicBezTo>
                  <a:cubicBezTo>
                    <a:pt x="-4681" y="127673"/>
                    <a:pt x="3071" y="161927"/>
                    <a:pt x="17052" y="168807"/>
                  </a:cubicBezTo>
                  <a:cubicBezTo>
                    <a:pt x="26709" y="173224"/>
                    <a:pt x="32374" y="183406"/>
                    <a:pt x="31034" y="193936"/>
                  </a:cubicBezTo>
                  <a:cubicBezTo>
                    <a:pt x="31034" y="200743"/>
                    <a:pt x="51029" y="207623"/>
                    <a:pt x="56969" y="216748"/>
                  </a:cubicBezTo>
                  <a:cubicBezTo>
                    <a:pt x="62909" y="225872"/>
                    <a:pt x="72979" y="269323"/>
                    <a:pt x="72979" y="285328"/>
                  </a:cubicBezTo>
                  <a:cubicBezTo>
                    <a:pt x="72972" y="288920"/>
                    <a:pt x="74001" y="292446"/>
                    <a:pt x="75949" y="295466"/>
                  </a:cubicBezTo>
                  <a:cubicBezTo>
                    <a:pt x="81643" y="291758"/>
                    <a:pt x="86424" y="286805"/>
                    <a:pt x="89931" y="280983"/>
                  </a:cubicBezTo>
                  <a:cubicBezTo>
                    <a:pt x="94422" y="271278"/>
                    <a:pt x="97972" y="254767"/>
                    <a:pt x="95944" y="250132"/>
                  </a:cubicBezTo>
                  <a:cubicBezTo>
                    <a:pt x="93676" y="244317"/>
                    <a:pt x="94850" y="237720"/>
                    <a:pt x="98986" y="233042"/>
                  </a:cubicBezTo>
                  <a:cubicBezTo>
                    <a:pt x="103405" y="228479"/>
                    <a:pt x="121444" y="206754"/>
                    <a:pt x="124921" y="205016"/>
                  </a:cubicBezTo>
                  <a:cubicBezTo>
                    <a:pt x="128398" y="203278"/>
                    <a:pt x="139845" y="205668"/>
                    <a:pt x="139410" y="193067"/>
                  </a:cubicBezTo>
                  <a:cubicBezTo>
                    <a:pt x="139337" y="186339"/>
                    <a:pt x="139678" y="179619"/>
                    <a:pt x="140424" y="172934"/>
                  </a:cubicBezTo>
                  <a:cubicBezTo>
                    <a:pt x="134063" y="169393"/>
                    <a:pt x="129217" y="163651"/>
                    <a:pt x="126805" y="15678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" name="Freeform 64">
              <a:extLst>
                <a:ext uri="{FF2B5EF4-FFF2-40B4-BE49-F238E27FC236}">
                  <a16:creationId xmlns:a16="http://schemas.microsoft.com/office/drawing/2014/main" id="{A7D3E69D-2178-A877-8C07-9FD80EF2BDC3}"/>
                </a:ext>
              </a:extLst>
            </p:cNvPr>
            <p:cNvSpPr/>
            <p:nvPr/>
          </p:nvSpPr>
          <p:spPr>
            <a:xfrm>
              <a:off x="5430884" y="2919466"/>
              <a:ext cx="703772" cy="771565"/>
            </a:xfrm>
            <a:custGeom>
              <a:avLst/>
              <a:gdLst>
                <a:gd name="connsiteX0" fmla="*/ 241006 w 703776"/>
                <a:gd name="connsiteY0" fmla="*/ 145941 h 771560"/>
                <a:gd name="connsiteX1" fmla="*/ 243252 w 703776"/>
                <a:gd name="connsiteY1" fmla="*/ 181208 h 771560"/>
                <a:gd name="connsiteX2" fmla="*/ 256437 w 703776"/>
                <a:gd name="connsiteY2" fmla="*/ 207641 h 771560"/>
                <a:gd name="connsiteX3" fmla="*/ 248758 w 703776"/>
                <a:gd name="connsiteY3" fmla="*/ 222776 h 771560"/>
                <a:gd name="connsiteX4" fmla="*/ 199206 w 703776"/>
                <a:gd name="connsiteY4" fmla="*/ 225311 h 771560"/>
                <a:gd name="connsiteX5" fmla="*/ 179356 w 703776"/>
                <a:gd name="connsiteY5" fmla="*/ 239215 h 771560"/>
                <a:gd name="connsiteX6" fmla="*/ 168345 w 703776"/>
                <a:gd name="connsiteY6" fmla="*/ 249209 h 771560"/>
                <a:gd name="connsiteX7" fmla="*/ 163998 w 703776"/>
                <a:gd name="connsiteY7" fmla="*/ 273179 h 771560"/>
                <a:gd name="connsiteX8" fmla="*/ 148568 w 703776"/>
                <a:gd name="connsiteY8" fmla="*/ 284476 h 771560"/>
                <a:gd name="connsiteX9" fmla="*/ 123213 w 703776"/>
                <a:gd name="connsiteY9" fmla="*/ 294543 h 771560"/>
                <a:gd name="connsiteX10" fmla="*/ 105609 w 703776"/>
                <a:gd name="connsiteY10" fmla="*/ 317282 h 771560"/>
                <a:gd name="connsiteX11" fmla="*/ 75907 w 703776"/>
                <a:gd name="connsiteY11" fmla="*/ 324524 h 771560"/>
                <a:gd name="connsiteX12" fmla="*/ 54174 w 703776"/>
                <a:gd name="connsiteY12" fmla="*/ 331766 h 771560"/>
                <a:gd name="connsiteX13" fmla="*/ 203 w 703776"/>
                <a:gd name="connsiteY13" fmla="*/ 372103 h 771560"/>
                <a:gd name="connsiteX14" fmla="*/ 1000 w 703776"/>
                <a:gd name="connsiteY14" fmla="*/ 424750 h 771560"/>
                <a:gd name="connsiteX15" fmla="*/ 7592 w 703776"/>
                <a:gd name="connsiteY15" fmla="*/ 431992 h 771560"/>
                <a:gd name="connsiteX16" fmla="*/ 335327 w 703776"/>
                <a:gd name="connsiteY16" fmla="*/ 681907 h 771560"/>
                <a:gd name="connsiteX17" fmla="*/ 357060 w 703776"/>
                <a:gd name="connsiteY17" fmla="*/ 717247 h 771560"/>
                <a:gd name="connsiteX18" fmla="*/ 395021 w 703776"/>
                <a:gd name="connsiteY18" fmla="*/ 730790 h 771560"/>
                <a:gd name="connsiteX19" fmla="*/ 411611 w 703776"/>
                <a:gd name="connsiteY19" fmla="*/ 771561 h 771560"/>
                <a:gd name="connsiteX20" fmla="*/ 444935 w 703776"/>
                <a:gd name="connsiteY20" fmla="*/ 763378 h 771560"/>
                <a:gd name="connsiteX21" fmla="*/ 497167 w 703776"/>
                <a:gd name="connsiteY21" fmla="*/ 744404 h 771560"/>
                <a:gd name="connsiteX22" fmla="*/ 558889 w 703776"/>
                <a:gd name="connsiteY22" fmla="*/ 687339 h 771560"/>
                <a:gd name="connsiteX23" fmla="*/ 703776 w 703776"/>
                <a:gd name="connsiteY23" fmla="*/ 584143 h 771560"/>
                <a:gd name="connsiteX24" fmla="*/ 703776 w 703776"/>
                <a:gd name="connsiteY24" fmla="*/ 584143 h 771560"/>
                <a:gd name="connsiteX25" fmla="*/ 686752 w 703776"/>
                <a:gd name="connsiteY25" fmla="*/ 551193 h 771560"/>
                <a:gd name="connsiteX26" fmla="*/ 661831 w 703776"/>
                <a:gd name="connsiteY26" fmla="*/ 542647 h 771560"/>
                <a:gd name="connsiteX27" fmla="*/ 638142 w 703776"/>
                <a:gd name="connsiteY27" fmla="*/ 526933 h 771560"/>
                <a:gd name="connsiteX28" fmla="*/ 634375 w 703776"/>
                <a:gd name="connsiteY28" fmla="*/ 497024 h 771560"/>
                <a:gd name="connsiteX29" fmla="*/ 619452 w 703776"/>
                <a:gd name="connsiteY29" fmla="*/ 472836 h 771560"/>
                <a:gd name="connsiteX30" fmla="*/ 633940 w 703776"/>
                <a:gd name="connsiteY30" fmla="*/ 453718 h 771560"/>
                <a:gd name="connsiteX31" fmla="*/ 628942 w 703776"/>
                <a:gd name="connsiteY31" fmla="*/ 435975 h 771560"/>
                <a:gd name="connsiteX32" fmla="*/ 628942 w 703776"/>
                <a:gd name="connsiteY32" fmla="*/ 412005 h 771560"/>
                <a:gd name="connsiteX33" fmla="*/ 631477 w 703776"/>
                <a:gd name="connsiteY33" fmla="*/ 385717 h 771560"/>
                <a:gd name="connsiteX34" fmla="*/ 632491 w 703776"/>
                <a:gd name="connsiteY34" fmla="*/ 345163 h 771560"/>
                <a:gd name="connsiteX35" fmla="*/ 616988 w 703776"/>
                <a:gd name="connsiteY35" fmla="*/ 309750 h 771560"/>
                <a:gd name="connsiteX36" fmla="*/ 624233 w 703776"/>
                <a:gd name="connsiteY36" fmla="*/ 301639 h 771560"/>
                <a:gd name="connsiteX37" fmla="*/ 621263 w 703776"/>
                <a:gd name="connsiteY37" fmla="*/ 291501 h 771560"/>
                <a:gd name="connsiteX38" fmla="*/ 605253 w 703776"/>
                <a:gd name="connsiteY38" fmla="*/ 222921 h 771560"/>
                <a:gd name="connsiteX39" fmla="*/ 579318 w 703776"/>
                <a:gd name="connsiteY39" fmla="*/ 200109 h 771560"/>
                <a:gd name="connsiteX40" fmla="*/ 565554 w 703776"/>
                <a:gd name="connsiteY40" fmla="*/ 175487 h 771560"/>
                <a:gd name="connsiteX41" fmla="*/ 551572 w 703776"/>
                <a:gd name="connsiteY41" fmla="*/ 134354 h 771560"/>
                <a:gd name="connsiteX42" fmla="*/ 573305 w 703776"/>
                <a:gd name="connsiteY42" fmla="*/ 109225 h 771560"/>
                <a:gd name="connsiteX43" fmla="*/ 583302 w 703776"/>
                <a:gd name="connsiteY43" fmla="*/ 68091 h 771560"/>
                <a:gd name="connsiteX44" fmla="*/ 583302 w 703776"/>
                <a:gd name="connsiteY44" fmla="*/ 7767 h 771560"/>
                <a:gd name="connsiteX45" fmla="*/ 551499 w 703776"/>
                <a:gd name="connsiteY45" fmla="*/ 525 h 771560"/>
                <a:gd name="connsiteX46" fmla="*/ 517016 w 703776"/>
                <a:gd name="connsiteY46" fmla="*/ 4508 h 771560"/>
                <a:gd name="connsiteX47" fmla="*/ 470073 w 703776"/>
                <a:gd name="connsiteY47" fmla="*/ 15371 h 771560"/>
                <a:gd name="connsiteX48" fmla="*/ 343296 w 703776"/>
                <a:gd name="connsiteY48" fmla="*/ 23916 h 771560"/>
                <a:gd name="connsiteX49" fmla="*/ 290847 w 703776"/>
                <a:gd name="connsiteY49" fmla="*/ 55925 h 771560"/>
                <a:gd name="connsiteX50" fmla="*/ 237891 w 703776"/>
                <a:gd name="connsiteY50" fmla="*/ 87354 h 771560"/>
                <a:gd name="connsiteX51" fmla="*/ 225141 w 703776"/>
                <a:gd name="connsiteY51" fmla="*/ 93872 h 771560"/>
                <a:gd name="connsiteX52" fmla="*/ 230719 w 703776"/>
                <a:gd name="connsiteY52" fmla="*/ 105748 h 771560"/>
                <a:gd name="connsiteX53" fmla="*/ 241006 w 703776"/>
                <a:gd name="connsiteY53" fmla="*/ 145941 h 7715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</a:cxnLst>
              <a:rect l="l" t="t" r="r" b="b"/>
              <a:pathLst>
                <a:path w="703776" h="771560">
                  <a:moveTo>
                    <a:pt x="241006" y="145941"/>
                  </a:moveTo>
                  <a:cubicBezTo>
                    <a:pt x="241006" y="161076"/>
                    <a:pt x="236659" y="179977"/>
                    <a:pt x="243252" y="181208"/>
                  </a:cubicBezTo>
                  <a:cubicBezTo>
                    <a:pt x="249844" y="182439"/>
                    <a:pt x="255350" y="201413"/>
                    <a:pt x="256437" y="207641"/>
                  </a:cubicBezTo>
                  <a:cubicBezTo>
                    <a:pt x="257523" y="213869"/>
                    <a:pt x="255350" y="222776"/>
                    <a:pt x="248758" y="222776"/>
                  </a:cubicBezTo>
                  <a:cubicBezTo>
                    <a:pt x="242165" y="222776"/>
                    <a:pt x="199206" y="217779"/>
                    <a:pt x="199206" y="225311"/>
                  </a:cubicBezTo>
                  <a:cubicBezTo>
                    <a:pt x="199206" y="232842"/>
                    <a:pt x="189281" y="239215"/>
                    <a:pt x="179356" y="239215"/>
                  </a:cubicBezTo>
                  <a:cubicBezTo>
                    <a:pt x="169432" y="239215"/>
                    <a:pt x="169504" y="236681"/>
                    <a:pt x="168345" y="249209"/>
                  </a:cubicBezTo>
                  <a:cubicBezTo>
                    <a:pt x="167186" y="261737"/>
                    <a:pt x="170591" y="273179"/>
                    <a:pt x="163998" y="273179"/>
                  </a:cubicBezTo>
                  <a:cubicBezTo>
                    <a:pt x="157406" y="273179"/>
                    <a:pt x="158493" y="283245"/>
                    <a:pt x="148568" y="284476"/>
                  </a:cubicBezTo>
                  <a:cubicBezTo>
                    <a:pt x="138643" y="285707"/>
                    <a:pt x="123213" y="283245"/>
                    <a:pt x="123213" y="294543"/>
                  </a:cubicBezTo>
                  <a:cubicBezTo>
                    <a:pt x="123727" y="305412"/>
                    <a:pt x="116265" y="315051"/>
                    <a:pt x="105609" y="317282"/>
                  </a:cubicBezTo>
                  <a:cubicBezTo>
                    <a:pt x="94597" y="319744"/>
                    <a:pt x="75907" y="314747"/>
                    <a:pt x="75907" y="324524"/>
                  </a:cubicBezTo>
                  <a:cubicBezTo>
                    <a:pt x="75907" y="334300"/>
                    <a:pt x="61418" y="327058"/>
                    <a:pt x="54174" y="331766"/>
                  </a:cubicBezTo>
                  <a:cubicBezTo>
                    <a:pt x="46929" y="336473"/>
                    <a:pt x="1290" y="367033"/>
                    <a:pt x="203" y="372103"/>
                  </a:cubicBezTo>
                  <a:cubicBezTo>
                    <a:pt x="-304" y="374492"/>
                    <a:pt x="203" y="399476"/>
                    <a:pt x="1000" y="424750"/>
                  </a:cubicBezTo>
                  <a:cubicBezTo>
                    <a:pt x="2449" y="427756"/>
                    <a:pt x="4738" y="430269"/>
                    <a:pt x="7592" y="431992"/>
                  </a:cubicBezTo>
                  <a:cubicBezTo>
                    <a:pt x="24255" y="442855"/>
                    <a:pt x="325765" y="670972"/>
                    <a:pt x="335327" y="681907"/>
                  </a:cubicBezTo>
                  <a:cubicBezTo>
                    <a:pt x="343702" y="692951"/>
                    <a:pt x="350983" y="704792"/>
                    <a:pt x="357060" y="717247"/>
                  </a:cubicBezTo>
                  <a:cubicBezTo>
                    <a:pt x="370484" y="719203"/>
                    <a:pt x="383387" y="723809"/>
                    <a:pt x="395021" y="730790"/>
                  </a:cubicBezTo>
                  <a:cubicBezTo>
                    <a:pt x="411683" y="741725"/>
                    <a:pt x="411611" y="771561"/>
                    <a:pt x="411611" y="771561"/>
                  </a:cubicBezTo>
                  <a:cubicBezTo>
                    <a:pt x="411611" y="771561"/>
                    <a:pt x="433344" y="766130"/>
                    <a:pt x="444935" y="763378"/>
                  </a:cubicBezTo>
                  <a:cubicBezTo>
                    <a:pt x="456526" y="760626"/>
                    <a:pt x="497167" y="744404"/>
                    <a:pt x="497167" y="744404"/>
                  </a:cubicBezTo>
                  <a:lnTo>
                    <a:pt x="558889" y="687339"/>
                  </a:lnTo>
                  <a:lnTo>
                    <a:pt x="703776" y="584143"/>
                  </a:lnTo>
                  <a:lnTo>
                    <a:pt x="703776" y="584143"/>
                  </a:lnTo>
                  <a:cubicBezTo>
                    <a:pt x="699285" y="565821"/>
                    <a:pt x="694503" y="551193"/>
                    <a:pt x="686752" y="551193"/>
                  </a:cubicBezTo>
                  <a:cubicBezTo>
                    <a:pt x="679000" y="551193"/>
                    <a:pt x="671756" y="542647"/>
                    <a:pt x="661831" y="542647"/>
                  </a:cubicBezTo>
                  <a:cubicBezTo>
                    <a:pt x="651906" y="542647"/>
                    <a:pt x="639374" y="536926"/>
                    <a:pt x="638142" y="526933"/>
                  </a:cubicBezTo>
                  <a:cubicBezTo>
                    <a:pt x="636910" y="516939"/>
                    <a:pt x="641837" y="509842"/>
                    <a:pt x="634375" y="497024"/>
                  </a:cubicBezTo>
                  <a:cubicBezTo>
                    <a:pt x="626913" y="484206"/>
                    <a:pt x="619452" y="478485"/>
                    <a:pt x="619452" y="472836"/>
                  </a:cubicBezTo>
                  <a:cubicBezTo>
                    <a:pt x="619452" y="467188"/>
                    <a:pt x="632129" y="455963"/>
                    <a:pt x="633940" y="453718"/>
                  </a:cubicBezTo>
                  <a:cubicBezTo>
                    <a:pt x="635751" y="451473"/>
                    <a:pt x="628942" y="442276"/>
                    <a:pt x="628942" y="435975"/>
                  </a:cubicBezTo>
                  <a:cubicBezTo>
                    <a:pt x="628942" y="429675"/>
                    <a:pt x="623943" y="418884"/>
                    <a:pt x="628942" y="412005"/>
                  </a:cubicBezTo>
                  <a:cubicBezTo>
                    <a:pt x="635274" y="404662"/>
                    <a:pt x="636287" y="394132"/>
                    <a:pt x="631477" y="385717"/>
                  </a:cubicBezTo>
                  <a:cubicBezTo>
                    <a:pt x="625972" y="373189"/>
                    <a:pt x="638721" y="361746"/>
                    <a:pt x="632491" y="345163"/>
                  </a:cubicBezTo>
                  <a:cubicBezTo>
                    <a:pt x="626261" y="328579"/>
                    <a:pt x="615975" y="315472"/>
                    <a:pt x="616988" y="309750"/>
                  </a:cubicBezTo>
                  <a:cubicBezTo>
                    <a:pt x="617423" y="307288"/>
                    <a:pt x="620611" y="304609"/>
                    <a:pt x="624233" y="301639"/>
                  </a:cubicBezTo>
                  <a:cubicBezTo>
                    <a:pt x="622284" y="298620"/>
                    <a:pt x="621256" y="295093"/>
                    <a:pt x="621263" y="291501"/>
                  </a:cubicBezTo>
                  <a:cubicBezTo>
                    <a:pt x="621263" y="275497"/>
                    <a:pt x="611266" y="232046"/>
                    <a:pt x="605253" y="222921"/>
                  </a:cubicBezTo>
                  <a:cubicBezTo>
                    <a:pt x="599240" y="213796"/>
                    <a:pt x="579318" y="206917"/>
                    <a:pt x="579318" y="200109"/>
                  </a:cubicBezTo>
                  <a:cubicBezTo>
                    <a:pt x="580462" y="189804"/>
                    <a:pt x="574935" y="179912"/>
                    <a:pt x="565554" y="175487"/>
                  </a:cubicBezTo>
                  <a:cubicBezTo>
                    <a:pt x="551572" y="168245"/>
                    <a:pt x="543820" y="134354"/>
                    <a:pt x="551572" y="134354"/>
                  </a:cubicBezTo>
                  <a:cubicBezTo>
                    <a:pt x="559324" y="134354"/>
                    <a:pt x="565554" y="113787"/>
                    <a:pt x="573305" y="109225"/>
                  </a:cubicBezTo>
                  <a:cubicBezTo>
                    <a:pt x="581057" y="104662"/>
                    <a:pt x="591271" y="81778"/>
                    <a:pt x="583302" y="68091"/>
                  </a:cubicBezTo>
                  <a:cubicBezTo>
                    <a:pt x="578014" y="58894"/>
                    <a:pt x="580694" y="30506"/>
                    <a:pt x="583302" y="7767"/>
                  </a:cubicBezTo>
                  <a:cubicBezTo>
                    <a:pt x="572385" y="7050"/>
                    <a:pt x="561649" y="4609"/>
                    <a:pt x="551499" y="525"/>
                  </a:cubicBezTo>
                  <a:cubicBezTo>
                    <a:pt x="545487" y="-1720"/>
                    <a:pt x="528028" y="3928"/>
                    <a:pt x="517016" y="4508"/>
                  </a:cubicBezTo>
                  <a:cubicBezTo>
                    <a:pt x="506005" y="5087"/>
                    <a:pt x="479056" y="25075"/>
                    <a:pt x="470073" y="15371"/>
                  </a:cubicBezTo>
                  <a:cubicBezTo>
                    <a:pt x="461090" y="5666"/>
                    <a:pt x="369231" y="22612"/>
                    <a:pt x="343296" y="23916"/>
                  </a:cubicBezTo>
                  <a:cubicBezTo>
                    <a:pt x="317362" y="25219"/>
                    <a:pt x="306278" y="55925"/>
                    <a:pt x="290847" y="55925"/>
                  </a:cubicBezTo>
                  <a:cubicBezTo>
                    <a:pt x="275417" y="55925"/>
                    <a:pt x="250858" y="70408"/>
                    <a:pt x="237891" y="87354"/>
                  </a:cubicBezTo>
                  <a:cubicBezTo>
                    <a:pt x="234913" y="91424"/>
                    <a:pt x="230183" y="93836"/>
                    <a:pt x="225141" y="93872"/>
                  </a:cubicBezTo>
                  <a:cubicBezTo>
                    <a:pt x="226604" y="98007"/>
                    <a:pt x="228473" y="101983"/>
                    <a:pt x="230719" y="105748"/>
                  </a:cubicBezTo>
                  <a:cubicBezTo>
                    <a:pt x="238123" y="117799"/>
                    <a:pt x="241709" y="131812"/>
                    <a:pt x="241006" y="1459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" name="Freeform 65">
              <a:extLst>
                <a:ext uri="{FF2B5EF4-FFF2-40B4-BE49-F238E27FC236}">
                  <a16:creationId xmlns:a16="http://schemas.microsoft.com/office/drawing/2014/main" id="{CED992EB-2060-8BFF-8259-C7ECE2F5BAA6}"/>
                </a:ext>
              </a:extLst>
            </p:cNvPr>
            <p:cNvSpPr/>
            <p:nvPr/>
          </p:nvSpPr>
          <p:spPr>
            <a:xfrm>
              <a:off x="6047538" y="3098938"/>
              <a:ext cx="510982" cy="563345"/>
            </a:xfrm>
            <a:custGeom>
              <a:avLst/>
              <a:gdLst>
                <a:gd name="connsiteX0" fmla="*/ 510986 w 510985"/>
                <a:gd name="connsiteY0" fmla="*/ 49824 h 563341"/>
                <a:gd name="connsiteX1" fmla="*/ 510044 w 510985"/>
                <a:gd name="connsiteY1" fmla="*/ 48303 h 563341"/>
                <a:gd name="connsiteX2" fmla="*/ 464549 w 510985"/>
                <a:gd name="connsiteY2" fmla="*/ 34616 h 563341"/>
                <a:gd name="connsiteX3" fmla="*/ 427096 w 510985"/>
                <a:gd name="connsiteY3" fmla="*/ 7387 h 563341"/>
                <a:gd name="connsiteX4" fmla="*/ 391685 w 510985"/>
                <a:gd name="connsiteY4" fmla="*/ 41351 h 563341"/>
                <a:gd name="connsiteX5" fmla="*/ 391671 w 510985"/>
                <a:gd name="connsiteY5" fmla="*/ 41351 h 563341"/>
                <a:gd name="connsiteX6" fmla="*/ 359940 w 510985"/>
                <a:gd name="connsiteY6" fmla="*/ 21725 h 563341"/>
                <a:gd name="connsiteX7" fmla="*/ 337773 w 510985"/>
                <a:gd name="connsiteY7" fmla="*/ 48303 h 563341"/>
                <a:gd name="connsiteX8" fmla="*/ 342192 w 510985"/>
                <a:gd name="connsiteY8" fmla="*/ 98561 h 563341"/>
                <a:gd name="connsiteX9" fmla="*/ 290250 w 510985"/>
                <a:gd name="connsiteY9" fmla="*/ 99140 h 563341"/>
                <a:gd name="connsiteX10" fmla="*/ 227876 w 510985"/>
                <a:gd name="connsiteY10" fmla="*/ 73432 h 563341"/>
                <a:gd name="connsiteX11" fmla="*/ 194407 w 510985"/>
                <a:gd name="connsiteY11" fmla="*/ 46058 h 563341"/>
                <a:gd name="connsiteX12" fmla="*/ 172674 w 510985"/>
                <a:gd name="connsiteY12" fmla="*/ 23753 h 563341"/>
                <a:gd name="connsiteX13" fmla="*/ 111314 w 510985"/>
                <a:gd name="connsiteY13" fmla="*/ 9270 h 563341"/>
                <a:gd name="connsiteX14" fmla="*/ 72339 w 510985"/>
                <a:gd name="connsiteY14" fmla="*/ 0 h 563341"/>
                <a:gd name="connsiteX15" fmla="*/ 71325 w 510985"/>
                <a:gd name="connsiteY15" fmla="*/ 20132 h 563341"/>
                <a:gd name="connsiteX16" fmla="*/ 56836 w 510985"/>
                <a:gd name="connsiteY16" fmla="*/ 32081 h 563341"/>
                <a:gd name="connsiteX17" fmla="*/ 30901 w 510985"/>
                <a:gd name="connsiteY17" fmla="*/ 60107 h 563341"/>
                <a:gd name="connsiteX18" fmla="*/ 27859 w 510985"/>
                <a:gd name="connsiteY18" fmla="*/ 77198 h 563341"/>
                <a:gd name="connsiteX19" fmla="*/ 21846 w 510985"/>
                <a:gd name="connsiteY19" fmla="*/ 108048 h 563341"/>
                <a:gd name="connsiteX20" fmla="*/ 113 w 510985"/>
                <a:gd name="connsiteY20" fmla="*/ 130353 h 563341"/>
                <a:gd name="connsiteX21" fmla="*/ 15616 w 510985"/>
                <a:gd name="connsiteY21" fmla="*/ 165765 h 563341"/>
                <a:gd name="connsiteX22" fmla="*/ 14602 w 510985"/>
                <a:gd name="connsiteY22" fmla="*/ 206319 h 563341"/>
                <a:gd name="connsiteX23" fmla="*/ 12066 w 510985"/>
                <a:gd name="connsiteY23" fmla="*/ 232607 h 563341"/>
                <a:gd name="connsiteX24" fmla="*/ 12066 w 510985"/>
                <a:gd name="connsiteY24" fmla="*/ 256578 h 563341"/>
                <a:gd name="connsiteX25" fmla="*/ 17064 w 510985"/>
                <a:gd name="connsiteY25" fmla="*/ 274320 h 563341"/>
                <a:gd name="connsiteX26" fmla="*/ 2576 w 510985"/>
                <a:gd name="connsiteY26" fmla="*/ 293439 h 563341"/>
                <a:gd name="connsiteX27" fmla="*/ 17499 w 510985"/>
                <a:gd name="connsiteY27" fmla="*/ 317626 h 563341"/>
                <a:gd name="connsiteX28" fmla="*/ 21266 w 510985"/>
                <a:gd name="connsiteY28" fmla="*/ 347535 h 563341"/>
                <a:gd name="connsiteX29" fmla="*/ 44956 w 510985"/>
                <a:gd name="connsiteY29" fmla="*/ 363250 h 563341"/>
                <a:gd name="connsiteX30" fmla="*/ 69876 w 510985"/>
                <a:gd name="connsiteY30" fmla="*/ 371795 h 563341"/>
                <a:gd name="connsiteX31" fmla="*/ 86900 w 510985"/>
                <a:gd name="connsiteY31" fmla="*/ 404745 h 563341"/>
                <a:gd name="connsiteX32" fmla="*/ 136379 w 510985"/>
                <a:gd name="connsiteY32" fmla="*/ 415608 h 563341"/>
                <a:gd name="connsiteX33" fmla="*/ 158113 w 510985"/>
                <a:gd name="connsiteY33" fmla="*/ 440013 h 563341"/>
                <a:gd name="connsiteX34" fmla="*/ 215053 w 510985"/>
                <a:gd name="connsiteY34" fmla="*/ 404745 h 563341"/>
                <a:gd name="connsiteX35" fmla="*/ 472880 w 510985"/>
                <a:gd name="connsiteY35" fmla="*/ 563341 h 563341"/>
                <a:gd name="connsiteX36" fmla="*/ 472880 w 510985"/>
                <a:gd name="connsiteY36" fmla="*/ 542847 h 563341"/>
                <a:gd name="connsiteX37" fmla="*/ 504176 w 510985"/>
                <a:gd name="connsiteY37" fmla="*/ 542847 h 563341"/>
                <a:gd name="connsiteX38" fmla="*/ 504176 w 510985"/>
                <a:gd name="connsiteY38" fmla="*/ 164244 h 563341"/>
                <a:gd name="connsiteX39" fmla="*/ 504176 w 510985"/>
                <a:gd name="connsiteY39" fmla="*/ 107107 h 563341"/>
                <a:gd name="connsiteX40" fmla="*/ 508305 w 510985"/>
                <a:gd name="connsiteY40" fmla="*/ 59455 h 563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10985" h="563341">
                  <a:moveTo>
                    <a:pt x="510986" y="49824"/>
                  </a:moveTo>
                  <a:cubicBezTo>
                    <a:pt x="510594" y="49368"/>
                    <a:pt x="510276" y="48854"/>
                    <a:pt x="510044" y="48303"/>
                  </a:cubicBezTo>
                  <a:cubicBezTo>
                    <a:pt x="507508" y="40337"/>
                    <a:pt x="494034" y="39758"/>
                    <a:pt x="464549" y="34616"/>
                  </a:cubicBezTo>
                  <a:cubicBezTo>
                    <a:pt x="440425" y="30416"/>
                    <a:pt x="443396" y="14267"/>
                    <a:pt x="427096" y="7387"/>
                  </a:cubicBezTo>
                  <a:cubicBezTo>
                    <a:pt x="426697" y="26542"/>
                    <a:pt x="410847" y="41749"/>
                    <a:pt x="391685" y="41351"/>
                  </a:cubicBezTo>
                  <a:cubicBezTo>
                    <a:pt x="391678" y="41351"/>
                    <a:pt x="391678" y="41351"/>
                    <a:pt x="391671" y="41351"/>
                  </a:cubicBezTo>
                  <a:cubicBezTo>
                    <a:pt x="378081" y="41894"/>
                    <a:pt x="365519" y="34131"/>
                    <a:pt x="359940" y="21725"/>
                  </a:cubicBezTo>
                  <a:cubicBezTo>
                    <a:pt x="347046" y="30561"/>
                    <a:pt x="338207" y="40916"/>
                    <a:pt x="337773" y="48303"/>
                  </a:cubicBezTo>
                  <a:cubicBezTo>
                    <a:pt x="337266" y="64307"/>
                    <a:pt x="353203" y="82050"/>
                    <a:pt x="342192" y="98561"/>
                  </a:cubicBezTo>
                  <a:cubicBezTo>
                    <a:pt x="331181" y="115073"/>
                    <a:pt x="307274" y="116883"/>
                    <a:pt x="290250" y="99140"/>
                  </a:cubicBezTo>
                  <a:cubicBezTo>
                    <a:pt x="273639" y="82716"/>
                    <a:pt x="251239" y="73483"/>
                    <a:pt x="227876" y="73432"/>
                  </a:cubicBezTo>
                  <a:cubicBezTo>
                    <a:pt x="207447" y="73432"/>
                    <a:pt x="192958" y="58586"/>
                    <a:pt x="194407" y="46058"/>
                  </a:cubicBezTo>
                  <a:cubicBezTo>
                    <a:pt x="195856" y="33530"/>
                    <a:pt x="189408" y="27736"/>
                    <a:pt x="172674" y="23753"/>
                  </a:cubicBezTo>
                  <a:cubicBezTo>
                    <a:pt x="155939" y="19770"/>
                    <a:pt x="141233" y="3766"/>
                    <a:pt x="111314" y="9270"/>
                  </a:cubicBezTo>
                  <a:cubicBezTo>
                    <a:pt x="97600" y="11775"/>
                    <a:pt x="83459" y="8408"/>
                    <a:pt x="72339" y="0"/>
                  </a:cubicBezTo>
                  <a:cubicBezTo>
                    <a:pt x="71593" y="6684"/>
                    <a:pt x="71253" y="13405"/>
                    <a:pt x="71325" y="20132"/>
                  </a:cubicBezTo>
                  <a:cubicBezTo>
                    <a:pt x="71760" y="32733"/>
                    <a:pt x="60314" y="30416"/>
                    <a:pt x="56836" y="32081"/>
                  </a:cubicBezTo>
                  <a:cubicBezTo>
                    <a:pt x="53359" y="33747"/>
                    <a:pt x="35103" y="55545"/>
                    <a:pt x="30901" y="60107"/>
                  </a:cubicBezTo>
                  <a:cubicBezTo>
                    <a:pt x="26765" y="64785"/>
                    <a:pt x="25591" y="71383"/>
                    <a:pt x="27859" y="77198"/>
                  </a:cubicBezTo>
                  <a:cubicBezTo>
                    <a:pt x="29887" y="81832"/>
                    <a:pt x="26337" y="98344"/>
                    <a:pt x="21846" y="108048"/>
                  </a:cubicBezTo>
                  <a:cubicBezTo>
                    <a:pt x="17355" y="117752"/>
                    <a:pt x="1417" y="124632"/>
                    <a:pt x="113" y="130353"/>
                  </a:cubicBezTo>
                  <a:cubicBezTo>
                    <a:pt x="-1191" y="136074"/>
                    <a:pt x="9096" y="149182"/>
                    <a:pt x="15616" y="165765"/>
                  </a:cubicBezTo>
                  <a:cubicBezTo>
                    <a:pt x="22136" y="182349"/>
                    <a:pt x="9096" y="193791"/>
                    <a:pt x="14602" y="206319"/>
                  </a:cubicBezTo>
                  <a:cubicBezTo>
                    <a:pt x="19412" y="214735"/>
                    <a:pt x="18398" y="225264"/>
                    <a:pt x="12066" y="232607"/>
                  </a:cubicBezTo>
                  <a:cubicBezTo>
                    <a:pt x="7068" y="239487"/>
                    <a:pt x="12066" y="250277"/>
                    <a:pt x="12066" y="256578"/>
                  </a:cubicBezTo>
                  <a:cubicBezTo>
                    <a:pt x="12066" y="262878"/>
                    <a:pt x="19310" y="272003"/>
                    <a:pt x="17064" y="274320"/>
                  </a:cubicBezTo>
                  <a:cubicBezTo>
                    <a:pt x="14819" y="276637"/>
                    <a:pt x="2576" y="287718"/>
                    <a:pt x="2576" y="293439"/>
                  </a:cubicBezTo>
                  <a:cubicBezTo>
                    <a:pt x="2576" y="299159"/>
                    <a:pt x="9820" y="304808"/>
                    <a:pt x="17499" y="317626"/>
                  </a:cubicBezTo>
                  <a:cubicBezTo>
                    <a:pt x="25179" y="330444"/>
                    <a:pt x="20035" y="337613"/>
                    <a:pt x="21266" y="347535"/>
                  </a:cubicBezTo>
                  <a:cubicBezTo>
                    <a:pt x="22498" y="357456"/>
                    <a:pt x="34958" y="363250"/>
                    <a:pt x="44956" y="363250"/>
                  </a:cubicBezTo>
                  <a:cubicBezTo>
                    <a:pt x="54953" y="363250"/>
                    <a:pt x="61110" y="371795"/>
                    <a:pt x="69876" y="371795"/>
                  </a:cubicBezTo>
                  <a:cubicBezTo>
                    <a:pt x="78642" y="371795"/>
                    <a:pt x="82409" y="386279"/>
                    <a:pt x="86900" y="404745"/>
                  </a:cubicBezTo>
                  <a:cubicBezTo>
                    <a:pt x="90595" y="404745"/>
                    <a:pt x="123122" y="405325"/>
                    <a:pt x="136379" y="415608"/>
                  </a:cubicBezTo>
                  <a:cubicBezTo>
                    <a:pt x="145152" y="422242"/>
                    <a:pt x="152534" y="430533"/>
                    <a:pt x="158113" y="440013"/>
                  </a:cubicBezTo>
                  <a:lnTo>
                    <a:pt x="215053" y="404745"/>
                  </a:lnTo>
                  <a:lnTo>
                    <a:pt x="472880" y="563341"/>
                  </a:lnTo>
                  <a:lnTo>
                    <a:pt x="472880" y="542847"/>
                  </a:lnTo>
                  <a:lnTo>
                    <a:pt x="504176" y="542847"/>
                  </a:lnTo>
                  <a:lnTo>
                    <a:pt x="504176" y="164244"/>
                  </a:lnTo>
                  <a:cubicBezTo>
                    <a:pt x="504176" y="138101"/>
                    <a:pt x="493744" y="121373"/>
                    <a:pt x="504176" y="107107"/>
                  </a:cubicBezTo>
                  <a:cubicBezTo>
                    <a:pt x="514608" y="92840"/>
                    <a:pt x="499974" y="85381"/>
                    <a:pt x="508305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" name="Freeform 66">
              <a:extLst>
                <a:ext uri="{FF2B5EF4-FFF2-40B4-BE49-F238E27FC236}">
                  <a16:creationId xmlns:a16="http://schemas.microsoft.com/office/drawing/2014/main" id="{3E2C623A-4227-2192-777B-1356A070CB98}"/>
                </a:ext>
              </a:extLst>
            </p:cNvPr>
            <p:cNvSpPr/>
            <p:nvPr/>
          </p:nvSpPr>
          <p:spPr>
            <a:xfrm>
              <a:off x="5163335" y="3891978"/>
              <a:ext cx="95335" cy="30939"/>
            </a:xfrm>
            <a:custGeom>
              <a:avLst/>
              <a:gdLst>
                <a:gd name="connsiteX0" fmla="*/ 44843 w 95335"/>
                <a:gd name="connsiteY0" fmla="*/ 1682 h 30938"/>
                <a:gd name="connsiteX1" fmla="*/ 2029 w 95335"/>
                <a:gd name="connsiteY1" fmla="*/ 9720 h 30938"/>
                <a:gd name="connsiteX2" fmla="*/ 0 w 95335"/>
                <a:gd name="connsiteY2" fmla="*/ 21307 h 30938"/>
                <a:gd name="connsiteX3" fmla="*/ 5578 w 95335"/>
                <a:gd name="connsiteY3" fmla="*/ 30939 h 30938"/>
                <a:gd name="connsiteX4" fmla="*/ 7534 w 95335"/>
                <a:gd name="connsiteY4" fmla="*/ 30577 h 30938"/>
                <a:gd name="connsiteX5" fmla="*/ 46074 w 95335"/>
                <a:gd name="connsiteY5" fmla="*/ 18338 h 30938"/>
                <a:gd name="connsiteX6" fmla="*/ 74472 w 95335"/>
                <a:gd name="connsiteY6" fmla="*/ 27028 h 30938"/>
                <a:gd name="connsiteX7" fmla="*/ 95336 w 95335"/>
                <a:gd name="connsiteY7" fmla="*/ 20511 h 30938"/>
                <a:gd name="connsiteX8" fmla="*/ 77008 w 95335"/>
                <a:gd name="connsiteY8" fmla="*/ 17614 h 30938"/>
                <a:gd name="connsiteX9" fmla="*/ 44843 w 95335"/>
                <a:gd name="connsiteY9" fmla="*/ 1682 h 3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5335" h="30938">
                  <a:moveTo>
                    <a:pt x="44843" y="1682"/>
                  </a:moveTo>
                  <a:cubicBezTo>
                    <a:pt x="32020" y="9474"/>
                    <a:pt x="16799" y="12334"/>
                    <a:pt x="2029" y="9720"/>
                  </a:cubicBezTo>
                  <a:cubicBezTo>
                    <a:pt x="1659" y="13631"/>
                    <a:pt x="985" y="17505"/>
                    <a:pt x="0" y="21307"/>
                  </a:cubicBezTo>
                  <a:cubicBezTo>
                    <a:pt x="1956" y="24421"/>
                    <a:pt x="3840" y="27680"/>
                    <a:pt x="5578" y="30939"/>
                  </a:cubicBezTo>
                  <a:lnTo>
                    <a:pt x="7534" y="30577"/>
                  </a:lnTo>
                  <a:cubicBezTo>
                    <a:pt x="17676" y="29925"/>
                    <a:pt x="39120" y="25580"/>
                    <a:pt x="46074" y="18338"/>
                  </a:cubicBezTo>
                  <a:cubicBezTo>
                    <a:pt x="53029" y="11096"/>
                    <a:pt x="64403" y="25580"/>
                    <a:pt x="74472" y="27028"/>
                  </a:cubicBezTo>
                  <a:cubicBezTo>
                    <a:pt x="81963" y="27252"/>
                    <a:pt x="89309" y="24957"/>
                    <a:pt x="95336" y="20511"/>
                  </a:cubicBezTo>
                  <a:cubicBezTo>
                    <a:pt x="89424" y="18548"/>
                    <a:pt x="83238" y="17570"/>
                    <a:pt x="77008" y="17614"/>
                  </a:cubicBezTo>
                  <a:cubicBezTo>
                    <a:pt x="60635" y="16165"/>
                    <a:pt x="59331" y="-6212"/>
                    <a:pt x="44843" y="16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" name="Freeform 67">
              <a:extLst>
                <a:ext uri="{FF2B5EF4-FFF2-40B4-BE49-F238E27FC236}">
                  <a16:creationId xmlns:a16="http://schemas.microsoft.com/office/drawing/2014/main" id="{1F3CCF05-B1F2-8A38-5EB9-30ADAA5088BA}"/>
                </a:ext>
              </a:extLst>
            </p:cNvPr>
            <p:cNvSpPr/>
            <p:nvPr/>
          </p:nvSpPr>
          <p:spPr>
            <a:xfrm>
              <a:off x="5147076" y="3784536"/>
              <a:ext cx="192211" cy="172061"/>
            </a:xfrm>
            <a:custGeom>
              <a:avLst/>
              <a:gdLst>
                <a:gd name="connsiteX0" fmla="*/ 174115 w 192211"/>
                <a:gd name="connsiteY0" fmla="*/ 117887 h 172059"/>
                <a:gd name="connsiteX1" fmla="*/ 169116 w 192211"/>
                <a:gd name="connsiteY1" fmla="*/ 93844 h 172059"/>
                <a:gd name="connsiteX2" fmla="*/ 162886 w 192211"/>
                <a:gd name="connsiteY2" fmla="*/ 83343 h 172059"/>
                <a:gd name="connsiteX3" fmla="*/ 143906 w 192211"/>
                <a:gd name="connsiteY3" fmla="*/ 56186 h 172059"/>
                <a:gd name="connsiteX4" fmla="*/ 120144 w 192211"/>
                <a:gd name="connsiteY4" fmla="*/ 20846 h 172059"/>
                <a:gd name="connsiteX5" fmla="*/ 108264 w 192211"/>
                <a:gd name="connsiteY5" fmla="*/ 20846 h 172059"/>
                <a:gd name="connsiteX6" fmla="*/ 89283 w 192211"/>
                <a:gd name="connsiteY6" fmla="*/ 1873 h 172059"/>
                <a:gd name="connsiteX7" fmla="*/ 63131 w 192211"/>
                <a:gd name="connsiteY7" fmla="*/ 4552 h 172059"/>
                <a:gd name="connsiteX8" fmla="*/ 32270 w 192211"/>
                <a:gd name="connsiteY8" fmla="*/ 4552 h 172059"/>
                <a:gd name="connsiteX9" fmla="*/ 13290 w 192211"/>
                <a:gd name="connsiteY9" fmla="*/ 23598 h 172059"/>
                <a:gd name="connsiteX10" fmla="*/ 11551 w 192211"/>
                <a:gd name="connsiteY10" fmla="*/ 24105 h 172059"/>
                <a:gd name="connsiteX11" fmla="*/ 3800 w 192211"/>
                <a:gd name="connsiteY11" fmla="*/ 55028 h 172059"/>
                <a:gd name="connsiteX12" fmla="*/ 105 w 192211"/>
                <a:gd name="connsiteY12" fmla="*/ 72480 h 172059"/>
                <a:gd name="connsiteX13" fmla="*/ 15970 w 192211"/>
                <a:gd name="connsiteY13" fmla="*/ 109486 h 172059"/>
                <a:gd name="connsiteX14" fmla="*/ 15970 w 192211"/>
                <a:gd name="connsiteY14" fmla="*/ 109486 h 172059"/>
                <a:gd name="connsiteX15" fmla="*/ 17926 w 192211"/>
                <a:gd name="connsiteY15" fmla="*/ 116728 h 172059"/>
                <a:gd name="connsiteX16" fmla="*/ 60741 w 192211"/>
                <a:gd name="connsiteY16" fmla="*/ 108690 h 172059"/>
                <a:gd name="connsiteX17" fmla="*/ 92906 w 192211"/>
                <a:gd name="connsiteY17" fmla="*/ 124622 h 172059"/>
                <a:gd name="connsiteX18" fmla="*/ 111234 w 192211"/>
                <a:gd name="connsiteY18" fmla="*/ 127518 h 172059"/>
                <a:gd name="connsiteX19" fmla="*/ 90370 w 192211"/>
                <a:gd name="connsiteY19" fmla="*/ 134036 h 172059"/>
                <a:gd name="connsiteX20" fmla="*/ 61972 w 192211"/>
                <a:gd name="connsiteY20" fmla="*/ 125346 h 172059"/>
                <a:gd name="connsiteX21" fmla="*/ 23432 w 192211"/>
                <a:gd name="connsiteY21" fmla="*/ 137584 h 172059"/>
                <a:gd name="connsiteX22" fmla="*/ 21476 w 192211"/>
                <a:gd name="connsiteY22" fmla="*/ 137947 h 172059"/>
                <a:gd name="connsiteX23" fmla="*/ 29880 w 192211"/>
                <a:gd name="connsiteY23" fmla="*/ 161265 h 172059"/>
                <a:gd name="connsiteX24" fmla="*/ 37993 w 192211"/>
                <a:gd name="connsiteY24" fmla="*/ 168000 h 172059"/>
                <a:gd name="connsiteX25" fmla="*/ 56901 w 192211"/>
                <a:gd name="connsiteY25" fmla="*/ 159310 h 172059"/>
                <a:gd name="connsiteX26" fmla="*/ 106162 w 192211"/>
                <a:gd name="connsiteY26" fmla="*/ 154965 h 172059"/>
                <a:gd name="connsiteX27" fmla="*/ 114711 w 192211"/>
                <a:gd name="connsiteY27" fmla="*/ 157572 h 172059"/>
                <a:gd name="connsiteX28" fmla="*/ 114711 w 192211"/>
                <a:gd name="connsiteY28" fmla="*/ 153951 h 172059"/>
                <a:gd name="connsiteX29" fmla="*/ 138690 w 192211"/>
                <a:gd name="connsiteY29" fmla="*/ 165104 h 172059"/>
                <a:gd name="connsiteX30" fmla="*/ 188169 w 192211"/>
                <a:gd name="connsiteY30" fmla="*/ 168579 h 172059"/>
                <a:gd name="connsiteX31" fmla="*/ 191863 w 192211"/>
                <a:gd name="connsiteY31" fmla="*/ 167059 h 172059"/>
                <a:gd name="connsiteX32" fmla="*/ 191863 w 192211"/>
                <a:gd name="connsiteY32" fmla="*/ 142581 h 172059"/>
                <a:gd name="connsiteX33" fmla="*/ 174115 w 192211"/>
                <a:gd name="connsiteY33" fmla="*/ 117887 h 1720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192211" h="172059">
                  <a:moveTo>
                    <a:pt x="174115" y="117887"/>
                  </a:moveTo>
                  <a:cubicBezTo>
                    <a:pt x="168102" y="110645"/>
                    <a:pt x="169116" y="93844"/>
                    <a:pt x="169116" y="93844"/>
                  </a:cubicBezTo>
                  <a:lnTo>
                    <a:pt x="162886" y="83343"/>
                  </a:lnTo>
                  <a:cubicBezTo>
                    <a:pt x="162886" y="83343"/>
                    <a:pt x="158177" y="61618"/>
                    <a:pt x="143906" y="56186"/>
                  </a:cubicBezTo>
                  <a:cubicBezTo>
                    <a:pt x="129635" y="50755"/>
                    <a:pt x="120144" y="20846"/>
                    <a:pt x="120144" y="20846"/>
                  </a:cubicBezTo>
                  <a:lnTo>
                    <a:pt x="108264" y="20846"/>
                  </a:lnTo>
                  <a:cubicBezTo>
                    <a:pt x="103098" y="13460"/>
                    <a:pt x="96672" y="7036"/>
                    <a:pt x="89283" y="1873"/>
                  </a:cubicBezTo>
                  <a:cubicBezTo>
                    <a:pt x="79793" y="-3559"/>
                    <a:pt x="63131" y="4552"/>
                    <a:pt x="63131" y="4552"/>
                  </a:cubicBezTo>
                  <a:cubicBezTo>
                    <a:pt x="52895" y="6051"/>
                    <a:pt x="42499" y="6051"/>
                    <a:pt x="32270" y="4552"/>
                  </a:cubicBezTo>
                  <a:cubicBezTo>
                    <a:pt x="20389" y="1873"/>
                    <a:pt x="22780" y="20846"/>
                    <a:pt x="13290" y="23598"/>
                  </a:cubicBezTo>
                  <a:lnTo>
                    <a:pt x="11551" y="24105"/>
                  </a:lnTo>
                  <a:cubicBezTo>
                    <a:pt x="11160" y="34845"/>
                    <a:pt x="8523" y="45374"/>
                    <a:pt x="3800" y="55028"/>
                  </a:cubicBezTo>
                  <a:cubicBezTo>
                    <a:pt x="895" y="60358"/>
                    <a:pt x="-395" y="66426"/>
                    <a:pt x="105" y="72480"/>
                  </a:cubicBezTo>
                  <a:cubicBezTo>
                    <a:pt x="11856" y="80917"/>
                    <a:pt x="17962" y="95162"/>
                    <a:pt x="15970" y="109486"/>
                  </a:cubicBezTo>
                  <a:lnTo>
                    <a:pt x="15970" y="109486"/>
                  </a:lnTo>
                  <a:cubicBezTo>
                    <a:pt x="17535" y="111557"/>
                    <a:pt x="18238" y="114150"/>
                    <a:pt x="17926" y="116728"/>
                  </a:cubicBezTo>
                  <a:cubicBezTo>
                    <a:pt x="32697" y="119342"/>
                    <a:pt x="47918" y="116482"/>
                    <a:pt x="60741" y="108690"/>
                  </a:cubicBezTo>
                  <a:cubicBezTo>
                    <a:pt x="75229" y="100796"/>
                    <a:pt x="76533" y="123173"/>
                    <a:pt x="92906" y="124622"/>
                  </a:cubicBezTo>
                  <a:cubicBezTo>
                    <a:pt x="99136" y="124578"/>
                    <a:pt x="105322" y="125556"/>
                    <a:pt x="111234" y="127518"/>
                  </a:cubicBezTo>
                  <a:cubicBezTo>
                    <a:pt x="105207" y="131965"/>
                    <a:pt x="97860" y="134260"/>
                    <a:pt x="90370" y="134036"/>
                  </a:cubicBezTo>
                  <a:cubicBezTo>
                    <a:pt x="80300" y="132588"/>
                    <a:pt x="68637" y="118104"/>
                    <a:pt x="61972" y="125346"/>
                  </a:cubicBezTo>
                  <a:cubicBezTo>
                    <a:pt x="55307" y="132588"/>
                    <a:pt x="33574" y="136933"/>
                    <a:pt x="23432" y="137584"/>
                  </a:cubicBezTo>
                  <a:lnTo>
                    <a:pt x="21476" y="137947"/>
                  </a:lnTo>
                  <a:cubicBezTo>
                    <a:pt x="25373" y="145275"/>
                    <a:pt x="28206" y="153133"/>
                    <a:pt x="29880" y="161265"/>
                  </a:cubicBezTo>
                  <a:cubicBezTo>
                    <a:pt x="35965" y="161917"/>
                    <a:pt x="33936" y="167493"/>
                    <a:pt x="37993" y="168000"/>
                  </a:cubicBezTo>
                  <a:cubicBezTo>
                    <a:pt x="44296" y="168724"/>
                    <a:pt x="56901" y="159310"/>
                    <a:pt x="56901" y="159310"/>
                  </a:cubicBezTo>
                  <a:cubicBezTo>
                    <a:pt x="56901" y="159310"/>
                    <a:pt x="99281" y="155689"/>
                    <a:pt x="106162" y="154965"/>
                  </a:cubicBezTo>
                  <a:cubicBezTo>
                    <a:pt x="109198" y="155023"/>
                    <a:pt x="112161" y="155921"/>
                    <a:pt x="114711" y="157572"/>
                  </a:cubicBezTo>
                  <a:cubicBezTo>
                    <a:pt x="114776" y="156362"/>
                    <a:pt x="114776" y="155160"/>
                    <a:pt x="114711" y="153951"/>
                  </a:cubicBezTo>
                  <a:cubicBezTo>
                    <a:pt x="114711" y="153951"/>
                    <a:pt x="137241" y="159093"/>
                    <a:pt x="138690" y="165104"/>
                  </a:cubicBezTo>
                  <a:cubicBezTo>
                    <a:pt x="140139" y="171114"/>
                    <a:pt x="170927" y="175387"/>
                    <a:pt x="188169" y="168579"/>
                  </a:cubicBezTo>
                  <a:lnTo>
                    <a:pt x="191863" y="167059"/>
                  </a:lnTo>
                  <a:cubicBezTo>
                    <a:pt x="192327" y="158904"/>
                    <a:pt x="192327" y="150736"/>
                    <a:pt x="191863" y="142581"/>
                  </a:cubicBezTo>
                  <a:cubicBezTo>
                    <a:pt x="191067" y="137295"/>
                    <a:pt x="180128" y="124694"/>
                    <a:pt x="174115" y="1178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" name="Freeform 68">
              <a:extLst>
                <a:ext uri="{FF2B5EF4-FFF2-40B4-BE49-F238E27FC236}">
                  <a16:creationId xmlns:a16="http://schemas.microsoft.com/office/drawing/2014/main" id="{53760E01-A9E1-96D7-6417-5795E2209018}"/>
                </a:ext>
              </a:extLst>
            </p:cNvPr>
            <p:cNvSpPr/>
            <p:nvPr/>
          </p:nvSpPr>
          <p:spPr>
            <a:xfrm>
              <a:off x="5177317" y="3939719"/>
              <a:ext cx="84614" cy="64018"/>
            </a:xfrm>
            <a:custGeom>
              <a:avLst/>
              <a:gdLst>
                <a:gd name="connsiteX0" fmla="*/ 27021 w 84614"/>
                <a:gd name="connsiteY0" fmla="*/ 4562 h 64017"/>
                <a:gd name="connsiteX1" fmla="*/ 8114 w 84614"/>
                <a:gd name="connsiteY1" fmla="*/ 13252 h 64017"/>
                <a:gd name="connsiteX2" fmla="*/ 0 w 84614"/>
                <a:gd name="connsiteY2" fmla="*/ 6517 h 64017"/>
                <a:gd name="connsiteX3" fmla="*/ 869 w 84614"/>
                <a:gd name="connsiteY3" fmla="*/ 11297 h 64017"/>
                <a:gd name="connsiteX4" fmla="*/ 869 w 84614"/>
                <a:gd name="connsiteY4" fmla="*/ 22015 h 64017"/>
                <a:gd name="connsiteX5" fmla="*/ 17966 w 84614"/>
                <a:gd name="connsiteY5" fmla="*/ 31791 h 64017"/>
                <a:gd name="connsiteX6" fmla="*/ 32455 w 84614"/>
                <a:gd name="connsiteY6" fmla="*/ 60759 h 64017"/>
                <a:gd name="connsiteX7" fmla="*/ 36294 w 84614"/>
                <a:gd name="connsiteY7" fmla="*/ 64017 h 64017"/>
                <a:gd name="connsiteX8" fmla="*/ 39917 w 84614"/>
                <a:gd name="connsiteY8" fmla="*/ 59890 h 64017"/>
                <a:gd name="connsiteX9" fmla="*/ 67663 w 84614"/>
                <a:gd name="connsiteY9" fmla="*/ 41061 h 64017"/>
                <a:gd name="connsiteX10" fmla="*/ 79405 w 84614"/>
                <a:gd name="connsiteY10" fmla="*/ 35695 h 64017"/>
                <a:gd name="connsiteX11" fmla="*/ 79616 w 84614"/>
                <a:gd name="connsiteY11" fmla="*/ 35050 h 64017"/>
                <a:gd name="connsiteX12" fmla="*/ 77370 w 84614"/>
                <a:gd name="connsiteY12" fmla="*/ 17091 h 64017"/>
                <a:gd name="connsiteX13" fmla="*/ 84614 w 84614"/>
                <a:gd name="connsiteY13" fmla="*/ 2607 h 64017"/>
                <a:gd name="connsiteX14" fmla="*/ 76066 w 84614"/>
                <a:gd name="connsiteY14" fmla="*/ 0 h 64017"/>
                <a:gd name="connsiteX15" fmla="*/ 27021 w 84614"/>
                <a:gd name="connsiteY15" fmla="*/ 4562 h 64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84614" h="64017">
                  <a:moveTo>
                    <a:pt x="27021" y="4562"/>
                  </a:moveTo>
                  <a:cubicBezTo>
                    <a:pt x="27021" y="4562"/>
                    <a:pt x="14416" y="13977"/>
                    <a:pt x="8114" y="13252"/>
                  </a:cubicBezTo>
                  <a:cubicBezTo>
                    <a:pt x="4057" y="12745"/>
                    <a:pt x="6085" y="7169"/>
                    <a:pt x="0" y="6517"/>
                  </a:cubicBezTo>
                  <a:cubicBezTo>
                    <a:pt x="0" y="8111"/>
                    <a:pt x="652" y="9704"/>
                    <a:pt x="869" y="11297"/>
                  </a:cubicBezTo>
                  <a:cubicBezTo>
                    <a:pt x="1340" y="14853"/>
                    <a:pt x="1340" y="18459"/>
                    <a:pt x="869" y="22015"/>
                  </a:cubicBezTo>
                  <a:cubicBezTo>
                    <a:pt x="5557" y="26787"/>
                    <a:pt x="11475" y="30177"/>
                    <a:pt x="17966" y="31791"/>
                  </a:cubicBezTo>
                  <a:cubicBezTo>
                    <a:pt x="37453" y="38092"/>
                    <a:pt x="16445" y="49534"/>
                    <a:pt x="32455" y="60759"/>
                  </a:cubicBezTo>
                  <a:cubicBezTo>
                    <a:pt x="33904" y="61845"/>
                    <a:pt x="35063" y="62931"/>
                    <a:pt x="36294" y="64017"/>
                  </a:cubicBezTo>
                  <a:cubicBezTo>
                    <a:pt x="37395" y="62547"/>
                    <a:pt x="38605" y="61171"/>
                    <a:pt x="39917" y="59890"/>
                  </a:cubicBezTo>
                  <a:cubicBezTo>
                    <a:pt x="47161" y="53951"/>
                    <a:pt x="62374" y="38164"/>
                    <a:pt x="67663" y="41061"/>
                  </a:cubicBezTo>
                  <a:cubicBezTo>
                    <a:pt x="72386" y="42821"/>
                    <a:pt x="77645" y="40417"/>
                    <a:pt x="79405" y="35695"/>
                  </a:cubicBezTo>
                  <a:cubicBezTo>
                    <a:pt x="79478" y="35485"/>
                    <a:pt x="79551" y="35268"/>
                    <a:pt x="79616" y="35050"/>
                  </a:cubicBezTo>
                  <a:cubicBezTo>
                    <a:pt x="79616" y="31647"/>
                    <a:pt x="69111" y="20567"/>
                    <a:pt x="77370" y="17091"/>
                  </a:cubicBezTo>
                  <a:cubicBezTo>
                    <a:pt x="83021" y="14773"/>
                    <a:pt x="84614" y="7242"/>
                    <a:pt x="84614" y="2607"/>
                  </a:cubicBezTo>
                  <a:cubicBezTo>
                    <a:pt x="82064" y="956"/>
                    <a:pt x="79101" y="58"/>
                    <a:pt x="76066" y="0"/>
                  </a:cubicBezTo>
                  <a:cubicBezTo>
                    <a:pt x="69401" y="941"/>
                    <a:pt x="27021" y="4562"/>
                    <a:pt x="27021" y="45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" name="Freeform 69">
              <a:extLst>
                <a:ext uri="{FF2B5EF4-FFF2-40B4-BE49-F238E27FC236}">
                  <a16:creationId xmlns:a16="http://schemas.microsoft.com/office/drawing/2014/main" id="{A015DB96-0F68-6894-8EF6-FF9575643D0F}"/>
                </a:ext>
              </a:extLst>
            </p:cNvPr>
            <p:cNvSpPr/>
            <p:nvPr/>
          </p:nvSpPr>
          <p:spPr>
            <a:xfrm>
              <a:off x="6213764" y="4000344"/>
              <a:ext cx="414231" cy="331303"/>
            </a:xfrm>
            <a:custGeom>
              <a:avLst/>
              <a:gdLst>
                <a:gd name="connsiteX0" fmla="*/ 383299 w 414232"/>
                <a:gd name="connsiteY0" fmla="*/ 187336 h 331302"/>
                <a:gd name="connsiteX1" fmla="*/ 370839 w 414232"/>
                <a:gd name="connsiteY1" fmla="*/ 161120 h 331302"/>
                <a:gd name="connsiteX2" fmla="*/ 349975 w 414232"/>
                <a:gd name="connsiteY2" fmla="*/ 139395 h 331302"/>
                <a:gd name="connsiteX3" fmla="*/ 335487 w 414232"/>
                <a:gd name="connsiteY3" fmla="*/ 115569 h 331302"/>
                <a:gd name="connsiteX4" fmla="*/ 308393 w 414232"/>
                <a:gd name="connsiteY4" fmla="*/ 101085 h 331302"/>
                <a:gd name="connsiteX5" fmla="*/ 304263 w 414232"/>
                <a:gd name="connsiteY5" fmla="*/ 89644 h 331302"/>
                <a:gd name="connsiteX6" fmla="*/ 289775 w 414232"/>
                <a:gd name="connsiteY6" fmla="*/ 87254 h 331302"/>
                <a:gd name="connsiteX7" fmla="*/ 293977 w 414232"/>
                <a:gd name="connsiteY7" fmla="*/ 72770 h 331302"/>
                <a:gd name="connsiteX8" fmla="*/ 291875 w 414232"/>
                <a:gd name="connsiteY8" fmla="*/ 39385 h 331302"/>
                <a:gd name="connsiteX9" fmla="*/ 267969 w 414232"/>
                <a:gd name="connsiteY9" fmla="*/ 2742 h 331302"/>
                <a:gd name="connsiteX10" fmla="*/ 262101 w 414232"/>
                <a:gd name="connsiteY10" fmla="*/ 1221 h 331302"/>
                <a:gd name="connsiteX11" fmla="*/ 234138 w 414232"/>
                <a:gd name="connsiteY11" fmla="*/ 13749 h 331302"/>
                <a:gd name="connsiteX12" fmla="*/ 226894 w 414232"/>
                <a:gd name="connsiteY12" fmla="*/ 32071 h 331302"/>
                <a:gd name="connsiteX13" fmla="*/ 193932 w 414232"/>
                <a:gd name="connsiteY13" fmla="*/ 70887 h 331302"/>
                <a:gd name="connsiteX14" fmla="*/ 145974 w 414232"/>
                <a:gd name="connsiteY14" fmla="*/ 82329 h 331302"/>
                <a:gd name="connsiteX15" fmla="*/ 143946 w 414232"/>
                <a:gd name="connsiteY15" fmla="*/ 102896 h 331302"/>
                <a:gd name="connsiteX16" fmla="*/ 114026 w 414232"/>
                <a:gd name="connsiteY16" fmla="*/ 121145 h 331302"/>
                <a:gd name="connsiteX17" fmla="*/ 77080 w 414232"/>
                <a:gd name="connsiteY17" fmla="*/ 133746 h 331302"/>
                <a:gd name="connsiteX18" fmla="*/ 55347 w 414232"/>
                <a:gd name="connsiteY18" fmla="*/ 133746 h 331302"/>
                <a:gd name="connsiteX19" fmla="*/ 36439 w 414232"/>
                <a:gd name="connsiteY19" fmla="*/ 142871 h 331302"/>
                <a:gd name="connsiteX20" fmla="*/ 33469 w 414232"/>
                <a:gd name="connsiteY20" fmla="*/ 138815 h 331302"/>
                <a:gd name="connsiteX21" fmla="*/ 16445 w 414232"/>
                <a:gd name="connsiteY21" fmla="*/ 162858 h 331302"/>
                <a:gd name="connsiteX22" fmla="*/ 0 w 414232"/>
                <a:gd name="connsiteY22" fmla="*/ 201385 h 331302"/>
                <a:gd name="connsiteX23" fmla="*/ 4491 w 414232"/>
                <a:gd name="connsiteY23" fmla="*/ 233104 h 331302"/>
                <a:gd name="connsiteX24" fmla="*/ 14199 w 414232"/>
                <a:gd name="connsiteY24" fmla="*/ 263954 h 331302"/>
                <a:gd name="connsiteX25" fmla="*/ 19415 w 414232"/>
                <a:gd name="connsiteY25" fmla="*/ 287128 h 331302"/>
                <a:gd name="connsiteX26" fmla="*/ 26659 w 414232"/>
                <a:gd name="connsiteY26" fmla="*/ 299946 h 331302"/>
                <a:gd name="connsiteX27" fmla="*/ 48392 w 414232"/>
                <a:gd name="connsiteY27" fmla="*/ 324785 h 331302"/>
                <a:gd name="connsiteX28" fmla="*/ 54260 w 414232"/>
                <a:gd name="connsiteY28" fmla="*/ 331303 h 331302"/>
                <a:gd name="connsiteX29" fmla="*/ 56289 w 414232"/>
                <a:gd name="connsiteY29" fmla="*/ 327682 h 331302"/>
                <a:gd name="connsiteX30" fmla="*/ 62519 w 414232"/>
                <a:gd name="connsiteY30" fmla="*/ 299077 h 331302"/>
                <a:gd name="connsiteX31" fmla="*/ 81282 w 414232"/>
                <a:gd name="connsiteY31" fmla="*/ 294297 h 331302"/>
                <a:gd name="connsiteX32" fmla="*/ 95770 w 414232"/>
                <a:gd name="connsiteY32" fmla="*/ 289590 h 331302"/>
                <a:gd name="connsiteX33" fmla="*/ 124748 w 414232"/>
                <a:gd name="connsiteY33" fmla="*/ 294297 h 331302"/>
                <a:gd name="connsiteX34" fmla="*/ 124748 w 414232"/>
                <a:gd name="connsiteY34" fmla="*/ 268154 h 331302"/>
                <a:gd name="connsiteX35" fmla="*/ 160173 w 414232"/>
                <a:gd name="connsiteY35" fmla="*/ 237159 h 331302"/>
                <a:gd name="connsiteX36" fmla="*/ 187267 w 414232"/>
                <a:gd name="connsiteY36" fmla="*/ 258885 h 331302"/>
                <a:gd name="connsiteX37" fmla="*/ 251814 w 414232"/>
                <a:gd name="connsiteY37" fmla="*/ 273368 h 331302"/>
                <a:gd name="connsiteX38" fmla="*/ 262174 w 414232"/>
                <a:gd name="connsiteY38" fmla="*/ 247153 h 331302"/>
                <a:gd name="connsiteX39" fmla="*/ 289267 w 414232"/>
                <a:gd name="connsiteY39" fmla="*/ 247153 h 331302"/>
                <a:gd name="connsiteX40" fmla="*/ 324693 w 414232"/>
                <a:gd name="connsiteY40" fmla="*/ 235276 h 331302"/>
                <a:gd name="connsiteX41" fmla="*/ 351786 w 414232"/>
                <a:gd name="connsiteY41" fmla="*/ 230497 h 331302"/>
                <a:gd name="connsiteX42" fmla="*/ 389240 w 414232"/>
                <a:gd name="connsiteY42" fmla="*/ 235276 h 331302"/>
                <a:gd name="connsiteX43" fmla="*/ 414233 w 414232"/>
                <a:gd name="connsiteY43" fmla="*/ 230497 h 331302"/>
                <a:gd name="connsiteX44" fmla="*/ 405902 w 414232"/>
                <a:gd name="connsiteY44" fmla="*/ 206671 h 331302"/>
                <a:gd name="connsiteX45" fmla="*/ 383299 w 414232"/>
                <a:gd name="connsiteY45" fmla="*/ 187336 h 3313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14232" h="331302">
                  <a:moveTo>
                    <a:pt x="383299" y="187336"/>
                  </a:moveTo>
                  <a:cubicBezTo>
                    <a:pt x="383299" y="180094"/>
                    <a:pt x="383299" y="172852"/>
                    <a:pt x="370839" y="161120"/>
                  </a:cubicBezTo>
                  <a:cubicBezTo>
                    <a:pt x="358379" y="149389"/>
                    <a:pt x="349975" y="146637"/>
                    <a:pt x="349975" y="139395"/>
                  </a:cubicBezTo>
                  <a:cubicBezTo>
                    <a:pt x="349975" y="132153"/>
                    <a:pt x="345846" y="129836"/>
                    <a:pt x="335487" y="115569"/>
                  </a:cubicBezTo>
                  <a:cubicBezTo>
                    <a:pt x="329054" y="106959"/>
                    <a:pt x="319129" y="101658"/>
                    <a:pt x="308393" y="101085"/>
                  </a:cubicBezTo>
                  <a:lnTo>
                    <a:pt x="304263" y="89644"/>
                  </a:lnTo>
                  <a:lnTo>
                    <a:pt x="289775" y="87254"/>
                  </a:lnTo>
                  <a:cubicBezTo>
                    <a:pt x="289775" y="87254"/>
                    <a:pt x="281443" y="80012"/>
                    <a:pt x="293977" y="72770"/>
                  </a:cubicBezTo>
                  <a:cubicBezTo>
                    <a:pt x="306509" y="65528"/>
                    <a:pt x="293977" y="46555"/>
                    <a:pt x="291875" y="39385"/>
                  </a:cubicBezTo>
                  <a:cubicBezTo>
                    <a:pt x="284877" y="26567"/>
                    <a:pt x="276879" y="14314"/>
                    <a:pt x="267969" y="2742"/>
                  </a:cubicBezTo>
                  <a:cubicBezTo>
                    <a:pt x="265919" y="2742"/>
                    <a:pt x="263898" y="2220"/>
                    <a:pt x="262101" y="1221"/>
                  </a:cubicBezTo>
                  <a:cubicBezTo>
                    <a:pt x="254857" y="-3342"/>
                    <a:pt x="241093" y="5783"/>
                    <a:pt x="234138" y="13749"/>
                  </a:cubicBezTo>
                  <a:cubicBezTo>
                    <a:pt x="227183" y="21715"/>
                    <a:pt x="232109" y="26350"/>
                    <a:pt x="226894" y="32071"/>
                  </a:cubicBezTo>
                  <a:cubicBezTo>
                    <a:pt x="215085" y="44288"/>
                    <a:pt x="204074" y="57251"/>
                    <a:pt x="193932" y="70887"/>
                  </a:cubicBezTo>
                  <a:cubicBezTo>
                    <a:pt x="182920" y="86892"/>
                    <a:pt x="154957" y="76608"/>
                    <a:pt x="145974" y="82329"/>
                  </a:cubicBezTo>
                  <a:cubicBezTo>
                    <a:pt x="136991" y="88050"/>
                    <a:pt x="149958" y="97175"/>
                    <a:pt x="143946" y="102896"/>
                  </a:cubicBezTo>
                  <a:cubicBezTo>
                    <a:pt x="134513" y="109826"/>
                    <a:pt x="124509" y="115931"/>
                    <a:pt x="114026" y="121145"/>
                  </a:cubicBezTo>
                  <a:cubicBezTo>
                    <a:pt x="108013" y="124621"/>
                    <a:pt x="84034" y="123463"/>
                    <a:pt x="77080" y="133746"/>
                  </a:cubicBezTo>
                  <a:cubicBezTo>
                    <a:pt x="70125" y="144029"/>
                    <a:pt x="62084" y="122304"/>
                    <a:pt x="55347" y="133746"/>
                  </a:cubicBezTo>
                  <a:cubicBezTo>
                    <a:pt x="48610" y="145188"/>
                    <a:pt x="40424" y="146347"/>
                    <a:pt x="36439" y="142871"/>
                  </a:cubicBezTo>
                  <a:cubicBezTo>
                    <a:pt x="35193" y="141726"/>
                    <a:pt x="34186" y="140343"/>
                    <a:pt x="33469" y="138815"/>
                  </a:cubicBezTo>
                  <a:cubicBezTo>
                    <a:pt x="25957" y="145355"/>
                    <a:pt x="20117" y="153603"/>
                    <a:pt x="16445" y="162858"/>
                  </a:cubicBezTo>
                  <a:cubicBezTo>
                    <a:pt x="11953" y="179152"/>
                    <a:pt x="0" y="193708"/>
                    <a:pt x="0" y="201385"/>
                  </a:cubicBezTo>
                  <a:cubicBezTo>
                    <a:pt x="0" y="209061"/>
                    <a:pt x="4491" y="219417"/>
                    <a:pt x="4491" y="233104"/>
                  </a:cubicBezTo>
                  <a:cubicBezTo>
                    <a:pt x="4064" y="244198"/>
                    <a:pt x="7491" y="255104"/>
                    <a:pt x="14199" y="263954"/>
                  </a:cubicBezTo>
                  <a:cubicBezTo>
                    <a:pt x="18314" y="270942"/>
                    <a:pt x="20140" y="279046"/>
                    <a:pt x="19415" y="287128"/>
                  </a:cubicBezTo>
                  <a:cubicBezTo>
                    <a:pt x="21458" y="291603"/>
                    <a:pt x="23885" y="295890"/>
                    <a:pt x="26659" y="299946"/>
                  </a:cubicBezTo>
                  <a:cubicBezTo>
                    <a:pt x="31875" y="307622"/>
                    <a:pt x="46871" y="318774"/>
                    <a:pt x="48392" y="324785"/>
                  </a:cubicBezTo>
                  <a:cubicBezTo>
                    <a:pt x="49472" y="327610"/>
                    <a:pt x="51558" y="329934"/>
                    <a:pt x="54260" y="331303"/>
                  </a:cubicBezTo>
                  <a:cubicBezTo>
                    <a:pt x="54862" y="330057"/>
                    <a:pt x="55543" y="328848"/>
                    <a:pt x="56289" y="327682"/>
                  </a:cubicBezTo>
                  <a:cubicBezTo>
                    <a:pt x="61403" y="319071"/>
                    <a:pt x="63591" y="309034"/>
                    <a:pt x="62519" y="299077"/>
                  </a:cubicBezTo>
                  <a:lnTo>
                    <a:pt x="81282" y="294297"/>
                  </a:lnTo>
                  <a:lnTo>
                    <a:pt x="95770" y="289590"/>
                  </a:lnTo>
                  <a:lnTo>
                    <a:pt x="124748" y="294297"/>
                  </a:lnTo>
                  <a:lnTo>
                    <a:pt x="124748" y="268154"/>
                  </a:lnTo>
                  <a:cubicBezTo>
                    <a:pt x="124748" y="268154"/>
                    <a:pt x="145540" y="237159"/>
                    <a:pt x="160173" y="237159"/>
                  </a:cubicBezTo>
                  <a:cubicBezTo>
                    <a:pt x="174807" y="237159"/>
                    <a:pt x="187267" y="258885"/>
                    <a:pt x="187267" y="258885"/>
                  </a:cubicBezTo>
                  <a:lnTo>
                    <a:pt x="251814" y="273368"/>
                  </a:lnTo>
                  <a:cubicBezTo>
                    <a:pt x="251814" y="273368"/>
                    <a:pt x="255944" y="251643"/>
                    <a:pt x="262174" y="247153"/>
                  </a:cubicBezTo>
                  <a:cubicBezTo>
                    <a:pt x="268404" y="242663"/>
                    <a:pt x="280937" y="251932"/>
                    <a:pt x="289267" y="247153"/>
                  </a:cubicBezTo>
                  <a:cubicBezTo>
                    <a:pt x="299844" y="240186"/>
                    <a:pt x="312051" y="236087"/>
                    <a:pt x="324693" y="235276"/>
                  </a:cubicBezTo>
                  <a:cubicBezTo>
                    <a:pt x="339181" y="235276"/>
                    <a:pt x="345556" y="244763"/>
                    <a:pt x="351786" y="230497"/>
                  </a:cubicBezTo>
                  <a:cubicBezTo>
                    <a:pt x="358016" y="216230"/>
                    <a:pt x="389240" y="235276"/>
                    <a:pt x="389240" y="235276"/>
                  </a:cubicBezTo>
                  <a:lnTo>
                    <a:pt x="414233" y="230497"/>
                  </a:lnTo>
                  <a:lnTo>
                    <a:pt x="405902" y="206671"/>
                  </a:lnTo>
                  <a:cubicBezTo>
                    <a:pt x="405902" y="206671"/>
                    <a:pt x="383299" y="194432"/>
                    <a:pt x="383299" y="1873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" name="Freeform 70">
              <a:extLst>
                <a:ext uri="{FF2B5EF4-FFF2-40B4-BE49-F238E27FC236}">
                  <a16:creationId xmlns:a16="http://schemas.microsoft.com/office/drawing/2014/main" id="{1B44B155-29DF-AD64-C7F4-D9B320E44915}"/>
                </a:ext>
              </a:extLst>
            </p:cNvPr>
            <p:cNvSpPr/>
            <p:nvPr/>
          </p:nvSpPr>
          <p:spPr>
            <a:xfrm>
              <a:off x="5820037" y="3893420"/>
              <a:ext cx="398432" cy="362347"/>
            </a:xfrm>
            <a:custGeom>
              <a:avLst/>
              <a:gdLst>
                <a:gd name="connsiteX0" fmla="*/ 394961 w 398434"/>
                <a:gd name="connsiteY0" fmla="*/ 64983 h 362345"/>
                <a:gd name="connsiteX1" fmla="*/ 380979 w 398434"/>
                <a:gd name="connsiteY1" fmla="*/ 48979 h 362345"/>
                <a:gd name="connsiteX2" fmla="*/ 383081 w 398434"/>
                <a:gd name="connsiteY2" fmla="*/ 28122 h 362345"/>
                <a:gd name="connsiteX3" fmla="*/ 369968 w 398434"/>
                <a:gd name="connsiteY3" fmla="*/ 12407 h 362345"/>
                <a:gd name="connsiteX4" fmla="*/ 358015 w 398434"/>
                <a:gd name="connsiteY4" fmla="*/ 4369 h 362345"/>
                <a:gd name="connsiteX5" fmla="*/ 334036 w 398434"/>
                <a:gd name="connsiteY5" fmla="*/ 29498 h 362345"/>
                <a:gd name="connsiteX6" fmla="*/ 306073 w 398434"/>
                <a:gd name="connsiteY6" fmla="*/ 21532 h 362345"/>
                <a:gd name="connsiteX7" fmla="*/ 263113 w 398434"/>
                <a:gd name="connsiteY7" fmla="*/ 20373 h 362345"/>
                <a:gd name="connsiteX8" fmla="*/ 238193 w 398434"/>
                <a:gd name="connsiteY8" fmla="*/ 38695 h 362345"/>
                <a:gd name="connsiteX9" fmla="*/ 205231 w 398434"/>
                <a:gd name="connsiteY9" fmla="*/ 38695 h 362345"/>
                <a:gd name="connsiteX10" fmla="*/ 179224 w 398434"/>
                <a:gd name="connsiteY10" fmla="*/ 22691 h 362345"/>
                <a:gd name="connsiteX11" fmla="*/ 151333 w 398434"/>
                <a:gd name="connsiteY11" fmla="*/ 31816 h 362345"/>
                <a:gd name="connsiteX12" fmla="*/ 132353 w 398434"/>
                <a:gd name="connsiteY12" fmla="*/ 11249 h 362345"/>
                <a:gd name="connsiteX13" fmla="*/ 105331 w 398434"/>
                <a:gd name="connsiteY13" fmla="*/ 2124 h 362345"/>
                <a:gd name="connsiteX14" fmla="*/ 85409 w 398434"/>
                <a:gd name="connsiteY14" fmla="*/ 10090 h 362345"/>
                <a:gd name="connsiteX15" fmla="*/ 54403 w 398434"/>
                <a:gd name="connsiteY15" fmla="*/ 10090 h 362345"/>
                <a:gd name="connsiteX16" fmla="*/ 46435 w 398434"/>
                <a:gd name="connsiteY16" fmla="*/ 40940 h 362345"/>
                <a:gd name="connsiteX17" fmla="*/ 31511 w 398434"/>
                <a:gd name="connsiteY17" fmla="*/ 68387 h 362345"/>
                <a:gd name="connsiteX18" fmla="*/ 28324 w 398434"/>
                <a:gd name="connsiteY18" fmla="*/ 76063 h 362345"/>
                <a:gd name="connsiteX19" fmla="*/ 31729 w 398434"/>
                <a:gd name="connsiteY19" fmla="*/ 102061 h 362345"/>
                <a:gd name="connsiteX20" fmla="*/ 28034 w 398434"/>
                <a:gd name="connsiteY20" fmla="*/ 156882 h 362345"/>
                <a:gd name="connsiteX21" fmla="*/ 15284 w 398434"/>
                <a:gd name="connsiteY21" fmla="*/ 179186 h 362345"/>
                <a:gd name="connsiteX22" fmla="*/ 795 w 398434"/>
                <a:gd name="connsiteY22" fmla="*/ 207502 h 362345"/>
                <a:gd name="connsiteX23" fmla="*/ 1592 w 398434"/>
                <a:gd name="connsiteY23" fmla="*/ 252908 h 362345"/>
                <a:gd name="connsiteX24" fmla="*/ 11951 w 398434"/>
                <a:gd name="connsiteY24" fmla="*/ 283324 h 362345"/>
                <a:gd name="connsiteX25" fmla="*/ 11951 w 398434"/>
                <a:gd name="connsiteY25" fmla="*/ 283324 h 362345"/>
                <a:gd name="connsiteX26" fmla="*/ 16733 w 398434"/>
                <a:gd name="connsiteY26" fmla="*/ 287307 h 362345"/>
                <a:gd name="connsiteX27" fmla="*/ 28831 w 398434"/>
                <a:gd name="connsiteY27" fmla="*/ 291652 h 362345"/>
                <a:gd name="connsiteX28" fmla="*/ 62372 w 398434"/>
                <a:gd name="connsiteY28" fmla="*/ 298242 h 362345"/>
                <a:gd name="connsiteX29" fmla="*/ 94392 w 398434"/>
                <a:gd name="connsiteY29" fmla="*/ 337637 h 362345"/>
                <a:gd name="connsiteX30" fmla="*/ 95189 w 398434"/>
                <a:gd name="connsiteY30" fmla="*/ 343576 h 362345"/>
                <a:gd name="connsiteX31" fmla="*/ 145900 w 398434"/>
                <a:gd name="connsiteY31" fmla="*/ 362332 h 362345"/>
                <a:gd name="connsiteX32" fmla="*/ 146841 w 398434"/>
                <a:gd name="connsiteY32" fmla="*/ 362332 h 362345"/>
                <a:gd name="connsiteX33" fmla="*/ 191829 w 398434"/>
                <a:gd name="connsiteY33" fmla="*/ 356611 h 362345"/>
                <a:gd name="connsiteX34" fmla="*/ 197052 w 398434"/>
                <a:gd name="connsiteY34" fmla="*/ 356473 h 362345"/>
                <a:gd name="connsiteX35" fmla="*/ 197190 w 398434"/>
                <a:gd name="connsiteY35" fmla="*/ 356611 h 362345"/>
                <a:gd name="connsiteX36" fmla="*/ 207042 w 398434"/>
                <a:gd name="connsiteY36" fmla="*/ 315188 h 362345"/>
                <a:gd name="connsiteX37" fmla="*/ 245727 w 398434"/>
                <a:gd name="connsiteY37" fmla="*/ 272968 h 362345"/>
                <a:gd name="connsiteX38" fmla="*/ 265722 w 398434"/>
                <a:gd name="connsiteY38" fmla="*/ 269492 h 362345"/>
                <a:gd name="connsiteX39" fmla="*/ 289701 w 398434"/>
                <a:gd name="connsiteY39" fmla="*/ 288900 h 362345"/>
                <a:gd name="connsiteX40" fmla="*/ 303682 w 398434"/>
                <a:gd name="connsiteY40" fmla="*/ 271809 h 362345"/>
                <a:gd name="connsiteX41" fmla="*/ 328603 w 398434"/>
                <a:gd name="connsiteY41" fmla="*/ 212427 h 362345"/>
                <a:gd name="connsiteX42" fmla="*/ 344613 w 398434"/>
                <a:gd name="connsiteY42" fmla="*/ 189542 h 362345"/>
                <a:gd name="connsiteX43" fmla="*/ 348597 w 398434"/>
                <a:gd name="connsiteY43" fmla="*/ 168976 h 362345"/>
                <a:gd name="connsiteX44" fmla="*/ 356566 w 398434"/>
                <a:gd name="connsiteY44" fmla="*/ 143846 h 362345"/>
                <a:gd name="connsiteX45" fmla="*/ 376560 w 398434"/>
                <a:gd name="connsiteY45" fmla="*/ 101554 h 362345"/>
                <a:gd name="connsiteX46" fmla="*/ 396555 w 398434"/>
                <a:gd name="connsiteY46" fmla="*/ 89026 h 362345"/>
                <a:gd name="connsiteX47" fmla="*/ 394961 w 398434"/>
                <a:gd name="connsiteY47" fmla="*/ 64983 h 3623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98434" h="362345">
                  <a:moveTo>
                    <a:pt x="394961" y="64983"/>
                  </a:moveTo>
                  <a:cubicBezTo>
                    <a:pt x="388948" y="62665"/>
                    <a:pt x="380979" y="54700"/>
                    <a:pt x="380979" y="48979"/>
                  </a:cubicBezTo>
                  <a:cubicBezTo>
                    <a:pt x="381045" y="41976"/>
                    <a:pt x="381747" y="34995"/>
                    <a:pt x="383081" y="28122"/>
                  </a:cubicBezTo>
                  <a:cubicBezTo>
                    <a:pt x="375039" y="26819"/>
                    <a:pt x="374677" y="17694"/>
                    <a:pt x="369968" y="12407"/>
                  </a:cubicBezTo>
                  <a:cubicBezTo>
                    <a:pt x="365259" y="7121"/>
                    <a:pt x="365042" y="2124"/>
                    <a:pt x="358015" y="4369"/>
                  </a:cubicBezTo>
                  <a:cubicBezTo>
                    <a:pt x="350988" y="6614"/>
                    <a:pt x="343019" y="26094"/>
                    <a:pt x="334036" y="29498"/>
                  </a:cubicBezTo>
                  <a:cubicBezTo>
                    <a:pt x="325053" y="32902"/>
                    <a:pt x="312303" y="24936"/>
                    <a:pt x="306073" y="21532"/>
                  </a:cubicBezTo>
                  <a:cubicBezTo>
                    <a:pt x="299842" y="18129"/>
                    <a:pt x="272097" y="21532"/>
                    <a:pt x="263113" y="20373"/>
                  </a:cubicBezTo>
                  <a:cubicBezTo>
                    <a:pt x="254130" y="19215"/>
                    <a:pt x="245148" y="34133"/>
                    <a:pt x="238193" y="38695"/>
                  </a:cubicBezTo>
                  <a:cubicBezTo>
                    <a:pt x="231238" y="43257"/>
                    <a:pt x="211244" y="40940"/>
                    <a:pt x="205231" y="38695"/>
                  </a:cubicBezTo>
                  <a:cubicBezTo>
                    <a:pt x="199219" y="36450"/>
                    <a:pt x="185237" y="22691"/>
                    <a:pt x="179224" y="22691"/>
                  </a:cubicBezTo>
                  <a:cubicBezTo>
                    <a:pt x="169263" y="23096"/>
                    <a:pt x="159606" y="26254"/>
                    <a:pt x="151333" y="31816"/>
                  </a:cubicBezTo>
                  <a:cubicBezTo>
                    <a:pt x="141336" y="39057"/>
                    <a:pt x="138293" y="19287"/>
                    <a:pt x="132353" y="11249"/>
                  </a:cubicBezTo>
                  <a:cubicBezTo>
                    <a:pt x="126412" y="3210"/>
                    <a:pt x="113300" y="10090"/>
                    <a:pt x="105331" y="2124"/>
                  </a:cubicBezTo>
                  <a:cubicBezTo>
                    <a:pt x="97363" y="-5842"/>
                    <a:pt x="92364" y="11249"/>
                    <a:pt x="85409" y="10090"/>
                  </a:cubicBezTo>
                  <a:cubicBezTo>
                    <a:pt x="78455" y="8931"/>
                    <a:pt x="60416" y="4369"/>
                    <a:pt x="54403" y="10090"/>
                  </a:cubicBezTo>
                  <a:cubicBezTo>
                    <a:pt x="48391" y="15811"/>
                    <a:pt x="49405" y="37537"/>
                    <a:pt x="46435" y="40940"/>
                  </a:cubicBezTo>
                  <a:cubicBezTo>
                    <a:pt x="43465" y="44344"/>
                    <a:pt x="31511" y="60348"/>
                    <a:pt x="31511" y="68387"/>
                  </a:cubicBezTo>
                  <a:cubicBezTo>
                    <a:pt x="31808" y="71319"/>
                    <a:pt x="30613" y="74202"/>
                    <a:pt x="28324" y="76063"/>
                  </a:cubicBezTo>
                  <a:cubicBezTo>
                    <a:pt x="29628" y="85550"/>
                    <a:pt x="31366" y="97789"/>
                    <a:pt x="31729" y="102061"/>
                  </a:cubicBezTo>
                  <a:cubicBezTo>
                    <a:pt x="32526" y="109810"/>
                    <a:pt x="35496" y="148336"/>
                    <a:pt x="28034" y="156882"/>
                  </a:cubicBezTo>
                  <a:cubicBezTo>
                    <a:pt x="22709" y="163646"/>
                    <a:pt x="18414" y="171163"/>
                    <a:pt x="15284" y="179186"/>
                  </a:cubicBezTo>
                  <a:cubicBezTo>
                    <a:pt x="7127" y="186515"/>
                    <a:pt x="1969" y="196603"/>
                    <a:pt x="795" y="207502"/>
                  </a:cubicBezTo>
                  <a:cubicBezTo>
                    <a:pt x="-1378" y="226331"/>
                    <a:pt x="1592" y="238352"/>
                    <a:pt x="1592" y="252908"/>
                  </a:cubicBezTo>
                  <a:cubicBezTo>
                    <a:pt x="1592" y="263191"/>
                    <a:pt x="8257" y="270578"/>
                    <a:pt x="11951" y="283324"/>
                  </a:cubicBezTo>
                  <a:lnTo>
                    <a:pt x="11951" y="283324"/>
                  </a:lnTo>
                  <a:cubicBezTo>
                    <a:pt x="13212" y="285011"/>
                    <a:pt x="14849" y="286373"/>
                    <a:pt x="16733" y="287307"/>
                  </a:cubicBezTo>
                  <a:cubicBezTo>
                    <a:pt x="20869" y="288451"/>
                    <a:pt x="24912" y="289900"/>
                    <a:pt x="28831" y="291652"/>
                  </a:cubicBezTo>
                  <a:cubicBezTo>
                    <a:pt x="39625" y="294332"/>
                    <a:pt x="53099" y="295924"/>
                    <a:pt x="62372" y="298242"/>
                  </a:cubicBezTo>
                  <a:cubicBezTo>
                    <a:pt x="78382" y="302225"/>
                    <a:pt x="94827" y="327933"/>
                    <a:pt x="94392" y="337637"/>
                  </a:cubicBezTo>
                  <a:cubicBezTo>
                    <a:pt x="94364" y="339643"/>
                    <a:pt x="94632" y="341650"/>
                    <a:pt x="95189" y="343576"/>
                  </a:cubicBezTo>
                  <a:cubicBezTo>
                    <a:pt x="109678" y="354004"/>
                    <a:pt x="127934" y="358059"/>
                    <a:pt x="145900" y="362332"/>
                  </a:cubicBezTo>
                  <a:lnTo>
                    <a:pt x="146841" y="362332"/>
                  </a:lnTo>
                  <a:cubicBezTo>
                    <a:pt x="155390" y="362332"/>
                    <a:pt x="185816" y="362911"/>
                    <a:pt x="191829" y="356611"/>
                  </a:cubicBezTo>
                  <a:cubicBezTo>
                    <a:pt x="193234" y="355134"/>
                    <a:pt x="195574" y="355068"/>
                    <a:pt x="197052" y="356473"/>
                  </a:cubicBezTo>
                  <a:cubicBezTo>
                    <a:pt x="197096" y="356517"/>
                    <a:pt x="197147" y="356568"/>
                    <a:pt x="197190" y="356611"/>
                  </a:cubicBezTo>
                  <a:cubicBezTo>
                    <a:pt x="201609" y="343098"/>
                    <a:pt x="204905" y="329244"/>
                    <a:pt x="207042" y="315188"/>
                  </a:cubicBezTo>
                  <a:cubicBezTo>
                    <a:pt x="207042" y="315188"/>
                    <a:pt x="241743" y="274127"/>
                    <a:pt x="245727" y="272968"/>
                  </a:cubicBezTo>
                  <a:cubicBezTo>
                    <a:pt x="249712" y="271809"/>
                    <a:pt x="258694" y="275213"/>
                    <a:pt x="265722" y="269492"/>
                  </a:cubicBezTo>
                  <a:cubicBezTo>
                    <a:pt x="272749" y="263771"/>
                    <a:pt x="287455" y="277530"/>
                    <a:pt x="289701" y="288900"/>
                  </a:cubicBezTo>
                  <a:cubicBezTo>
                    <a:pt x="291946" y="300269"/>
                    <a:pt x="297669" y="284338"/>
                    <a:pt x="303682" y="271809"/>
                  </a:cubicBezTo>
                  <a:cubicBezTo>
                    <a:pt x="309695" y="259281"/>
                    <a:pt x="328603" y="221551"/>
                    <a:pt x="328603" y="212427"/>
                  </a:cubicBezTo>
                  <a:cubicBezTo>
                    <a:pt x="328603" y="203302"/>
                    <a:pt x="344613" y="195263"/>
                    <a:pt x="344613" y="189542"/>
                  </a:cubicBezTo>
                  <a:cubicBezTo>
                    <a:pt x="344613" y="183821"/>
                    <a:pt x="343599" y="171293"/>
                    <a:pt x="348597" y="168976"/>
                  </a:cubicBezTo>
                  <a:cubicBezTo>
                    <a:pt x="353596" y="166658"/>
                    <a:pt x="357580" y="149567"/>
                    <a:pt x="356566" y="143846"/>
                  </a:cubicBezTo>
                  <a:cubicBezTo>
                    <a:pt x="355552" y="138125"/>
                    <a:pt x="373518" y="106189"/>
                    <a:pt x="376560" y="101554"/>
                  </a:cubicBezTo>
                  <a:cubicBezTo>
                    <a:pt x="379603" y="96920"/>
                    <a:pt x="395541" y="99309"/>
                    <a:pt x="396555" y="89026"/>
                  </a:cubicBezTo>
                  <a:cubicBezTo>
                    <a:pt x="397569" y="78742"/>
                    <a:pt x="400974" y="67228"/>
                    <a:pt x="394961" y="64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" name="Freeform 71">
              <a:extLst>
                <a:ext uri="{FF2B5EF4-FFF2-40B4-BE49-F238E27FC236}">
                  <a16:creationId xmlns:a16="http://schemas.microsoft.com/office/drawing/2014/main" id="{DF8E782D-E7D6-8700-3007-B82AB1AAD15E}"/>
                </a:ext>
              </a:extLst>
            </p:cNvPr>
            <p:cNvSpPr/>
            <p:nvPr/>
          </p:nvSpPr>
          <p:spPr>
            <a:xfrm>
              <a:off x="5753750" y="3949358"/>
              <a:ext cx="99628" cy="231949"/>
            </a:xfrm>
            <a:custGeom>
              <a:avLst/>
              <a:gdLst>
                <a:gd name="connsiteX0" fmla="*/ 18111 w 99629"/>
                <a:gd name="connsiteY0" fmla="*/ 92398 h 231947"/>
                <a:gd name="connsiteX1" fmla="*/ 24848 w 99629"/>
                <a:gd name="connsiteY1" fmla="*/ 121365 h 231947"/>
                <a:gd name="connsiteX2" fmla="*/ 30136 w 99629"/>
                <a:gd name="connsiteY2" fmla="*/ 166771 h 231947"/>
                <a:gd name="connsiteX3" fmla="*/ 32817 w 99629"/>
                <a:gd name="connsiteY3" fmla="*/ 231948 h 231947"/>
                <a:gd name="connsiteX4" fmla="*/ 52956 w 99629"/>
                <a:gd name="connsiteY4" fmla="*/ 228689 h 231947"/>
                <a:gd name="connsiteX5" fmla="*/ 68387 w 99629"/>
                <a:gd name="connsiteY5" fmla="*/ 228689 h 231947"/>
                <a:gd name="connsiteX6" fmla="*/ 78674 w 99629"/>
                <a:gd name="connsiteY6" fmla="*/ 226951 h 231947"/>
                <a:gd name="connsiteX7" fmla="*/ 68314 w 99629"/>
                <a:gd name="connsiteY7" fmla="*/ 196535 h 231947"/>
                <a:gd name="connsiteX8" fmla="*/ 67518 w 99629"/>
                <a:gd name="connsiteY8" fmla="*/ 151129 h 231947"/>
                <a:gd name="connsiteX9" fmla="*/ 82006 w 99629"/>
                <a:gd name="connsiteY9" fmla="*/ 122813 h 231947"/>
                <a:gd name="connsiteX10" fmla="*/ 94756 w 99629"/>
                <a:gd name="connsiteY10" fmla="*/ 100508 h 231947"/>
                <a:gd name="connsiteX11" fmla="*/ 98451 w 99629"/>
                <a:gd name="connsiteY11" fmla="*/ 45688 h 231947"/>
                <a:gd name="connsiteX12" fmla="*/ 95046 w 99629"/>
                <a:gd name="connsiteY12" fmla="*/ 19690 h 231947"/>
                <a:gd name="connsiteX13" fmla="*/ 84252 w 99629"/>
                <a:gd name="connsiteY13" fmla="*/ 18893 h 231947"/>
                <a:gd name="connsiteX14" fmla="*/ 73313 w 99629"/>
                <a:gd name="connsiteY14" fmla="*/ 571 h 231947"/>
                <a:gd name="connsiteX15" fmla="*/ 61287 w 99629"/>
                <a:gd name="connsiteY15" fmla="*/ 18893 h 231947"/>
                <a:gd name="connsiteX16" fmla="*/ 52304 w 99629"/>
                <a:gd name="connsiteY16" fmla="*/ 33739 h 231947"/>
                <a:gd name="connsiteX17" fmla="*/ 24341 w 99629"/>
                <a:gd name="connsiteY17" fmla="*/ 40546 h 231947"/>
                <a:gd name="connsiteX18" fmla="*/ 5361 w 99629"/>
                <a:gd name="connsiteY18" fmla="*/ 55392 h 231947"/>
                <a:gd name="connsiteX19" fmla="*/ 0 w 99629"/>
                <a:gd name="connsiteY19" fmla="*/ 55826 h 231947"/>
                <a:gd name="connsiteX20" fmla="*/ 18111 w 99629"/>
                <a:gd name="connsiteY20" fmla="*/ 92398 h 231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9629" h="231947">
                  <a:moveTo>
                    <a:pt x="18111" y="92398"/>
                  </a:moveTo>
                  <a:cubicBezTo>
                    <a:pt x="32600" y="101812"/>
                    <a:pt x="18908" y="114702"/>
                    <a:pt x="24848" y="121365"/>
                  </a:cubicBezTo>
                  <a:cubicBezTo>
                    <a:pt x="30789" y="128027"/>
                    <a:pt x="28615" y="145408"/>
                    <a:pt x="30136" y="166771"/>
                  </a:cubicBezTo>
                  <a:cubicBezTo>
                    <a:pt x="30934" y="178792"/>
                    <a:pt x="32020" y="208339"/>
                    <a:pt x="32817" y="231948"/>
                  </a:cubicBezTo>
                  <a:cubicBezTo>
                    <a:pt x="39431" y="230318"/>
                    <a:pt x="46168" y="229224"/>
                    <a:pt x="52956" y="228689"/>
                  </a:cubicBezTo>
                  <a:cubicBezTo>
                    <a:pt x="58092" y="228327"/>
                    <a:pt x="63251" y="228327"/>
                    <a:pt x="68387" y="228689"/>
                  </a:cubicBezTo>
                  <a:cubicBezTo>
                    <a:pt x="72299" y="225357"/>
                    <a:pt x="75631" y="222823"/>
                    <a:pt x="78674" y="226951"/>
                  </a:cubicBezTo>
                  <a:cubicBezTo>
                    <a:pt x="74979" y="214205"/>
                    <a:pt x="68314" y="206818"/>
                    <a:pt x="68314" y="196535"/>
                  </a:cubicBezTo>
                  <a:cubicBezTo>
                    <a:pt x="68314" y="182051"/>
                    <a:pt x="65344" y="169958"/>
                    <a:pt x="67518" y="151129"/>
                  </a:cubicBezTo>
                  <a:cubicBezTo>
                    <a:pt x="68691" y="140230"/>
                    <a:pt x="73849" y="130142"/>
                    <a:pt x="82006" y="122813"/>
                  </a:cubicBezTo>
                  <a:cubicBezTo>
                    <a:pt x="85136" y="114789"/>
                    <a:pt x="89431" y="107272"/>
                    <a:pt x="94756" y="100508"/>
                  </a:cubicBezTo>
                  <a:cubicBezTo>
                    <a:pt x="102001" y="91963"/>
                    <a:pt x="99248" y="53437"/>
                    <a:pt x="98451" y="45688"/>
                  </a:cubicBezTo>
                  <a:cubicBezTo>
                    <a:pt x="98451" y="41270"/>
                    <a:pt x="96350" y="29177"/>
                    <a:pt x="95046" y="19690"/>
                  </a:cubicBezTo>
                  <a:cubicBezTo>
                    <a:pt x="91576" y="21442"/>
                    <a:pt x="87425" y="21131"/>
                    <a:pt x="84252" y="18893"/>
                  </a:cubicBezTo>
                  <a:cubicBezTo>
                    <a:pt x="75269" y="14331"/>
                    <a:pt x="83238" y="3975"/>
                    <a:pt x="73313" y="571"/>
                  </a:cubicBezTo>
                  <a:cubicBezTo>
                    <a:pt x="63388" y="-2832"/>
                    <a:pt x="59331" y="9696"/>
                    <a:pt x="61287" y="18893"/>
                  </a:cubicBezTo>
                  <a:cubicBezTo>
                    <a:pt x="63243" y="28090"/>
                    <a:pt x="56289" y="28018"/>
                    <a:pt x="52304" y="33739"/>
                  </a:cubicBezTo>
                  <a:cubicBezTo>
                    <a:pt x="48320" y="39460"/>
                    <a:pt x="30571" y="40546"/>
                    <a:pt x="24341" y="40546"/>
                  </a:cubicBezTo>
                  <a:cubicBezTo>
                    <a:pt x="18111" y="40546"/>
                    <a:pt x="11374" y="53147"/>
                    <a:pt x="5361" y="55392"/>
                  </a:cubicBezTo>
                  <a:cubicBezTo>
                    <a:pt x="3622" y="55899"/>
                    <a:pt x="1797" y="56044"/>
                    <a:pt x="0" y="55826"/>
                  </a:cubicBezTo>
                  <a:cubicBezTo>
                    <a:pt x="869" y="86387"/>
                    <a:pt x="5288" y="84070"/>
                    <a:pt x="18111" y="9239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" name="Freeform 72">
              <a:extLst>
                <a:ext uri="{FF2B5EF4-FFF2-40B4-BE49-F238E27FC236}">
                  <a16:creationId xmlns:a16="http://schemas.microsoft.com/office/drawing/2014/main" id="{71B61D7C-D98D-8945-CC18-7A00029725FC}"/>
                </a:ext>
              </a:extLst>
            </p:cNvPr>
            <p:cNvSpPr/>
            <p:nvPr/>
          </p:nvSpPr>
          <p:spPr>
            <a:xfrm>
              <a:off x="5723613" y="4000857"/>
              <a:ext cx="62662" cy="190081"/>
            </a:xfrm>
            <a:custGeom>
              <a:avLst/>
              <a:gdLst>
                <a:gd name="connsiteX0" fmla="*/ 14995 w 62663"/>
                <a:gd name="connsiteY0" fmla="*/ 48647 h 190079"/>
                <a:gd name="connsiteX1" fmla="*/ 15793 w 62663"/>
                <a:gd name="connsiteY1" fmla="*/ 102599 h 190079"/>
                <a:gd name="connsiteX2" fmla="*/ 24776 w 62663"/>
                <a:gd name="connsiteY2" fmla="*/ 155681 h 190079"/>
                <a:gd name="connsiteX3" fmla="*/ 32889 w 62663"/>
                <a:gd name="connsiteY3" fmla="*/ 190080 h 190079"/>
                <a:gd name="connsiteX4" fmla="*/ 62664 w 62663"/>
                <a:gd name="connsiteY4" fmla="*/ 180810 h 190079"/>
                <a:gd name="connsiteX5" fmla="*/ 59983 w 62663"/>
                <a:gd name="connsiteY5" fmla="*/ 115634 h 190079"/>
                <a:gd name="connsiteX6" fmla="*/ 54695 w 62663"/>
                <a:gd name="connsiteY6" fmla="*/ 70227 h 190079"/>
                <a:gd name="connsiteX7" fmla="*/ 47958 w 62663"/>
                <a:gd name="connsiteY7" fmla="*/ 41260 h 190079"/>
                <a:gd name="connsiteX8" fmla="*/ 29629 w 62663"/>
                <a:gd name="connsiteY8" fmla="*/ 5051 h 190079"/>
                <a:gd name="connsiteX9" fmla="*/ 4057 w 62663"/>
                <a:gd name="connsiteY9" fmla="*/ 54 h 190079"/>
                <a:gd name="connsiteX10" fmla="*/ 0 w 62663"/>
                <a:gd name="connsiteY10" fmla="*/ 923 h 190079"/>
                <a:gd name="connsiteX11" fmla="*/ 6737 w 62663"/>
                <a:gd name="connsiteY11" fmla="*/ 25763 h 190079"/>
                <a:gd name="connsiteX12" fmla="*/ 14995 w 62663"/>
                <a:gd name="connsiteY12" fmla="*/ 48647 h 19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2663" h="190079">
                  <a:moveTo>
                    <a:pt x="14995" y="48647"/>
                  </a:moveTo>
                  <a:cubicBezTo>
                    <a:pt x="14271" y="61465"/>
                    <a:pt x="11301" y="89708"/>
                    <a:pt x="15793" y="102599"/>
                  </a:cubicBezTo>
                  <a:cubicBezTo>
                    <a:pt x="21537" y="119718"/>
                    <a:pt x="24566" y="137627"/>
                    <a:pt x="24776" y="155681"/>
                  </a:cubicBezTo>
                  <a:cubicBezTo>
                    <a:pt x="25594" y="167514"/>
                    <a:pt x="28332" y="179130"/>
                    <a:pt x="32889" y="190080"/>
                  </a:cubicBezTo>
                  <a:cubicBezTo>
                    <a:pt x="42640" y="186466"/>
                    <a:pt x="52580" y="183374"/>
                    <a:pt x="62664" y="180810"/>
                  </a:cubicBezTo>
                  <a:cubicBezTo>
                    <a:pt x="61867" y="156985"/>
                    <a:pt x="60780" y="127438"/>
                    <a:pt x="59983" y="115634"/>
                  </a:cubicBezTo>
                  <a:cubicBezTo>
                    <a:pt x="58462" y="94270"/>
                    <a:pt x="60707" y="77107"/>
                    <a:pt x="54695" y="70227"/>
                  </a:cubicBezTo>
                  <a:cubicBezTo>
                    <a:pt x="48682" y="63348"/>
                    <a:pt x="61939" y="50530"/>
                    <a:pt x="47958" y="41260"/>
                  </a:cubicBezTo>
                  <a:cubicBezTo>
                    <a:pt x="35425" y="32932"/>
                    <a:pt x="31006" y="35250"/>
                    <a:pt x="29629" y="5051"/>
                  </a:cubicBezTo>
                  <a:cubicBezTo>
                    <a:pt x="22385" y="4544"/>
                    <a:pt x="11736" y="923"/>
                    <a:pt x="4057" y="54"/>
                  </a:cubicBezTo>
                  <a:cubicBezTo>
                    <a:pt x="2644" y="-134"/>
                    <a:pt x="1210" y="171"/>
                    <a:pt x="0" y="923"/>
                  </a:cubicBezTo>
                  <a:cubicBezTo>
                    <a:pt x="1594" y="11786"/>
                    <a:pt x="3984" y="23953"/>
                    <a:pt x="6737" y="25763"/>
                  </a:cubicBezTo>
                  <a:cubicBezTo>
                    <a:pt x="12025" y="28877"/>
                    <a:pt x="15793" y="35539"/>
                    <a:pt x="14995" y="48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" name="Freeform 73">
              <a:extLst>
                <a:ext uri="{FF2B5EF4-FFF2-40B4-BE49-F238E27FC236}">
                  <a16:creationId xmlns:a16="http://schemas.microsoft.com/office/drawing/2014/main" id="{69F96217-9734-773A-BD2F-E838D44570F5}"/>
                </a:ext>
              </a:extLst>
            </p:cNvPr>
            <p:cNvSpPr/>
            <p:nvPr/>
          </p:nvSpPr>
          <p:spPr>
            <a:xfrm>
              <a:off x="6017879" y="3921831"/>
              <a:ext cx="250220" cy="444795"/>
            </a:xfrm>
            <a:custGeom>
              <a:avLst/>
              <a:gdLst>
                <a:gd name="connsiteX0" fmla="*/ 244280 w 250220"/>
                <a:gd name="connsiteY0" fmla="*/ 403514 h 444792"/>
                <a:gd name="connsiteX1" fmla="*/ 222547 w 250220"/>
                <a:gd name="connsiteY1" fmla="*/ 378674 h 444792"/>
                <a:gd name="connsiteX2" fmla="*/ 215302 w 250220"/>
                <a:gd name="connsiteY2" fmla="*/ 365857 h 444792"/>
                <a:gd name="connsiteX3" fmla="*/ 210087 w 250220"/>
                <a:gd name="connsiteY3" fmla="*/ 342683 h 444792"/>
                <a:gd name="connsiteX4" fmla="*/ 200379 w 250220"/>
                <a:gd name="connsiteY4" fmla="*/ 311833 h 444792"/>
                <a:gd name="connsiteX5" fmla="*/ 195888 w 250220"/>
                <a:gd name="connsiteY5" fmla="*/ 280113 h 444792"/>
                <a:gd name="connsiteX6" fmla="*/ 212332 w 250220"/>
                <a:gd name="connsiteY6" fmla="*/ 241587 h 444792"/>
                <a:gd name="connsiteX7" fmla="*/ 229356 w 250220"/>
                <a:gd name="connsiteY7" fmla="*/ 217544 h 444792"/>
                <a:gd name="connsiteX8" fmla="*/ 219287 w 250220"/>
                <a:gd name="connsiteY8" fmla="*/ 189591 h 444792"/>
                <a:gd name="connsiteX9" fmla="*/ 191324 w 250220"/>
                <a:gd name="connsiteY9" fmla="*/ 156496 h 444792"/>
                <a:gd name="connsiteX10" fmla="*/ 183355 w 250220"/>
                <a:gd name="connsiteY10" fmla="*/ 129049 h 444792"/>
                <a:gd name="connsiteX11" fmla="*/ 212332 w 250220"/>
                <a:gd name="connsiteY11" fmla="*/ 124487 h 444792"/>
                <a:gd name="connsiteX12" fmla="*/ 226314 w 250220"/>
                <a:gd name="connsiteY12" fmla="*/ 118838 h 444792"/>
                <a:gd name="connsiteX13" fmla="*/ 212332 w 250220"/>
                <a:gd name="connsiteY13" fmla="*/ 70825 h 444792"/>
                <a:gd name="connsiteX14" fmla="*/ 208348 w 250220"/>
                <a:gd name="connsiteY14" fmla="*/ 36571 h 444792"/>
                <a:gd name="connsiteX15" fmla="*/ 187339 w 250220"/>
                <a:gd name="connsiteY15" fmla="*/ 0 h 444792"/>
                <a:gd name="connsiteX16" fmla="*/ 185456 w 250220"/>
                <a:gd name="connsiteY16" fmla="*/ 0 h 444792"/>
                <a:gd name="connsiteX17" fmla="*/ 183355 w 250220"/>
                <a:gd name="connsiteY17" fmla="*/ 20856 h 444792"/>
                <a:gd name="connsiteX18" fmla="*/ 197336 w 250220"/>
                <a:gd name="connsiteY18" fmla="*/ 36861 h 444792"/>
                <a:gd name="connsiteX19" fmla="*/ 199365 w 250220"/>
                <a:gd name="connsiteY19" fmla="*/ 60831 h 444792"/>
                <a:gd name="connsiteX20" fmla="*/ 179370 w 250220"/>
                <a:gd name="connsiteY20" fmla="*/ 73360 h 444792"/>
                <a:gd name="connsiteX21" fmla="*/ 159376 w 250220"/>
                <a:gd name="connsiteY21" fmla="*/ 115652 h 444792"/>
                <a:gd name="connsiteX22" fmla="*/ 151407 w 250220"/>
                <a:gd name="connsiteY22" fmla="*/ 140781 h 444792"/>
                <a:gd name="connsiteX23" fmla="*/ 147423 w 250220"/>
                <a:gd name="connsiteY23" fmla="*/ 161348 h 444792"/>
                <a:gd name="connsiteX24" fmla="*/ 131412 w 250220"/>
                <a:gd name="connsiteY24" fmla="*/ 184232 h 444792"/>
                <a:gd name="connsiteX25" fmla="*/ 106492 w 250220"/>
                <a:gd name="connsiteY25" fmla="*/ 243615 h 444792"/>
                <a:gd name="connsiteX26" fmla="*/ 92510 w 250220"/>
                <a:gd name="connsiteY26" fmla="*/ 260705 h 444792"/>
                <a:gd name="connsiteX27" fmla="*/ 68531 w 250220"/>
                <a:gd name="connsiteY27" fmla="*/ 241297 h 444792"/>
                <a:gd name="connsiteX28" fmla="*/ 48537 w 250220"/>
                <a:gd name="connsiteY28" fmla="*/ 244773 h 444792"/>
                <a:gd name="connsiteX29" fmla="*/ 9852 w 250220"/>
                <a:gd name="connsiteY29" fmla="*/ 286993 h 444792"/>
                <a:gd name="connsiteX30" fmla="*/ 0 w 250220"/>
                <a:gd name="connsiteY30" fmla="*/ 328417 h 444792"/>
                <a:gd name="connsiteX31" fmla="*/ 6737 w 250220"/>
                <a:gd name="connsiteY31" fmla="*/ 337106 h 444792"/>
                <a:gd name="connsiteX32" fmla="*/ 15720 w 250220"/>
                <a:gd name="connsiteY32" fmla="*/ 335948 h 444792"/>
                <a:gd name="connsiteX33" fmla="*/ 56723 w 250220"/>
                <a:gd name="connsiteY33" fmla="*/ 360135 h 444792"/>
                <a:gd name="connsiteX34" fmla="*/ 60852 w 250220"/>
                <a:gd name="connsiteY34" fmla="*/ 386279 h 444792"/>
                <a:gd name="connsiteX35" fmla="*/ 61794 w 250220"/>
                <a:gd name="connsiteY35" fmla="*/ 394100 h 444792"/>
                <a:gd name="connsiteX36" fmla="*/ 58607 w 250220"/>
                <a:gd name="connsiteY36" fmla="*/ 424733 h 444792"/>
                <a:gd name="connsiteX37" fmla="*/ 57592 w 250220"/>
                <a:gd name="connsiteY37" fmla="*/ 428136 h 444792"/>
                <a:gd name="connsiteX38" fmla="*/ 89902 w 250220"/>
                <a:gd name="connsiteY38" fmla="*/ 428136 h 444792"/>
                <a:gd name="connsiteX39" fmla="*/ 104391 w 250220"/>
                <a:gd name="connsiteY39" fmla="*/ 423357 h 444792"/>
                <a:gd name="connsiteX40" fmla="*/ 193931 w 250220"/>
                <a:gd name="connsiteY40" fmla="*/ 425746 h 444792"/>
                <a:gd name="connsiteX41" fmla="*/ 241817 w 250220"/>
                <a:gd name="connsiteY41" fmla="*/ 444792 h 444792"/>
                <a:gd name="connsiteX42" fmla="*/ 250220 w 250220"/>
                <a:gd name="connsiteY42" fmla="*/ 410322 h 444792"/>
                <a:gd name="connsiteX43" fmla="*/ 244280 w 250220"/>
                <a:gd name="connsiteY43" fmla="*/ 403514 h 444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250220" h="444792">
                  <a:moveTo>
                    <a:pt x="244280" y="403514"/>
                  </a:moveTo>
                  <a:cubicBezTo>
                    <a:pt x="242831" y="397503"/>
                    <a:pt x="227835" y="386351"/>
                    <a:pt x="222547" y="378674"/>
                  </a:cubicBezTo>
                  <a:cubicBezTo>
                    <a:pt x="219772" y="374619"/>
                    <a:pt x="217345" y="370325"/>
                    <a:pt x="215302" y="365857"/>
                  </a:cubicBezTo>
                  <a:cubicBezTo>
                    <a:pt x="216027" y="357775"/>
                    <a:pt x="214201" y="349671"/>
                    <a:pt x="210087" y="342683"/>
                  </a:cubicBezTo>
                  <a:cubicBezTo>
                    <a:pt x="203378" y="333833"/>
                    <a:pt x="199951" y="322927"/>
                    <a:pt x="200379" y="311833"/>
                  </a:cubicBezTo>
                  <a:cubicBezTo>
                    <a:pt x="200379" y="298145"/>
                    <a:pt x="195888" y="287862"/>
                    <a:pt x="195888" y="280113"/>
                  </a:cubicBezTo>
                  <a:cubicBezTo>
                    <a:pt x="195888" y="272365"/>
                    <a:pt x="207841" y="257881"/>
                    <a:pt x="212332" y="241587"/>
                  </a:cubicBezTo>
                  <a:cubicBezTo>
                    <a:pt x="216005" y="232332"/>
                    <a:pt x="221844" y="224083"/>
                    <a:pt x="229356" y="217544"/>
                  </a:cubicBezTo>
                  <a:cubicBezTo>
                    <a:pt x="225032" y="208600"/>
                    <a:pt x="221656" y="199237"/>
                    <a:pt x="219287" y="189591"/>
                  </a:cubicBezTo>
                  <a:cubicBezTo>
                    <a:pt x="215302" y="174745"/>
                    <a:pt x="204363" y="170183"/>
                    <a:pt x="191324" y="156496"/>
                  </a:cubicBezTo>
                  <a:cubicBezTo>
                    <a:pt x="178284" y="142809"/>
                    <a:pt x="183355" y="134770"/>
                    <a:pt x="183355" y="129049"/>
                  </a:cubicBezTo>
                  <a:cubicBezTo>
                    <a:pt x="183355" y="123328"/>
                    <a:pt x="200379" y="123328"/>
                    <a:pt x="212332" y="124487"/>
                  </a:cubicBezTo>
                  <a:cubicBezTo>
                    <a:pt x="224285" y="125646"/>
                    <a:pt x="231313" y="122242"/>
                    <a:pt x="226314" y="118838"/>
                  </a:cubicBezTo>
                  <a:cubicBezTo>
                    <a:pt x="221315" y="115435"/>
                    <a:pt x="211318" y="89074"/>
                    <a:pt x="212332" y="70825"/>
                  </a:cubicBezTo>
                  <a:cubicBezTo>
                    <a:pt x="213346" y="52576"/>
                    <a:pt x="207334" y="46855"/>
                    <a:pt x="208348" y="36571"/>
                  </a:cubicBezTo>
                  <a:cubicBezTo>
                    <a:pt x="209362" y="26288"/>
                    <a:pt x="197336" y="0"/>
                    <a:pt x="187339" y="0"/>
                  </a:cubicBezTo>
                  <a:cubicBezTo>
                    <a:pt x="186716" y="72"/>
                    <a:pt x="186079" y="72"/>
                    <a:pt x="185456" y="0"/>
                  </a:cubicBezTo>
                  <a:cubicBezTo>
                    <a:pt x="184122" y="6873"/>
                    <a:pt x="183420" y="13854"/>
                    <a:pt x="183355" y="20856"/>
                  </a:cubicBezTo>
                  <a:cubicBezTo>
                    <a:pt x="183355" y="26577"/>
                    <a:pt x="191324" y="34544"/>
                    <a:pt x="197336" y="36861"/>
                  </a:cubicBezTo>
                  <a:cubicBezTo>
                    <a:pt x="203349" y="39178"/>
                    <a:pt x="200379" y="50548"/>
                    <a:pt x="199365" y="60831"/>
                  </a:cubicBezTo>
                  <a:cubicBezTo>
                    <a:pt x="198351" y="71115"/>
                    <a:pt x="182341" y="68797"/>
                    <a:pt x="179370" y="73360"/>
                  </a:cubicBezTo>
                  <a:cubicBezTo>
                    <a:pt x="176400" y="77922"/>
                    <a:pt x="158434" y="109931"/>
                    <a:pt x="159376" y="115652"/>
                  </a:cubicBezTo>
                  <a:cubicBezTo>
                    <a:pt x="160318" y="121373"/>
                    <a:pt x="156406" y="138536"/>
                    <a:pt x="151407" y="140781"/>
                  </a:cubicBezTo>
                  <a:cubicBezTo>
                    <a:pt x="146408" y="143026"/>
                    <a:pt x="147423" y="155265"/>
                    <a:pt x="147423" y="161348"/>
                  </a:cubicBezTo>
                  <a:cubicBezTo>
                    <a:pt x="147423" y="167431"/>
                    <a:pt x="131412" y="175035"/>
                    <a:pt x="131412" y="184232"/>
                  </a:cubicBezTo>
                  <a:cubicBezTo>
                    <a:pt x="131412" y="193429"/>
                    <a:pt x="112432" y="231014"/>
                    <a:pt x="106492" y="243615"/>
                  </a:cubicBezTo>
                  <a:cubicBezTo>
                    <a:pt x="100552" y="256216"/>
                    <a:pt x="94466" y="272148"/>
                    <a:pt x="92510" y="260705"/>
                  </a:cubicBezTo>
                  <a:cubicBezTo>
                    <a:pt x="90555" y="249263"/>
                    <a:pt x="75486" y="235649"/>
                    <a:pt x="68531" y="241297"/>
                  </a:cubicBezTo>
                  <a:cubicBezTo>
                    <a:pt x="61577" y="246946"/>
                    <a:pt x="52522" y="243615"/>
                    <a:pt x="48537" y="244773"/>
                  </a:cubicBezTo>
                  <a:cubicBezTo>
                    <a:pt x="44553" y="245932"/>
                    <a:pt x="9852" y="286993"/>
                    <a:pt x="9852" y="286993"/>
                  </a:cubicBezTo>
                  <a:cubicBezTo>
                    <a:pt x="7715" y="301049"/>
                    <a:pt x="4419" y="314903"/>
                    <a:pt x="0" y="328417"/>
                  </a:cubicBezTo>
                  <a:cubicBezTo>
                    <a:pt x="2767" y="330864"/>
                    <a:pt x="5057" y="333812"/>
                    <a:pt x="6737" y="337106"/>
                  </a:cubicBezTo>
                  <a:cubicBezTo>
                    <a:pt x="9649" y="336230"/>
                    <a:pt x="12685" y="335839"/>
                    <a:pt x="15720" y="335948"/>
                  </a:cubicBezTo>
                  <a:cubicBezTo>
                    <a:pt x="32708" y="336180"/>
                    <a:pt x="48305" y="345384"/>
                    <a:pt x="56723" y="360135"/>
                  </a:cubicBezTo>
                  <a:cubicBezTo>
                    <a:pt x="61048" y="368123"/>
                    <a:pt x="62511" y="377349"/>
                    <a:pt x="60852" y="386279"/>
                  </a:cubicBezTo>
                  <a:cubicBezTo>
                    <a:pt x="61447" y="388842"/>
                    <a:pt x="61765" y="391464"/>
                    <a:pt x="61794" y="394100"/>
                  </a:cubicBezTo>
                  <a:cubicBezTo>
                    <a:pt x="61932" y="404397"/>
                    <a:pt x="60860" y="414681"/>
                    <a:pt x="58607" y="424733"/>
                  </a:cubicBezTo>
                  <a:cubicBezTo>
                    <a:pt x="58346" y="425891"/>
                    <a:pt x="58005" y="427028"/>
                    <a:pt x="57592" y="428136"/>
                  </a:cubicBezTo>
                  <a:lnTo>
                    <a:pt x="89902" y="428136"/>
                  </a:lnTo>
                  <a:lnTo>
                    <a:pt x="104391" y="423357"/>
                  </a:lnTo>
                  <a:cubicBezTo>
                    <a:pt x="104391" y="423357"/>
                    <a:pt x="183499" y="428136"/>
                    <a:pt x="193931" y="425746"/>
                  </a:cubicBezTo>
                  <a:cubicBezTo>
                    <a:pt x="204363" y="423357"/>
                    <a:pt x="241817" y="444792"/>
                    <a:pt x="241817" y="444792"/>
                  </a:cubicBezTo>
                  <a:cubicBezTo>
                    <a:pt x="242817" y="432938"/>
                    <a:pt x="245649" y="421307"/>
                    <a:pt x="250220" y="410322"/>
                  </a:cubicBezTo>
                  <a:cubicBezTo>
                    <a:pt x="247439" y="408895"/>
                    <a:pt x="245316" y="406462"/>
                    <a:pt x="244280" y="403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" name="Freeform 74">
              <a:extLst>
                <a:ext uri="{FF2B5EF4-FFF2-40B4-BE49-F238E27FC236}">
                  <a16:creationId xmlns:a16="http://schemas.microsoft.com/office/drawing/2014/main" id="{0ED4E624-9A2F-D138-7899-6D785BBBFC57}"/>
                </a:ext>
              </a:extLst>
            </p:cNvPr>
            <p:cNvSpPr/>
            <p:nvPr/>
          </p:nvSpPr>
          <p:spPr>
            <a:xfrm>
              <a:off x="5436640" y="4019475"/>
              <a:ext cx="206126" cy="224186"/>
            </a:xfrm>
            <a:custGeom>
              <a:avLst/>
              <a:gdLst>
                <a:gd name="connsiteX0" fmla="*/ 12847 w 206126"/>
                <a:gd name="connsiteY0" fmla="*/ 175664 h 224184"/>
                <a:gd name="connsiteX1" fmla="*/ 39071 w 206126"/>
                <a:gd name="connsiteY1" fmla="*/ 204631 h 224184"/>
                <a:gd name="connsiteX2" fmla="*/ 33638 w 206126"/>
                <a:gd name="connsiteY2" fmla="*/ 223026 h 224184"/>
                <a:gd name="connsiteX3" fmla="*/ 34870 w 206126"/>
                <a:gd name="connsiteY3" fmla="*/ 224184 h 224184"/>
                <a:gd name="connsiteX4" fmla="*/ 51097 w 206126"/>
                <a:gd name="connsiteY4" fmla="*/ 219333 h 224184"/>
                <a:gd name="connsiteX5" fmla="*/ 192869 w 206126"/>
                <a:gd name="connsiteY5" fmla="*/ 197607 h 224184"/>
                <a:gd name="connsiteX6" fmla="*/ 180626 w 206126"/>
                <a:gd name="connsiteY6" fmla="*/ 158501 h 224184"/>
                <a:gd name="connsiteX7" fmla="*/ 193376 w 206126"/>
                <a:gd name="connsiteY7" fmla="*/ 120844 h 224184"/>
                <a:gd name="connsiteX8" fmla="*/ 206127 w 206126"/>
                <a:gd name="connsiteY8" fmla="*/ 95135 h 224184"/>
                <a:gd name="connsiteX9" fmla="*/ 194318 w 206126"/>
                <a:gd name="connsiteY9" fmla="*/ 35101 h 224184"/>
                <a:gd name="connsiteX10" fmla="*/ 188161 w 206126"/>
                <a:gd name="connsiteY10" fmla="*/ 31407 h 224184"/>
                <a:gd name="connsiteX11" fmla="*/ 148172 w 206126"/>
                <a:gd name="connsiteY11" fmla="*/ 37128 h 224184"/>
                <a:gd name="connsiteX12" fmla="*/ 118252 w 206126"/>
                <a:gd name="connsiteY12" fmla="*/ 21197 h 224184"/>
                <a:gd name="connsiteX13" fmla="*/ 92245 w 206126"/>
                <a:gd name="connsiteY13" fmla="*/ 10840 h 224184"/>
                <a:gd name="connsiteX14" fmla="*/ 80292 w 206126"/>
                <a:gd name="connsiteY14" fmla="*/ 6278 h 224184"/>
                <a:gd name="connsiteX15" fmla="*/ 63340 w 206126"/>
                <a:gd name="connsiteY15" fmla="*/ 8595 h 224184"/>
                <a:gd name="connsiteX16" fmla="*/ 44360 w 206126"/>
                <a:gd name="connsiteY16" fmla="*/ 18879 h 224184"/>
                <a:gd name="connsiteX17" fmla="*/ 27336 w 206126"/>
                <a:gd name="connsiteY17" fmla="*/ 13158 h 224184"/>
                <a:gd name="connsiteX18" fmla="*/ 15889 w 206126"/>
                <a:gd name="connsiteY18" fmla="*/ 16344 h 224184"/>
                <a:gd name="connsiteX19" fmla="*/ 15889 w 206126"/>
                <a:gd name="connsiteY19" fmla="*/ 47122 h 224184"/>
                <a:gd name="connsiteX20" fmla="*/ 21830 w 206126"/>
                <a:gd name="connsiteY20" fmla="*/ 65154 h 224184"/>
                <a:gd name="connsiteX21" fmla="*/ 27843 w 206126"/>
                <a:gd name="connsiteY21" fmla="*/ 89124 h 224184"/>
                <a:gd name="connsiteX22" fmla="*/ 12123 w 206126"/>
                <a:gd name="connsiteY22" fmla="*/ 91659 h 224184"/>
                <a:gd name="connsiteX23" fmla="*/ 15093 w 206126"/>
                <a:gd name="connsiteY23" fmla="*/ 114833 h 224184"/>
                <a:gd name="connsiteX24" fmla="*/ 5385 w 206126"/>
                <a:gd name="connsiteY24" fmla="*/ 136559 h 224184"/>
                <a:gd name="connsiteX25" fmla="*/ 1618 w 206126"/>
                <a:gd name="connsiteY25" fmla="*/ 163932 h 224184"/>
                <a:gd name="connsiteX26" fmla="*/ 12847 w 206126"/>
                <a:gd name="connsiteY26" fmla="*/ 175664 h 224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06126" h="224184">
                  <a:moveTo>
                    <a:pt x="12847" y="175664"/>
                  </a:moveTo>
                  <a:cubicBezTo>
                    <a:pt x="23351" y="183340"/>
                    <a:pt x="40593" y="191958"/>
                    <a:pt x="39071" y="204631"/>
                  </a:cubicBezTo>
                  <a:cubicBezTo>
                    <a:pt x="38028" y="210961"/>
                    <a:pt x="36203" y="217145"/>
                    <a:pt x="33638" y="223026"/>
                  </a:cubicBezTo>
                  <a:lnTo>
                    <a:pt x="34870" y="224184"/>
                  </a:lnTo>
                  <a:lnTo>
                    <a:pt x="51097" y="219333"/>
                  </a:lnTo>
                  <a:cubicBezTo>
                    <a:pt x="99200" y="205428"/>
                    <a:pt x="144332" y="201735"/>
                    <a:pt x="192869" y="197607"/>
                  </a:cubicBezTo>
                  <a:cubicBezTo>
                    <a:pt x="187871" y="187251"/>
                    <a:pt x="179974" y="164512"/>
                    <a:pt x="180626" y="158501"/>
                  </a:cubicBezTo>
                  <a:cubicBezTo>
                    <a:pt x="181278" y="152490"/>
                    <a:pt x="194101" y="131055"/>
                    <a:pt x="193376" y="120844"/>
                  </a:cubicBezTo>
                  <a:cubicBezTo>
                    <a:pt x="192652" y="110633"/>
                    <a:pt x="206127" y="103680"/>
                    <a:pt x="206127" y="95135"/>
                  </a:cubicBezTo>
                  <a:cubicBezTo>
                    <a:pt x="204938" y="74677"/>
                    <a:pt x="200969" y="54480"/>
                    <a:pt x="194318" y="35101"/>
                  </a:cubicBezTo>
                  <a:cubicBezTo>
                    <a:pt x="192652" y="35101"/>
                    <a:pt x="190551" y="34232"/>
                    <a:pt x="188161" y="31407"/>
                  </a:cubicBezTo>
                  <a:cubicBezTo>
                    <a:pt x="182148" y="24600"/>
                    <a:pt x="157227" y="25686"/>
                    <a:pt x="148172" y="37128"/>
                  </a:cubicBezTo>
                  <a:cubicBezTo>
                    <a:pt x="139116" y="48570"/>
                    <a:pt x="121223" y="26845"/>
                    <a:pt x="118252" y="21197"/>
                  </a:cubicBezTo>
                  <a:cubicBezTo>
                    <a:pt x="115282" y="15548"/>
                    <a:pt x="102243" y="2875"/>
                    <a:pt x="92245" y="10840"/>
                  </a:cubicBezTo>
                  <a:cubicBezTo>
                    <a:pt x="82248" y="18807"/>
                    <a:pt x="79278" y="16562"/>
                    <a:pt x="80292" y="6278"/>
                  </a:cubicBezTo>
                  <a:cubicBezTo>
                    <a:pt x="81306" y="-4005"/>
                    <a:pt x="65296" y="-529"/>
                    <a:pt x="63340" y="8595"/>
                  </a:cubicBezTo>
                  <a:cubicBezTo>
                    <a:pt x="61384" y="17720"/>
                    <a:pt x="48344" y="25686"/>
                    <a:pt x="44360" y="18879"/>
                  </a:cubicBezTo>
                  <a:cubicBezTo>
                    <a:pt x="40375" y="12072"/>
                    <a:pt x="31320" y="2875"/>
                    <a:pt x="27336" y="13158"/>
                  </a:cubicBezTo>
                  <a:cubicBezTo>
                    <a:pt x="24583" y="20400"/>
                    <a:pt x="20091" y="19676"/>
                    <a:pt x="15889" y="16344"/>
                  </a:cubicBezTo>
                  <a:cubicBezTo>
                    <a:pt x="13427" y="29017"/>
                    <a:pt x="10312" y="43574"/>
                    <a:pt x="15889" y="47122"/>
                  </a:cubicBezTo>
                  <a:cubicBezTo>
                    <a:pt x="21533" y="51243"/>
                    <a:pt x="23916" y="58492"/>
                    <a:pt x="21830" y="65154"/>
                  </a:cubicBezTo>
                  <a:cubicBezTo>
                    <a:pt x="20381" y="70296"/>
                    <a:pt x="33058" y="83114"/>
                    <a:pt x="27843" y="89124"/>
                  </a:cubicBezTo>
                  <a:cubicBezTo>
                    <a:pt x="22627" y="95135"/>
                    <a:pt x="15889" y="83114"/>
                    <a:pt x="12123" y="91659"/>
                  </a:cubicBezTo>
                  <a:cubicBezTo>
                    <a:pt x="8355" y="100205"/>
                    <a:pt x="19367" y="107953"/>
                    <a:pt x="15093" y="114833"/>
                  </a:cubicBezTo>
                  <a:cubicBezTo>
                    <a:pt x="10818" y="121713"/>
                    <a:pt x="3864" y="122509"/>
                    <a:pt x="5385" y="136559"/>
                  </a:cubicBezTo>
                  <a:cubicBezTo>
                    <a:pt x="6906" y="150608"/>
                    <a:pt x="6110" y="159660"/>
                    <a:pt x="1618" y="163932"/>
                  </a:cubicBezTo>
                  <a:cubicBezTo>
                    <a:pt x="-2873" y="168205"/>
                    <a:pt x="2342" y="167915"/>
                    <a:pt x="12847" y="1756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" name="Freeform 75">
              <a:extLst>
                <a:ext uri="{FF2B5EF4-FFF2-40B4-BE49-F238E27FC236}">
                  <a16:creationId xmlns:a16="http://schemas.microsoft.com/office/drawing/2014/main" id="{782F492F-79D0-8C24-19A1-7470B5BED4D5}"/>
                </a:ext>
              </a:extLst>
            </p:cNvPr>
            <p:cNvSpPr/>
            <p:nvPr/>
          </p:nvSpPr>
          <p:spPr>
            <a:xfrm>
              <a:off x="5617211" y="4001491"/>
              <a:ext cx="139290" cy="215735"/>
            </a:xfrm>
            <a:custGeom>
              <a:avLst/>
              <a:gdLst>
                <a:gd name="connsiteX0" fmla="*/ 33017 w 139291"/>
                <a:gd name="connsiteY0" fmla="*/ 213779 h 215733"/>
                <a:gd name="connsiteX1" fmla="*/ 115168 w 139291"/>
                <a:gd name="connsiteY1" fmla="*/ 197629 h 215733"/>
                <a:gd name="connsiteX2" fmla="*/ 139292 w 139291"/>
                <a:gd name="connsiteY2" fmla="*/ 189446 h 215733"/>
                <a:gd name="connsiteX3" fmla="*/ 131178 w 139291"/>
                <a:gd name="connsiteY3" fmla="*/ 155048 h 215733"/>
                <a:gd name="connsiteX4" fmla="*/ 122195 w 139291"/>
                <a:gd name="connsiteY4" fmla="*/ 101965 h 215733"/>
                <a:gd name="connsiteX5" fmla="*/ 121398 w 139291"/>
                <a:gd name="connsiteY5" fmla="*/ 48013 h 215733"/>
                <a:gd name="connsiteX6" fmla="*/ 113140 w 139291"/>
                <a:gd name="connsiteY6" fmla="*/ 24839 h 215733"/>
                <a:gd name="connsiteX7" fmla="*/ 106403 w 139291"/>
                <a:gd name="connsiteY7" fmla="*/ 0 h 215733"/>
                <a:gd name="connsiteX8" fmla="*/ 97419 w 139291"/>
                <a:gd name="connsiteY8" fmla="*/ 9414 h 215733"/>
                <a:gd name="connsiteX9" fmla="*/ 12588 w 139291"/>
                <a:gd name="connsiteY9" fmla="*/ 7169 h 215733"/>
                <a:gd name="connsiteX10" fmla="*/ 18529 w 139291"/>
                <a:gd name="connsiteY10" fmla="*/ 45986 h 215733"/>
                <a:gd name="connsiteX11" fmla="*/ 13747 w 139291"/>
                <a:gd name="connsiteY11" fmla="*/ 53228 h 215733"/>
                <a:gd name="connsiteX12" fmla="*/ 25555 w 139291"/>
                <a:gd name="connsiteY12" fmla="*/ 113262 h 215733"/>
                <a:gd name="connsiteX13" fmla="*/ 12805 w 139291"/>
                <a:gd name="connsiteY13" fmla="*/ 138970 h 215733"/>
                <a:gd name="connsiteX14" fmla="*/ 55 w 139291"/>
                <a:gd name="connsiteY14" fmla="*/ 176628 h 215733"/>
                <a:gd name="connsiteX15" fmla="*/ 12298 w 139291"/>
                <a:gd name="connsiteY15" fmla="*/ 215734 h 2157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39291" h="215733">
                  <a:moveTo>
                    <a:pt x="33017" y="213779"/>
                  </a:moveTo>
                  <a:cubicBezTo>
                    <a:pt x="60886" y="211266"/>
                    <a:pt x="88422" y="205856"/>
                    <a:pt x="115168" y="197629"/>
                  </a:cubicBezTo>
                  <a:cubicBezTo>
                    <a:pt x="123282" y="195167"/>
                    <a:pt x="131251" y="192270"/>
                    <a:pt x="139292" y="189446"/>
                  </a:cubicBezTo>
                  <a:cubicBezTo>
                    <a:pt x="134735" y="178496"/>
                    <a:pt x="131997" y="166880"/>
                    <a:pt x="131178" y="155048"/>
                  </a:cubicBezTo>
                  <a:cubicBezTo>
                    <a:pt x="130968" y="136993"/>
                    <a:pt x="127940" y="119085"/>
                    <a:pt x="122195" y="101965"/>
                  </a:cubicBezTo>
                  <a:cubicBezTo>
                    <a:pt x="117704" y="89074"/>
                    <a:pt x="120674" y="60831"/>
                    <a:pt x="121398" y="48013"/>
                  </a:cubicBezTo>
                  <a:cubicBezTo>
                    <a:pt x="122123" y="35195"/>
                    <a:pt x="118428" y="28243"/>
                    <a:pt x="113140" y="24839"/>
                  </a:cubicBezTo>
                  <a:cubicBezTo>
                    <a:pt x="110387" y="23029"/>
                    <a:pt x="107996" y="10863"/>
                    <a:pt x="106403" y="0"/>
                  </a:cubicBezTo>
                  <a:cubicBezTo>
                    <a:pt x="100462" y="3041"/>
                    <a:pt x="99955" y="14484"/>
                    <a:pt x="97419" y="9414"/>
                  </a:cubicBezTo>
                  <a:cubicBezTo>
                    <a:pt x="94884" y="4345"/>
                    <a:pt x="16572" y="290"/>
                    <a:pt x="12588" y="7169"/>
                  </a:cubicBezTo>
                  <a:cubicBezTo>
                    <a:pt x="8604" y="14049"/>
                    <a:pt x="19832" y="39178"/>
                    <a:pt x="18529" y="45986"/>
                  </a:cubicBezTo>
                  <a:cubicBezTo>
                    <a:pt x="17949" y="50113"/>
                    <a:pt x="16283" y="53228"/>
                    <a:pt x="13747" y="53228"/>
                  </a:cubicBezTo>
                  <a:cubicBezTo>
                    <a:pt x="20398" y="72606"/>
                    <a:pt x="24367" y="92804"/>
                    <a:pt x="25555" y="113262"/>
                  </a:cubicBezTo>
                  <a:cubicBezTo>
                    <a:pt x="25555" y="121807"/>
                    <a:pt x="12081" y="128687"/>
                    <a:pt x="12805" y="138970"/>
                  </a:cubicBezTo>
                  <a:cubicBezTo>
                    <a:pt x="13530" y="149254"/>
                    <a:pt x="852" y="169748"/>
                    <a:pt x="55" y="176628"/>
                  </a:cubicBezTo>
                  <a:cubicBezTo>
                    <a:pt x="-742" y="183508"/>
                    <a:pt x="7299" y="205595"/>
                    <a:pt x="12298" y="2157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" name="Freeform 76">
              <a:extLst>
                <a:ext uri="{FF2B5EF4-FFF2-40B4-BE49-F238E27FC236}">
                  <a16:creationId xmlns:a16="http://schemas.microsoft.com/office/drawing/2014/main" id="{1FDACE05-8F78-2599-65C2-C3D422F611F3}"/>
                </a:ext>
              </a:extLst>
            </p:cNvPr>
            <p:cNvSpPr/>
            <p:nvPr/>
          </p:nvSpPr>
          <p:spPr>
            <a:xfrm>
              <a:off x="5213684" y="3938851"/>
              <a:ext cx="252081" cy="216256"/>
            </a:xfrm>
            <a:custGeom>
              <a:avLst/>
              <a:gdLst>
                <a:gd name="connsiteX0" fmla="*/ 24124 w 252082"/>
                <a:gd name="connsiteY0" fmla="*/ 98923 h 216254"/>
                <a:gd name="connsiteX1" fmla="*/ 28760 w 252082"/>
                <a:gd name="connsiteY1" fmla="*/ 102906 h 216254"/>
                <a:gd name="connsiteX2" fmla="*/ 67010 w 252082"/>
                <a:gd name="connsiteY2" fmla="*/ 141577 h 216254"/>
                <a:gd name="connsiteX3" fmla="*/ 85266 w 252082"/>
                <a:gd name="connsiteY3" fmla="*/ 117462 h 216254"/>
                <a:gd name="connsiteX4" fmla="*/ 100986 w 252082"/>
                <a:gd name="connsiteY4" fmla="*/ 113189 h 216254"/>
                <a:gd name="connsiteX5" fmla="*/ 126486 w 252082"/>
                <a:gd name="connsiteY5" fmla="*/ 107179 h 216254"/>
                <a:gd name="connsiteX6" fmla="*/ 153436 w 252082"/>
                <a:gd name="connsiteY6" fmla="*/ 145777 h 216254"/>
                <a:gd name="connsiteX7" fmla="*/ 157927 w 252082"/>
                <a:gd name="connsiteY7" fmla="*/ 168879 h 216254"/>
                <a:gd name="connsiteX8" fmla="*/ 158941 w 252082"/>
                <a:gd name="connsiteY8" fmla="*/ 171558 h 216254"/>
                <a:gd name="connsiteX9" fmla="*/ 183427 w 252082"/>
                <a:gd name="connsiteY9" fmla="*/ 166706 h 216254"/>
                <a:gd name="connsiteX10" fmla="*/ 192990 w 252082"/>
                <a:gd name="connsiteY10" fmla="*/ 199584 h 216254"/>
                <a:gd name="connsiteX11" fmla="*/ 209217 w 252082"/>
                <a:gd name="connsiteY11" fmla="*/ 213127 h 216254"/>
                <a:gd name="connsiteX12" fmla="*/ 222402 w 252082"/>
                <a:gd name="connsiteY12" fmla="*/ 201250 h 216254"/>
                <a:gd name="connsiteX13" fmla="*/ 229139 w 252082"/>
                <a:gd name="connsiteY13" fmla="*/ 207043 h 216254"/>
                <a:gd name="connsiteX14" fmla="*/ 238050 w 252082"/>
                <a:gd name="connsiteY14" fmla="*/ 195457 h 216254"/>
                <a:gd name="connsiteX15" fmla="*/ 235080 w 252082"/>
                <a:gd name="connsiteY15" fmla="*/ 172283 h 216254"/>
                <a:gd name="connsiteX16" fmla="*/ 250800 w 252082"/>
                <a:gd name="connsiteY16" fmla="*/ 169748 h 216254"/>
                <a:gd name="connsiteX17" fmla="*/ 244787 w 252082"/>
                <a:gd name="connsiteY17" fmla="*/ 145777 h 216254"/>
                <a:gd name="connsiteX18" fmla="*/ 238847 w 252082"/>
                <a:gd name="connsiteY18" fmla="*/ 127745 h 216254"/>
                <a:gd name="connsiteX19" fmla="*/ 238847 w 252082"/>
                <a:gd name="connsiteY19" fmla="*/ 96968 h 216254"/>
                <a:gd name="connsiteX20" fmla="*/ 234355 w 252082"/>
                <a:gd name="connsiteY20" fmla="*/ 91464 h 216254"/>
                <a:gd name="connsiteX21" fmla="*/ 226314 w 252082"/>
                <a:gd name="connsiteY21" fmla="*/ 69738 h 216254"/>
                <a:gd name="connsiteX22" fmla="*/ 226314 w 252082"/>
                <a:gd name="connsiteY22" fmla="*/ 55979 h 216254"/>
                <a:gd name="connsiteX23" fmla="*/ 214361 w 252082"/>
                <a:gd name="connsiteY23" fmla="*/ 37730 h 216254"/>
                <a:gd name="connsiteX24" fmla="*/ 201393 w 252082"/>
                <a:gd name="connsiteY24" fmla="*/ 9197 h 216254"/>
                <a:gd name="connsiteX25" fmla="*/ 177414 w 252082"/>
                <a:gd name="connsiteY25" fmla="*/ 28605 h 216254"/>
                <a:gd name="connsiteX26" fmla="*/ 154450 w 252082"/>
                <a:gd name="connsiteY26" fmla="*/ 26287 h 216254"/>
                <a:gd name="connsiteX27" fmla="*/ 135470 w 252082"/>
                <a:gd name="connsiteY27" fmla="*/ 29764 h 216254"/>
                <a:gd name="connsiteX28" fmla="*/ 125472 w 252082"/>
                <a:gd name="connsiteY28" fmla="*/ 19480 h 216254"/>
                <a:gd name="connsiteX29" fmla="*/ 125472 w 252082"/>
                <a:gd name="connsiteY29" fmla="*/ 13108 h 216254"/>
                <a:gd name="connsiteX30" fmla="*/ 121778 w 252082"/>
                <a:gd name="connsiteY30" fmla="*/ 14628 h 216254"/>
                <a:gd name="connsiteX31" fmla="*/ 72299 w 252082"/>
                <a:gd name="connsiteY31" fmla="*/ 11152 h 216254"/>
                <a:gd name="connsiteX32" fmla="*/ 48320 w 252082"/>
                <a:gd name="connsiteY32" fmla="*/ 0 h 216254"/>
                <a:gd name="connsiteX33" fmla="*/ 41075 w 252082"/>
                <a:gd name="connsiteY33" fmla="*/ 18032 h 216254"/>
                <a:gd name="connsiteX34" fmla="*/ 43321 w 252082"/>
                <a:gd name="connsiteY34" fmla="*/ 35992 h 216254"/>
                <a:gd name="connsiteX35" fmla="*/ 32013 w 252082"/>
                <a:gd name="connsiteY35" fmla="*/ 42212 h 216254"/>
                <a:gd name="connsiteX36" fmla="*/ 31368 w 252082"/>
                <a:gd name="connsiteY36" fmla="*/ 42002 h 216254"/>
                <a:gd name="connsiteX37" fmla="*/ 3622 w 252082"/>
                <a:gd name="connsiteY37" fmla="*/ 60831 h 216254"/>
                <a:gd name="connsiteX38" fmla="*/ 0 w 252082"/>
                <a:gd name="connsiteY38" fmla="*/ 64959 h 216254"/>
                <a:gd name="connsiteX39" fmla="*/ 24124 w 252082"/>
                <a:gd name="connsiteY39" fmla="*/ 98923 h 2162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252082" h="216254">
                  <a:moveTo>
                    <a:pt x="24124" y="98923"/>
                  </a:moveTo>
                  <a:cubicBezTo>
                    <a:pt x="25645" y="100154"/>
                    <a:pt x="27166" y="101530"/>
                    <a:pt x="28760" y="102906"/>
                  </a:cubicBezTo>
                  <a:cubicBezTo>
                    <a:pt x="44089" y="112965"/>
                    <a:pt x="57122" y="126145"/>
                    <a:pt x="67010" y="141577"/>
                  </a:cubicBezTo>
                  <a:cubicBezTo>
                    <a:pt x="75631" y="132960"/>
                    <a:pt x="84831" y="122893"/>
                    <a:pt x="85266" y="117462"/>
                  </a:cubicBezTo>
                  <a:cubicBezTo>
                    <a:pt x="85991" y="108048"/>
                    <a:pt x="92510" y="111451"/>
                    <a:pt x="100986" y="113189"/>
                  </a:cubicBezTo>
                  <a:cubicBezTo>
                    <a:pt x="109462" y="114928"/>
                    <a:pt x="118952" y="107179"/>
                    <a:pt x="126486" y="107179"/>
                  </a:cubicBezTo>
                  <a:cubicBezTo>
                    <a:pt x="134021" y="107179"/>
                    <a:pt x="153436" y="137160"/>
                    <a:pt x="153436" y="145777"/>
                  </a:cubicBezTo>
                  <a:cubicBezTo>
                    <a:pt x="152928" y="153736"/>
                    <a:pt x="154479" y="161688"/>
                    <a:pt x="157927" y="168879"/>
                  </a:cubicBezTo>
                  <a:cubicBezTo>
                    <a:pt x="158391" y="169719"/>
                    <a:pt x="158731" y="170624"/>
                    <a:pt x="158941" y="171558"/>
                  </a:cubicBezTo>
                  <a:cubicBezTo>
                    <a:pt x="166968" y="169313"/>
                    <a:pt x="175154" y="167691"/>
                    <a:pt x="183427" y="166706"/>
                  </a:cubicBezTo>
                  <a:cubicBezTo>
                    <a:pt x="187050" y="166706"/>
                    <a:pt x="194439" y="186911"/>
                    <a:pt x="192990" y="199584"/>
                  </a:cubicBezTo>
                  <a:cubicBezTo>
                    <a:pt x="191541" y="212258"/>
                    <a:pt x="204001" y="221310"/>
                    <a:pt x="209217" y="213127"/>
                  </a:cubicBezTo>
                  <a:cubicBezTo>
                    <a:pt x="214433" y="204943"/>
                    <a:pt x="220953" y="193719"/>
                    <a:pt x="222402" y="201250"/>
                  </a:cubicBezTo>
                  <a:cubicBezTo>
                    <a:pt x="222909" y="203567"/>
                    <a:pt x="225662" y="205450"/>
                    <a:pt x="229139" y="207043"/>
                  </a:cubicBezTo>
                  <a:cubicBezTo>
                    <a:pt x="231023" y="202119"/>
                    <a:pt x="235007" y="199801"/>
                    <a:pt x="238050" y="195457"/>
                  </a:cubicBezTo>
                  <a:cubicBezTo>
                    <a:pt x="242541" y="188577"/>
                    <a:pt x="231313" y="180973"/>
                    <a:pt x="235080" y="172283"/>
                  </a:cubicBezTo>
                  <a:cubicBezTo>
                    <a:pt x="238847" y="163592"/>
                    <a:pt x="245584" y="175759"/>
                    <a:pt x="250800" y="169748"/>
                  </a:cubicBezTo>
                  <a:cubicBezTo>
                    <a:pt x="256016" y="163737"/>
                    <a:pt x="243556" y="150919"/>
                    <a:pt x="244787" y="145777"/>
                  </a:cubicBezTo>
                  <a:cubicBezTo>
                    <a:pt x="246874" y="139115"/>
                    <a:pt x="244490" y="131866"/>
                    <a:pt x="238847" y="127745"/>
                  </a:cubicBezTo>
                  <a:cubicBezTo>
                    <a:pt x="233269" y="124197"/>
                    <a:pt x="236384" y="109641"/>
                    <a:pt x="238847" y="96968"/>
                  </a:cubicBezTo>
                  <a:cubicBezTo>
                    <a:pt x="237050" y="95403"/>
                    <a:pt x="235529" y="93542"/>
                    <a:pt x="234355" y="91464"/>
                  </a:cubicBezTo>
                  <a:cubicBezTo>
                    <a:pt x="230298" y="84656"/>
                    <a:pt x="233341" y="69738"/>
                    <a:pt x="226314" y="69738"/>
                  </a:cubicBezTo>
                  <a:cubicBezTo>
                    <a:pt x="219287" y="69738"/>
                    <a:pt x="220373" y="58297"/>
                    <a:pt x="226314" y="55979"/>
                  </a:cubicBezTo>
                  <a:cubicBezTo>
                    <a:pt x="232254" y="53662"/>
                    <a:pt x="214361" y="45696"/>
                    <a:pt x="214361" y="37730"/>
                  </a:cubicBezTo>
                  <a:cubicBezTo>
                    <a:pt x="214361" y="29764"/>
                    <a:pt x="205378" y="10283"/>
                    <a:pt x="201393" y="9197"/>
                  </a:cubicBezTo>
                  <a:cubicBezTo>
                    <a:pt x="197409" y="8111"/>
                    <a:pt x="183427" y="28605"/>
                    <a:pt x="177414" y="28605"/>
                  </a:cubicBezTo>
                  <a:cubicBezTo>
                    <a:pt x="171402" y="28605"/>
                    <a:pt x="158434" y="14846"/>
                    <a:pt x="154450" y="26287"/>
                  </a:cubicBezTo>
                  <a:cubicBezTo>
                    <a:pt x="150465" y="37730"/>
                    <a:pt x="141482" y="20567"/>
                    <a:pt x="135470" y="29764"/>
                  </a:cubicBezTo>
                  <a:cubicBezTo>
                    <a:pt x="129457" y="38961"/>
                    <a:pt x="125472" y="19480"/>
                    <a:pt x="125472" y="19480"/>
                  </a:cubicBezTo>
                  <a:cubicBezTo>
                    <a:pt x="125472" y="19480"/>
                    <a:pt x="125472" y="16729"/>
                    <a:pt x="125472" y="13108"/>
                  </a:cubicBezTo>
                  <a:lnTo>
                    <a:pt x="121778" y="14628"/>
                  </a:lnTo>
                  <a:cubicBezTo>
                    <a:pt x="104536" y="21435"/>
                    <a:pt x="73820" y="17163"/>
                    <a:pt x="72299" y="11152"/>
                  </a:cubicBezTo>
                  <a:cubicBezTo>
                    <a:pt x="70777" y="5141"/>
                    <a:pt x="48320" y="0"/>
                    <a:pt x="48320" y="0"/>
                  </a:cubicBezTo>
                  <a:cubicBezTo>
                    <a:pt x="48320" y="0"/>
                    <a:pt x="49117" y="14484"/>
                    <a:pt x="41075" y="18032"/>
                  </a:cubicBezTo>
                  <a:cubicBezTo>
                    <a:pt x="33034" y="21580"/>
                    <a:pt x="43321" y="32516"/>
                    <a:pt x="43321" y="35992"/>
                  </a:cubicBezTo>
                  <a:cubicBezTo>
                    <a:pt x="41916" y="40829"/>
                    <a:pt x="36852" y="43617"/>
                    <a:pt x="32013" y="42212"/>
                  </a:cubicBezTo>
                  <a:cubicBezTo>
                    <a:pt x="31795" y="42154"/>
                    <a:pt x="31578" y="42082"/>
                    <a:pt x="31368" y="42002"/>
                  </a:cubicBezTo>
                  <a:cubicBezTo>
                    <a:pt x="26080" y="39395"/>
                    <a:pt x="11084" y="54893"/>
                    <a:pt x="3622" y="60831"/>
                  </a:cubicBezTo>
                  <a:cubicBezTo>
                    <a:pt x="2311" y="62113"/>
                    <a:pt x="1101" y="63489"/>
                    <a:pt x="0" y="64959"/>
                  </a:cubicBezTo>
                  <a:cubicBezTo>
                    <a:pt x="11591" y="75822"/>
                    <a:pt x="10504" y="87553"/>
                    <a:pt x="24124" y="989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" name="Freeform 77">
              <a:extLst>
                <a:ext uri="{FF2B5EF4-FFF2-40B4-BE49-F238E27FC236}">
                  <a16:creationId xmlns:a16="http://schemas.microsoft.com/office/drawing/2014/main" id="{0D6BCDB5-C1F5-C15A-A5C4-363C341E1931}"/>
                </a:ext>
              </a:extLst>
            </p:cNvPr>
            <p:cNvSpPr/>
            <p:nvPr/>
          </p:nvSpPr>
          <p:spPr>
            <a:xfrm>
              <a:off x="5335171" y="4105920"/>
              <a:ext cx="140635" cy="136943"/>
            </a:xfrm>
            <a:custGeom>
              <a:avLst/>
              <a:gdLst>
                <a:gd name="connsiteX0" fmla="*/ 22530 w 140635"/>
                <a:gd name="connsiteY0" fmla="*/ 68073 h 136942"/>
                <a:gd name="connsiteX1" fmla="*/ 62736 w 140635"/>
                <a:gd name="connsiteY1" fmla="*/ 103051 h 136942"/>
                <a:gd name="connsiteX2" fmla="*/ 130544 w 140635"/>
                <a:gd name="connsiteY2" fmla="*/ 133177 h 136942"/>
                <a:gd name="connsiteX3" fmla="*/ 135108 w 140635"/>
                <a:gd name="connsiteY3" fmla="*/ 136943 h 136942"/>
                <a:gd name="connsiteX4" fmla="*/ 140541 w 140635"/>
                <a:gd name="connsiteY4" fmla="*/ 118549 h 136942"/>
                <a:gd name="connsiteX5" fmla="*/ 114316 w 140635"/>
                <a:gd name="connsiteY5" fmla="*/ 89581 h 136942"/>
                <a:gd name="connsiteX6" fmla="*/ 103088 w 140635"/>
                <a:gd name="connsiteY6" fmla="*/ 77560 h 136942"/>
                <a:gd name="connsiteX7" fmla="*/ 106854 w 140635"/>
                <a:gd name="connsiteY7" fmla="*/ 50186 h 136942"/>
                <a:gd name="connsiteX8" fmla="*/ 107652 w 140635"/>
                <a:gd name="connsiteY8" fmla="*/ 40337 h 136942"/>
                <a:gd name="connsiteX9" fmla="*/ 100914 w 140635"/>
                <a:gd name="connsiteY9" fmla="*/ 34544 h 136942"/>
                <a:gd name="connsiteX10" fmla="*/ 87730 w 140635"/>
                <a:gd name="connsiteY10" fmla="*/ 46420 h 136942"/>
                <a:gd name="connsiteX11" fmla="*/ 71502 w 140635"/>
                <a:gd name="connsiteY11" fmla="*/ 32878 h 136942"/>
                <a:gd name="connsiteX12" fmla="*/ 61940 w 140635"/>
                <a:gd name="connsiteY12" fmla="*/ 0 h 136942"/>
                <a:gd name="connsiteX13" fmla="*/ 37454 w 140635"/>
                <a:gd name="connsiteY13" fmla="*/ 4852 h 136942"/>
                <a:gd name="connsiteX14" fmla="*/ 34194 w 140635"/>
                <a:gd name="connsiteY14" fmla="*/ 24477 h 136942"/>
                <a:gd name="connsiteX15" fmla="*/ 7244 w 140635"/>
                <a:gd name="connsiteY15" fmla="*/ 50186 h 136942"/>
                <a:gd name="connsiteX16" fmla="*/ 0 w 140635"/>
                <a:gd name="connsiteY16" fmla="*/ 61845 h 136942"/>
                <a:gd name="connsiteX17" fmla="*/ 22530 w 140635"/>
                <a:gd name="connsiteY17" fmla="*/ 68073 h 136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40635" h="136942">
                  <a:moveTo>
                    <a:pt x="22530" y="68073"/>
                  </a:moveTo>
                  <a:cubicBezTo>
                    <a:pt x="33759" y="76691"/>
                    <a:pt x="47813" y="90740"/>
                    <a:pt x="62736" y="103051"/>
                  </a:cubicBezTo>
                  <a:cubicBezTo>
                    <a:pt x="86063" y="111597"/>
                    <a:pt x="110259" y="119273"/>
                    <a:pt x="130544" y="133177"/>
                  </a:cubicBezTo>
                  <a:cubicBezTo>
                    <a:pt x="132174" y="134292"/>
                    <a:pt x="133702" y="135552"/>
                    <a:pt x="135108" y="136943"/>
                  </a:cubicBezTo>
                  <a:cubicBezTo>
                    <a:pt x="137672" y="131063"/>
                    <a:pt x="139498" y="124878"/>
                    <a:pt x="140541" y="118549"/>
                  </a:cubicBezTo>
                  <a:cubicBezTo>
                    <a:pt x="142062" y="105731"/>
                    <a:pt x="124821" y="96823"/>
                    <a:pt x="114316" y="89581"/>
                  </a:cubicBezTo>
                  <a:cubicBezTo>
                    <a:pt x="103812" y="82339"/>
                    <a:pt x="98596" y="81833"/>
                    <a:pt x="103088" y="77560"/>
                  </a:cubicBezTo>
                  <a:cubicBezTo>
                    <a:pt x="107579" y="73287"/>
                    <a:pt x="108376" y="63873"/>
                    <a:pt x="106854" y="50186"/>
                  </a:cubicBezTo>
                  <a:cubicBezTo>
                    <a:pt x="106340" y="46884"/>
                    <a:pt x="106608" y="43509"/>
                    <a:pt x="107652" y="40337"/>
                  </a:cubicBezTo>
                  <a:cubicBezTo>
                    <a:pt x="104174" y="38744"/>
                    <a:pt x="101421" y="36861"/>
                    <a:pt x="100914" y="34544"/>
                  </a:cubicBezTo>
                  <a:cubicBezTo>
                    <a:pt x="99465" y="27302"/>
                    <a:pt x="92873" y="37947"/>
                    <a:pt x="87730" y="46420"/>
                  </a:cubicBezTo>
                  <a:cubicBezTo>
                    <a:pt x="82586" y="54893"/>
                    <a:pt x="69981" y="45551"/>
                    <a:pt x="71502" y="32878"/>
                  </a:cubicBezTo>
                  <a:cubicBezTo>
                    <a:pt x="73023" y="20205"/>
                    <a:pt x="65562" y="0"/>
                    <a:pt x="61940" y="0"/>
                  </a:cubicBezTo>
                  <a:cubicBezTo>
                    <a:pt x="53666" y="985"/>
                    <a:pt x="45480" y="2607"/>
                    <a:pt x="37454" y="4852"/>
                  </a:cubicBezTo>
                  <a:cubicBezTo>
                    <a:pt x="39047" y="11008"/>
                    <a:pt x="35498" y="17743"/>
                    <a:pt x="34194" y="24477"/>
                  </a:cubicBezTo>
                  <a:cubicBezTo>
                    <a:pt x="32890" y="31212"/>
                    <a:pt x="14706" y="43306"/>
                    <a:pt x="7244" y="50186"/>
                  </a:cubicBezTo>
                  <a:cubicBezTo>
                    <a:pt x="4246" y="53677"/>
                    <a:pt x="1804" y="57609"/>
                    <a:pt x="0" y="61845"/>
                  </a:cubicBezTo>
                  <a:cubicBezTo>
                    <a:pt x="8049" y="60716"/>
                    <a:pt x="16206" y="62968"/>
                    <a:pt x="22530" y="6807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" name="Freeform 78">
              <a:extLst>
                <a:ext uri="{FF2B5EF4-FFF2-40B4-BE49-F238E27FC236}">
                  <a16:creationId xmlns:a16="http://schemas.microsoft.com/office/drawing/2014/main" id="{987B6AFE-5A46-744C-E51C-10908F1A76BD}"/>
                </a:ext>
              </a:extLst>
            </p:cNvPr>
            <p:cNvSpPr/>
            <p:nvPr/>
          </p:nvSpPr>
          <p:spPr>
            <a:xfrm>
              <a:off x="5280840" y="4046392"/>
              <a:ext cx="92384" cy="121372"/>
            </a:xfrm>
            <a:custGeom>
              <a:avLst/>
              <a:gdLst>
                <a:gd name="connsiteX0" fmla="*/ 40931 w 92385"/>
                <a:gd name="connsiteY0" fmla="*/ 108338 h 121372"/>
                <a:gd name="connsiteX1" fmla="*/ 46799 w 92385"/>
                <a:gd name="connsiteY1" fmla="*/ 117173 h 121372"/>
                <a:gd name="connsiteX2" fmla="*/ 52594 w 92385"/>
                <a:gd name="connsiteY2" fmla="*/ 121373 h 121372"/>
                <a:gd name="connsiteX3" fmla="*/ 54478 w 92385"/>
                <a:gd name="connsiteY3" fmla="*/ 121373 h 121372"/>
                <a:gd name="connsiteX4" fmla="*/ 61722 w 92385"/>
                <a:gd name="connsiteY4" fmla="*/ 109714 h 121372"/>
                <a:gd name="connsiteX5" fmla="*/ 88671 w 92385"/>
                <a:gd name="connsiteY5" fmla="*/ 84005 h 121372"/>
                <a:gd name="connsiteX6" fmla="*/ 90917 w 92385"/>
                <a:gd name="connsiteY6" fmla="*/ 61700 h 121372"/>
                <a:gd name="connsiteX7" fmla="*/ 86426 w 92385"/>
                <a:gd name="connsiteY7" fmla="*/ 38599 h 121372"/>
                <a:gd name="connsiteX8" fmla="*/ 59476 w 92385"/>
                <a:gd name="connsiteY8" fmla="*/ 0 h 121372"/>
                <a:gd name="connsiteX9" fmla="*/ 33976 w 92385"/>
                <a:gd name="connsiteY9" fmla="*/ 6011 h 121372"/>
                <a:gd name="connsiteX10" fmla="*/ 18256 w 92385"/>
                <a:gd name="connsiteY10" fmla="*/ 10283 h 121372"/>
                <a:gd name="connsiteX11" fmla="*/ 0 w 92385"/>
                <a:gd name="connsiteY11" fmla="*/ 34399 h 121372"/>
                <a:gd name="connsiteX12" fmla="*/ 40931 w 92385"/>
                <a:gd name="connsiteY12" fmla="*/ 108338 h 121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2385" h="121372">
                  <a:moveTo>
                    <a:pt x="40931" y="108338"/>
                  </a:moveTo>
                  <a:cubicBezTo>
                    <a:pt x="42684" y="111415"/>
                    <a:pt x="44647" y="114363"/>
                    <a:pt x="46799" y="117173"/>
                  </a:cubicBezTo>
                  <a:lnTo>
                    <a:pt x="52594" y="121373"/>
                  </a:lnTo>
                  <a:lnTo>
                    <a:pt x="54478" y="121373"/>
                  </a:lnTo>
                  <a:cubicBezTo>
                    <a:pt x="56282" y="117136"/>
                    <a:pt x="58723" y="113204"/>
                    <a:pt x="61722" y="109714"/>
                  </a:cubicBezTo>
                  <a:cubicBezTo>
                    <a:pt x="68967" y="102472"/>
                    <a:pt x="87150" y="91681"/>
                    <a:pt x="88671" y="84005"/>
                  </a:cubicBezTo>
                  <a:cubicBezTo>
                    <a:pt x="90192" y="76329"/>
                    <a:pt x="94684" y="68580"/>
                    <a:pt x="90917" y="61700"/>
                  </a:cubicBezTo>
                  <a:cubicBezTo>
                    <a:pt x="87469" y="54509"/>
                    <a:pt x="85919" y="46558"/>
                    <a:pt x="86426" y="38599"/>
                  </a:cubicBezTo>
                  <a:cubicBezTo>
                    <a:pt x="86426" y="29981"/>
                    <a:pt x="66938" y="0"/>
                    <a:pt x="59476" y="0"/>
                  </a:cubicBezTo>
                  <a:cubicBezTo>
                    <a:pt x="52015" y="0"/>
                    <a:pt x="42235" y="7749"/>
                    <a:pt x="33976" y="6011"/>
                  </a:cubicBezTo>
                  <a:cubicBezTo>
                    <a:pt x="25718" y="4272"/>
                    <a:pt x="18981" y="869"/>
                    <a:pt x="18256" y="10283"/>
                  </a:cubicBezTo>
                  <a:cubicBezTo>
                    <a:pt x="17821" y="15715"/>
                    <a:pt x="8621" y="25781"/>
                    <a:pt x="0" y="34399"/>
                  </a:cubicBezTo>
                  <a:cubicBezTo>
                    <a:pt x="15938" y="57645"/>
                    <a:pt x="28108" y="85308"/>
                    <a:pt x="40931" y="1083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" name="Freeform 79">
              <a:extLst>
                <a:ext uri="{FF2B5EF4-FFF2-40B4-BE49-F238E27FC236}">
                  <a16:creationId xmlns:a16="http://schemas.microsoft.com/office/drawing/2014/main" id="{33522227-8044-3CE7-2B31-C2D0668AC8C6}"/>
                </a:ext>
              </a:extLst>
            </p:cNvPr>
            <p:cNvSpPr/>
            <p:nvPr/>
          </p:nvSpPr>
          <p:spPr>
            <a:xfrm>
              <a:off x="5149065" y="3330027"/>
              <a:ext cx="283007" cy="263386"/>
            </a:xfrm>
            <a:custGeom>
              <a:avLst/>
              <a:gdLst>
                <a:gd name="connsiteX0" fmla="*/ 258261 w 283008"/>
                <a:gd name="connsiteY0" fmla="*/ 0 h 263384"/>
                <a:gd name="connsiteX1" fmla="*/ 132644 w 283008"/>
                <a:gd name="connsiteY1" fmla="*/ 0 h 263384"/>
                <a:gd name="connsiteX2" fmla="*/ 122502 w 283008"/>
                <a:gd name="connsiteY2" fmla="*/ 15063 h 263384"/>
                <a:gd name="connsiteX3" fmla="*/ 85266 w 283008"/>
                <a:gd name="connsiteY3" fmla="*/ 88133 h 263384"/>
                <a:gd name="connsiteX4" fmla="*/ 69111 w 283008"/>
                <a:gd name="connsiteY4" fmla="*/ 107179 h 263384"/>
                <a:gd name="connsiteX5" fmla="*/ 11156 w 283008"/>
                <a:gd name="connsiteY5" fmla="*/ 223989 h 263384"/>
                <a:gd name="connsiteX6" fmla="*/ 941 w 283008"/>
                <a:gd name="connsiteY6" fmla="*/ 256143 h 263384"/>
                <a:gd name="connsiteX7" fmla="*/ 0 w 283008"/>
                <a:gd name="connsiteY7" fmla="*/ 263385 h 263384"/>
                <a:gd name="connsiteX8" fmla="*/ 133079 w 283008"/>
                <a:gd name="connsiteY8" fmla="*/ 263385 h 263384"/>
                <a:gd name="connsiteX9" fmla="*/ 133079 w 283008"/>
                <a:gd name="connsiteY9" fmla="*/ 202915 h 263384"/>
                <a:gd name="connsiteX10" fmla="*/ 168359 w 283008"/>
                <a:gd name="connsiteY10" fmla="*/ 173948 h 263384"/>
                <a:gd name="connsiteX11" fmla="*/ 168359 w 283008"/>
                <a:gd name="connsiteY11" fmla="*/ 70463 h 263384"/>
                <a:gd name="connsiteX12" fmla="*/ 281733 w 283008"/>
                <a:gd name="connsiteY12" fmla="*/ 70463 h 263384"/>
                <a:gd name="connsiteX13" fmla="*/ 282530 w 283008"/>
                <a:gd name="connsiteY13" fmla="*/ 14773 h 263384"/>
                <a:gd name="connsiteX14" fmla="*/ 258261 w 283008"/>
                <a:gd name="connsiteY14" fmla="*/ 0 h 263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83008" h="263384">
                  <a:moveTo>
                    <a:pt x="258261" y="0"/>
                  </a:moveTo>
                  <a:lnTo>
                    <a:pt x="132644" y="0"/>
                  </a:lnTo>
                  <a:cubicBezTo>
                    <a:pt x="128602" y="4548"/>
                    <a:pt x="125189" y="9610"/>
                    <a:pt x="122502" y="15063"/>
                  </a:cubicBezTo>
                  <a:cubicBezTo>
                    <a:pt x="115286" y="41735"/>
                    <a:pt x="102609" y="66617"/>
                    <a:pt x="85266" y="88133"/>
                  </a:cubicBezTo>
                  <a:cubicBezTo>
                    <a:pt x="80050" y="94651"/>
                    <a:pt x="74544" y="100951"/>
                    <a:pt x="69111" y="107179"/>
                  </a:cubicBezTo>
                  <a:cubicBezTo>
                    <a:pt x="66938" y="132453"/>
                    <a:pt x="33759" y="171269"/>
                    <a:pt x="11156" y="223989"/>
                  </a:cubicBezTo>
                  <a:cubicBezTo>
                    <a:pt x="7461" y="234635"/>
                    <a:pt x="3912" y="245715"/>
                    <a:pt x="941" y="256143"/>
                  </a:cubicBezTo>
                  <a:cubicBezTo>
                    <a:pt x="507" y="258605"/>
                    <a:pt x="217" y="260922"/>
                    <a:pt x="0" y="263385"/>
                  </a:cubicBezTo>
                  <a:lnTo>
                    <a:pt x="133079" y="263385"/>
                  </a:lnTo>
                  <a:lnTo>
                    <a:pt x="133079" y="202915"/>
                  </a:lnTo>
                  <a:cubicBezTo>
                    <a:pt x="133079" y="194081"/>
                    <a:pt x="168359" y="182783"/>
                    <a:pt x="168359" y="173948"/>
                  </a:cubicBezTo>
                  <a:lnTo>
                    <a:pt x="168359" y="70463"/>
                  </a:lnTo>
                  <a:cubicBezTo>
                    <a:pt x="168359" y="70463"/>
                    <a:pt x="278473" y="72925"/>
                    <a:pt x="281733" y="70463"/>
                  </a:cubicBezTo>
                  <a:cubicBezTo>
                    <a:pt x="283472" y="69159"/>
                    <a:pt x="283110" y="41495"/>
                    <a:pt x="282530" y="14773"/>
                  </a:cubicBezTo>
                  <a:cubicBezTo>
                    <a:pt x="278328" y="6662"/>
                    <a:pt x="284341" y="0"/>
                    <a:pt x="258261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" name="Freeform 80">
              <a:extLst>
                <a:ext uri="{FF2B5EF4-FFF2-40B4-BE49-F238E27FC236}">
                  <a16:creationId xmlns:a16="http://schemas.microsoft.com/office/drawing/2014/main" id="{DAAF2620-247D-8858-9827-E3DCB696697F}"/>
                </a:ext>
              </a:extLst>
            </p:cNvPr>
            <p:cNvSpPr/>
            <p:nvPr/>
          </p:nvSpPr>
          <p:spPr>
            <a:xfrm>
              <a:off x="5148665" y="3344511"/>
              <a:ext cx="409268" cy="514461"/>
            </a:xfrm>
            <a:custGeom>
              <a:avLst/>
              <a:gdLst>
                <a:gd name="connsiteX0" fmla="*/ 30680 w 409270"/>
                <a:gd name="connsiteY0" fmla="*/ 444575 h 514458"/>
                <a:gd name="connsiteX1" fmla="*/ 61541 w 409270"/>
                <a:gd name="connsiteY1" fmla="*/ 444575 h 514458"/>
                <a:gd name="connsiteX2" fmla="*/ 87693 w 409270"/>
                <a:gd name="connsiteY2" fmla="*/ 441895 h 514458"/>
                <a:gd name="connsiteX3" fmla="*/ 106673 w 409270"/>
                <a:gd name="connsiteY3" fmla="*/ 460869 h 514458"/>
                <a:gd name="connsiteX4" fmla="*/ 118554 w 409270"/>
                <a:gd name="connsiteY4" fmla="*/ 460869 h 514458"/>
                <a:gd name="connsiteX5" fmla="*/ 142316 w 409270"/>
                <a:gd name="connsiteY5" fmla="*/ 496209 h 514458"/>
                <a:gd name="connsiteX6" fmla="*/ 158326 w 409270"/>
                <a:gd name="connsiteY6" fmla="*/ 514458 h 514458"/>
                <a:gd name="connsiteX7" fmla="*/ 176292 w 409270"/>
                <a:gd name="connsiteY7" fmla="*/ 502003 h 514458"/>
                <a:gd name="connsiteX8" fmla="*/ 195997 w 409270"/>
                <a:gd name="connsiteY8" fmla="*/ 493313 h 514458"/>
                <a:gd name="connsiteX9" fmla="*/ 214180 w 409270"/>
                <a:gd name="connsiteY9" fmla="*/ 489836 h 514458"/>
                <a:gd name="connsiteX10" fmla="*/ 236927 w 409270"/>
                <a:gd name="connsiteY10" fmla="*/ 491575 h 514458"/>
                <a:gd name="connsiteX11" fmla="*/ 258153 w 409270"/>
                <a:gd name="connsiteY11" fmla="*/ 484333 h 514458"/>
                <a:gd name="connsiteX12" fmla="*/ 389928 w 409270"/>
                <a:gd name="connsiteY12" fmla="*/ 482594 h 514458"/>
                <a:gd name="connsiteX13" fmla="*/ 394492 w 409270"/>
                <a:gd name="connsiteY13" fmla="*/ 449717 h 514458"/>
                <a:gd name="connsiteX14" fmla="*/ 384133 w 409270"/>
                <a:gd name="connsiteY14" fmla="*/ 437912 h 514458"/>
                <a:gd name="connsiteX15" fmla="*/ 352330 w 409270"/>
                <a:gd name="connsiteY15" fmla="*/ 96461 h 514458"/>
                <a:gd name="connsiteX16" fmla="*/ 409270 w 409270"/>
                <a:gd name="connsiteY16" fmla="*/ 96461 h 514458"/>
                <a:gd name="connsiteX17" fmla="*/ 289811 w 409270"/>
                <a:gd name="connsiteY17" fmla="*/ 7242 h 514458"/>
                <a:gd name="connsiteX18" fmla="*/ 283219 w 409270"/>
                <a:gd name="connsiteY18" fmla="*/ 0 h 514458"/>
                <a:gd name="connsiteX19" fmla="*/ 282422 w 409270"/>
                <a:gd name="connsiteY19" fmla="*/ 55690 h 514458"/>
                <a:gd name="connsiteX20" fmla="*/ 169047 w 409270"/>
                <a:gd name="connsiteY20" fmla="*/ 55690 h 514458"/>
                <a:gd name="connsiteX21" fmla="*/ 169047 w 409270"/>
                <a:gd name="connsiteY21" fmla="*/ 158958 h 514458"/>
                <a:gd name="connsiteX22" fmla="*/ 133767 w 409270"/>
                <a:gd name="connsiteY22" fmla="*/ 187925 h 514458"/>
                <a:gd name="connsiteX23" fmla="*/ 133767 w 409270"/>
                <a:gd name="connsiteY23" fmla="*/ 248394 h 514458"/>
                <a:gd name="connsiteX24" fmla="*/ 181 w 409270"/>
                <a:gd name="connsiteY24" fmla="*/ 248394 h 514458"/>
                <a:gd name="connsiteX25" fmla="*/ 19161 w 409270"/>
                <a:gd name="connsiteY25" fmla="*/ 291845 h 514458"/>
                <a:gd name="connsiteX26" fmla="*/ 26406 w 409270"/>
                <a:gd name="connsiteY26" fmla="*/ 354125 h 514458"/>
                <a:gd name="connsiteX27" fmla="*/ 15394 w 409270"/>
                <a:gd name="connsiteY27" fmla="*/ 430091 h 514458"/>
                <a:gd name="connsiteX28" fmla="*/ 9671 w 409270"/>
                <a:gd name="connsiteY28" fmla="*/ 463693 h 514458"/>
                <a:gd name="connsiteX29" fmla="*/ 11410 w 409270"/>
                <a:gd name="connsiteY29" fmla="*/ 463186 h 514458"/>
                <a:gd name="connsiteX30" fmla="*/ 30680 w 409270"/>
                <a:gd name="connsiteY30" fmla="*/ 444575 h 5144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409270" h="514458">
                  <a:moveTo>
                    <a:pt x="30680" y="444575"/>
                  </a:moveTo>
                  <a:cubicBezTo>
                    <a:pt x="40909" y="446074"/>
                    <a:pt x="51312" y="446074"/>
                    <a:pt x="61541" y="444575"/>
                  </a:cubicBezTo>
                  <a:cubicBezTo>
                    <a:pt x="61541" y="444575"/>
                    <a:pt x="78203" y="436464"/>
                    <a:pt x="87693" y="441895"/>
                  </a:cubicBezTo>
                  <a:cubicBezTo>
                    <a:pt x="95082" y="447059"/>
                    <a:pt x="101508" y="453483"/>
                    <a:pt x="106673" y="460869"/>
                  </a:cubicBezTo>
                  <a:lnTo>
                    <a:pt x="118554" y="460869"/>
                  </a:lnTo>
                  <a:cubicBezTo>
                    <a:pt x="118554" y="460869"/>
                    <a:pt x="128044" y="490778"/>
                    <a:pt x="142316" y="496209"/>
                  </a:cubicBezTo>
                  <a:cubicBezTo>
                    <a:pt x="149842" y="499953"/>
                    <a:pt x="155595" y="506507"/>
                    <a:pt x="158326" y="514458"/>
                  </a:cubicBezTo>
                  <a:cubicBezTo>
                    <a:pt x="168468" y="514458"/>
                    <a:pt x="176292" y="510331"/>
                    <a:pt x="176292" y="502003"/>
                  </a:cubicBezTo>
                  <a:cubicBezTo>
                    <a:pt x="176292" y="491575"/>
                    <a:pt x="180856" y="477742"/>
                    <a:pt x="195997" y="493313"/>
                  </a:cubicBezTo>
                  <a:cubicBezTo>
                    <a:pt x="211137" y="508882"/>
                    <a:pt x="211137" y="495050"/>
                    <a:pt x="214180" y="489836"/>
                  </a:cubicBezTo>
                  <a:cubicBezTo>
                    <a:pt x="217222" y="484622"/>
                    <a:pt x="227871" y="491575"/>
                    <a:pt x="236927" y="491575"/>
                  </a:cubicBezTo>
                  <a:cubicBezTo>
                    <a:pt x="244425" y="490655"/>
                    <a:pt x="251655" y="488185"/>
                    <a:pt x="258153" y="484333"/>
                  </a:cubicBezTo>
                  <a:cubicBezTo>
                    <a:pt x="258153" y="484333"/>
                    <a:pt x="383843" y="486071"/>
                    <a:pt x="389928" y="482594"/>
                  </a:cubicBezTo>
                  <a:cubicBezTo>
                    <a:pt x="396013" y="479118"/>
                    <a:pt x="394492" y="449717"/>
                    <a:pt x="394492" y="449717"/>
                  </a:cubicBezTo>
                  <a:lnTo>
                    <a:pt x="384133" y="437912"/>
                  </a:lnTo>
                  <a:lnTo>
                    <a:pt x="352330" y="96461"/>
                  </a:lnTo>
                  <a:lnTo>
                    <a:pt x="409270" y="96461"/>
                  </a:lnTo>
                  <a:cubicBezTo>
                    <a:pt x="348490" y="50548"/>
                    <a:pt x="296476" y="11587"/>
                    <a:pt x="289811" y="7242"/>
                  </a:cubicBezTo>
                  <a:cubicBezTo>
                    <a:pt x="286957" y="5518"/>
                    <a:pt x="284668" y="3005"/>
                    <a:pt x="283219" y="0"/>
                  </a:cubicBezTo>
                  <a:cubicBezTo>
                    <a:pt x="283798" y="26939"/>
                    <a:pt x="284160" y="54386"/>
                    <a:pt x="282422" y="55690"/>
                  </a:cubicBezTo>
                  <a:cubicBezTo>
                    <a:pt x="279162" y="58152"/>
                    <a:pt x="169047" y="55690"/>
                    <a:pt x="169047" y="55690"/>
                  </a:cubicBezTo>
                  <a:lnTo>
                    <a:pt x="169047" y="158958"/>
                  </a:lnTo>
                  <a:cubicBezTo>
                    <a:pt x="169047" y="167793"/>
                    <a:pt x="133767" y="179090"/>
                    <a:pt x="133767" y="187925"/>
                  </a:cubicBezTo>
                  <a:lnTo>
                    <a:pt x="133767" y="248394"/>
                  </a:lnTo>
                  <a:lnTo>
                    <a:pt x="181" y="248394"/>
                  </a:lnTo>
                  <a:cubicBezTo>
                    <a:pt x="-1703" y="273234"/>
                    <a:pt x="11555" y="282068"/>
                    <a:pt x="19161" y="291845"/>
                  </a:cubicBezTo>
                  <a:cubicBezTo>
                    <a:pt x="29593" y="305532"/>
                    <a:pt x="11120" y="329503"/>
                    <a:pt x="26406" y="354125"/>
                  </a:cubicBezTo>
                  <a:cubicBezTo>
                    <a:pt x="41691" y="378747"/>
                    <a:pt x="22929" y="416332"/>
                    <a:pt x="15394" y="430091"/>
                  </a:cubicBezTo>
                  <a:cubicBezTo>
                    <a:pt x="11337" y="437333"/>
                    <a:pt x="10903" y="450441"/>
                    <a:pt x="9671" y="463693"/>
                  </a:cubicBezTo>
                  <a:lnTo>
                    <a:pt x="11410" y="463186"/>
                  </a:lnTo>
                  <a:cubicBezTo>
                    <a:pt x="21190" y="460869"/>
                    <a:pt x="18799" y="441895"/>
                    <a:pt x="30680" y="44457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" name="Freeform 81">
              <a:extLst>
                <a:ext uri="{FF2B5EF4-FFF2-40B4-BE49-F238E27FC236}">
                  <a16:creationId xmlns:a16="http://schemas.microsoft.com/office/drawing/2014/main" id="{CDB4CF7A-187F-E11C-94B7-0FAF886BCB9C}"/>
                </a:ext>
              </a:extLst>
            </p:cNvPr>
            <p:cNvSpPr/>
            <p:nvPr/>
          </p:nvSpPr>
          <p:spPr>
            <a:xfrm>
              <a:off x="5307281" y="3440972"/>
              <a:ext cx="564099" cy="600326"/>
            </a:xfrm>
            <a:custGeom>
              <a:avLst/>
              <a:gdLst>
                <a:gd name="connsiteX0" fmla="*/ 534562 w 564102"/>
                <a:gd name="connsiteY0" fmla="*/ 250349 h 600323"/>
                <a:gd name="connsiteX1" fmla="*/ 517972 w 564102"/>
                <a:gd name="connsiteY1" fmla="*/ 209578 h 600323"/>
                <a:gd name="connsiteX2" fmla="*/ 480012 w 564102"/>
                <a:gd name="connsiteY2" fmla="*/ 196036 h 600323"/>
                <a:gd name="connsiteX3" fmla="*/ 458279 w 564102"/>
                <a:gd name="connsiteY3" fmla="*/ 160695 h 600323"/>
                <a:gd name="connsiteX4" fmla="*/ 250003 w 564102"/>
                <a:gd name="connsiteY4" fmla="*/ 0 h 600323"/>
                <a:gd name="connsiteX5" fmla="*/ 193063 w 564102"/>
                <a:gd name="connsiteY5" fmla="*/ 0 h 600323"/>
                <a:gd name="connsiteX6" fmla="*/ 225517 w 564102"/>
                <a:gd name="connsiteY6" fmla="*/ 341451 h 600323"/>
                <a:gd name="connsiteX7" fmla="*/ 236166 w 564102"/>
                <a:gd name="connsiteY7" fmla="*/ 353545 h 600323"/>
                <a:gd name="connsiteX8" fmla="*/ 231603 w 564102"/>
                <a:gd name="connsiteY8" fmla="*/ 386423 h 600323"/>
                <a:gd name="connsiteX9" fmla="*/ 99828 w 564102"/>
                <a:gd name="connsiteY9" fmla="*/ 388161 h 600323"/>
                <a:gd name="connsiteX10" fmla="*/ 78601 w 564102"/>
                <a:gd name="connsiteY10" fmla="*/ 395403 h 600323"/>
                <a:gd name="connsiteX11" fmla="*/ 55854 w 564102"/>
                <a:gd name="connsiteY11" fmla="*/ 393665 h 600323"/>
                <a:gd name="connsiteX12" fmla="*/ 37671 w 564102"/>
                <a:gd name="connsiteY12" fmla="*/ 397141 h 600323"/>
                <a:gd name="connsiteX13" fmla="*/ 17966 w 564102"/>
                <a:gd name="connsiteY13" fmla="*/ 405831 h 600323"/>
                <a:gd name="connsiteX14" fmla="*/ 0 w 564102"/>
                <a:gd name="connsiteY14" fmla="*/ 418287 h 600323"/>
                <a:gd name="connsiteX15" fmla="*/ 2970 w 564102"/>
                <a:gd name="connsiteY15" fmla="*/ 427195 h 600323"/>
                <a:gd name="connsiteX16" fmla="*/ 9200 w 564102"/>
                <a:gd name="connsiteY16" fmla="*/ 437695 h 600323"/>
                <a:gd name="connsiteX17" fmla="*/ 14199 w 564102"/>
                <a:gd name="connsiteY17" fmla="*/ 461738 h 600323"/>
                <a:gd name="connsiteX18" fmla="*/ 32165 w 564102"/>
                <a:gd name="connsiteY18" fmla="*/ 486867 h 600323"/>
                <a:gd name="connsiteX19" fmla="*/ 32165 w 564102"/>
                <a:gd name="connsiteY19" fmla="*/ 517717 h 600323"/>
                <a:gd name="connsiteX20" fmla="*/ 42162 w 564102"/>
                <a:gd name="connsiteY20" fmla="*/ 528001 h 600323"/>
                <a:gd name="connsiteX21" fmla="*/ 61142 w 564102"/>
                <a:gd name="connsiteY21" fmla="*/ 524525 h 600323"/>
                <a:gd name="connsiteX22" fmla="*/ 84107 w 564102"/>
                <a:gd name="connsiteY22" fmla="*/ 526842 h 600323"/>
                <a:gd name="connsiteX23" fmla="*/ 108086 w 564102"/>
                <a:gd name="connsiteY23" fmla="*/ 507434 h 600323"/>
                <a:gd name="connsiteX24" fmla="*/ 121054 w 564102"/>
                <a:gd name="connsiteY24" fmla="*/ 535966 h 600323"/>
                <a:gd name="connsiteX25" fmla="*/ 133006 w 564102"/>
                <a:gd name="connsiteY25" fmla="*/ 554216 h 600323"/>
                <a:gd name="connsiteX26" fmla="*/ 133006 w 564102"/>
                <a:gd name="connsiteY26" fmla="*/ 567976 h 600323"/>
                <a:gd name="connsiteX27" fmla="*/ 141048 w 564102"/>
                <a:gd name="connsiteY27" fmla="*/ 589701 h 600323"/>
                <a:gd name="connsiteX28" fmla="*/ 156985 w 564102"/>
                <a:gd name="connsiteY28" fmla="*/ 592019 h 600323"/>
                <a:gd name="connsiteX29" fmla="*/ 174010 w 564102"/>
                <a:gd name="connsiteY29" fmla="*/ 597739 h 600323"/>
                <a:gd name="connsiteX30" fmla="*/ 192990 w 564102"/>
                <a:gd name="connsiteY30" fmla="*/ 587456 h 600323"/>
                <a:gd name="connsiteX31" fmla="*/ 209942 w 564102"/>
                <a:gd name="connsiteY31" fmla="*/ 585139 h 600323"/>
                <a:gd name="connsiteX32" fmla="*/ 221895 w 564102"/>
                <a:gd name="connsiteY32" fmla="*/ 589701 h 600323"/>
                <a:gd name="connsiteX33" fmla="*/ 231458 w 564102"/>
                <a:gd name="connsiteY33" fmla="*/ 587456 h 600323"/>
                <a:gd name="connsiteX34" fmla="*/ 240875 w 564102"/>
                <a:gd name="connsiteY34" fmla="*/ 557764 h 600323"/>
                <a:gd name="connsiteX35" fmla="*/ 238919 w 564102"/>
                <a:gd name="connsiteY35" fmla="*/ 532636 h 600323"/>
                <a:gd name="connsiteX36" fmla="*/ 265868 w 564102"/>
                <a:gd name="connsiteY36" fmla="*/ 518876 h 600323"/>
                <a:gd name="connsiteX37" fmla="*/ 276880 w 564102"/>
                <a:gd name="connsiteY37" fmla="*/ 494905 h 600323"/>
                <a:gd name="connsiteX38" fmla="*/ 287819 w 564102"/>
                <a:gd name="connsiteY38" fmla="*/ 466373 h 600323"/>
                <a:gd name="connsiteX39" fmla="*/ 308827 w 564102"/>
                <a:gd name="connsiteY39" fmla="*/ 467459 h 600323"/>
                <a:gd name="connsiteX40" fmla="*/ 323751 w 564102"/>
                <a:gd name="connsiteY40" fmla="*/ 449210 h 600323"/>
                <a:gd name="connsiteX41" fmla="*/ 339761 w 564102"/>
                <a:gd name="connsiteY41" fmla="*/ 440085 h 600323"/>
                <a:gd name="connsiteX42" fmla="*/ 352728 w 564102"/>
                <a:gd name="connsiteY42" fmla="*/ 432047 h 600323"/>
                <a:gd name="connsiteX43" fmla="*/ 381706 w 564102"/>
                <a:gd name="connsiteY43" fmla="*/ 418359 h 600323"/>
                <a:gd name="connsiteX44" fmla="*/ 406626 w 564102"/>
                <a:gd name="connsiteY44" fmla="*/ 405759 h 600323"/>
                <a:gd name="connsiteX45" fmla="*/ 449585 w 564102"/>
                <a:gd name="connsiteY45" fmla="*/ 408076 h 600323"/>
                <a:gd name="connsiteX46" fmla="*/ 476607 w 564102"/>
                <a:gd name="connsiteY46" fmla="*/ 397793 h 600323"/>
                <a:gd name="connsiteX47" fmla="*/ 529491 w 564102"/>
                <a:gd name="connsiteY47" fmla="*/ 392072 h 600323"/>
                <a:gd name="connsiteX48" fmla="*/ 550499 w 564102"/>
                <a:gd name="connsiteY48" fmla="*/ 374981 h 600323"/>
                <a:gd name="connsiteX49" fmla="*/ 561438 w 564102"/>
                <a:gd name="connsiteY49" fmla="*/ 346014 h 600323"/>
                <a:gd name="connsiteX50" fmla="*/ 563612 w 564102"/>
                <a:gd name="connsiteY50" fmla="*/ 243252 h 600323"/>
                <a:gd name="connsiteX51" fmla="*/ 534562 w 564102"/>
                <a:gd name="connsiteY51" fmla="*/ 250349 h 600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564102" h="600323">
                  <a:moveTo>
                    <a:pt x="534562" y="250349"/>
                  </a:moveTo>
                  <a:cubicBezTo>
                    <a:pt x="534562" y="250349"/>
                    <a:pt x="534562" y="220513"/>
                    <a:pt x="517972" y="209578"/>
                  </a:cubicBezTo>
                  <a:cubicBezTo>
                    <a:pt x="506338" y="202597"/>
                    <a:pt x="493435" y="197991"/>
                    <a:pt x="480012" y="196036"/>
                  </a:cubicBezTo>
                  <a:cubicBezTo>
                    <a:pt x="473934" y="183580"/>
                    <a:pt x="466653" y="171739"/>
                    <a:pt x="458279" y="160695"/>
                  </a:cubicBezTo>
                  <a:cubicBezTo>
                    <a:pt x="452556" y="154178"/>
                    <a:pt x="341427" y="69159"/>
                    <a:pt x="250003" y="0"/>
                  </a:cubicBezTo>
                  <a:lnTo>
                    <a:pt x="193063" y="0"/>
                  </a:lnTo>
                  <a:lnTo>
                    <a:pt x="225517" y="341451"/>
                  </a:lnTo>
                  <a:lnTo>
                    <a:pt x="236166" y="353545"/>
                  </a:lnTo>
                  <a:cubicBezTo>
                    <a:pt x="236166" y="353545"/>
                    <a:pt x="237615" y="383019"/>
                    <a:pt x="231603" y="386423"/>
                  </a:cubicBezTo>
                  <a:cubicBezTo>
                    <a:pt x="225590" y="389827"/>
                    <a:pt x="99828" y="388161"/>
                    <a:pt x="99828" y="388161"/>
                  </a:cubicBezTo>
                  <a:cubicBezTo>
                    <a:pt x="93329" y="392014"/>
                    <a:pt x="86099" y="394483"/>
                    <a:pt x="78601" y="395403"/>
                  </a:cubicBezTo>
                  <a:cubicBezTo>
                    <a:pt x="69546" y="395403"/>
                    <a:pt x="58897" y="388161"/>
                    <a:pt x="55854" y="393665"/>
                  </a:cubicBezTo>
                  <a:cubicBezTo>
                    <a:pt x="52811" y="399169"/>
                    <a:pt x="52811" y="412711"/>
                    <a:pt x="37671" y="397141"/>
                  </a:cubicBezTo>
                  <a:cubicBezTo>
                    <a:pt x="22530" y="381571"/>
                    <a:pt x="17966" y="395403"/>
                    <a:pt x="17966" y="405831"/>
                  </a:cubicBezTo>
                  <a:cubicBezTo>
                    <a:pt x="17966" y="414159"/>
                    <a:pt x="10142" y="417997"/>
                    <a:pt x="0" y="418287"/>
                  </a:cubicBezTo>
                  <a:cubicBezTo>
                    <a:pt x="1203" y="421184"/>
                    <a:pt x="2195" y="424160"/>
                    <a:pt x="2970" y="427195"/>
                  </a:cubicBezTo>
                  <a:lnTo>
                    <a:pt x="9200" y="437695"/>
                  </a:lnTo>
                  <a:cubicBezTo>
                    <a:pt x="9200" y="437695"/>
                    <a:pt x="8186" y="454858"/>
                    <a:pt x="14199" y="461738"/>
                  </a:cubicBezTo>
                  <a:cubicBezTo>
                    <a:pt x="20212" y="468618"/>
                    <a:pt x="31151" y="481146"/>
                    <a:pt x="32165" y="486867"/>
                  </a:cubicBezTo>
                  <a:cubicBezTo>
                    <a:pt x="32679" y="497143"/>
                    <a:pt x="32679" y="507441"/>
                    <a:pt x="32165" y="517717"/>
                  </a:cubicBezTo>
                  <a:cubicBezTo>
                    <a:pt x="32165" y="517717"/>
                    <a:pt x="36149" y="537125"/>
                    <a:pt x="42162" y="528001"/>
                  </a:cubicBezTo>
                  <a:cubicBezTo>
                    <a:pt x="48175" y="518876"/>
                    <a:pt x="57158" y="535966"/>
                    <a:pt x="61142" y="524525"/>
                  </a:cubicBezTo>
                  <a:cubicBezTo>
                    <a:pt x="65127" y="513083"/>
                    <a:pt x="78094" y="526842"/>
                    <a:pt x="84107" y="526842"/>
                  </a:cubicBezTo>
                  <a:cubicBezTo>
                    <a:pt x="90120" y="526842"/>
                    <a:pt x="104029" y="506275"/>
                    <a:pt x="108086" y="507434"/>
                  </a:cubicBezTo>
                  <a:cubicBezTo>
                    <a:pt x="112143" y="508593"/>
                    <a:pt x="121054" y="528001"/>
                    <a:pt x="121054" y="535966"/>
                  </a:cubicBezTo>
                  <a:cubicBezTo>
                    <a:pt x="121054" y="543933"/>
                    <a:pt x="139019" y="551971"/>
                    <a:pt x="133006" y="554216"/>
                  </a:cubicBezTo>
                  <a:cubicBezTo>
                    <a:pt x="126994" y="556461"/>
                    <a:pt x="125762" y="567976"/>
                    <a:pt x="133006" y="567976"/>
                  </a:cubicBezTo>
                  <a:cubicBezTo>
                    <a:pt x="140251" y="567976"/>
                    <a:pt x="136991" y="582821"/>
                    <a:pt x="141048" y="589701"/>
                  </a:cubicBezTo>
                  <a:cubicBezTo>
                    <a:pt x="145105" y="596580"/>
                    <a:pt x="153001" y="602302"/>
                    <a:pt x="156985" y="592019"/>
                  </a:cubicBezTo>
                  <a:cubicBezTo>
                    <a:pt x="160970" y="581735"/>
                    <a:pt x="169953" y="590860"/>
                    <a:pt x="174010" y="597739"/>
                  </a:cubicBezTo>
                  <a:cubicBezTo>
                    <a:pt x="178067" y="604619"/>
                    <a:pt x="190961" y="596580"/>
                    <a:pt x="192990" y="587456"/>
                  </a:cubicBezTo>
                  <a:cubicBezTo>
                    <a:pt x="195018" y="578331"/>
                    <a:pt x="210956" y="574855"/>
                    <a:pt x="209942" y="585139"/>
                  </a:cubicBezTo>
                  <a:cubicBezTo>
                    <a:pt x="208928" y="595422"/>
                    <a:pt x="211898" y="597739"/>
                    <a:pt x="221895" y="589701"/>
                  </a:cubicBezTo>
                  <a:cubicBezTo>
                    <a:pt x="224605" y="587594"/>
                    <a:pt x="228096" y="586768"/>
                    <a:pt x="231458" y="587456"/>
                  </a:cubicBezTo>
                  <a:cubicBezTo>
                    <a:pt x="234044" y="577390"/>
                    <a:pt x="237188" y="567476"/>
                    <a:pt x="240875" y="557764"/>
                  </a:cubicBezTo>
                  <a:cubicBezTo>
                    <a:pt x="243918" y="550523"/>
                    <a:pt x="233631" y="534880"/>
                    <a:pt x="238919" y="532636"/>
                  </a:cubicBezTo>
                  <a:cubicBezTo>
                    <a:pt x="244208" y="530391"/>
                    <a:pt x="260652" y="534880"/>
                    <a:pt x="265868" y="518876"/>
                  </a:cubicBezTo>
                  <a:cubicBezTo>
                    <a:pt x="268288" y="510367"/>
                    <a:pt x="272004" y="502285"/>
                    <a:pt x="276880" y="494905"/>
                  </a:cubicBezTo>
                  <a:cubicBezTo>
                    <a:pt x="276880" y="494905"/>
                    <a:pt x="278836" y="460652"/>
                    <a:pt x="287819" y="466373"/>
                  </a:cubicBezTo>
                  <a:cubicBezTo>
                    <a:pt x="296802" y="472094"/>
                    <a:pt x="307813" y="480856"/>
                    <a:pt x="308827" y="467459"/>
                  </a:cubicBezTo>
                  <a:cubicBezTo>
                    <a:pt x="309842" y="454062"/>
                    <a:pt x="320781" y="461810"/>
                    <a:pt x="323751" y="449210"/>
                  </a:cubicBezTo>
                  <a:cubicBezTo>
                    <a:pt x="326721" y="436609"/>
                    <a:pt x="332734" y="437767"/>
                    <a:pt x="339761" y="440085"/>
                  </a:cubicBezTo>
                  <a:cubicBezTo>
                    <a:pt x="346788" y="442402"/>
                    <a:pt x="352728" y="438926"/>
                    <a:pt x="352728" y="432047"/>
                  </a:cubicBezTo>
                  <a:cubicBezTo>
                    <a:pt x="352728" y="425167"/>
                    <a:pt x="368738" y="428643"/>
                    <a:pt x="381706" y="418359"/>
                  </a:cubicBezTo>
                  <a:cubicBezTo>
                    <a:pt x="394673" y="408076"/>
                    <a:pt x="401700" y="400110"/>
                    <a:pt x="406626" y="405759"/>
                  </a:cubicBezTo>
                  <a:cubicBezTo>
                    <a:pt x="411552" y="411408"/>
                    <a:pt x="444659" y="410394"/>
                    <a:pt x="449585" y="408076"/>
                  </a:cubicBezTo>
                  <a:cubicBezTo>
                    <a:pt x="454511" y="405759"/>
                    <a:pt x="464581" y="395548"/>
                    <a:pt x="476607" y="397793"/>
                  </a:cubicBezTo>
                  <a:cubicBezTo>
                    <a:pt x="488633" y="400038"/>
                    <a:pt x="517538" y="392072"/>
                    <a:pt x="529491" y="392072"/>
                  </a:cubicBezTo>
                  <a:cubicBezTo>
                    <a:pt x="541444" y="392072"/>
                    <a:pt x="546515" y="379543"/>
                    <a:pt x="550499" y="374981"/>
                  </a:cubicBezTo>
                  <a:cubicBezTo>
                    <a:pt x="554484" y="370419"/>
                    <a:pt x="557744" y="349852"/>
                    <a:pt x="561438" y="346014"/>
                  </a:cubicBezTo>
                  <a:cubicBezTo>
                    <a:pt x="565133" y="342176"/>
                    <a:pt x="564046" y="271568"/>
                    <a:pt x="563612" y="243252"/>
                  </a:cubicBezTo>
                  <a:cubicBezTo>
                    <a:pt x="551514" y="246077"/>
                    <a:pt x="534562" y="250349"/>
                    <a:pt x="534562" y="2503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" name="Freeform 82">
              <a:extLst>
                <a:ext uri="{FF2B5EF4-FFF2-40B4-BE49-F238E27FC236}">
                  <a16:creationId xmlns:a16="http://schemas.microsoft.com/office/drawing/2014/main" id="{9C972967-0A9D-B07F-2A1A-023A71D81AD3}"/>
                </a:ext>
              </a:extLst>
            </p:cNvPr>
            <p:cNvSpPr/>
            <p:nvPr/>
          </p:nvSpPr>
          <p:spPr>
            <a:xfrm>
              <a:off x="5538738" y="3844061"/>
              <a:ext cx="276420" cy="215385"/>
            </a:xfrm>
            <a:custGeom>
              <a:avLst/>
              <a:gdLst>
                <a:gd name="connsiteX0" fmla="*/ 275721 w 276422"/>
                <a:gd name="connsiteY0" fmla="*/ 124189 h 215383"/>
                <a:gd name="connsiteX1" fmla="*/ 262029 w 276422"/>
                <a:gd name="connsiteY1" fmla="*/ 116947 h 215383"/>
                <a:gd name="connsiteX2" fmla="*/ 259783 w 276422"/>
                <a:gd name="connsiteY2" fmla="*/ 95222 h 215383"/>
                <a:gd name="connsiteX3" fmla="*/ 242614 w 276422"/>
                <a:gd name="connsiteY3" fmla="*/ 97829 h 215383"/>
                <a:gd name="connsiteX4" fmla="*/ 229067 w 276422"/>
                <a:gd name="connsiteY4" fmla="*/ 84069 h 215383"/>
                <a:gd name="connsiteX5" fmla="*/ 223126 w 276422"/>
                <a:gd name="connsiteY5" fmla="*/ 69585 h 215383"/>
                <a:gd name="connsiteX6" fmla="*/ 207406 w 276422"/>
                <a:gd name="connsiteY6" fmla="*/ 49019 h 215383"/>
                <a:gd name="connsiteX7" fmla="*/ 196178 w 276422"/>
                <a:gd name="connsiteY7" fmla="*/ 26786 h 215383"/>
                <a:gd name="connsiteX8" fmla="*/ 196178 w 276422"/>
                <a:gd name="connsiteY8" fmla="*/ 6002 h 215383"/>
                <a:gd name="connsiteX9" fmla="*/ 175169 w 276422"/>
                <a:gd name="connsiteY9" fmla="*/ 1874 h 215383"/>
                <a:gd name="connsiteX10" fmla="*/ 150248 w 276422"/>
                <a:gd name="connsiteY10" fmla="*/ 14475 h 215383"/>
                <a:gd name="connsiteX11" fmla="*/ 121271 w 276422"/>
                <a:gd name="connsiteY11" fmla="*/ 28162 h 215383"/>
                <a:gd name="connsiteX12" fmla="*/ 108303 w 276422"/>
                <a:gd name="connsiteY12" fmla="*/ 36201 h 215383"/>
                <a:gd name="connsiteX13" fmla="*/ 92293 w 276422"/>
                <a:gd name="connsiteY13" fmla="*/ 45325 h 215383"/>
                <a:gd name="connsiteX14" fmla="*/ 77370 w 276422"/>
                <a:gd name="connsiteY14" fmla="*/ 63574 h 215383"/>
                <a:gd name="connsiteX15" fmla="*/ 56361 w 276422"/>
                <a:gd name="connsiteY15" fmla="*/ 62488 h 215383"/>
                <a:gd name="connsiteX16" fmla="*/ 45422 w 276422"/>
                <a:gd name="connsiteY16" fmla="*/ 91021 h 215383"/>
                <a:gd name="connsiteX17" fmla="*/ 34411 w 276422"/>
                <a:gd name="connsiteY17" fmla="*/ 114992 h 215383"/>
                <a:gd name="connsiteX18" fmla="*/ 7461 w 276422"/>
                <a:gd name="connsiteY18" fmla="*/ 128751 h 215383"/>
                <a:gd name="connsiteX19" fmla="*/ 9418 w 276422"/>
                <a:gd name="connsiteY19" fmla="*/ 153880 h 215383"/>
                <a:gd name="connsiteX20" fmla="*/ 0 w 276422"/>
                <a:gd name="connsiteY20" fmla="*/ 183571 h 215383"/>
                <a:gd name="connsiteX21" fmla="*/ 16445 w 276422"/>
                <a:gd name="connsiteY21" fmla="*/ 196173 h 215383"/>
                <a:gd name="connsiteX22" fmla="*/ 46364 w 276422"/>
                <a:gd name="connsiteY22" fmla="*/ 212104 h 215383"/>
                <a:gd name="connsiteX23" fmla="*/ 86353 w 276422"/>
                <a:gd name="connsiteY23" fmla="*/ 206383 h 215383"/>
                <a:gd name="connsiteX24" fmla="*/ 97292 w 276422"/>
                <a:gd name="connsiteY24" fmla="*/ 202979 h 215383"/>
                <a:gd name="connsiteX25" fmla="*/ 91351 w 276422"/>
                <a:gd name="connsiteY25" fmla="*/ 164163 h 215383"/>
                <a:gd name="connsiteX26" fmla="*/ 176183 w 276422"/>
                <a:gd name="connsiteY26" fmla="*/ 166408 h 215383"/>
                <a:gd name="connsiteX27" fmla="*/ 189223 w 276422"/>
                <a:gd name="connsiteY27" fmla="*/ 156125 h 215383"/>
                <a:gd name="connsiteX28" fmla="*/ 220156 w 276422"/>
                <a:gd name="connsiteY28" fmla="*/ 160687 h 215383"/>
                <a:gd name="connsiteX29" fmla="*/ 239137 w 276422"/>
                <a:gd name="connsiteY29" fmla="*/ 145842 h 215383"/>
                <a:gd name="connsiteX30" fmla="*/ 267100 w 276422"/>
                <a:gd name="connsiteY30" fmla="*/ 139034 h 215383"/>
                <a:gd name="connsiteX31" fmla="*/ 276083 w 276422"/>
                <a:gd name="connsiteY31" fmla="*/ 124189 h 215383"/>
                <a:gd name="connsiteX32" fmla="*/ 275721 w 276422"/>
                <a:gd name="connsiteY32" fmla="*/ 124189 h 2153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276422" h="215383">
                  <a:moveTo>
                    <a:pt x="275721" y="124189"/>
                  </a:moveTo>
                  <a:cubicBezTo>
                    <a:pt x="272127" y="120271"/>
                    <a:pt x="267288" y="117714"/>
                    <a:pt x="262029" y="116947"/>
                  </a:cubicBezTo>
                  <a:cubicBezTo>
                    <a:pt x="259059" y="116947"/>
                    <a:pt x="261304" y="98118"/>
                    <a:pt x="259783" y="95222"/>
                  </a:cubicBezTo>
                  <a:cubicBezTo>
                    <a:pt x="258261" y="92325"/>
                    <a:pt x="248554" y="100363"/>
                    <a:pt x="242614" y="97829"/>
                  </a:cubicBezTo>
                  <a:cubicBezTo>
                    <a:pt x="236673" y="95294"/>
                    <a:pt x="234355" y="84069"/>
                    <a:pt x="229067" y="84069"/>
                  </a:cubicBezTo>
                  <a:cubicBezTo>
                    <a:pt x="223779" y="84069"/>
                    <a:pt x="223126" y="77262"/>
                    <a:pt x="223126" y="69585"/>
                  </a:cubicBezTo>
                  <a:cubicBezTo>
                    <a:pt x="223126" y="61909"/>
                    <a:pt x="213347" y="54160"/>
                    <a:pt x="207406" y="49019"/>
                  </a:cubicBezTo>
                  <a:cubicBezTo>
                    <a:pt x="201466" y="43877"/>
                    <a:pt x="200162" y="29321"/>
                    <a:pt x="196178" y="26786"/>
                  </a:cubicBezTo>
                  <a:cubicBezTo>
                    <a:pt x="194004" y="25265"/>
                    <a:pt x="194801" y="14765"/>
                    <a:pt x="196178" y="6002"/>
                  </a:cubicBezTo>
                  <a:cubicBezTo>
                    <a:pt x="186905" y="6002"/>
                    <a:pt x="177632" y="4771"/>
                    <a:pt x="175169" y="1874"/>
                  </a:cubicBezTo>
                  <a:cubicBezTo>
                    <a:pt x="170243" y="-3774"/>
                    <a:pt x="163215" y="4192"/>
                    <a:pt x="150248" y="14475"/>
                  </a:cubicBezTo>
                  <a:cubicBezTo>
                    <a:pt x="137281" y="24758"/>
                    <a:pt x="121271" y="21717"/>
                    <a:pt x="121271" y="28162"/>
                  </a:cubicBezTo>
                  <a:cubicBezTo>
                    <a:pt x="121271" y="34607"/>
                    <a:pt x="115258" y="38518"/>
                    <a:pt x="108303" y="36201"/>
                  </a:cubicBezTo>
                  <a:cubicBezTo>
                    <a:pt x="101349" y="33883"/>
                    <a:pt x="95336" y="32725"/>
                    <a:pt x="92293" y="45325"/>
                  </a:cubicBezTo>
                  <a:cubicBezTo>
                    <a:pt x="89251" y="57926"/>
                    <a:pt x="78312" y="49888"/>
                    <a:pt x="77370" y="63574"/>
                  </a:cubicBezTo>
                  <a:cubicBezTo>
                    <a:pt x="76428" y="77262"/>
                    <a:pt x="65344" y="68209"/>
                    <a:pt x="56361" y="62488"/>
                  </a:cubicBezTo>
                  <a:cubicBezTo>
                    <a:pt x="47378" y="56768"/>
                    <a:pt x="45422" y="91021"/>
                    <a:pt x="45422" y="91021"/>
                  </a:cubicBezTo>
                  <a:cubicBezTo>
                    <a:pt x="40547" y="98400"/>
                    <a:pt x="36830" y="106483"/>
                    <a:pt x="34411" y="114992"/>
                  </a:cubicBezTo>
                  <a:cubicBezTo>
                    <a:pt x="29412" y="130996"/>
                    <a:pt x="12678" y="126434"/>
                    <a:pt x="7461" y="128751"/>
                  </a:cubicBezTo>
                  <a:cubicBezTo>
                    <a:pt x="2246" y="131068"/>
                    <a:pt x="12460" y="147000"/>
                    <a:pt x="9418" y="153880"/>
                  </a:cubicBezTo>
                  <a:cubicBezTo>
                    <a:pt x="5730" y="163591"/>
                    <a:pt x="2586" y="173506"/>
                    <a:pt x="0" y="183571"/>
                  </a:cubicBezTo>
                  <a:cubicBezTo>
                    <a:pt x="6904" y="185498"/>
                    <a:pt x="12793" y="190010"/>
                    <a:pt x="16445" y="196173"/>
                  </a:cubicBezTo>
                  <a:cubicBezTo>
                    <a:pt x="19415" y="201821"/>
                    <a:pt x="37381" y="223546"/>
                    <a:pt x="46364" y="212104"/>
                  </a:cubicBezTo>
                  <a:cubicBezTo>
                    <a:pt x="55347" y="200662"/>
                    <a:pt x="80340" y="199576"/>
                    <a:pt x="86353" y="206383"/>
                  </a:cubicBezTo>
                  <a:cubicBezTo>
                    <a:pt x="92366" y="213191"/>
                    <a:pt x="96350" y="209859"/>
                    <a:pt x="97292" y="202979"/>
                  </a:cubicBezTo>
                  <a:cubicBezTo>
                    <a:pt x="98234" y="196100"/>
                    <a:pt x="87367" y="170971"/>
                    <a:pt x="91351" y="164163"/>
                  </a:cubicBezTo>
                  <a:cubicBezTo>
                    <a:pt x="95336" y="157356"/>
                    <a:pt x="173213" y="160687"/>
                    <a:pt x="176183" y="166408"/>
                  </a:cubicBezTo>
                  <a:cubicBezTo>
                    <a:pt x="179153" y="172130"/>
                    <a:pt x="179226" y="155039"/>
                    <a:pt x="189223" y="156125"/>
                  </a:cubicBezTo>
                  <a:cubicBezTo>
                    <a:pt x="199220" y="157212"/>
                    <a:pt x="214143" y="163367"/>
                    <a:pt x="220156" y="160687"/>
                  </a:cubicBezTo>
                  <a:cubicBezTo>
                    <a:pt x="226169" y="158008"/>
                    <a:pt x="233124" y="145842"/>
                    <a:pt x="239137" y="145842"/>
                  </a:cubicBezTo>
                  <a:cubicBezTo>
                    <a:pt x="245149" y="145842"/>
                    <a:pt x="263115" y="144755"/>
                    <a:pt x="267100" y="139034"/>
                  </a:cubicBezTo>
                  <a:cubicBezTo>
                    <a:pt x="271084" y="133313"/>
                    <a:pt x="278039" y="133313"/>
                    <a:pt x="276083" y="124189"/>
                  </a:cubicBezTo>
                  <a:cubicBezTo>
                    <a:pt x="275967" y="124167"/>
                    <a:pt x="275836" y="124167"/>
                    <a:pt x="275721" y="1241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6" name="Freeform 83">
              <a:extLst>
                <a:ext uri="{FF2B5EF4-FFF2-40B4-BE49-F238E27FC236}">
                  <a16:creationId xmlns:a16="http://schemas.microsoft.com/office/drawing/2014/main" id="{A09FA21F-1719-4398-2552-693DF6735EB5}"/>
                </a:ext>
              </a:extLst>
            </p:cNvPr>
            <p:cNvSpPr/>
            <p:nvPr/>
          </p:nvSpPr>
          <p:spPr>
            <a:xfrm>
              <a:off x="5733346" y="3503904"/>
              <a:ext cx="521000" cy="467611"/>
            </a:xfrm>
            <a:custGeom>
              <a:avLst/>
              <a:gdLst>
                <a:gd name="connsiteX0" fmla="*/ 500632 w 521003"/>
                <a:gd name="connsiteY0" fmla="*/ 68291 h 467608"/>
                <a:gd name="connsiteX1" fmla="*/ 498676 w 521003"/>
                <a:gd name="connsiteY1" fmla="*/ 18684 h 467608"/>
                <a:gd name="connsiteX2" fmla="*/ 471872 w 521003"/>
                <a:gd name="connsiteY2" fmla="*/ 35268 h 467608"/>
                <a:gd name="connsiteX3" fmla="*/ 450139 w 521003"/>
                <a:gd name="connsiteY3" fmla="*/ 10863 h 467608"/>
                <a:gd name="connsiteX4" fmla="*/ 400298 w 521003"/>
                <a:gd name="connsiteY4" fmla="*/ 0 h 467608"/>
                <a:gd name="connsiteX5" fmla="*/ 255410 w 521003"/>
                <a:gd name="connsiteY5" fmla="*/ 103196 h 467608"/>
                <a:gd name="connsiteX6" fmla="*/ 193688 w 521003"/>
                <a:gd name="connsiteY6" fmla="*/ 160261 h 467608"/>
                <a:gd name="connsiteX7" fmla="*/ 141457 w 521003"/>
                <a:gd name="connsiteY7" fmla="*/ 179235 h 467608"/>
                <a:gd name="connsiteX8" fmla="*/ 136893 w 521003"/>
                <a:gd name="connsiteY8" fmla="*/ 180321 h 467608"/>
                <a:gd name="connsiteX9" fmla="*/ 134719 w 521003"/>
                <a:gd name="connsiteY9" fmla="*/ 283083 h 467608"/>
                <a:gd name="connsiteX10" fmla="*/ 123780 w 521003"/>
                <a:gd name="connsiteY10" fmla="*/ 312050 h 467608"/>
                <a:gd name="connsiteX11" fmla="*/ 102772 w 521003"/>
                <a:gd name="connsiteY11" fmla="*/ 329141 h 467608"/>
                <a:gd name="connsiteX12" fmla="*/ 49888 w 521003"/>
                <a:gd name="connsiteY12" fmla="*/ 334862 h 467608"/>
                <a:gd name="connsiteX13" fmla="*/ 22866 w 521003"/>
                <a:gd name="connsiteY13" fmla="*/ 345145 h 467608"/>
                <a:gd name="connsiteX14" fmla="*/ 1133 w 521003"/>
                <a:gd name="connsiteY14" fmla="*/ 346956 h 467608"/>
                <a:gd name="connsiteX15" fmla="*/ 1133 w 521003"/>
                <a:gd name="connsiteY15" fmla="*/ 367740 h 467608"/>
                <a:gd name="connsiteX16" fmla="*/ 12362 w 521003"/>
                <a:gd name="connsiteY16" fmla="*/ 389972 h 467608"/>
                <a:gd name="connsiteX17" fmla="*/ 28082 w 521003"/>
                <a:gd name="connsiteY17" fmla="*/ 410539 h 467608"/>
                <a:gd name="connsiteX18" fmla="*/ 34023 w 521003"/>
                <a:gd name="connsiteY18" fmla="*/ 425022 h 467608"/>
                <a:gd name="connsiteX19" fmla="*/ 47569 w 521003"/>
                <a:gd name="connsiteY19" fmla="*/ 438782 h 467608"/>
                <a:gd name="connsiteX20" fmla="*/ 64739 w 521003"/>
                <a:gd name="connsiteY20" fmla="*/ 436175 h 467608"/>
                <a:gd name="connsiteX21" fmla="*/ 66984 w 521003"/>
                <a:gd name="connsiteY21" fmla="*/ 457900 h 467608"/>
                <a:gd name="connsiteX22" fmla="*/ 80676 w 521003"/>
                <a:gd name="connsiteY22" fmla="*/ 465142 h 467608"/>
                <a:gd name="connsiteX23" fmla="*/ 92774 w 521003"/>
                <a:gd name="connsiteY23" fmla="*/ 447255 h 467608"/>
                <a:gd name="connsiteX24" fmla="*/ 103713 w 521003"/>
                <a:gd name="connsiteY24" fmla="*/ 465577 h 467608"/>
                <a:gd name="connsiteX25" fmla="*/ 117695 w 521003"/>
                <a:gd name="connsiteY25" fmla="*/ 458697 h 467608"/>
                <a:gd name="connsiteX26" fmla="*/ 132691 w 521003"/>
                <a:gd name="connsiteY26" fmla="*/ 431251 h 467608"/>
                <a:gd name="connsiteX27" fmla="*/ 140659 w 521003"/>
                <a:gd name="connsiteY27" fmla="*/ 400400 h 467608"/>
                <a:gd name="connsiteX28" fmla="*/ 171666 w 521003"/>
                <a:gd name="connsiteY28" fmla="*/ 400400 h 467608"/>
                <a:gd name="connsiteX29" fmla="*/ 191588 w 521003"/>
                <a:gd name="connsiteY29" fmla="*/ 392434 h 467608"/>
                <a:gd name="connsiteX30" fmla="*/ 218609 w 521003"/>
                <a:gd name="connsiteY30" fmla="*/ 401559 h 467608"/>
                <a:gd name="connsiteX31" fmla="*/ 237517 w 521003"/>
                <a:gd name="connsiteY31" fmla="*/ 422126 h 467608"/>
                <a:gd name="connsiteX32" fmla="*/ 265480 w 521003"/>
                <a:gd name="connsiteY32" fmla="*/ 413001 h 467608"/>
                <a:gd name="connsiteX33" fmla="*/ 291487 w 521003"/>
                <a:gd name="connsiteY33" fmla="*/ 429006 h 467608"/>
                <a:gd name="connsiteX34" fmla="*/ 324449 w 521003"/>
                <a:gd name="connsiteY34" fmla="*/ 429006 h 467608"/>
                <a:gd name="connsiteX35" fmla="*/ 349370 w 521003"/>
                <a:gd name="connsiteY35" fmla="*/ 410684 h 467608"/>
                <a:gd name="connsiteX36" fmla="*/ 392329 w 521003"/>
                <a:gd name="connsiteY36" fmla="*/ 411843 h 467608"/>
                <a:gd name="connsiteX37" fmla="*/ 420292 w 521003"/>
                <a:gd name="connsiteY37" fmla="*/ 419808 h 467608"/>
                <a:gd name="connsiteX38" fmla="*/ 444271 w 521003"/>
                <a:gd name="connsiteY38" fmla="*/ 394679 h 467608"/>
                <a:gd name="connsiteX39" fmla="*/ 449052 w 521003"/>
                <a:gd name="connsiteY39" fmla="*/ 394679 h 467608"/>
                <a:gd name="connsiteX40" fmla="*/ 449052 w 521003"/>
                <a:gd name="connsiteY40" fmla="*/ 382223 h 467608"/>
                <a:gd name="connsiteX41" fmla="*/ 456297 w 521003"/>
                <a:gd name="connsiteY41" fmla="*/ 349128 h 467608"/>
                <a:gd name="connsiteX42" fmla="*/ 510195 w 521003"/>
                <a:gd name="connsiteY42" fmla="*/ 271424 h 467608"/>
                <a:gd name="connsiteX43" fmla="*/ 514179 w 521003"/>
                <a:gd name="connsiteY43" fmla="*/ 175470 h 467608"/>
                <a:gd name="connsiteX44" fmla="*/ 520119 w 521003"/>
                <a:gd name="connsiteY44" fmla="*/ 134336 h 467608"/>
                <a:gd name="connsiteX45" fmla="*/ 514179 w 521003"/>
                <a:gd name="connsiteY45" fmla="*/ 104644 h 467608"/>
                <a:gd name="connsiteX46" fmla="*/ 500632 w 521003"/>
                <a:gd name="connsiteY46" fmla="*/ 68291 h 467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521003" h="467608">
                  <a:moveTo>
                    <a:pt x="500632" y="68291"/>
                  </a:moveTo>
                  <a:cubicBezTo>
                    <a:pt x="500632" y="62714"/>
                    <a:pt x="499546" y="37513"/>
                    <a:pt x="498676" y="18684"/>
                  </a:cubicBezTo>
                  <a:lnTo>
                    <a:pt x="471872" y="35268"/>
                  </a:lnTo>
                  <a:cubicBezTo>
                    <a:pt x="466294" y="25788"/>
                    <a:pt x="458912" y="17496"/>
                    <a:pt x="450139" y="10863"/>
                  </a:cubicBezTo>
                  <a:cubicBezTo>
                    <a:pt x="435650" y="0"/>
                    <a:pt x="400298" y="0"/>
                    <a:pt x="400298" y="0"/>
                  </a:cubicBezTo>
                  <a:lnTo>
                    <a:pt x="255410" y="103196"/>
                  </a:lnTo>
                  <a:lnTo>
                    <a:pt x="193688" y="160261"/>
                  </a:lnTo>
                  <a:cubicBezTo>
                    <a:pt x="193688" y="160261"/>
                    <a:pt x="153265" y="176556"/>
                    <a:pt x="141457" y="179235"/>
                  </a:cubicBezTo>
                  <a:lnTo>
                    <a:pt x="136893" y="180321"/>
                  </a:lnTo>
                  <a:cubicBezTo>
                    <a:pt x="137327" y="208637"/>
                    <a:pt x="137979" y="280331"/>
                    <a:pt x="134719" y="283083"/>
                  </a:cubicBezTo>
                  <a:cubicBezTo>
                    <a:pt x="131459" y="285835"/>
                    <a:pt x="127475" y="307126"/>
                    <a:pt x="123780" y="312050"/>
                  </a:cubicBezTo>
                  <a:cubicBezTo>
                    <a:pt x="120086" y="316974"/>
                    <a:pt x="114797" y="329141"/>
                    <a:pt x="102772" y="329141"/>
                  </a:cubicBezTo>
                  <a:cubicBezTo>
                    <a:pt x="90746" y="329141"/>
                    <a:pt x="61841" y="337179"/>
                    <a:pt x="49888" y="334862"/>
                  </a:cubicBezTo>
                  <a:cubicBezTo>
                    <a:pt x="37934" y="332545"/>
                    <a:pt x="28155" y="342828"/>
                    <a:pt x="22866" y="345145"/>
                  </a:cubicBezTo>
                  <a:cubicBezTo>
                    <a:pt x="15745" y="346760"/>
                    <a:pt x="8428" y="347369"/>
                    <a:pt x="1133" y="346956"/>
                  </a:cubicBezTo>
                  <a:cubicBezTo>
                    <a:pt x="46" y="355718"/>
                    <a:pt x="-750" y="366219"/>
                    <a:pt x="1133" y="367740"/>
                  </a:cubicBezTo>
                  <a:cubicBezTo>
                    <a:pt x="4828" y="370274"/>
                    <a:pt x="6349" y="384830"/>
                    <a:pt x="12362" y="389972"/>
                  </a:cubicBezTo>
                  <a:cubicBezTo>
                    <a:pt x="18374" y="395114"/>
                    <a:pt x="28082" y="402862"/>
                    <a:pt x="28082" y="410539"/>
                  </a:cubicBezTo>
                  <a:cubicBezTo>
                    <a:pt x="28082" y="418215"/>
                    <a:pt x="28806" y="425022"/>
                    <a:pt x="34023" y="425022"/>
                  </a:cubicBezTo>
                  <a:cubicBezTo>
                    <a:pt x="39238" y="425022"/>
                    <a:pt x="41267" y="436175"/>
                    <a:pt x="47569" y="438782"/>
                  </a:cubicBezTo>
                  <a:cubicBezTo>
                    <a:pt x="53872" y="441389"/>
                    <a:pt x="63290" y="433640"/>
                    <a:pt x="64739" y="436175"/>
                  </a:cubicBezTo>
                  <a:cubicBezTo>
                    <a:pt x="66188" y="438709"/>
                    <a:pt x="64014" y="457900"/>
                    <a:pt x="66984" y="457900"/>
                  </a:cubicBezTo>
                  <a:cubicBezTo>
                    <a:pt x="72244" y="458668"/>
                    <a:pt x="77083" y="461224"/>
                    <a:pt x="80676" y="465142"/>
                  </a:cubicBezTo>
                  <a:cubicBezTo>
                    <a:pt x="78938" y="456017"/>
                    <a:pt x="82850" y="443924"/>
                    <a:pt x="92774" y="447255"/>
                  </a:cubicBezTo>
                  <a:cubicBezTo>
                    <a:pt x="102699" y="450586"/>
                    <a:pt x="94730" y="461014"/>
                    <a:pt x="103713" y="465577"/>
                  </a:cubicBezTo>
                  <a:cubicBezTo>
                    <a:pt x="112696" y="470139"/>
                    <a:pt x="117695" y="466663"/>
                    <a:pt x="117695" y="458697"/>
                  </a:cubicBezTo>
                  <a:cubicBezTo>
                    <a:pt x="117695" y="450731"/>
                    <a:pt x="129721" y="434726"/>
                    <a:pt x="132691" y="431251"/>
                  </a:cubicBezTo>
                  <a:cubicBezTo>
                    <a:pt x="135661" y="427774"/>
                    <a:pt x="134647" y="406121"/>
                    <a:pt x="140659" y="400400"/>
                  </a:cubicBezTo>
                  <a:cubicBezTo>
                    <a:pt x="146672" y="394679"/>
                    <a:pt x="164638" y="399314"/>
                    <a:pt x="171666" y="400400"/>
                  </a:cubicBezTo>
                  <a:cubicBezTo>
                    <a:pt x="178692" y="401486"/>
                    <a:pt x="183619" y="384396"/>
                    <a:pt x="191588" y="392434"/>
                  </a:cubicBezTo>
                  <a:cubicBezTo>
                    <a:pt x="199556" y="400473"/>
                    <a:pt x="212596" y="393593"/>
                    <a:pt x="218609" y="401559"/>
                  </a:cubicBezTo>
                  <a:cubicBezTo>
                    <a:pt x="224622" y="409525"/>
                    <a:pt x="227592" y="429006"/>
                    <a:pt x="237517" y="422126"/>
                  </a:cubicBezTo>
                  <a:cubicBezTo>
                    <a:pt x="245819" y="416571"/>
                    <a:pt x="255497" y="413414"/>
                    <a:pt x="265480" y="413001"/>
                  </a:cubicBezTo>
                  <a:cubicBezTo>
                    <a:pt x="271493" y="413001"/>
                    <a:pt x="285475" y="426688"/>
                    <a:pt x="291487" y="429006"/>
                  </a:cubicBezTo>
                  <a:cubicBezTo>
                    <a:pt x="297500" y="431323"/>
                    <a:pt x="317422" y="433568"/>
                    <a:pt x="324449" y="429006"/>
                  </a:cubicBezTo>
                  <a:cubicBezTo>
                    <a:pt x="331476" y="424443"/>
                    <a:pt x="340387" y="409598"/>
                    <a:pt x="349370" y="410684"/>
                  </a:cubicBezTo>
                  <a:cubicBezTo>
                    <a:pt x="358353" y="411770"/>
                    <a:pt x="386389" y="408439"/>
                    <a:pt x="392329" y="411843"/>
                  </a:cubicBezTo>
                  <a:cubicBezTo>
                    <a:pt x="398269" y="415246"/>
                    <a:pt x="411309" y="423284"/>
                    <a:pt x="420292" y="419808"/>
                  </a:cubicBezTo>
                  <a:cubicBezTo>
                    <a:pt x="429275" y="416332"/>
                    <a:pt x="437244" y="396996"/>
                    <a:pt x="444271" y="394679"/>
                  </a:cubicBezTo>
                  <a:cubicBezTo>
                    <a:pt x="445821" y="394136"/>
                    <a:pt x="447502" y="394136"/>
                    <a:pt x="449052" y="394679"/>
                  </a:cubicBezTo>
                  <a:cubicBezTo>
                    <a:pt x="449052" y="390189"/>
                    <a:pt x="449052" y="385989"/>
                    <a:pt x="449052" y="382223"/>
                  </a:cubicBezTo>
                  <a:cubicBezTo>
                    <a:pt x="449052" y="361656"/>
                    <a:pt x="453036" y="369623"/>
                    <a:pt x="456297" y="349128"/>
                  </a:cubicBezTo>
                  <a:cubicBezTo>
                    <a:pt x="459557" y="328634"/>
                    <a:pt x="506210" y="274827"/>
                    <a:pt x="510195" y="271424"/>
                  </a:cubicBezTo>
                  <a:cubicBezTo>
                    <a:pt x="514179" y="268020"/>
                    <a:pt x="514179" y="186839"/>
                    <a:pt x="514179" y="175470"/>
                  </a:cubicBezTo>
                  <a:cubicBezTo>
                    <a:pt x="514549" y="161572"/>
                    <a:pt x="516541" y="147769"/>
                    <a:pt x="520119" y="134336"/>
                  </a:cubicBezTo>
                  <a:cubicBezTo>
                    <a:pt x="524176" y="118331"/>
                    <a:pt x="512875" y="119852"/>
                    <a:pt x="514179" y="104644"/>
                  </a:cubicBezTo>
                  <a:cubicBezTo>
                    <a:pt x="515483" y="89437"/>
                    <a:pt x="500632" y="77488"/>
                    <a:pt x="500632" y="682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7" name="Freeform 84">
              <a:extLst>
                <a:ext uri="{FF2B5EF4-FFF2-40B4-BE49-F238E27FC236}">
                  <a16:creationId xmlns:a16="http://schemas.microsoft.com/office/drawing/2014/main" id="{42D9F07B-93C3-B26B-59F3-CE4E1C3E3F78}"/>
                </a:ext>
              </a:extLst>
            </p:cNvPr>
            <p:cNvSpPr/>
            <p:nvPr/>
          </p:nvSpPr>
          <p:spPr>
            <a:xfrm>
              <a:off x="6182832" y="3503904"/>
              <a:ext cx="337160" cy="641224"/>
            </a:xfrm>
            <a:custGeom>
              <a:avLst/>
              <a:gdLst>
                <a:gd name="connsiteX0" fmla="*/ 337153 w 337162"/>
                <a:gd name="connsiteY0" fmla="*/ 158596 h 641221"/>
                <a:gd name="connsiteX1" fmla="*/ 79326 w 337162"/>
                <a:gd name="connsiteY1" fmla="*/ 0 h 641221"/>
                <a:gd name="connsiteX2" fmla="*/ 49190 w 337162"/>
                <a:gd name="connsiteY2" fmla="*/ 18684 h 641221"/>
                <a:gd name="connsiteX3" fmla="*/ 51145 w 337162"/>
                <a:gd name="connsiteY3" fmla="*/ 68291 h 641221"/>
                <a:gd name="connsiteX4" fmla="*/ 65127 w 337162"/>
                <a:gd name="connsiteY4" fmla="*/ 103775 h 641221"/>
                <a:gd name="connsiteX5" fmla="*/ 71067 w 337162"/>
                <a:gd name="connsiteY5" fmla="*/ 133467 h 641221"/>
                <a:gd name="connsiteX6" fmla="*/ 65127 w 337162"/>
                <a:gd name="connsiteY6" fmla="*/ 174601 h 641221"/>
                <a:gd name="connsiteX7" fmla="*/ 61142 w 337162"/>
                <a:gd name="connsiteY7" fmla="*/ 270555 h 641221"/>
                <a:gd name="connsiteX8" fmla="*/ 7244 w 337162"/>
                <a:gd name="connsiteY8" fmla="*/ 348259 h 641221"/>
                <a:gd name="connsiteX9" fmla="*/ 0 w 337162"/>
                <a:gd name="connsiteY9" fmla="*/ 381354 h 641221"/>
                <a:gd name="connsiteX10" fmla="*/ 0 w 337162"/>
                <a:gd name="connsiteY10" fmla="*/ 393810 h 641221"/>
                <a:gd name="connsiteX11" fmla="*/ 7244 w 337162"/>
                <a:gd name="connsiteY11" fmla="*/ 401921 h 641221"/>
                <a:gd name="connsiteX12" fmla="*/ 22240 w 337162"/>
                <a:gd name="connsiteY12" fmla="*/ 417925 h 641221"/>
                <a:gd name="connsiteX13" fmla="*/ 43249 w 337162"/>
                <a:gd name="connsiteY13" fmla="*/ 454496 h 641221"/>
                <a:gd name="connsiteX14" fmla="*/ 47233 w 337162"/>
                <a:gd name="connsiteY14" fmla="*/ 488751 h 641221"/>
                <a:gd name="connsiteX15" fmla="*/ 61215 w 337162"/>
                <a:gd name="connsiteY15" fmla="*/ 536764 h 641221"/>
                <a:gd name="connsiteX16" fmla="*/ 47233 w 337162"/>
                <a:gd name="connsiteY16" fmla="*/ 542412 h 641221"/>
                <a:gd name="connsiteX17" fmla="*/ 18256 w 337162"/>
                <a:gd name="connsiteY17" fmla="*/ 546975 h 641221"/>
                <a:gd name="connsiteX18" fmla="*/ 26225 w 337162"/>
                <a:gd name="connsiteY18" fmla="*/ 574421 h 641221"/>
                <a:gd name="connsiteX19" fmla="*/ 54188 w 337162"/>
                <a:gd name="connsiteY19" fmla="*/ 607516 h 641221"/>
                <a:gd name="connsiteX20" fmla="*/ 67228 w 337162"/>
                <a:gd name="connsiteY20" fmla="*/ 639525 h 641221"/>
                <a:gd name="connsiteX21" fmla="*/ 86136 w 337162"/>
                <a:gd name="connsiteY21" fmla="*/ 630400 h 641221"/>
                <a:gd name="connsiteX22" fmla="*/ 107869 w 337162"/>
                <a:gd name="connsiteY22" fmla="*/ 630400 h 641221"/>
                <a:gd name="connsiteX23" fmla="*/ 144815 w 337162"/>
                <a:gd name="connsiteY23" fmla="*/ 617800 h 641221"/>
                <a:gd name="connsiteX24" fmla="*/ 174734 w 337162"/>
                <a:gd name="connsiteY24" fmla="*/ 599550 h 641221"/>
                <a:gd name="connsiteX25" fmla="*/ 176763 w 337162"/>
                <a:gd name="connsiteY25" fmla="*/ 578983 h 641221"/>
                <a:gd name="connsiteX26" fmla="*/ 224720 w 337162"/>
                <a:gd name="connsiteY26" fmla="*/ 567542 h 641221"/>
                <a:gd name="connsiteX27" fmla="*/ 257682 w 337162"/>
                <a:gd name="connsiteY27" fmla="*/ 528725 h 641221"/>
                <a:gd name="connsiteX28" fmla="*/ 264927 w 337162"/>
                <a:gd name="connsiteY28" fmla="*/ 510404 h 641221"/>
                <a:gd name="connsiteX29" fmla="*/ 292890 w 337162"/>
                <a:gd name="connsiteY29" fmla="*/ 497875 h 641221"/>
                <a:gd name="connsiteX30" fmla="*/ 298758 w 337162"/>
                <a:gd name="connsiteY30" fmla="*/ 499396 h 641221"/>
                <a:gd name="connsiteX31" fmla="*/ 297671 w 337162"/>
                <a:gd name="connsiteY31" fmla="*/ 497947 h 641221"/>
                <a:gd name="connsiteX32" fmla="*/ 301873 w 337162"/>
                <a:gd name="connsiteY32" fmla="*/ 481219 h 641221"/>
                <a:gd name="connsiteX33" fmla="*/ 285139 w 337162"/>
                <a:gd name="connsiteY33" fmla="*/ 457393 h 641221"/>
                <a:gd name="connsiteX34" fmla="*/ 278908 w 337162"/>
                <a:gd name="connsiteY34" fmla="*/ 428861 h 641221"/>
                <a:gd name="connsiteX35" fmla="*/ 274707 w 337162"/>
                <a:gd name="connsiteY35" fmla="*/ 407135 h 641221"/>
                <a:gd name="connsiteX36" fmla="*/ 276807 w 337162"/>
                <a:gd name="connsiteY36" fmla="*/ 378168 h 641221"/>
                <a:gd name="connsiteX37" fmla="*/ 291296 w 337162"/>
                <a:gd name="connsiteY37" fmla="*/ 349635 h 641221"/>
                <a:gd name="connsiteX38" fmla="*/ 303756 w 337162"/>
                <a:gd name="connsiteY38" fmla="*/ 325810 h 641221"/>
                <a:gd name="connsiteX39" fmla="*/ 332734 w 337162"/>
                <a:gd name="connsiteY39" fmla="*/ 304084 h 641221"/>
                <a:gd name="connsiteX40" fmla="*/ 336863 w 337162"/>
                <a:gd name="connsiteY40" fmla="*/ 263602 h 6412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337162" h="641221">
                  <a:moveTo>
                    <a:pt x="337153" y="158596"/>
                  </a:moveTo>
                  <a:lnTo>
                    <a:pt x="79326" y="0"/>
                  </a:lnTo>
                  <a:lnTo>
                    <a:pt x="49190" y="18684"/>
                  </a:lnTo>
                  <a:cubicBezTo>
                    <a:pt x="50059" y="37513"/>
                    <a:pt x="51145" y="62714"/>
                    <a:pt x="51145" y="68291"/>
                  </a:cubicBezTo>
                  <a:cubicBezTo>
                    <a:pt x="51145" y="77488"/>
                    <a:pt x="66141" y="88930"/>
                    <a:pt x="65127" y="103775"/>
                  </a:cubicBezTo>
                  <a:cubicBezTo>
                    <a:pt x="64113" y="118621"/>
                    <a:pt x="75124" y="117462"/>
                    <a:pt x="71067" y="133467"/>
                  </a:cubicBezTo>
                  <a:cubicBezTo>
                    <a:pt x="67489" y="146900"/>
                    <a:pt x="65496" y="160703"/>
                    <a:pt x="65127" y="174601"/>
                  </a:cubicBezTo>
                  <a:cubicBezTo>
                    <a:pt x="65127" y="185970"/>
                    <a:pt x="65127" y="267078"/>
                    <a:pt x="61142" y="270555"/>
                  </a:cubicBezTo>
                  <a:cubicBezTo>
                    <a:pt x="57158" y="274031"/>
                    <a:pt x="10432" y="327692"/>
                    <a:pt x="7244" y="348259"/>
                  </a:cubicBezTo>
                  <a:cubicBezTo>
                    <a:pt x="4057" y="368826"/>
                    <a:pt x="0" y="360787"/>
                    <a:pt x="0" y="381354"/>
                  </a:cubicBezTo>
                  <a:cubicBezTo>
                    <a:pt x="0" y="385120"/>
                    <a:pt x="0" y="389320"/>
                    <a:pt x="0" y="393810"/>
                  </a:cubicBezTo>
                  <a:cubicBezTo>
                    <a:pt x="2608" y="394824"/>
                    <a:pt x="3767" y="398010"/>
                    <a:pt x="7244" y="401921"/>
                  </a:cubicBezTo>
                  <a:cubicBezTo>
                    <a:pt x="12316" y="407642"/>
                    <a:pt x="12316" y="417925"/>
                    <a:pt x="22240" y="417925"/>
                  </a:cubicBezTo>
                  <a:cubicBezTo>
                    <a:pt x="32165" y="417925"/>
                    <a:pt x="43973" y="444213"/>
                    <a:pt x="43249" y="454496"/>
                  </a:cubicBezTo>
                  <a:cubicBezTo>
                    <a:pt x="42524" y="464780"/>
                    <a:pt x="48248" y="470429"/>
                    <a:pt x="47233" y="488751"/>
                  </a:cubicBezTo>
                  <a:cubicBezTo>
                    <a:pt x="46219" y="507072"/>
                    <a:pt x="56216" y="533287"/>
                    <a:pt x="61215" y="536764"/>
                  </a:cubicBezTo>
                  <a:cubicBezTo>
                    <a:pt x="66214" y="540240"/>
                    <a:pt x="59187" y="543571"/>
                    <a:pt x="47233" y="542412"/>
                  </a:cubicBezTo>
                  <a:cubicBezTo>
                    <a:pt x="35280" y="541254"/>
                    <a:pt x="18256" y="541326"/>
                    <a:pt x="18256" y="546975"/>
                  </a:cubicBezTo>
                  <a:cubicBezTo>
                    <a:pt x="18256" y="552623"/>
                    <a:pt x="13257" y="560734"/>
                    <a:pt x="26225" y="574421"/>
                  </a:cubicBezTo>
                  <a:cubicBezTo>
                    <a:pt x="39192" y="588108"/>
                    <a:pt x="50203" y="592670"/>
                    <a:pt x="54188" y="607516"/>
                  </a:cubicBezTo>
                  <a:cubicBezTo>
                    <a:pt x="58172" y="622362"/>
                    <a:pt x="63171" y="636121"/>
                    <a:pt x="67228" y="639525"/>
                  </a:cubicBezTo>
                  <a:cubicBezTo>
                    <a:pt x="71285" y="642929"/>
                    <a:pt x="79181" y="641842"/>
                    <a:pt x="86136" y="630400"/>
                  </a:cubicBezTo>
                  <a:cubicBezTo>
                    <a:pt x="93090" y="618958"/>
                    <a:pt x="101132" y="640684"/>
                    <a:pt x="107869" y="630400"/>
                  </a:cubicBezTo>
                  <a:cubicBezTo>
                    <a:pt x="114606" y="620117"/>
                    <a:pt x="138802" y="621276"/>
                    <a:pt x="144815" y="617800"/>
                  </a:cubicBezTo>
                  <a:cubicBezTo>
                    <a:pt x="155298" y="612585"/>
                    <a:pt x="165302" y="606480"/>
                    <a:pt x="174734" y="599550"/>
                  </a:cubicBezTo>
                  <a:cubicBezTo>
                    <a:pt x="180747" y="593829"/>
                    <a:pt x="167490" y="585067"/>
                    <a:pt x="176763" y="578983"/>
                  </a:cubicBezTo>
                  <a:cubicBezTo>
                    <a:pt x="186035" y="572900"/>
                    <a:pt x="213709" y="583546"/>
                    <a:pt x="224720" y="567542"/>
                  </a:cubicBezTo>
                  <a:cubicBezTo>
                    <a:pt x="234863" y="553905"/>
                    <a:pt x="245867" y="540942"/>
                    <a:pt x="257682" y="528725"/>
                  </a:cubicBezTo>
                  <a:cubicBezTo>
                    <a:pt x="262608" y="523004"/>
                    <a:pt x="257682" y="518442"/>
                    <a:pt x="264927" y="510404"/>
                  </a:cubicBezTo>
                  <a:cubicBezTo>
                    <a:pt x="272171" y="502365"/>
                    <a:pt x="285935" y="493313"/>
                    <a:pt x="292890" y="497875"/>
                  </a:cubicBezTo>
                  <a:cubicBezTo>
                    <a:pt x="294687" y="498874"/>
                    <a:pt x="296708" y="499396"/>
                    <a:pt x="298758" y="499396"/>
                  </a:cubicBezTo>
                  <a:cubicBezTo>
                    <a:pt x="298106" y="498454"/>
                    <a:pt x="297671" y="497947"/>
                    <a:pt x="297671" y="497947"/>
                  </a:cubicBezTo>
                  <a:lnTo>
                    <a:pt x="301873" y="481219"/>
                  </a:lnTo>
                  <a:cubicBezTo>
                    <a:pt x="301873" y="481219"/>
                    <a:pt x="285139" y="471732"/>
                    <a:pt x="285139" y="457393"/>
                  </a:cubicBezTo>
                  <a:cubicBezTo>
                    <a:pt x="285139" y="443055"/>
                    <a:pt x="289340" y="428861"/>
                    <a:pt x="278908" y="428861"/>
                  </a:cubicBezTo>
                  <a:cubicBezTo>
                    <a:pt x="268476" y="428861"/>
                    <a:pt x="266375" y="416911"/>
                    <a:pt x="274707" y="407135"/>
                  </a:cubicBezTo>
                  <a:cubicBezTo>
                    <a:pt x="283037" y="397359"/>
                    <a:pt x="262246" y="378168"/>
                    <a:pt x="276807" y="378168"/>
                  </a:cubicBezTo>
                  <a:cubicBezTo>
                    <a:pt x="291369" y="378168"/>
                    <a:pt x="281009" y="352025"/>
                    <a:pt x="291296" y="349635"/>
                  </a:cubicBezTo>
                  <a:cubicBezTo>
                    <a:pt x="301583" y="347245"/>
                    <a:pt x="303756" y="337686"/>
                    <a:pt x="303756" y="325810"/>
                  </a:cubicBezTo>
                  <a:cubicBezTo>
                    <a:pt x="303756" y="313933"/>
                    <a:pt x="326649" y="306691"/>
                    <a:pt x="332734" y="304084"/>
                  </a:cubicBezTo>
                  <a:cubicBezTo>
                    <a:pt x="338819" y="301477"/>
                    <a:pt x="336863" y="263602"/>
                    <a:pt x="336863" y="2636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8" name="Freeform 85">
              <a:extLst>
                <a:ext uri="{FF2B5EF4-FFF2-40B4-BE49-F238E27FC236}">
                  <a16:creationId xmlns:a16="http://schemas.microsoft.com/office/drawing/2014/main" id="{D273E303-812D-C7C7-C739-061BF51311F2}"/>
                </a:ext>
              </a:extLst>
            </p:cNvPr>
            <p:cNvSpPr/>
            <p:nvPr/>
          </p:nvSpPr>
          <p:spPr>
            <a:xfrm>
              <a:off x="6546095" y="3148545"/>
              <a:ext cx="362339" cy="421186"/>
            </a:xfrm>
            <a:custGeom>
              <a:avLst/>
              <a:gdLst>
                <a:gd name="connsiteX0" fmla="*/ 361969 w 362340"/>
                <a:gd name="connsiteY0" fmla="*/ 344710 h 421183"/>
                <a:gd name="connsiteX1" fmla="*/ 346538 w 362340"/>
                <a:gd name="connsiteY1" fmla="*/ 301911 h 421183"/>
                <a:gd name="connsiteX2" fmla="*/ 310317 w 362340"/>
                <a:gd name="connsiteY2" fmla="*/ 223048 h 421183"/>
                <a:gd name="connsiteX3" fmla="*/ 294306 w 362340"/>
                <a:gd name="connsiteY3" fmla="*/ 183652 h 421183"/>
                <a:gd name="connsiteX4" fmla="*/ 271342 w 362340"/>
                <a:gd name="connsiteY4" fmla="*/ 140781 h 421183"/>
                <a:gd name="connsiteX5" fmla="*/ 255839 w 362340"/>
                <a:gd name="connsiteY5" fmla="*/ 69956 h 421183"/>
                <a:gd name="connsiteX6" fmla="*/ 278296 w 362340"/>
                <a:gd name="connsiteY6" fmla="*/ 119635 h 421183"/>
                <a:gd name="connsiteX7" fmla="*/ 312272 w 362340"/>
                <a:gd name="connsiteY7" fmla="*/ 170327 h 421183"/>
                <a:gd name="connsiteX8" fmla="*/ 332774 w 362340"/>
                <a:gd name="connsiteY8" fmla="*/ 115435 h 421183"/>
                <a:gd name="connsiteX9" fmla="*/ 333571 w 362340"/>
                <a:gd name="connsiteY9" fmla="*/ 117173 h 421183"/>
                <a:gd name="connsiteX10" fmla="*/ 334875 w 362340"/>
                <a:gd name="connsiteY10" fmla="*/ 106672 h 421183"/>
                <a:gd name="connsiteX11" fmla="*/ 339801 w 362340"/>
                <a:gd name="connsiteY11" fmla="*/ 91174 h 421183"/>
                <a:gd name="connsiteX12" fmla="*/ 315605 w 362340"/>
                <a:gd name="connsiteY12" fmla="*/ 23101 h 421183"/>
                <a:gd name="connsiteX13" fmla="*/ 311765 w 362340"/>
                <a:gd name="connsiteY13" fmla="*/ 29184 h 421183"/>
                <a:gd name="connsiteX14" fmla="*/ 275543 w 362340"/>
                <a:gd name="connsiteY14" fmla="*/ 26939 h 421183"/>
                <a:gd name="connsiteX15" fmla="*/ 233091 w 362340"/>
                <a:gd name="connsiteY15" fmla="*/ 16656 h 421183"/>
                <a:gd name="connsiteX16" fmla="*/ 230846 w 362340"/>
                <a:gd name="connsiteY16" fmla="*/ 15642 h 421183"/>
                <a:gd name="connsiteX17" fmla="*/ 219037 w 362340"/>
                <a:gd name="connsiteY17" fmla="*/ 22884 h 421183"/>
                <a:gd name="connsiteX18" fmla="*/ 69296 w 362340"/>
                <a:gd name="connsiteY18" fmla="*/ 57935 h 421183"/>
                <a:gd name="connsiteX19" fmla="*/ 24961 w 362340"/>
                <a:gd name="connsiteY19" fmla="*/ 7242 h 421183"/>
                <a:gd name="connsiteX20" fmla="*/ 11849 w 362340"/>
                <a:gd name="connsiteY20" fmla="*/ 0 h 421183"/>
                <a:gd name="connsiteX21" fmla="*/ 8734 w 362340"/>
                <a:gd name="connsiteY21" fmla="*/ 9631 h 421183"/>
                <a:gd name="connsiteX22" fmla="*/ 4604 w 362340"/>
                <a:gd name="connsiteY22" fmla="*/ 57283 h 421183"/>
                <a:gd name="connsiteX23" fmla="*/ 4604 w 362340"/>
                <a:gd name="connsiteY23" fmla="*/ 114421 h 421183"/>
                <a:gd name="connsiteX24" fmla="*/ 4604 w 362340"/>
                <a:gd name="connsiteY24" fmla="*/ 412059 h 421183"/>
                <a:gd name="connsiteX25" fmla="*/ 210996 w 362340"/>
                <a:gd name="connsiteY25" fmla="*/ 412059 h 421183"/>
                <a:gd name="connsiteX26" fmla="*/ 222949 w 362340"/>
                <a:gd name="connsiteY26" fmla="*/ 402934 h 421183"/>
                <a:gd name="connsiteX27" fmla="*/ 238959 w 362340"/>
                <a:gd name="connsiteY27" fmla="*/ 409742 h 421183"/>
                <a:gd name="connsiteX28" fmla="*/ 283440 w 362340"/>
                <a:gd name="connsiteY28" fmla="*/ 409742 h 421183"/>
                <a:gd name="connsiteX29" fmla="*/ 301406 w 362340"/>
                <a:gd name="connsiteY29" fmla="*/ 421184 h 421183"/>
                <a:gd name="connsiteX30" fmla="*/ 321400 w 362340"/>
                <a:gd name="connsiteY30" fmla="*/ 402934 h 421183"/>
                <a:gd name="connsiteX31" fmla="*/ 343133 w 362340"/>
                <a:gd name="connsiteY31" fmla="*/ 375488 h 421183"/>
                <a:gd name="connsiteX32" fmla="*/ 361172 w 362340"/>
                <a:gd name="connsiteY32" fmla="*/ 361801 h 421183"/>
                <a:gd name="connsiteX33" fmla="*/ 362259 w 362340"/>
                <a:gd name="connsiteY33" fmla="*/ 360208 h 421183"/>
                <a:gd name="connsiteX34" fmla="*/ 361969 w 362340"/>
                <a:gd name="connsiteY34" fmla="*/ 344710 h 4211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62340" h="421183">
                  <a:moveTo>
                    <a:pt x="361969" y="344710"/>
                  </a:moveTo>
                  <a:cubicBezTo>
                    <a:pt x="364504" y="326461"/>
                    <a:pt x="353493" y="327547"/>
                    <a:pt x="346538" y="301911"/>
                  </a:cubicBezTo>
                  <a:cubicBezTo>
                    <a:pt x="339584" y="276275"/>
                    <a:pt x="311548" y="237893"/>
                    <a:pt x="310317" y="223048"/>
                  </a:cubicBezTo>
                  <a:cubicBezTo>
                    <a:pt x="309085" y="208202"/>
                    <a:pt x="293799" y="199656"/>
                    <a:pt x="294306" y="183652"/>
                  </a:cubicBezTo>
                  <a:cubicBezTo>
                    <a:pt x="294813" y="167648"/>
                    <a:pt x="287062" y="165910"/>
                    <a:pt x="271342" y="140781"/>
                  </a:cubicBezTo>
                  <a:cubicBezTo>
                    <a:pt x="255621" y="115652"/>
                    <a:pt x="251347" y="71694"/>
                    <a:pt x="255839" y="69956"/>
                  </a:cubicBezTo>
                  <a:cubicBezTo>
                    <a:pt x="260330" y="68218"/>
                    <a:pt x="273297" y="107106"/>
                    <a:pt x="278296" y="119635"/>
                  </a:cubicBezTo>
                  <a:cubicBezTo>
                    <a:pt x="283295" y="132163"/>
                    <a:pt x="300029" y="170327"/>
                    <a:pt x="312272" y="170327"/>
                  </a:cubicBezTo>
                  <a:cubicBezTo>
                    <a:pt x="324515" y="170327"/>
                    <a:pt x="328790" y="112393"/>
                    <a:pt x="332774" y="115435"/>
                  </a:cubicBezTo>
                  <a:cubicBezTo>
                    <a:pt x="333194" y="115927"/>
                    <a:pt x="333469" y="116528"/>
                    <a:pt x="333571" y="117173"/>
                  </a:cubicBezTo>
                  <a:lnTo>
                    <a:pt x="334875" y="106672"/>
                  </a:lnTo>
                  <a:lnTo>
                    <a:pt x="339801" y="91174"/>
                  </a:lnTo>
                  <a:lnTo>
                    <a:pt x="315605" y="23101"/>
                  </a:lnTo>
                  <a:cubicBezTo>
                    <a:pt x="314496" y="25238"/>
                    <a:pt x="313214" y="27273"/>
                    <a:pt x="311765" y="29184"/>
                  </a:cubicBezTo>
                  <a:cubicBezTo>
                    <a:pt x="307781" y="33747"/>
                    <a:pt x="291336" y="22377"/>
                    <a:pt x="275543" y="26939"/>
                  </a:cubicBezTo>
                  <a:cubicBezTo>
                    <a:pt x="259751" y="31502"/>
                    <a:pt x="248087" y="25201"/>
                    <a:pt x="233091" y="16656"/>
                  </a:cubicBezTo>
                  <a:lnTo>
                    <a:pt x="230846" y="15642"/>
                  </a:lnTo>
                  <a:cubicBezTo>
                    <a:pt x="227253" y="18575"/>
                    <a:pt x="223282" y="21009"/>
                    <a:pt x="219037" y="22884"/>
                  </a:cubicBezTo>
                  <a:cubicBezTo>
                    <a:pt x="171080" y="43451"/>
                    <a:pt x="119572" y="46420"/>
                    <a:pt x="69296" y="57935"/>
                  </a:cubicBezTo>
                  <a:cubicBezTo>
                    <a:pt x="36697" y="65176"/>
                    <a:pt x="17427" y="31719"/>
                    <a:pt x="24961" y="7242"/>
                  </a:cubicBezTo>
                  <a:cubicBezTo>
                    <a:pt x="19948" y="6242"/>
                    <a:pt x="15362" y="3715"/>
                    <a:pt x="11849" y="0"/>
                  </a:cubicBezTo>
                  <a:lnTo>
                    <a:pt x="8734" y="9631"/>
                  </a:lnTo>
                  <a:cubicBezTo>
                    <a:pt x="402" y="35847"/>
                    <a:pt x="14964" y="42944"/>
                    <a:pt x="4604" y="57283"/>
                  </a:cubicBezTo>
                  <a:cubicBezTo>
                    <a:pt x="-5755" y="71621"/>
                    <a:pt x="4604" y="88278"/>
                    <a:pt x="4604" y="114421"/>
                  </a:cubicBezTo>
                  <a:lnTo>
                    <a:pt x="4604" y="412059"/>
                  </a:lnTo>
                  <a:lnTo>
                    <a:pt x="210996" y="412059"/>
                  </a:lnTo>
                  <a:lnTo>
                    <a:pt x="222949" y="402934"/>
                  </a:lnTo>
                  <a:cubicBezTo>
                    <a:pt x="228962" y="398372"/>
                    <a:pt x="238959" y="409742"/>
                    <a:pt x="238959" y="409742"/>
                  </a:cubicBezTo>
                  <a:lnTo>
                    <a:pt x="283440" y="409742"/>
                  </a:lnTo>
                  <a:cubicBezTo>
                    <a:pt x="283440" y="409742"/>
                    <a:pt x="291481" y="421184"/>
                    <a:pt x="301406" y="421184"/>
                  </a:cubicBezTo>
                  <a:cubicBezTo>
                    <a:pt x="311330" y="421184"/>
                    <a:pt x="305462" y="402934"/>
                    <a:pt x="321400" y="402934"/>
                  </a:cubicBezTo>
                  <a:cubicBezTo>
                    <a:pt x="337338" y="402934"/>
                    <a:pt x="333426" y="375488"/>
                    <a:pt x="343133" y="375488"/>
                  </a:cubicBezTo>
                  <a:cubicBezTo>
                    <a:pt x="352841" y="375488"/>
                    <a:pt x="351174" y="377805"/>
                    <a:pt x="361172" y="361801"/>
                  </a:cubicBezTo>
                  <a:cubicBezTo>
                    <a:pt x="361172" y="361294"/>
                    <a:pt x="361896" y="360715"/>
                    <a:pt x="362259" y="360208"/>
                  </a:cubicBezTo>
                  <a:cubicBezTo>
                    <a:pt x="361440" y="355081"/>
                    <a:pt x="361346" y="349866"/>
                    <a:pt x="361969" y="344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9" name="Freeform 86">
              <a:extLst>
                <a:ext uri="{FF2B5EF4-FFF2-40B4-BE49-F238E27FC236}">
                  <a16:creationId xmlns:a16="http://schemas.microsoft.com/office/drawing/2014/main" id="{DFE685FF-5226-7463-0744-27D2FCC02047}"/>
                </a:ext>
              </a:extLst>
            </p:cNvPr>
            <p:cNvSpPr/>
            <p:nvPr/>
          </p:nvSpPr>
          <p:spPr>
            <a:xfrm>
              <a:off x="6050188" y="4344829"/>
              <a:ext cx="162720" cy="231957"/>
            </a:xfrm>
            <a:custGeom>
              <a:avLst/>
              <a:gdLst>
                <a:gd name="connsiteX0" fmla="*/ 154088 w 162721"/>
                <a:gd name="connsiteY0" fmla="*/ 104354 h 231955"/>
                <a:gd name="connsiteX1" fmla="*/ 147858 w 162721"/>
                <a:gd name="connsiteY1" fmla="*/ 73359 h 231955"/>
                <a:gd name="connsiteX2" fmla="*/ 157014 w 162721"/>
                <a:gd name="connsiteY2" fmla="*/ 48788 h 231955"/>
                <a:gd name="connsiteX3" fmla="*/ 152059 w 162721"/>
                <a:gd name="connsiteY3" fmla="*/ 42292 h 231955"/>
                <a:gd name="connsiteX4" fmla="*/ 118590 w 162721"/>
                <a:gd name="connsiteY4" fmla="*/ 42292 h 231955"/>
                <a:gd name="connsiteX5" fmla="*/ 122212 w 162721"/>
                <a:gd name="connsiteY5" fmla="*/ 2462 h 231955"/>
                <a:gd name="connsiteX6" fmla="*/ 72009 w 162721"/>
                <a:gd name="connsiteY6" fmla="*/ 0 h 231955"/>
                <a:gd name="connsiteX7" fmla="*/ 65779 w 162721"/>
                <a:gd name="connsiteY7" fmla="*/ 2100 h 231955"/>
                <a:gd name="connsiteX8" fmla="*/ 64330 w 162721"/>
                <a:gd name="connsiteY8" fmla="*/ 51851 h 231955"/>
                <a:gd name="connsiteX9" fmla="*/ 18401 w 162721"/>
                <a:gd name="connsiteY9" fmla="*/ 54241 h 231955"/>
                <a:gd name="connsiteX10" fmla="*/ 2753 w 162721"/>
                <a:gd name="connsiteY10" fmla="*/ 56559 h 231955"/>
                <a:gd name="connsiteX11" fmla="*/ 1594 w 162721"/>
                <a:gd name="connsiteY11" fmla="*/ 58297 h 231955"/>
                <a:gd name="connsiteX12" fmla="*/ 1594 w 162721"/>
                <a:gd name="connsiteY12" fmla="*/ 72128 h 231955"/>
                <a:gd name="connsiteX13" fmla="*/ 1594 w 162721"/>
                <a:gd name="connsiteY13" fmla="*/ 74084 h 231955"/>
                <a:gd name="connsiteX14" fmla="*/ 10142 w 162721"/>
                <a:gd name="connsiteY14" fmla="*/ 84150 h 231955"/>
                <a:gd name="connsiteX15" fmla="*/ 0 w 162721"/>
                <a:gd name="connsiteY15" fmla="*/ 91392 h 231955"/>
                <a:gd name="connsiteX16" fmla="*/ 1739 w 162721"/>
                <a:gd name="connsiteY16" fmla="*/ 102037 h 231955"/>
                <a:gd name="connsiteX17" fmla="*/ 1739 w 162721"/>
                <a:gd name="connsiteY17" fmla="*/ 113334 h 231955"/>
                <a:gd name="connsiteX18" fmla="*/ 1232 w 162721"/>
                <a:gd name="connsiteY18" fmla="*/ 118838 h 231955"/>
                <a:gd name="connsiteX19" fmla="*/ 4999 w 162721"/>
                <a:gd name="connsiteY19" fmla="*/ 124849 h 231955"/>
                <a:gd name="connsiteX20" fmla="*/ 8983 w 162721"/>
                <a:gd name="connsiteY20" fmla="*/ 135277 h 231955"/>
                <a:gd name="connsiteX21" fmla="*/ 18908 w 162721"/>
                <a:gd name="connsiteY21" fmla="*/ 152150 h 231955"/>
                <a:gd name="connsiteX22" fmla="*/ 20502 w 162721"/>
                <a:gd name="connsiteY22" fmla="*/ 158089 h 231955"/>
                <a:gd name="connsiteX23" fmla="*/ 22530 w 162721"/>
                <a:gd name="connsiteY23" fmla="*/ 161927 h 231955"/>
                <a:gd name="connsiteX24" fmla="*/ 27384 w 162721"/>
                <a:gd name="connsiteY24" fmla="*/ 182059 h 231955"/>
                <a:gd name="connsiteX25" fmla="*/ 54985 w 162721"/>
                <a:gd name="connsiteY25" fmla="*/ 211026 h 231955"/>
                <a:gd name="connsiteX26" fmla="*/ 64185 w 162721"/>
                <a:gd name="connsiteY26" fmla="*/ 231955 h 231955"/>
                <a:gd name="connsiteX27" fmla="*/ 68677 w 162721"/>
                <a:gd name="connsiteY27" fmla="*/ 231231 h 231955"/>
                <a:gd name="connsiteX28" fmla="*/ 72806 w 162721"/>
                <a:gd name="connsiteY28" fmla="*/ 200163 h 231955"/>
                <a:gd name="connsiteX29" fmla="*/ 93742 w 162721"/>
                <a:gd name="connsiteY29" fmla="*/ 183507 h 231955"/>
                <a:gd name="connsiteX30" fmla="*/ 108231 w 162721"/>
                <a:gd name="connsiteY30" fmla="*/ 161782 h 231955"/>
                <a:gd name="connsiteX31" fmla="*/ 127066 w 162721"/>
                <a:gd name="connsiteY31" fmla="*/ 185680 h 231955"/>
                <a:gd name="connsiteX32" fmla="*/ 152132 w 162721"/>
                <a:gd name="connsiteY32" fmla="*/ 190460 h 231955"/>
                <a:gd name="connsiteX33" fmla="*/ 162564 w 162721"/>
                <a:gd name="connsiteY33" fmla="*/ 145053 h 231955"/>
                <a:gd name="connsiteX34" fmla="*/ 154088 w 162721"/>
                <a:gd name="connsiteY34" fmla="*/ 104354 h 2319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162721" h="231955">
                  <a:moveTo>
                    <a:pt x="154088" y="104354"/>
                  </a:moveTo>
                  <a:cubicBezTo>
                    <a:pt x="143656" y="97113"/>
                    <a:pt x="135325" y="80529"/>
                    <a:pt x="147858" y="73359"/>
                  </a:cubicBezTo>
                  <a:cubicBezTo>
                    <a:pt x="157174" y="69101"/>
                    <a:pt x="161274" y="58101"/>
                    <a:pt x="157014" y="48788"/>
                  </a:cubicBezTo>
                  <a:cubicBezTo>
                    <a:pt x="155863" y="46282"/>
                    <a:pt x="154175" y="44059"/>
                    <a:pt x="152059" y="42292"/>
                  </a:cubicBezTo>
                  <a:cubicBezTo>
                    <a:pt x="141555" y="32733"/>
                    <a:pt x="118590" y="51851"/>
                    <a:pt x="118590" y="42292"/>
                  </a:cubicBezTo>
                  <a:cubicBezTo>
                    <a:pt x="118590" y="37078"/>
                    <a:pt x="120474" y="18394"/>
                    <a:pt x="122212" y="2462"/>
                  </a:cubicBezTo>
                  <a:cubicBezTo>
                    <a:pt x="98016" y="1593"/>
                    <a:pt x="72009" y="0"/>
                    <a:pt x="72009" y="0"/>
                  </a:cubicBezTo>
                  <a:lnTo>
                    <a:pt x="65779" y="2100"/>
                  </a:lnTo>
                  <a:cubicBezTo>
                    <a:pt x="66670" y="18698"/>
                    <a:pt x="66185" y="35333"/>
                    <a:pt x="64330" y="51851"/>
                  </a:cubicBezTo>
                  <a:cubicBezTo>
                    <a:pt x="64330" y="51851"/>
                    <a:pt x="26732" y="54241"/>
                    <a:pt x="18401" y="54241"/>
                  </a:cubicBezTo>
                  <a:cubicBezTo>
                    <a:pt x="13149" y="54734"/>
                    <a:pt x="7925" y="55508"/>
                    <a:pt x="2753" y="56559"/>
                  </a:cubicBezTo>
                  <a:cubicBezTo>
                    <a:pt x="2434" y="57181"/>
                    <a:pt x="2043" y="57760"/>
                    <a:pt x="1594" y="58297"/>
                  </a:cubicBezTo>
                  <a:lnTo>
                    <a:pt x="1594" y="72128"/>
                  </a:lnTo>
                  <a:cubicBezTo>
                    <a:pt x="1594" y="72780"/>
                    <a:pt x="1594" y="73359"/>
                    <a:pt x="1594" y="74084"/>
                  </a:cubicBezTo>
                  <a:cubicBezTo>
                    <a:pt x="5172" y="76748"/>
                    <a:pt x="8092" y="80189"/>
                    <a:pt x="10142" y="84150"/>
                  </a:cubicBezTo>
                  <a:cubicBezTo>
                    <a:pt x="11591" y="88278"/>
                    <a:pt x="5506" y="89436"/>
                    <a:pt x="0" y="91392"/>
                  </a:cubicBezTo>
                  <a:cubicBezTo>
                    <a:pt x="1072" y="94846"/>
                    <a:pt x="1652" y="98424"/>
                    <a:pt x="1739" y="102037"/>
                  </a:cubicBezTo>
                  <a:lnTo>
                    <a:pt x="1739" y="113334"/>
                  </a:lnTo>
                  <a:cubicBezTo>
                    <a:pt x="1753" y="115181"/>
                    <a:pt x="1579" y="117028"/>
                    <a:pt x="1232" y="118838"/>
                  </a:cubicBezTo>
                  <a:cubicBezTo>
                    <a:pt x="2673" y="120721"/>
                    <a:pt x="3934" y="122734"/>
                    <a:pt x="4999" y="124849"/>
                  </a:cubicBezTo>
                  <a:cubicBezTo>
                    <a:pt x="6665" y="128187"/>
                    <a:pt x="8005" y="131678"/>
                    <a:pt x="8983" y="135277"/>
                  </a:cubicBezTo>
                  <a:cubicBezTo>
                    <a:pt x="13699" y="139948"/>
                    <a:pt x="17119" y="145763"/>
                    <a:pt x="18908" y="152150"/>
                  </a:cubicBezTo>
                  <a:cubicBezTo>
                    <a:pt x="19343" y="154106"/>
                    <a:pt x="19922" y="156134"/>
                    <a:pt x="20502" y="158089"/>
                  </a:cubicBezTo>
                  <a:cubicBezTo>
                    <a:pt x="21103" y="159407"/>
                    <a:pt x="21784" y="160688"/>
                    <a:pt x="22530" y="161927"/>
                  </a:cubicBezTo>
                  <a:cubicBezTo>
                    <a:pt x="26152" y="167988"/>
                    <a:pt x="27847" y="175013"/>
                    <a:pt x="27384" y="182059"/>
                  </a:cubicBezTo>
                  <a:cubicBezTo>
                    <a:pt x="38417" y="189786"/>
                    <a:pt x="47798" y="199635"/>
                    <a:pt x="54985" y="211026"/>
                  </a:cubicBezTo>
                  <a:cubicBezTo>
                    <a:pt x="58607" y="217747"/>
                    <a:pt x="61686" y="224743"/>
                    <a:pt x="64185" y="231955"/>
                  </a:cubicBezTo>
                  <a:cubicBezTo>
                    <a:pt x="65634" y="231484"/>
                    <a:pt x="67148" y="231238"/>
                    <a:pt x="68677" y="231231"/>
                  </a:cubicBezTo>
                  <a:cubicBezTo>
                    <a:pt x="85339" y="231231"/>
                    <a:pt x="79109" y="219354"/>
                    <a:pt x="72806" y="200163"/>
                  </a:cubicBezTo>
                  <a:cubicBezTo>
                    <a:pt x="66503" y="180973"/>
                    <a:pt x="83310" y="183507"/>
                    <a:pt x="93742" y="183507"/>
                  </a:cubicBezTo>
                  <a:cubicBezTo>
                    <a:pt x="104174" y="183507"/>
                    <a:pt x="99972" y="161782"/>
                    <a:pt x="108231" y="161782"/>
                  </a:cubicBezTo>
                  <a:cubicBezTo>
                    <a:pt x="116490" y="161782"/>
                    <a:pt x="118663" y="188070"/>
                    <a:pt x="127066" y="185680"/>
                  </a:cubicBezTo>
                  <a:cubicBezTo>
                    <a:pt x="135470" y="183290"/>
                    <a:pt x="141555" y="192922"/>
                    <a:pt x="152132" y="190460"/>
                  </a:cubicBezTo>
                  <a:cubicBezTo>
                    <a:pt x="162709" y="187997"/>
                    <a:pt x="162564" y="164172"/>
                    <a:pt x="162564" y="145053"/>
                  </a:cubicBezTo>
                  <a:cubicBezTo>
                    <a:pt x="162564" y="125935"/>
                    <a:pt x="164592" y="111596"/>
                    <a:pt x="154088" y="1043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0" name="Freeform 87">
              <a:extLst>
                <a:ext uri="{FF2B5EF4-FFF2-40B4-BE49-F238E27FC236}">
                  <a16:creationId xmlns:a16="http://schemas.microsoft.com/office/drawing/2014/main" id="{FCF7C1F3-E9BC-14C7-AB3C-EB79FC194E2C}"/>
                </a:ext>
              </a:extLst>
            </p:cNvPr>
            <p:cNvSpPr/>
            <p:nvPr/>
          </p:nvSpPr>
          <p:spPr>
            <a:xfrm>
              <a:off x="6050550" y="4347002"/>
              <a:ext cx="65840" cy="54169"/>
            </a:xfrm>
            <a:custGeom>
              <a:avLst/>
              <a:gdLst>
                <a:gd name="connsiteX0" fmla="*/ 65417 w 65840"/>
                <a:gd name="connsiteY0" fmla="*/ 0 h 54168"/>
                <a:gd name="connsiteX1" fmla="*/ 57014 w 65840"/>
                <a:gd name="connsiteY1" fmla="*/ 2679 h 54168"/>
                <a:gd name="connsiteX2" fmla="*/ 24704 w 65840"/>
                <a:gd name="connsiteY2" fmla="*/ 2679 h 54168"/>
                <a:gd name="connsiteX3" fmla="*/ 11881 w 65840"/>
                <a:gd name="connsiteY3" fmla="*/ 19481 h 54168"/>
                <a:gd name="connsiteX4" fmla="*/ 2681 w 65840"/>
                <a:gd name="connsiteY4" fmla="*/ 28895 h 54168"/>
                <a:gd name="connsiteX5" fmla="*/ 0 w 65840"/>
                <a:gd name="connsiteY5" fmla="*/ 30343 h 54168"/>
                <a:gd name="connsiteX6" fmla="*/ 0 w 65840"/>
                <a:gd name="connsiteY6" fmla="*/ 43233 h 54168"/>
                <a:gd name="connsiteX7" fmla="*/ 0 w 65840"/>
                <a:gd name="connsiteY7" fmla="*/ 44030 h 54168"/>
                <a:gd name="connsiteX8" fmla="*/ 1159 w 65840"/>
                <a:gd name="connsiteY8" fmla="*/ 44030 h 54168"/>
                <a:gd name="connsiteX9" fmla="*/ 2391 w 65840"/>
                <a:gd name="connsiteY9" fmla="*/ 54169 h 54168"/>
                <a:gd name="connsiteX10" fmla="*/ 18039 w 65840"/>
                <a:gd name="connsiteY10" fmla="*/ 51851 h 54168"/>
                <a:gd name="connsiteX11" fmla="*/ 63968 w 65840"/>
                <a:gd name="connsiteY11" fmla="*/ 49461 h 54168"/>
                <a:gd name="connsiteX12" fmla="*/ 65417 w 65840"/>
                <a:gd name="connsiteY12" fmla="*/ 0 h 54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5840" h="54168">
                  <a:moveTo>
                    <a:pt x="65417" y="0"/>
                  </a:moveTo>
                  <a:lnTo>
                    <a:pt x="57014" y="2679"/>
                  </a:lnTo>
                  <a:lnTo>
                    <a:pt x="24704" y="2679"/>
                  </a:lnTo>
                  <a:cubicBezTo>
                    <a:pt x="22117" y="9385"/>
                    <a:pt x="17669" y="15215"/>
                    <a:pt x="11881" y="19481"/>
                  </a:cubicBezTo>
                  <a:cubicBezTo>
                    <a:pt x="10381" y="23840"/>
                    <a:pt x="7006" y="27294"/>
                    <a:pt x="2681" y="28895"/>
                  </a:cubicBezTo>
                  <a:cubicBezTo>
                    <a:pt x="1746" y="29300"/>
                    <a:pt x="855" y="29785"/>
                    <a:pt x="0" y="30343"/>
                  </a:cubicBezTo>
                  <a:cubicBezTo>
                    <a:pt x="0" y="34399"/>
                    <a:pt x="0" y="38744"/>
                    <a:pt x="0" y="43233"/>
                  </a:cubicBezTo>
                  <a:cubicBezTo>
                    <a:pt x="0" y="43233"/>
                    <a:pt x="0" y="43813"/>
                    <a:pt x="0" y="44030"/>
                  </a:cubicBezTo>
                  <a:cubicBezTo>
                    <a:pt x="384" y="44102"/>
                    <a:pt x="776" y="44102"/>
                    <a:pt x="1159" y="44030"/>
                  </a:cubicBezTo>
                  <a:cubicBezTo>
                    <a:pt x="6375" y="44030"/>
                    <a:pt x="5144" y="49317"/>
                    <a:pt x="2391" y="54169"/>
                  </a:cubicBezTo>
                  <a:cubicBezTo>
                    <a:pt x="7563" y="53118"/>
                    <a:pt x="12786" y="52344"/>
                    <a:pt x="18039" y="51851"/>
                  </a:cubicBezTo>
                  <a:cubicBezTo>
                    <a:pt x="26370" y="51851"/>
                    <a:pt x="63968" y="49461"/>
                    <a:pt x="63968" y="49461"/>
                  </a:cubicBezTo>
                  <a:cubicBezTo>
                    <a:pt x="65808" y="33044"/>
                    <a:pt x="66293" y="16497"/>
                    <a:pt x="6541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1" name="Freeform 88">
              <a:extLst>
                <a:ext uri="{FF2B5EF4-FFF2-40B4-BE49-F238E27FC236}">
                  <a16:creationId xmlns:a16="http://schemas.microsoft.com/office/drawing/2014/main" id="{8FC14AC1-49D5-A63A-21B6-F4464AD5C72B}"/>
                </a:ext>
              </a:extLst>
            </p:cNvPr>
            <p:cNvSpPr/>
            <p:nvPr/>
          </p:nvSpPr>
          <p:spPr>
            <a:xfrm>
              <a:off x="6114589" y="4289862"/>
              <a:ext cx="225069" cy="340874"/>
            </a:xfrm>
            <a:custGeom>
              <a:avLst/>
              <a:gdLst>
                <a:gd name="connsiteX0" fmla="*/ 224213 w 225070"/>
                <a:gd name="connsiteY0" fmla="*/ 4707 h 340872"/>
                <a:gd name="connsiteX1" fmla="*/ 224213 w 225070"/>
                <a:gd name="connsiteY1" fmla="*/ 4707 h 340872"/>
                <a:gd name="connsiteX2" fmla="*/ 195236 w 225070"/>
                <a:gd name="connsiteY2" fmla="*/ 0 h 340872"/>
                <a:gd name="connsiteX3" fmla="*/ 180747 w 225070"/>
                <a:gd name="connsiteY3" fmla="*/ 4707 h 340872"/>
                <a:gd name="connsiteX4" fmla="*/ 161984 w 225070"/>
                <a:gd name="connsiteY4" fmla="*/ 9487 h 340872"/>
                <a:gd name="connsiteX5" fmla="*/ 155754 w 225070"/>
                <a:gd name="connsiteY5" fmla="*/ 38092 h 340872"/>
                <a:gd name="connsiteX6" fmla="*/ 145322 w 225070"/>
                <a:gd name="connsiteY6" fmla="*/ 76184 h 340872"/>
                <a:gd name="connsiteX7" fmla="*/ 97437 w 225070"/>
                <a:gd name="connsiteY7" fmla="*/ 57138 h 340872"/>
                <a:gd name="connsiteX8" fmla="*/ 58100 w 225070"/>
                <a:gd name="connsiteY8" fmla="*/ 57138 h 340872"/>
                <a:gd name="connsiteX9" fmla="*/ 54478 w 225070"/>
                <a:gd name="connsiteY9" fmla="*/ 96968 h 340872"/>
                <a:gd name="connsiteX10" fmla="*/ 87947 w 225070"/>
                <a:gd name="connsiteY10" fmla="*/ 96968 h 340872"/>
                <a:gd name="connsiteX11" fmla="*/ 90243 w 225070"/>
                <a:gd name="connsiteY11" fmla="*/ 123082 h 340872"/>
                <a:gd name="connsiteX12" fmla="*/ 83745 w 225070"/>
                <a:gd name="connsiteY12" fmla="*/ 128035 h 340872"/>
                <a:gd name="connsiteX13" fmla="*/ 89975 w 225070"/>
                <a:gd name="connsiteY13" fmla="*/ 159030 h 340872"/>
                <a:gd name="connsiteX14" fmla="*/ 98379 w 225070"/>
                <a:gd name="connsiteY14" fmla="*/ 199657 h 340872"/>
                <a:gd name="connsiteX15" fmla="*/ 87947 w 225070"/>
                <a:gd name="connsiteY15" fmla="*/ 245063 h 340872"/>
                <a:gd name="connsiteX16" fmla="*/ 62881 w 225070"/>
                <a:gd name="connsiteY16" fmla="*/ 240283 h 340872"/>
                <a:gd name="connsiteX17" fmla="*/ 44046 w 225070"/>
                <a:gd name="connsiteY17" fmla="*/ 216386 h 340872"/>
                <a:gd name="connsiteX18" fmla="*/ 29557 w 225070"/>
                <a:gd name="connsiteY18" fmla="*/ 238111 h 340872"/>
                <a:gd name="connsiteX19" fmla="*/ 8621 w 225070"/>
                <a:gd name="connsiteY19" fmla="*/ 254767 h 340872"/>
                <a:gd name="connsiteX20" fmla="*/ 4491 w 225070"/>
                <a:gd name="connsiteY20" fmla="*/ 285834 h 340872"/>
                <a:gd name="connsiteX21" fmla="*/ 0 w 225070"/>
                <a:gd name="connsiteY21" fmla="*/ 286559 h 340872"/>
                <a:gd name="connsiteX22" fmla="*/ 10649 w 225070"/>
                <a:gd name="connsiteY22" fmla="*/ 321826 h 340872"/>
                <a:gd name="connsiteX23" fmla="*/ 20864 w 225070"/>
                <a:gd name="connsiteY23" fmla="*/ 340872 h 340872"/>
                <a:gd name="connsiteX24" fmla="*/ 52522 w 225070"/>
                <a:gd name="connsiteY24" fmla="*/ 321681 h 340872"/>
                <a:gd name="connsiteX25" fmla="*/ 75486 w 225070"/>
                <a:gd name="connsiteY25" fmla="*/ 324071 h 340872"/>
                <a:gd name="connsiteX26" fmla="*/ 102580 w 225070"/>
                <a:gd name="connsiteY26" fmla="*/ 326461 h 340872"/>
                <a:gd name="connsiteX27" fmla="*/ 117069 w 225070"/>
                <a:gd name="connsiteY27" fmla="*/ 324071 h 340872"/>
                <a:gd name="connsiteX28" fmla="*/ 137933 w 225070"/>
                <a:gd name="connsiteY28" fmla="*/ 302346 h 340872"/>
                <a:gd name="connsiteX29" fmla="*/ 150466 w 225070"/>
                <a:gd name="connsiteY29" fmla="*/ 273741 h 340872"/>
                <a:gd name="connsiteX30" fmla="*/ 152566 w 225070"/>
                <a:gd name="connsiteY30" fmla="*/ 209216 h 340872"/>
                <a:gd name="connsiteX31" fmla="*/ 181544 w 225070"/>
                <a:gd name="connsiteY31" fmla="*/ 166200 h 340872"/>
                <a:gd name="connsiteX32" fmla="*/ 206537 w 225070"/>
                <a:gd name="connsiteY32" fmla="*/ 85019 h 340872"/>
                <a:gd name="connsiteX33" fmla="*/ 219142 w 225070"/>
                <a:gd name="connsiteY33" fmla="*/ 44392 h 340872"/>
                <a:gd name="connsiteX34" fmla="*/ 224213 w 225070"/>
                <a:gd name="connsiteY34" fmla="*/ 4707 h 340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225070" h="340872">
                  <a:moveTo>
                    <a:pt x="224213" y="4707"/>
                  </a:moveTo>
                  <a:lnTo>
                    <a:pt x="224213" y="4707"/>
                  </a:lnTo>
                  <a:lnTo>
                    <a:pt x="195236" y="0"/>
                  </a:lnTo>
                  <a:lnTo>
                    <a:pt x="180747" y="4707"/>
                  </a:lnTo>
                  <a:lnTo>
                    <a:pt x="161984" y="9487"/>
                  </a:lnTo>
                  <a:cubicBezTo>
                    <a:pt x="163056" y="19444"/>
                    <a:pt x="160868" y="29481"/>
                    <a:pt x="155754" y="38092"/>
                  </a:cubicBezTo>
                  <a:cubicBezTo>
                    <a:pt x="147423" y="50041"/>
                    <a:pt x="145322" y="76184"/>
                    <a:pt x="145322" y="76184"/>
                  </a:cubicBezTo>
                  <a:cubicBezTo>
                    <a:pt x="145322" y="76184"/>
                    <a:pt x="107869" y="54459"/>
                    <a:pt x="97437" y="57138"/>
                  </a:cubicBezTo>
                  <a:cubicBezTo>
                    <a:pt x="84339" y="58043"/>
                    <a:pt x="71198" y="58043"/>
                    <a:pt x="58100" y="57138"/>
                  </a:cubicBezTo>
                  <a:cubicBezTo>
                    <a:pt x="56361" y="73070"/>
                    <a:pt x="54478" y="91754"/>
                    <a:pt x="54478" y="96968"/>
                  </a:cubicBezTo>
                  <a:cubicBezTo>
                    <a:pt x="54478" y="106527"/>
                    <a:pt x="77442" y="87409"/>
                    <a:pt x="87947" y="96968"/>
                  </a:cubicBezTo>
                  <a:cubicBezTo>
                    <a:pt x="95799" y="103543"/>
                    <a:pt x="96828" y="115239"/>
                    <a:pt x="90243" y="123082"/>
                  </a:cubicBezTo>
                  <a:cubicBezTo>
                    <a:pt x="88476" y="125197"/>
                    <a:pt x="86251" y="126891"/>
                    <a:pt x="83745" y="128035"/>
                  </a:cubicBezTo>
                  <a:cubicBezTo>
                    <a:pt x="71212" y="135277"/>
                    <a:pt x="79543" y="151861"/>
                    <a:pt x="89975" y="159030"/>
                  </a:cubicBezTo>
                  <a:cubicBezTo>
                    <a:pt x="100407" y="166200"/>
                    <a:pt x="98379" y="180756"/>
                    <a:pt x="98379" y="199657"/>
                  </a:cubicBezTo>
                  <a:cubicBezTo>
                    <a:pt x="98379" y="218558"/>
                    <a:pt x="98379" y="242673"/>
                    <a:pt x="87947" y="245063"/>
                  </a:cubicBezTo>
                  <a:cubicBezTo>
                    <a:pt x="77515" y="247453"/>
                    <a:pt x="71212" y="237821"/>
                    <a:pt x="62881" y="240283"/>
                  </a:cubicBezTo>
                  <a:cubicBezTo>
                    <a:pt x="54550" y="242746"/>
                    <a:pt x="52449" y="216386"/>
                    <a:pt x="44046" y="216386"/>
                  </a:cubicBezTo>
                  <a:cubicBezTo>
                    <a:pt x="35642" y="216386"/>
                    <a:pt x="39917" y="238111"/>
                    <a:pt x="29557" y="238111"/>
                  </a:cubicBezTo>
                  <a:cubicBezTo>
                    <a:pt x="19198" y="238111"/>
                    <a:pt x="2391" y="235721"/>
                    <a:pt x="8621" y="254767"/>
                  </a:cubicBezTo>
                  <a:cubicBezTo>
                    <a:pt x="14851" y="273813"/>
                    <a:pt x="21153" y="285834"/>
                    <a:pt x="4491" y="285834"/>
                  </a:cubicBezTo>
                  <a:cubicBezTo>
                    <a:pt x="2963" y="285842"/>
                    <a:pt x="1449" y="286088"/>
                    <a:pt x="0" y="286559"/>
                  </a:cubicBezTo>
                  <a:cubicBezTo>
                    <a:pt x="4202" y="298073"/>
                    <a:pt x="7244" y="310022"/>
                    <a:pt x="10649" y="321826"/>
                  </a:cubicBezTo>
                  <a:cubicBezTo>
                    <a:pt x="14626" y="327851"/>
                    <a:pt x="18046" y="334224"/>
                    <a:pt x="20864" y="340872"/>
                  </a:cubicBezTo>
                  <a:cubicBezTo>
                    <a:pt x="34773" y="330010"/>
                    <a:pt x="49045" y="320378"/>
                    <a:pt x="52522" y="321681"/>
                  </a:cubicBezTo>
                  <a:cubicBezTo>
                    <a:pt x="58752" y="324071"/>
                    <a:pt x="62954" y="336165"/>
                    <a:pt x="75486" y="324071"/>
                  </a:cubicBezTo>
                  <a:cubicBezTo>
                    <a:pt x="88019" y="311978"/>
                    <a:pt x="102580" y="314512"/>
                    <a:pt x="102580" y="326461"/>
                  </a:cubicBezTo>
                  <a:cubicBezTo>
                    <a:pt x="102580" y="338410"/>
                    <a:pt x="106782" y="336020"/>
                    <a:pt x="117069" y="324071"/>
                  </a:cubicBezTo>
                  <a:cubicBezTo>
                    <a:pt x="127356" y="312122"/>
                    <a:pt x="137933" y="326461"/>
                    <a:pt x="137933" y="302346"/>
                  </a:cubicBezTo>
                  <a:cubicBezTo>
                    <a:pt x="137933" y="278230"/>
                    <a:pt x="150466" y="299956"/>
                    <a:pt x="150466" y="273741"/>
                  </a:cubicBezTo>
                  <a:cubicBezTo>
                    <a:pt x="150466" y="247525"/>
                    <a:pt x="152566" y="221165"/>
                    <a:pt x="152566" y="209216"/>
                  </a:cubicBezTo>
                  <a:cubicBezTo>
                    <a:pt x="152566" y="197267"/>
                    <a:pt x="181544" y="185318"/>
                    <a:pt x="181544" y="166200"/>
                  </a:cubicBezTo>
                  <a:cubicBezTo>
                    <a:pt x="181544" y="147081"/>
                    <a:pt x="206537" y="108917"/>
                    <a:pt x="206537" y="85019"/>
                  </a:cubicBezTo>
                  <a:cubicBezTo>
                    <a:pt x="206537" y="61121"/>
                    <a:pt x="212840" y="56052"/>
                    <a:pt x="219142" y="44392"/>
                  </a:cubicBezTo>
                  <a:cubicBezTo>
                    <a:pt x="224547" y="31907"/>
                    <a:pt x="226307" y="18148"/>
                    <a:pt x="224213" y="4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2" name="Freeform 89">
              <a:extLst>
                <a:ext uri="{FF2B5EF4-FFF2-40B4-BE49-F238E27FC236}">
                  <a16:creationId xmlns:a16="http://schemas.microsoft.com/office/drawing/2014/main" id="{3D258D78-DDC1-15ED-6075-D32F8A367C5A}"/>
                </a:ext>
              </a:extLst>
            </p:cNvPr>
            <p:cNvSpPr/>
            <p:nvPr/>
          </p:nvSpPr>
          <p:spPr>
            <a:xfrm>
              <a:off x="6452663" y="3509551"/>
              <a:ext cx="552399" cy="786844"/>
            </a:xfrm>
            <a:custGeom>
              <a:avLst/>
              <a:gdLst>
                <a:gd name="connsiteX0" fmla="*/ 436420 w 552402"/>
                <a:gd name="connsiteY0" fmla="*/ 14701 h 786839"/>
                <a:gd name="connsiteX1" fmla="*/ 414687 w 552402"/>
                <a:gd name="connsiteY1" fmla="*/ 42147 h 786839"/>
                <a:gd name="connsiteX2" fmla="*/ 394693 w 552402"/>
                <a:gd name="connsiteY2" fmla="*/ 60397 h 786839"/>
                <a:gd name="connsiteX3" fmla="*/ 376872 w 552402"/>
                <a:gd name="connsiteY3" fmla="*/ 48882 h 786839"/>
                <a:gd name="connsiteX4" fmla="*/ 332971 w 552402"/>
                <a:gd name="connsiteY4" fmla="*/ 48882 h 786839"/>
                <a:gd name="connsiteX5" fmla="*/ 316961 w 552402"/>
                <a:gd name="connsiteY5" fmla="*/ 42075 h 786839"/>
                <a:gd name="connsiteX6" fmla="*/ 304428 w 552402"/>
                <a:gd name="connsiteY6" fmla="*/ 51272 h 786839"/>
                <a:gd name="connsiteX7" fmla="*/ 98616 w 552402"/>
                <a:gd name="connsiteY7" fmla="*/ 51272 h 786839"/>
                <a:gd name="connsiteX8" fmla="*/ 98616 w 552402"/>
                <a:gd name="connsiteY8" fmla="*/ 132453 h 786839"/>
                <a:gd name="connsiteX9" fmla="*/ 67320 w 552402"/>
                <a:gd name="connsiteY9" fmla="*/ 132453 h 786839"/>
                <a:gd name="connsiteX10" fmla="*/ 67320 w 552402"/>
                <a:gd name="connsiteY10" fmla="*/ 258895 h 786839"/>
                <a:gd name="connsiteX11" fmla="*/ 63191 w 552402"/>
                <a:gd name="connsiteY11" fmla="*/ 299377 h 786839"/>
                <a:gd name="connsiteX12" fmla="*/ 34213 w 552402"/>
                <a:gd name="connsiteY12" fmla="*/ 321102 h 786839"/>
                <a:gd name="connsiteX13" fmla="*/ 21753 w 552402"/>
                <a:gd name="connsiteY13" fmla="*/ 344928 h 786839"/>
                <a:gd name="connsiteX14" fmla="*/ 7264 w 552402"/>
                <a:gd name="connsiteY14" fmla="*/ 373461 h 786839"/>
                <a:gd name="connsiteX15" fmla="*/ 5163 w 552402"/>
                <a:gd name="connsiteY15" fmla="*/ 402428 h 786839"/>
                <a:gd name="connsiteX16" fmla="*/ 9365 w 552402"/>
                <a:gd name="connsiteY16" fmla="*/ 424153 h 786839"/>
                <a:gd name="connsiteX17" fmla="*/ 15595 w 552402"/>
                <a:gd name="connsiteY17" fmla="*/ 452686 h 786839"/>
                <a:gd name="connsiteX18" fmla="*/ 32330 w 552402"/>
                <a:gd name="connsiteY18" fmla="*/ 476511 h 786839"/>
                <a:gd name="connsiteX19" fmla="*/ 28128 w 552402"/>
                <a:gd name="connsiteY19" fmla="*/ 493240 h 786839"/>
                <a:gd name="connsiteX20" fmla="*/ 53121 w 552402"/>
                <a:gd name="connsiteY20" fmla="*/ 531332 h 786839"/>
                <a:gd name="connsiteX21" fmla="*/ 55222 w 552402"/>
                <a:gd name="connsiteY21" fmla="*/ 564717 h 786839"/>
                <a:gd name="connsiteX22" fmla="*/ 51020 w 552402"/>
                <a:gd name="connsiteY22" fmla="*/ 579200 h 786839"/>
                <a:gd name="connsiteX23" fmla="*/ 65509 w 552402"/>
                <a:gd name="connsiteY23" fmla="*/ 581590 h 786839"/>
                <a:gd name="connsiteX24" fmla="*/ 69710 w 552402"/>
                <a:gd name="connsiteY24" fmla="*/ 593539 h 786839"/>
                <a:gd name="connsiteX25" fmla="*/ 96805 w 552402"/>
                <a:gd name="connsiteY25" fmla="*/ 608023 h 786839"/>
                <a:gd name="connsiteX26" fmla="*/ 111293 w 552402"/>
                <a:gd name="connsiteY26" fmla="*/ 631849 h 786839"/>
                <a:gd name="connsiteX27" fmla="*/ 132157 w 552402"/>
                <a:gd name="connsiteY27" fmla="*/ 653574 h 786839"/>
                <a:gd name="connsiteX28" fmla="*/ 144617 w 552402"/>
                <a:gd name="connsiteY28" fmla="*/ 679789 h 786839"/>
                <a:gd name="connsiteX29" fmla="*/ 167509 w 552402"/>
                <a:gd name="connsiteY29" fmla="*/ 698835 h 786839"/>
                <a:gd name="connsiteX30" fmla="*/ 175333 w 552402"/>
                <a:gd name="connsiteY30" fmla="*/ 721068 h 786839"/>
                <a:gd name="connsiteX31" fmla="*/ 184099 w 552402"/>
                <a:gd name="connsiteY31" fmla="*/ 731206 h 786839"/>
                <a:gd name="connsiteX32" fmla="*/ 198588 w 552402"/>
                <a:gd name="connsiteY32" fmla="*/ 750325 h 786839"/>
                <a:gd name="connsiteX33" fmla="*/ 219452 w 552402"/>
                <a:gd name="connsiteY33" fmla="*/ 750325 h 786839"/>
                <a:gd name="connsiteX34" fmla="*/ 238214 w 552402"/>
                <a:gd name="connsiteY34" fmla="*/ 752714 h 786839"/>
                <a:gd name="connsiteX35" fmla="*/ 254949 w 552402"/>
                <a:gd name="connsiteY35" fmla="*/ 747935 h 786839"/>
                <a:gd name="connsiteX36" fmla="*/ 293924 w 552402"/>
                <a:gd name="connsiteY36" fmla="*/ 785592 h 786839"/>
                <a:gd name="connsiteX37" fmla="*/ 318917 w 552402"/>
                <a:gd name="connsiteY37" fmla="*/ 777192 h 786839"/>
                <a:gd name="connsiteX38" fmla="*/ 339925 w 552402"/>
                <a:gd name="connsiteY38" fmla="*/ 785737 h 786839"/>
                <a:gd name="connsiteX39" fmla="*/ 364629 w 552402"/>
                <a:gd name="connsiteY39" fmla="*/ 776323 h 786839"/>
                <a:gd name="connsiteX40" fmla="*/ 385565 w 552402"/>
                <a:gd name="connsiteY40" fmla="*/ 774657 h 786839"/>
                <a:gd name="connsiteX41" fmla="*/ 397011 w 552402"/>
                <a:gd name="connsiteY41" fmla="*/ 762129 h 786839"/>
                <a:gd name="connsiteX42" fmla="*/ 401285 w 552402"/>
                <a:gd name="connsiteY42" fmla="*/ 755828 h 786839"/>
                <a:gd name="connsiteX43" fmla="*/ 428234 w 552402"/>
                <a:gd name="connsiteY43" fmla="*/ 735189 h 786839"/>
                <a:gd name="connsiteX44" fmla="*/ 448518 w 552402"/>
                <a:gd name="connsiteY44" fmla="*/ 737796 h 786839"/>
                <a:gd name="connsiteX45" fmla="*/ 456922 w 552402"/>
                <a:gd name="connsiteY45" fmla="*/ 743662 h 786839"/>
                <a:gd name="connsiteX46" fmla="*/ 457501 w 552402"/>
                <a:gd name="connsiteY46" fmla="*/ 709698 h 786839"/>
                <a:gd name="connsiteX47" fmla="*/ 426133 w 552402"/>
                <a:gd name="connsiteY47" fmla="*/ 680731 h 786839"/>
                <a:gd name="connsiteX48" fmla="*/ 397156 w 552402"/>
                <a:gd name="connsiteY48" fmla="*/ 637714 h 786839"/>
                <a:gd name="connsiteX49" fmla="*/ 365860 w 552402"/>
                <a:gd name="connsiteY49" fmla="*/ 618668 h 786839"/>
                <a:gd name="connsiteX50" fmla="*/ 372091 w 552402"/>
                <a:gd name="connsiteY50" fmla="*/ 596943 h 786839"/>
                <a:gd name="connsiteX51" fmla="*/ 399257 w 552402"/>
                <a:gd name="connsiteY51" fmla="*/ 589701 h 786839"/>
                <a:gd name="connsiteX52" fmla="*/ 403386 w 552402"/>
                <a:gd name="connsiteY52" fmla="*/ 546685 h 786839"/>
                <a:gd name="connsiteX53" fmla="*/ 413818 w 552402"/>
                <a:gd name="connsiteY53" fmla="*/ 510910 h 786839"/>
                <a:gd name="connsiteX54" fmla="*/ 428306 w 552402"/>
                <a:gd name="connsiteY54" fmla="*/ 494181 h 786839"/>
                <a:gd name="connsiteX55" fmla="*/ 438738 w 552402"/>
                <a:gd name="connsiteY55" fmla="*/ 455945 h 786839"/>
                <a:gd name="connsiteX56" fmla="*/ 459675 w 552402"/>
                <a:gd name="connsiteY56" fmla="*/ 426978 h 786839"/>
                <a:gd name="connsiteX57" fmla="*/ 474163 w 552402"/>
                <a:gd name="connsiteY57" fmla="*/ 407859 h 786839"/>
                <a:gd name="connsiteX58" fmla="*/ 486768 w 552402"/>
                <a:gd name="connsiteY58" fmla="*/ 362525 h 786839"/>
                <a:gd name="connsiteX59" fmla="*/ 488797 w 552402"/>
                <a:gd name="connsiteY59" fmla="*/ 309950 h 786839"/>
                <a:gd name="connsiteX60" fmla="*/ 501330 w 552402"/>
                <a:gd name="connsiteY60" fmla="*/ 271786 h 786839"/>
                <a:gd name="connsiteX61" fmla="*/ 520165 w 552402"/>
                <a:gd name="connsiteY61" fmla="*/ 250060 h 786839"/>
                <a:gd name="connsiteX62" fmla="*/ 552402 w 552402"/>
                <a:gd name="connsiteY62" fmla="*/ 215662 h 786839"/>
                <a:gd name="connsiteX63" fmla="*/ 531394 w 552402"/>
                <a:gd name="connsiteY63" fmla="*/ 193501 h 786839"/>
                <a:gd name="connsiteX64" fmla="*/ 511400 w 552402"/>
                <a:gd name="connsiteY64" fmla="*/ 132960 h 786839"/>
                <a:gd name="connsiteX65" fmla="*/ 504155 w 552402"/>
                <a:gd name="connsiteY65" fmla="*/ 69015 h 786839"/>
                <a:gd name="connsiteX66" fmla="*/ 474743 w 552402"/>
                <a:gd name="connsiteY66" fmla="*/ 28967 h 786839"/>
                <a:gd name="connsiteX67" fmla="*/ 455835 w 552402"/>
                <a:gd name="connsiteY67" fmla="*/ 0 h 786839"/>
                <a:gd name="connsiteX68" fmla="*/ 454749 w 552402"/>
                <a:gd name="connsiteY68" fmla="*/ 1593 h 786839"/>
                <a:gd name="connsiteX69" fmla="*/ 436420 w 552402"/>
                <a:gd name="connsiteY69" fmla="*/ 14701 h 786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552402" h="786839">
                  <a:moveTo>
                    <a:pt x="436420" y="14701"/>
                  </a:moveTo>
                  <a:cubicBezTo>
                    <a:pt x="426495" y="14701"/>
                    <a:pt x="430480" y="42147"/>
                    <a:pt x="414687" y="42147"/>
                  </a:cubicBezTo>
                  <a:cubicBezTo>
                    <a:pt x="398894" y="42147"/>
                    <a:pt x="404690" y="60397"/>
                    <a:pt x="394693" y="60397"/>
                  </a:cubicBezTo>
                  <a:cubicBezTo>
                    <a:pt x="384696" y="60397"/>
                    <a:pt x="376872" y="48882"/>
                    <a:pt x="376872" y="48882"/>
                  </a:cubicBezTo>
                  <a:lnTo>
                    <a:pt x="332971" y="48882"/>
                  </a:lnTo>
                  <a:cubicBezTo>
                    <a:pt x="332971" y="48882"/>
                    <a:pt x="322973" y="37513"/>
                    <a:pt x="316961" y="42075"/>
                  </a:cubicBezTo>
                  <a:lnTo>
                    <a:pt x="304428" y="51272"/>
                  </a:lnTo>
                  <a:lnTo>
                    <a:pt x="98616" y="51272"/>
                  </a:lnTo>
                  <a:lnTo>
                    <a:pt x="98616" y="132453"/>
                  </a:lnTo>
                  <a:lnTo>
                    <a:pt x="67320" y="132453"/>
                  </a:lnTo>
                  <a:lnTo>
                    <a:pt x="67320" y="258895"/>
                  </a:lnTo>
                  <a:cubicBezTo>
                    <a:pt x="67320" y="258895"/>
                    <a:pt x="69421" y="297059"/>
                    <a:pt x="63191" y="299377"/>
                  </a:cubicBezTo>
                  <a:cubicBezTo>
                    <a:pt x="56961" y="301694"/>
                    <a:pt x="34213" y="308936"/>
                    <a:pt x="34213" y="321102"/>
                  </a:cubicBezTo>
                  <a:cubicBezTo>
                    <a:pt x="34213" y="333269"/>
                    <a:pt x="32185" y="342828"/>
                    <a:pt x="21753" y="344928"/>
                  </a:cubicBezTo>
                  <a:cubicBezTo>
                    <a:pt x="11321" y="347028"/>
                    <a:pt x="21753" y="373461"/>
                    <a:pt x="7264" y="373461"/>
                  </a:cubicBezTo>
                  <a:cubicBezTo>
                    <a:pt x="-7225" y="373461"/>
                    <a:pt x="13566" y="392579"/>
                    <a:pt x="5163" y="402428"/>
                  </a:cubicBezTo>
                  <a:cubicBezTo>
                    <a:pt x="-3240" y="412277"/>
                    <a:pt x="-1067" y="424153"/>
                    <a:pt x="9365" y="424153"/>
                  </a:cubicBezTo>
                  <a:cubicBezTo>
                    <a:pt x="19797" y="424153"/>
                    <a:pt x="15595" y="438637"/>
                    <a:pt x="15595" y="452686"/>
                  </a:cubicBezTo>
                  <a:cubicBezTo>
                    <a:pt x="15595" y="466735"/>
                    <a:pt x="32330" y="476511"/>
                    <a:pt x="32330" y="476511"/>
                  </a:cubicBezTo>
                  <a:lnTo>
                    <a:pt x="28128" y="493240"/>
                  </a:lnTo>
                  <a:cubicBezTo>
                    <a:pt x="28128" y="493240"/>
                    <a:pt x="51020" y="524163"/>
                    <a:pt x="53121" y="531332"/>
                  </a:cubicBezTo>
                  <a:cubicBezTo>
                    <a:pt x="55222" y="538501"/>
                    <a:pt x="67610" y="557547"/>
                    <a:pt x="55222" y="564717"/>
                  </a:cubicBezTo>
                  <a:cubicBezTo>
                    <a:pt x="42834" y="571886"/>
                    <a:pt x="51020" y="579200"/>
                    <a:pt x="51020" y="579200"/>
                  </a:cubicBezTo>
                  <a:lnTo>
                    <a:pt x="65509" y="581590"/>
                  </a:lnTo>
                  <a:lnTo>
                    <a:pt x="69710" y="593539"/>
                  </a:lnTo>
                  <a:cubicBezTo>
                    <a:pt x="80446" y="594111"/>
                    <a:pt x="90372" y="599412"/>
                    <a:pt x="96805" y="608023"/>
                  </a:cubicBezTo>
                  <a:cubicBezTo>
                    <a:pt x="107236" y="622507"/>
                    <a:pt x="111293" y="624679"/>
                    <a:pt x="111293" y="631849"/>
                  </a:cubicBezTo>
                  <a:cubicBezTo>
                    <a:pt x="111293" y="639018"/>
                    <a:pt x="119624" y="641335"/>
                    <a:pt x="132157" y="653574"/>
                  </a:cubicBezTo>
                  <a:cubicBezTo>
                    <a:pt x="144690" y="665813"/>
                    <a:pt x="144617" y="672620"/>
                    <a:pt x="144617" y="679789"/>
                  </a:cubicBezTo>
                  <a:cubicBezTo>
                    <a:pt x="144617" y="686959"/>
                    <a:pt x="167509" y="698835"/>
                    <a:pt x="167509" y="698835"/>
                  </a:cubicBezTo>
                  <a:lnTo>
                    <a:pt x="175333" y="721068"/>
                  </a:lnTo>
                  <a:cubicBezTo>
                    <a:pt x="179390" y="723269"/>
                    <a:pt x="182505" y="726876"/>
                    <a:pt x="184099" y="731206"/>
                  </a:cubicBezTo>
                  <a:cubicBezTo>
                    <a:pt x="187040" y="738810"/>
                    <a:pt x="192061" y="745436"/>
                    <a:pt x="198588" y="750325"/>
                  </a:cubicBezTo>
                  <a:cubicBezTo>
                    <a:pt x="198588" y="750325"/>
                    <a:pt x="211120" y="759884"/>
                    <a:pt x="219452" y="750325"/>
                  </a:cubicBezTo>
                  <a:cubicBezTo>
                    <a:pt x="227782" y="740765"/>
                    <a:pt x="238214" y="752714"/>
                    <a:pt x="238214" y="752714"/>
                  </a:cubicBezTo>
                  <a:cubicBezTo>
                    <a:pt x="238214" y="752714"/>
                    <a:pt x="248719" y="743155"/>
                    <a:pt x="254949" y="747935"/>
                  </a:cubicBezTo>
                  <a:cubicBezTo>
                    <a:pt x="259223" y="751193"/>
                    <a:pt x="277841" y="768719"/>
                    <a:pt x="293924" y="785592"/>
                  </a:cubicBezTo>
                  <a:cubicBezTo>
                    <a:pt x="301972" y="782022"/>
                    <a:pt x="310339" y="779212"/>
                    <a:pt x="318917" y="777192"/>
                  </a:cubicBezTo>
                  <a:cubicBezTo>
                    <a:pt x="326161" y="776323"/>
                    <a:pt x="336883" y="790879"/>
                    <a:pt x="339925" y="785737"/>
                  </a:cubicBezTo>
                  <a:cubicBezTo>
                    <a:pt x="342968" y="780595"/>
                    <a:pt x="358616" y="772919"/>
                    <a:pt x="364629" y="776323"/>
                  </a:cubicBezTo>
                  <a:cubicBezTo>
                    <a:pt x="370642" y="779726"/>
                    <a:pt x="384840" y="780595"/>
                    <a:pt x="385565" y="774657"/>
                  </a:cubicBezTo>
                  <a:cubicBezTo>
                    <a:pt x="386072" y="770529"/>
                    <a:pt x="392447" y="766474"/>
                    <a:pt x="397011" y="762129"/>
                  </a:cubicBezTo>
                  <a:cubicBezTo>
                    <a:pt x="399018" y="760485"/>
                    <a:pt x="400503" y="758298"/>
                    <a:pt x="401285" y="755828"/>
                  </a:cubicBezTo>
                  <a:cubicBezTo>
                    <a:pt x="402807" y="748949"/>
                    <a:pt x="420772" y="736927"/>
                    <a:pt x="428234" y="735189"/>
                  </a:cubicBezTo>
                  <a:cubicBezTo>
                    <a:pt x="435696" y="733451"/>
                    <a:pt x="444751" y="732654"/>
                    <a:pt x="448518" y="737796"/>
                  </a:cubicBezTo>
                  <a:cubicBezTo>
                    <a:pt x="450837" y="740360"/>
                    <a:pt x="453713" y="742366"/>
                    <a:pt x="456922" y="743662"/>
                  </a:cubicBezTo>
                  <a:cubicBezTo>
                    <a:pt x="459458" y="721937"/>
                    <a:pt x="463731" y="709698"/>
                    <a:pt x="457501" y="709698"/>
                  </a:cubicBezTo>
                  <a:cubicBezTo>
                    <a:pt x="449170" y="709698"/>
                    <a:pt x="432436" y="700139"/>
                    <a:pt x="426133" y="680731"/>
                  </a:cubicBezTo>
                  <a:cubicBezTo>
                    <a:pt x="419831" y="661323"/>
                    <a:pt x="401068" y="649736"/>
                    <a:pt x="397156" y="637714"/>
                  </a:cubicBezTo>
                  <a:cubicBezTo>
                    <a:pt x="393244" y="625693"/>
                    <a:pt x="369989" y="628228"/>
                    <a:pt x="365860" y="618668"/>
                  </a:cubicBezTo>
                  <a:cubicBezTo>
                    <a:pt x="361731" y="609109"/>
                    <a:pt x="372091" y="609109"/>
                    <a:pt x="372091" y="596943"/>
                  </a:cubicBezTo>
                  <a:cubicBezTo>
                    <a:pt x="372091" y="584777"/>
                    <a:pt x="397156" y="592163"/>
                    <a:pt x="399257" y="589701"/>
                  </a:cubicBezTo>
                  <a:cubicBezTo>
                    <a:pt x="401358" y="587239"/>
                    <a:pt x="403386" y="561096"/>
                    <a:pt x="403386" y="546685"/>
                  </a:cubicBezTo>
                  <a:cubicBezTo>
                    <a:pt x="403386" y="532274"/>
                    <a:pt x="420120" y="517717"/>
                    <a:pt x="413818" y="510910"/>
                  </a:cubicBezTo>
                  <a:cubicBezTo>
                    <a:pt x="407515" y="504103"/>
                    <a:pt x="420120" y="501351"/>
                    <a:pt x="428306" y="494181"/>
                  </a:cubicBezTo>
                  <a:cubicBezTo>
                    <a:pt x="436493" y="487012"/>
                    <a:pt x="430408" y="465214"/>
                    <a:pt x="438738" y="455945"/>
                  </a:cubicBezTo>
                  <a:cubicBezTo>
                    <a:pt x="447070" y="446675"/>
                    <a:pt x="453227" y="426978"/>
                    <a:pt x="459675" y="426978"/>
                  </a:cubicBezTo>
                  <a:cubicBezTo>
                    <a:pt x="466122" y="426978"/>
                    <a:pt x="474163" y="417418"/>
                    <a:pt x="474163" y="407859"/>
                  </a:cubicBezTo>
                  <a:cubicBezTo>
                    <a:pt x="474163" y="398300"/>
                    <a:pt x="488652" y="378892"/>
                    <a:pt x="486768" y="362525"/>
                  </a:cubicBezTo>
                  <a:cubicBezTo>
                    <a:pt x="484885" y="346159"/>
                    <a:pt x="478365" y="324289"/>
                    <a:pt x="488797" y="309950"/>
                  </a:cubicBezTo>
                  <a:cubicBezTo>
                    <a:pt x="499229" y="295611"/>
                    <a:pt x="503286" y="283734"/>
                    <a:pt x="501330" y="271786"/>
                  </a:cubicBezTo>
                  <a:cubicBezTo>
                    <a:pt x="499374" y="259836"/>
                    <a:pt x="513862" y="257302"/>
                    <a:pt x="520165" y="250060"/>
                  </a:cubicBezTo>
                  <a:cubicBezTo>
                    <a:pt x="524584" y="244918"/>
                    <a:pt x="540522" y="237387"/>
                    <a:pt x="552402" y="215662"/>
                  </a:cubicBezTo>
                  <a:cubicBezTo>
                    <a:pt x="546846" y="207029"/>
                    <a:pt x="539725" y="199512"/>
                    <a:pt x="531394" y="193501"/>
                  </a:cubicBezTo>
                  <a:cubicBezTo>
                    <a:pt x="519441" y="187273"/>
                    <a:pt x="511400" y="163230"/>
                    <a:pt x="511400" y="132960"/>
                  </a:cubicBezTo>
                  <a:cubicBezTo>
                    <a:pt x="510777" y="111480"/>
                    <a:pt x="508357" y="90088"/>
                    <a:pt x="504155" y="69015"/>
                  </a:cubicBezTo>
                  <a:cubicBezTo>
                    <a:pt x="503141" y="59238"/>
                    <a:pt x="490174" y="38671"/>
                    <a:pt x="474743" y="28967"/>
                  </a:cubicBezTo>
                  <a:cubicBezTo>
                    <a:pt x="464376" y="22667"/>
                    <a:pt x="457429" y="12021"/>
                    <a:pt x="455835" y="0"/>
                  </a:cubicBezTo>
                  <a:cubicBezTo>
                    <a:pt x="455473" y="507"/>
                    <a:pt x="455038" y="1086"/>
                    <a:pt x="454749" y="1593"/>
                  </a:cubicBezTo>
                  <a:cubicBezTo>
                    <a:pt x="444462" y="17018"/>
                    <a:pt x="446417" y="14701"/>
                    <a:pt x="436420" y="14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3" name="Freeform 90">
              <a:extLst>
                <a:ext uri="{FF2B5EF4-FFF2-40B4-BE49-F238E27FC236}">
                  <a16:creationId xmlns:a16="http://schemas.microsoft.com/office/drawing/2014/main" id="{2F324B06-9B96-EC71-C910-2BA2F39B5D91}"/>
                </a:ext>
              </a:extLst>
            </p:cNvPr>
            <p:cNvSpPr/>
            <p:nvPr/>
          </p:nvSpPr>
          <p:spPr>
            <a:xfrm>
              <a:off x="7113944" y="3937111"/>
              <a:ext cx="58669" cy="73143"/>
            </a:xfrm>
            <a:custGeom>
              <a:avLst/>
              <a:gdLst>
                <a:gd name="connsiteX0" fmla="*/ 20575 w 58668"/>
                <a:gd name="connsiteY0" fmla="*/ 8618 h 73142"/>
                <a:gd name="connsiteX1" fmla="*/ 4131 w 58668"/>
                <a:gd name="connsiteY1" fmla="*/ 35558 h 73142"/>
                <a:gd name="connsiteX2" fmla="*/ 3044 w 58668"/>
                <a:gd name="connsiteY2" fmla="*/ 68001 h 73142"/>
                <a:gd name="connsiteX3" fmla="*/ 22024 w 58668"/>
                <a:gd name="connsiteY3" fmla="*/ 66842 h 73142"/>
                <a:gd name="connsiteX4" fmla="*/ 37962 w 58668"/>
                <a:gd name="connsiteY4" fmla="*/ 73143 h 73142"/>
                <a:gd name="connsiteX5" fmla="*/ 51943 w 58668"/>
                <a:gd name="connsiteY5" fmla="*/ 54024 h 73142"/>
                <a:gd name="connsiteX6" fmla="*/ 33832 w 58668"/>
                <a:gd name="connsiteY6" fmla="*/ 45261 h 73142"/>
                <a:gd name="connsiteX7" fmla="*/ 53320 w 58668"/>
                <a:gd name="connsiteY7" fmla="*/ 27519 h 73142"/>
                <a:gd name="connsiteX8" fmla="*/ 50350 w 58668"/>
                <a:gd name="connsiteY8" fmla="*/ 4707 h 73142"/>
                <a:gd name="connsiteX9" fmla="*/ 45858 w 58668"/>
                <a:gd name="connsiteY9" fmla="*/ 0 h 73142"/>
                <a:gd name="connsiteX10" fmla="*/ 36658 w 58668"/>
                <a:gd name="connsiteY10" fmla="*/ 7242 h 73142"/>
                <a:gd name="connsiteX11" fmla="*/ 20575 w 58668"/>
                <a:gd name="connsiteY11" fmla="*/ 8618 h 73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8668" h="73142">
                  <a:moveTo>
                    <a:pt x="20575" y="8618"/>
                  </a:moveTo>
                  <a:cubicBezTo>
                    <a:pt x="15685" y="17945"/>
                    <a:pt x="10194" y="26947"/>
                    <a:pt x="4131" y="35558"/>
                  </a:cubicBezTo>
                  <a:cubicBezTo>
                    <a:pt x="-3114" y="45117"/>
                    <a:pt x="943" y="63221"/>
                    <a:pt x="3044" y="68001"/>
                  </a:cubicBezTo>
                  <a:cubicBezTo>
                    <a:pt x="5144" y="72781"/>
                    <a:pt x="15721" y="71622"/>
                    <a:pt x="22024" y="66842"/>
                  </a:cubicBezTo>
                  <a:cubicBezTo>
                    <a:pt x="26950" y="63076"/>
                    <a:pt x="30645" y="65249"/>
                    <a:pt x="37962" y="73143"/>
                  </a:cubicBezTo>
                  <a:cubicBezTo>
                    <a:pt x="42149" y="66437"/>
                    <a:pt x="46822" y="60049"/>
                    <a:pt x="51943" y="54024"/>
                  </a:cubicBezTo>
                  <a:cubicBezTo>
                    <a:pt x="43540" y="48520"/>
                    <a:pt x="35861" y="47579"/>
                    <a:pt x="33832" y="45261"/>
                  </a:cubicBezTo>
                  <a:cubicBezTo>
                    <a:pt x="30355" y="41278"/>
                    <a:pt x="43830" y="29836"/>
                    <a:pt x="53320" y="27519"/>
                  </a:cubicBezTo>
                  <a:cubicBezTo>
                    <a:pt x="62810" y="25202"/>
                    <a:pt x="58318" y="13036"/>
                    <a:pt x="50350" y="4707"/>
                  </a:cubicBezTo>
                  <a:cubicBezTo>
                    <a:pt x="48973" y="3404"/>
                    <a:pt x="47452" y="1738"/>
                    <a:pt x="45858" y="0"/>
                  </a:cubicBezTo>
                  <a:cubicBezTo>
                    <a:pt x="42468" y="1977"/>
                    <a:pt x="39374" y="4410"/>
                    <a:pt x="36658" y="7242"/>
                  </a:cubicBezTo>
                  <a:cubicBezTo>
                    <a:pt x="34339" y="11080"/>
                    <a:pt x="28689" y="9704"/>
                    <a:pt x="20575" y="86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4" name="Freeform 91">
              <a:extLst>
                <a:ext uri="{FF2B5EF4-FFF2-40B4-BE49-F238E27FC236}">
                  <a16:creationId xmlns:a16="http://schemas.microsoft.com/office/drawing/2014/main" id="{B974CA9F-10ED-E86E-EB0C-9047A03DB87F}"/>
                </a:ext>
              </a:extLst>
            </p:cNvPr>
            <p:cNvSpPr/>
            <p:nvPr/>
          </p:nvSpPr>
          <p:spPr>
            <a:xfrm>
              <a:off x="6935495" y="3725070"/>
              <a:ext cx="224090" cy="222189"/>
            </a:xfrm>
            <a:custGeom>
              <a:avLst/>
              <a:gdLst>
                <a:gd name="connsiteX0" fmla="*/ 37259 w 224091"/>
                <a:gd name="connsiteY0" fmla="*/ 33964 h 222187"/>
                <a:gd name="connsiteX1" fmla="*/ 18423 w 224091"/>
                <a:gd name="connsiteY1" fmla="*/ 55690 h 222187"/>
                <a:gd name="connsiteX2" fmla="*/ 5891 w 224091"/>
                <a:gd name="connsiteY2" fmla="*/ 93854 h 222187"/>
                <a:gd name="connsiteX3" fmla="*/ 3790 w 224091"/>
                <a:gd name="connsiteY3" fmla="*/ 146140 h 222187"/>
                <a:gd name="connsiteX4" fmla="*/ 32043 w 224091"/>
                <a:gd name="connsiteY4" fmla="*/ 147805 h 222187"/>
                <a:gd name="connsiteX5" fmla="*/ 42547 w 224091"/>
                <a:gd name="connsiteY5" fmla="*/ 135784 h 222187"/>
                <a:gd name="connsiteX6" fmla="*/ 58340 w 224091"/>
                <a:gd name="connsiteY6" fmla="*/ 130932 h 222187"/>
                <a:gd name="connsiteX7" fmla="*/ 79421 w 224091"/>
                <a:gd name="connsiteY7" fmla="*/ 140563 h 222187"/>
                <a:gd name="connsiteX8" fmla="*/ 93910 w 224091"/>
                <a:gd name="connsiteY8" fmla="*/ 140563 h 222187"/>
                <a:gd name="connsiteX9" fmla="*/ 127596 w 224091"/>
                <a:gd name="connsiteY9" fmla="*/ 140563 h 222187"/>
                <a:gd name="connsiteX10" fmla="*/ 199243 w 224091"/>
                <a:gd name="connsiteY10" fmla="*/ 220223 h 222187"/>
                <a:gd name="connsiteX11" fmla="*/ 198808 w 224091"/>
                <a:gd name="connsiteY11" fmla="*/ 221020 h 222187"/>
                <a:gd name="connsiteX12" fmla="*/ 214891 w 224091"/>
                <a:gd name="connsiteY12" fmla="*/ 219716 h 222187"/>
                <a:gd name="connsiteX13" fmla="*/ 224091 w 224091"/>
                <a:gd name="connsiteY13" fmla="*/ 212475 h 222187"/>
                <a:gd name="connsiteX14" fmla="*/ 187869 w 224091"/>
                <a:gd name="connsiteY14" fmla="*/ 166344 h 222187"/>
                <a:gd name="connsiteX15" fmla="*/ 134478 w 224091"/>
                <a:gd name="connsiteY15" fmla="*/ 124052 h 222187"/>
                <a:gd name="connsiteX16" fmla="*/ 112745 w 224091"/>
                <a:gd name="connsiteY16" fmla="*/ 99502 h 222187"/>
                <a:gd name="connsiteX17" fmla="*/ 87752 w 224091"/>
                <a:gd name="connsiteY17" fmla="*/ 42944 h 222187"/>
                <a:gd name="connsiteX18" fmla="*/ 68844 w 224091"/>
                <a:gd name="connsiteY18" fmla="*/ 0 h 222187"/>
                <a:gd name="connsiteX19" fmla="*/ 37259 w 224091"/>
                <a:gd name="connsiteY19" fmla="*/ 33964 h 222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091" h="222187">
                  <a:moveTo>
                    <a:pt x="37259" y="33964"/>
                  </a:moveTo>
                  <a:cubicBezTo>
                    <a:pt x="30956" y="41206"/>
                    <a:pt x="16323" y="43523"/>
                    <a:pt x="18423" y="55690"/>
                  </a:cubicBezTo>
                  <a:cubicBezTo>
                    <a:pt x="20525" y="67856"/>
                    <a:pt x="16323" y="79515"/>
                    <a:pt x="5891" y="93854"/>
                  </a:cubicBezTo>
                  <a:cubicBezTo>
                    <a:pt x="-4541" y="108193"/>
                    <a:pt x="1616" y="129411"/>
                    <a:pt x="3790" y="146140"/>
                  </a:cubicBezTo>
                  <a:cubicBezTo>
                    <a:pt x="16395" y="145126"/>
                    <a:pt x="29435" y="144836"/>
                    <a:pt x="32043" y="147805"/>
                  </a:cubicBezTo>
                  <a:cubicBezTo>
                    <a:pt x="37332" y="153816"/>
                    <a:pt x="39287" y="147805"/>
                    <a:pt x="42547" y="135784"/>
                  </a:cubicBezTo>
                  <a:cubicBezTo>
                    <a:pt x="45807" y="123762"/>
                    <a:pt x="52037" y="124921"/>
                    <a:pt x="58340" y="130932"/>
                  </a:cubicBezTo>
                  <a:cubicBezTo>
                    <a:pt x="64643" y="136943"/>
                    <a:pt x="68844" y="146647"/>
                    <a:pt x="79421" y="140563"/>
                  </a:cubicBezTo>
                  <a:cubicBezTo>
                    <a:pt x="89998" y="134481"/>
                    <a:pt x="88911" y="138174"/>
                    <a:pt x="93910" y="140563"/>
                  </a:cubicBezTo>
                  <a:cubicBezTo>
                    <a:pt x="98909" y="142953"/>
                    <a:pt x="120207" y="139405"/>
                    <a:pt x="127596" y="140563"/>
                  </a:cubicBezTo>
                  <a:cubicBezTo>
                    <a:pt x="134985" y="141722"/>
                    <a:pt x="199243" y="220223"/>
                    <a:pt x="199243" y="220223"/>
                  </a:cubicBezTo>
                  <a:cubicBezTo>
                    <a:pt x="199069" y="220470"/>
                    <a:pt x="198924" y="220738"/>
                    <a:pt x="198808" y="221020"/>
                  </a:cubicBezTo>
                  <a:cubicBezTo>
                    <a:pt x="206922" y="222106"/>
                    <a:pt x="212428" y="223482"/>
                    <a:pt x="214891" y="219716"/>
                  </a:cubicBezTo>
                  <a:cubicBezTo>
                    <a:pt x="217607" y="216885"/>
                    <a:pt x="220701" y="214452"/>
                    <a:pt x="224091" y="212475"/>
                  </a:cubicBezTo>
                  <a:cubicBezTo>
                    <a:pt x="210964" y="197955"/>
                    <a:pt x="198859" y="182537"/>
                    <a:pt x="187869" y="166344"/>
                  </a:cubicBezTo>
                  <a:cubicBezTo>
                    <a:pt x="168889" y="138898"/>
                    <a:pt x="146432" y="124052"/>
                    <a:pt x="134478" y="124052"/>
                  </a:cubicBezTo>
                  <a:cubicBezTo>
                    <a:pt x="122525" y="124052"/>
                    <a:pt x="120497" y="100661"/>
                    <a:pt x="112745" y="99502"/>
                  </a:cubicBezTo>
                  <a:cubicBezTo>
                    <a:pt x="104994" y="98344"/>
                    <a:pt x="88259" y="64669"/>
                    <a:pt x="87752" y="42944"/>
                  </a:cubicBezTo>
                  <a:cubicBezTo>
                    <a:pt x="87752" y="30705"/>
                    <a:pt x="78624" y="13977"/>
                    <a:pt x="68844" y="0"/>
                  </a:cubicBezTo>
                  <a:cubicBezTo>
                    <a:pt x="57616" y="21653"/>
                    <a:pt x="41678" y="28895"/>
                    <a:pt x="37259" y="339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5" name="Freeform 92">
              <a:extLst>
                <a:ext uri="{FF2B5EF4-FFF2-40B4-BE49-F238E27FC236}">
                  <a16:creationId xmlns:a16="http://schemas.microsoft.com/office/drawing/2014/main" id="{7662CC1C-39E1-ED4C-A44F-CE196A01B7B4}"/>
                </a:ext>
              </a:extLst>
            </p:cNvPr>
            <p:cNvSpPr/>
            <p:nvPr/>
          </p:nvSpPr>
          <p:spPr>
            <a:xfrm>
              <a:off x="6817162" y="3851324"/>
              <a:ext cx="501260" cy="447330"/>
            </a:xfrm>
            <a:custGeom>
              <a:avLst/>
              <a:gdLst>
                <a:gd name="connsiteX0" fmla="*/ 32366 w 501262"/>
                <a:gd name="connsiteY0" fmla="*/ 294569 h 447327"/>
                <a:gd name="connsiteX1" fmla="*/ 61343 w 501262"/>
                <a:gd name="connsiteY1" fmla="*/ 337585 h 447327"/>
                <a:gd name="connsiteX2" fmla="*/ 92711 w 501262"/>
                <a:gd name="connsiteY2" fmla="*/ 366553 h 447327"/>
                <a:gd name="connsiteX3" fmla="*/ 92132 w 501262"/>
                <a:gd name="connsiteY3" fmla="*/ 400517 h 447327"/>
                <a:gd name="connsiteX4" fmla="*/ 103215 w 501262"/>
                <a:gd name="connsiteY4" fmla="*/ 405803 h 447327"/>
                <a:gd name="connsiteX5" fmla="*/ 137626 w 501262"/>
                <a:gd name="connsiteY5" fmla="*/ 413480 h 447327"/>
                <a:gd name="connsiteX6" fmla="*/ 176601 w 501262"/>
                <a:gd name="connsiteY6" fmla="*/ 439188 h 447327"/>
                <a:gd name="connsiteX7" fmla="*/ 215576 w 501262"/>
                <a:gd name="connsiteY7" fmla="*/ 446865 h 447327"/>
                <a:gd name="connsiteX8" fmla="*/ 238033 w 501262"/>
                <a:gd name="connsiteY8" fmla="*/ 426298 h 447327"/>
                <a:gd name="connsiteX9" fmla="*/ 267011 w 501262"/>
                <a:gd name="connsiteY9" fmla="*/ 419490 h 447327"/>
                <a:gd name="connsiteX10" fmla="*/ 283390 w 501262"/>
                <a:gd name="connsiteY10" fmla="*/ 427261 h 447327"/>
                <a:gd name="connsiteX11" fmla="*/ 283455 w 501262"/>
                <a:gd name="connsiteY11" fmla="*/ 427239 h 447327"/>
                <a:gd name="connsiteX12" fmla="*/ 300335 w 501262"/>
                <a:gd name="connsiteY12" fmla="*/ 421808 h 447327"/>
                <a:gd name="connsiteX13" fmla="*/ 327719 w 501262"/>
                <a:gd name="connsiteY13" fmla="*/ 416956 h 447327"/>
                <a:gd name="connsiteX14" fmla="*/ 371837 w 501262"/>
                <a:gd name="connsiteY14" fmla="*/ 390378 h 447327"/>
                <a:gd name="connsiteX15" fmla="*/ 409290 w 501262"/>
                <a:gd name="connsiteY15" fmla="*/ 382630 h 447327"/>
                <a:gd name="connsiteX16" fmla="*/ 499193 w 501262"/>
                <a:gd name="connsiteY16" fmla="*/ 279796 h 447327"/>
                <a:gd name="connsiteX17" fmla="*/ 487239 w 501262"/>
                <a:gd name="connsiteY17" fmla="*/ 271251 h 447327"/>
                <a:gd name="connsiteX18" fmla="*/ 440803 w 501262"/>
                <a:gd name="connsiteY18" fmla="*/ 259301 h 447327"/>
                <a:gd name="connsiteX19" fmla="*/ 372633 w 501262"/>
                <a:gd name="connsiteY19" fmla="*/ 231855 h 447327"/>
                <a:gd name="connsiteX20" fmla="*/ 350176 w 501262"/>
                <a:gd name="connsiteY20" fmla="*/ 208754 h 447327"/>
                <a:gd name="connsiteX21" fmla="*/ 329167 w 501262"/>
                <a:gd name="connsiteY21" fmla="*/ 173558 h 447327"/>
                <a:gd name="connsiteX22" fmla="*/ 334311 w 501262"/>
                <a:gd name="connsiteY22" fmla="*/ 159075 h 447327"/>
                <a:gd name="connsiteX23" fmla="*/ 318373 w 501262"/>
                <a:gd name="connsiteY23" fmla="*/ 152774 h 447327"/>
                <a:gd name="connsiteX24" fmla="*/ 299393 w 501262"/>
                <a:gd name="connsiteY24" fmla="*/ 153933 h 447327"/>
                <a:gd name="connsiteX25" fmla="*/ 300480 w 501262"/>
                <a:gd name="connsiteY25" fmla="*/ 121489 h 447327"/>
                <a:gd name="connsiteX26" fmla="*/ 317359 w 501262"/>
                <a:gd name="connsiteY26" fmla="*/ 93754 h 447327"/>
                <a:gd name="connsiteX27" fmla="*/ 245712 w 501262"/>
                <a:gd name="connsiteY27" fmla="*/ 14094 h 447327"/>
                <a:gd name="connsiteX28" fmla="*/ 212026 w 501262"/>
                <a:gd name="connsiteY28" fmla="*/ 14094 h 447327"/>
                <a:gd name="connsiteX29" fmla="*/ 197537 w 501262"/>
                <a:gd name="connsiteY29" fmla="*/ 14094 h 447327"/>
                <a:gd name="connsiteX30" fmla="*/ 176456 w 501262"/>
                <a:gd name="connsiteY30" fmla="*/ 4462 h 447327"/>
                <a:gd name="connsiteX31" fmla="*/ 160663 w 501262"/>
                <a:gd name="connsiteY31" fmla="*/ 9314 h 447327"/>
                <a:gd name="connsiteX32" fmla="*/ 150159 w 501262"/>
                <a:gd name="connsiteY32" fmla="*/ 21335 h 447327"/>
                <a:gd name="connsiteX33" fmla="*/ 121906 w 501262"/>
                <a:gd name="connsiteY33" fmla="*/ 19670 h 447327"/>
                <a:gd name="connsiteX34" fmla="*/ 109301 w 501262"/>
                <a:gd name="connsiteY34" fmla="*/ 65003 h 447327"/>
                <a:gd name="connsiteX35" fmla="*/ 94812 w 501262"/>
                <a:gd name="connsiteY35" fmla="*/ 84122 h 447327"/>
                <a:gd name="connsiteX36" fmla="*/ 73876 w 501262"/>
                <a:gd name="connsiteY36" fmla="*/ 113089 h 447327"/>
                <a:gd name="connsiteX37" fmla="*/ 63444 w 501262"/>
                <a:gd name="connsiteY37" fmla="*/ 151326 h 447327"/>
                <a:gd name="connsiteX38" fmla="*/ 48955 w 501262"/>
                <a:gd name="connsiteY38" fmla="*/ 168055 h 447327"/>
                <a:gd name="connsiteX39" fmla="*/ 38523 w 501262"/>
                <a:gd name="connsiteY39" fmla="*/ 203829 h 447327"/>
                <a:gd name="connsiteX40" fmla="*/ 34394 w 501262"/>
                <a:gd name="connsiteY40" fmla="*/ 246846 h 447327"/>
                <a:gd name="connsiteX41" fmla="*/ 7228 w 501262"/>
                <a:gd name="connsiteY41" fmla="*/ 254088 h 447327"/>
                <a:gd name="connsiteX42" fmla="*/ 998 w 501262"/>
                <a:gd name="connsiteY42" fmla="*/ 275813 h 447327"/>
                <a:gd name="connsiteX43" fmla="*/ 32366 w 501262"/>
                <a:gd name="connsiteY43" fmla="*/ 294569 h 447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501262" h="447327">
                  <a:moveTo>
                    <a:pt x="32366" y="294569"/>
                  </a:moveTo>
                  <a:cubicBezTo>
                    <a:pt x="36495" y="306591"/>
                    <a:pt x="55330" y="318539"/>
                    <a:pt x="61343" y="337585"/>
                  </a:cubicBezTo>
                  <a:cubicBezTo>
                    <a:pt x="67356" y="356632"/>
                    <a:pt x="84380" y="366553"/>
                    <a:pt x="92711" y="366553"/>
                  </a:cubicBezTo>
                  <a:cubicBezTo>
                    <a:pt x="98941" y="366553"/>
                    <a:pt x="94667" y="378574"/>
                    <a:pt x="92132" y="400517"/>
                  </a:cubicBezTo>
                  <a:cubicBezTo>
                    <a:pt x="95928" y="402052"/>
                    <a:pt x="99629" y="403819"/>
                    <a:pt x="103215" y="405803"/>
                  </a:cubicBezTo>
                  <a:cubicBezTo>
                    <a:pt x="108432" y="409207"/>
                    <a:pt x="130165" y="405803"/>
                    <a:pt x="137626" y="413480"/>
                  </a:cubicBezTo>
                  <a:cubicBezTo>
                    <a:pt x="145088" y="421156"/>
                    <a:pt x="169067" y="439188"/>
                    <a:pt x="176601" y="439188"/>
                  </a:cubicBezTo>
                  <a:cubicBezTo>
                    <a:pt x="184135" y="439188"/>
                    <a:pt x="211012" y="443461"/>
                    <a:pt x="215576" y="446865"/>
                  </a:cubicBezTo>
                  <a:cubicBezTo>
                    <a:pt x="220140" y="450268"/>
                    <a:pt x="226008" y="434047"/>
                    <a:pt x="238033" y="426298"/>
                  </a:cubicBezTo>
                  <a:cubicBezTo>
                    <a:pt x="250059" y="418549"/>
                    <a:pt x="264982" y="413480"/>
                    <a:pt x="267011" y="419490"/>
                  </a:cubicBezTo>
                  <a:cubicBezTo>
                    <a:pt x="269387" y="426160"/>
                    <a:pt x="276726" y="429636"/>
                    <a:pt x="283390" y="427261"/>
                  </a:cubicBezTo>
                  <a:cubicBezTo>
                    <a:pt x="283412" y="427254"/>
                    <a:pt x="283434" y="427246"/>
                    <a:pt x="283455" y="427239"/>
                  </a:cubicBezTo>
                  <a:cubicBezTo>
                    <a:pt x="288882" y="424857"/>
                    <a:pt x="294539" y="423032"/>
                    <a:pt x="300335" y="421808"/>
                  </a:cubicBezTo>
                  <a:cubicBezTo>
                    <a:pt x="309238" y="419099"/>
                    <a:pt x="318431" y="417470"/>
                    <a:pt x="327719" y="416956"/>
                  </a:cubicBezTo>
                  <a:cubicBezTo>
                    <a:pt x="333659" y="417752"/>
                    <a:pt x="350176" y="390378"/>
                    <a:pt x="371837" y="390378"/>
                  </a:cubicBezTo>
                  <a:cubicBezTo>
                    <a:pt x="393497" y="390378"/>
                    <a:pt x="399583" y="394651"/>
                    <a:pt x="409290" y="382630"/>
                  </a:cubicBezTo>
                  <a:cubicBezTo>
                    <a:pt x="418998" y="370608"/>
                    <a:pt x="492456" y="285806"/>
                    <a:pt x="499193" y="279796"/>
                  </a:cubicBezTo>
                  <a:cubicBezTo>
                    <a:pt x="505930" y="273785"/>
                    <a:pt x="494701" y="271251"/>
                    <a:pt x="487239" y="271251"/>
                  </a:cubicBezTo>
                  <a:cubicBezTo>
                    <a:pt x="471085" y="270830"/>
                    <a:pt x="455147" y="266746"/>
                    <a:pt x="440803" y="259301"/>
                  </a:cubicBezTo>
                  <a:cubicBezTo>
                    <a:pt x="416824" y="248149"/>
                    <a:pt x="379371" y="233593"/>
                    <a:pt x="372633" y="231855"/>
                  </a:cubicBezTo>
                  <a:cubicBezTo>
                    <a:pt x="365896" y="230117"/>
                    <a:pt x="356117" y="212157"/>
                    <a:pt x="350176" y="208754"/>
                  </a:cubicBezTo>
                  <a:cubicBezTo>
                    <a:pt x="344236" y="205350"/>
                    <a:pt x="332210" y="181307"/>
                    <a:pt x="329167" y="173558"/>
                  </a:cubicBezTo>
                  <a:cubicBezTo>
                    <a:pt x="328153" y="170951"/>
                    <a:pt x="330544" y="165447"/>
                    <a:pt x="334311" y="159075"/>
                  </a:cubicBezTo>
                  <a:cubicBezTo>
                    <a:pt x="327067" y="151181"/>
                    <a:pt x="323299" y="149009"/>
                    <a:pt x="318373" y="152774"/>
                  </a:cubicBezTo>
                  <a:cubicBezTo>
                    <a:pt x="312071" y="157554"/>
                    <a:pt x="301566" y="158785"/>
                    <a:pt x="299393" y="153933"/>
                  </a:cubicBezTo>
                  <a:cubicBezTo>
                    <a:pt x="297220" y="149081"/>
                    <a:pt x="293090" y="131049"/>
                    <a:pt x="300480" y="121489"/>
                  </a:cubicBezTo>
                  <a:cubicBezTo>
                    <a:pt x="306688" y="112611"/>
                    <a:pt x="312324" y="103349"/>
                    <a:pt x="317359" y="93754"/>
                  </a:cubicBezTo>
                  <a:cubicBezTo>
                    <a:pt x="317359" y="93754"/>
                    <a:pt x="253101" y="15470"/>
                    <a:pt x="245712" y="14094"/>
                  </a:cubicBezTo>
                  <a:cubicBezTo>
                    <a:pt x="238323" y="12718"/>
                    <a:pt x="217314" y="16556"/>
                    <a:pt x="212026" y="14094"/>
                  </a:cubicBezTo>
                  <a:cubicBezTo>
                    <a:pt x="206738" y="11631"/>
                    <a:pt x="207824" y="8083"/>
                    <a:pt x="197537" y="14094"/>
                  </a:cubicBezTo>
                  <a:cubicBezTo>
                    <a:pt x="187250" y="20104"/>
                    <a:pt x="183048" y="10545"/>
                    <a:pt x="176456" y="4462"/>
                  </a:cubicBezTo>
                  <a:cubicBezTo>
                    <a:pt x="169864" y="-1621"/>
                    <a:pt x="163851" y="-2780"/>
                    <a:pt x="160663" y="9314"/>
                  </a:cubicBezTo>
                  <a:cubicBezTo>
                    <a:pt x="157476" y="21408"/>
                    <a:pt x="155447" y="27346"/>
                    <a:pt x="150159" y="21335"/>
                  </a:cubicBezTo>
                  <a:cubicBezTo>
                    <a:pt x="147551" y="18366"/>
                    <a:pt x="134511" y="18656"/>
                    <a:pt x="121906" y="19670"/>
                  </a:cubicBezTo>
                  <a:cubicBezTo>
                    <a:pt x="123935" y="36398"/>
                    <a:pt x="109301" y="55517"/>
                    <a:pt x="109301" y="65003"/>
                  </a:cubicBezTo>
                  <a:cubicBezTo>
                    <a:pt x="109301" y="74490"/>
                    <a:pt x="100970" y="84122"/>
                    <a:pt x="94812" y="84122"/>
                  </a:cubicBezTo>
                  <a:cubicBezTo>
                    <a:pt x="88655" y="84122"/>
                    <a:pt x="82280" y="103240"/>
                    <a:pt x="73876" y="113089"/>
                  </a:cubicBezTo>
                  <a:cubicBezTo>
                    <a:pt x="65473" y="122938"/>
                    <a:pt x="71848" y="144156"/>
                    <a:pt x="63444" y="151326"/>
                  </a:cubicBezTo>
                  <a:cubicBezTo>
                    <a:pt x="55041" y="158496"/>
                    <a:pt x="42580" y="160885"/>
                    <a:pt x="48955" y="168055"/>
                  </a:cubicBezTo>
                  <a:cubicBezTo>
                    <a:pt x="55330" y="175224"/>
                    <a:pt x="38523" y="189780"/>
                    <a:pt x="38523" y="203829"/>
                  </a:cubicBezTo>
                  <a:cubicBezTo>
                    <a:pt x="38523" y="217878"/>
                    <a:pt x="36423" y="244456"/>
                    <a:pt x="34394" y="246846"/>
                  </a:cubicBezTo>
                  <a:cubicBezTo>
                    <a:pt x="32366" y="249235"/>
                    <a:pt x="7228" y="242066"/>
                    <a:pt x="7228" y="254088"/>
                  </a:cubicBezTo>
                  <a:cubicBezTo>
                    <a:pt x="7228" y="266109"/>
                    <a:pt x="-3204" y="266036"/>
                    <a:pt x="998" y="275813"/>
                  </a:cubicBezTo>
                  <a:cubicBezTo>
                    <a:pt x="5199" y="285589"/>
                    <a:pt x="28164" y="282692"/>
                    <a:pt x="32366" y="2945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6" name="Freeform 93">
              <a:extLst>
                <a:ext uri="{FF2B5EF4-FFF2-40B4-BE49-F238E27FC236}">
                  <a16:creationId xmlns:a16="http://schemas.microsoft.com/office/drawing/2014/main" id="{3BE27861-C881-4591-C08D-60DDC7C28041}"/>
                </a:ext>
              </a:extLst>
            </p:cNvPr>
            <p:cNvSpPr/>
            <p:nvPr/>
          </p:nvSpPr>
          <p:spPr>
            <a:xfrm>
              <a:off x="6894371" y="3022193"/>
              <a:ext cx="46046" cy="70808"/>
            </a:xfrm>
            <a:custGeom>
              <a:avLst/>
              <a:gdLst>
                <a:gd name="connsiteX0" fmla="*/ 41438 w 46045"/>
                <a:gd name="connsiteY0" fmla="*/ 30108 h 70807"/>
                <a:gd name="connsiteX1" fmla="*/ 25065 w 46045"/>
                <a:gd name="connsiteY1" fmla="*/ 55 h 70807"/>
                <a:gd name="connsiteX2" fmla="*/ 25065 w 46045"/>
                <a:gd name="connsiteY2" fmla="*/ 5124 h 70807"/>
                <a:gd name="connsiteX3" fmla="*/ 0 w 46045"/>
                <a:gd name="connsiteY3" fmla="*/ 63058 h 70807"/>
                <a:gd name="connsiteX4" fmla="*/ 15938 w 46045"/>
                <a:gd name="connsiteY4" fmla="*/ 70807 h 70807"/>
                <a:gd name="connsiteX5" fmla="*/ 41438 w 46045"/>
                <a:gd name="connsiteY5" fmla="*/ 30108 h 70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6045" h="70807">
                  <a:moveTo>
                    <a:pt x="41438" y="30108"/>
                  </a:moveTo>
                  <a:cubicBezTo>
                    <a:pt x="47813" y="23735"/>
                    <a:pt x="51507" y="-1321"/>
                    <a:pt x="25065" y="55"/>
                  </a:cubicBezTo>
                  <a:cubicBezTo>
                    <a:pt x="24949" y="1742"/>
                    <a:pt x="24949" y="3437"/>
                    <a:pt x="25065" y="5124"/>
                  </a:cubicBezTo>
                  <a:cubicBezTo>
                    <a:pt x="25065" y="16638"/>
                    <a:pt x="8910" y="40971"/>
                    <a:pt x="0" y="63058"/>
                  </a:cubicBezTo>
                  <a:lnTo>
                    <a:pt x="15938" y="70807"/>
                  </a:lnTo>
                  <a:cubicBezTo>
                    <a:pt x="22819" y="56295"/>
                    <a:pt x="31375" y="42629"/>
                    <a:pt x="41438" y="301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7" name="Freeform 94">
              <a:extLst>
                <a:ext uri="{FF2B5EF4-FFF2-40B4-BE49-F238E27FC236}">
                  <a16:creationId xmlns:a16="http://schemas.microsoft.com/office/drawing/2014/main" id="{A6E0E1E8-ED2A-C72E-CF31-9F260C170152}"/>
                </a:ext>
              </a:extLst>
            </p:cNvPr>
            <p:cNvSpPr/>
            <p:nvPr/>
          </p:nvSpPr>
          <p:spPr>
            <a:xfrm>
              <a:off x="6909946" y="2913764"/>
              <a:ext cx="232324" cy="212042"/>
            </a:xfrm>
            <a:custGeom>
              <a:avLst/>
              <a:gdLst>
                <a:gd name="connsiteX0" fmla="*/ 25862 w 232326"/>
                <a:gd name="connsiteY0" fmla="*/ 138536 h 212040"/>
                <a:gd name="connsiteX1" fmla="*/ 0 w 232326"/>
                <a:gd name="connsiteY1" fmla="*/ 179162 h 212040"/>
                <a:gd name="connsiteX2" fmla="*/ 1739 w 232326"/>
                <a:gd name="connsiteY2" fmla="*/ 180032 h 212040"/>
                <a:gd name="connsiteX3" fmla="*/ 4419 w 232326"/>
                <a:gd name="connsiteY3" fmla="*/ 193718 h 212040"/>
                <a:gd name="connsiteX4" fmla="*/ 35063 w 232326"/>
                <a:gd name="connsiteY4" fmla="*/ 212040 h 212040"/>
                <a:gd name="connsiteX5" fmla="*/ 67083 w 232326"/>
                <a:gd name="connsiteY5" fmla="*/ 192198 h 212040"/>
                <a:gd name="connsiteX6" fmla="*/ 182993 w 232326"/>
                <a:gd name="connsiteY6" fmla="*/ 125066 h 212040"/>
                <a:gd name="connsiteX7" fmla="*/ 191034 w 232326"/>
                <a:gd name="connsiteY7" fmla="*/ 102182 h 212040"/>
                <a:gd name="connsiteX8" fmla="*/ 193642 w 232326"/>
                <a:gd name="connsiteY8" fmla="*/ 71694 h 212040"/>
                <a:gd name="connsiteX9" fmla="*/ 191034 w 232326"/>
                <a:gd name="connsiteY9" fmla="*/ 39685 h 212040"/>
                <a:gd name="connsiteX10" fmla="*/ 212332 w 232326"/>
                <a:gd name="connsiteY10" fmla="*/ 21363 h 212040"/>
                <a:gd name="connsiteX11" fmla="*/ 232327 w 232326"/>
                <a:gd name="connsiteY11" fmla="*/ 4635 h 212040"/>
                <a:gd name="connsiteX12" fmla="*/ 218997 w 232326"/>
                <a:gd name="connsiteY12" fmla="*/ 0 h 212040"/>
                <a:gd name="connsiteX13" fmla="*/ 181689 w 232326"/>
                <a:gd name="connsiteY13" fmla="*/ 6155 h 212040"/>
                <a:gd name="connsiteX14" fmla="*/ 136339 w 232326"/>
                <a:gd name="connsiteY14" fmla="*/ 21363 h 212040"/>
                <a:gd name="connsiteX15" fmla="*/ 97654 w 232326"/>
                <a:gd name="connsiteY15" fmla="*/ 19843 h 212040"/>
                <a:gd name="connsiteX16" fmla="*/ 76356 w 232326"/>
                <a:gd name="connsiteY16" fmla="*/ 24405 h 212040"/>
                <a:gd name="connsiteX17" fmla="*/ 45640 w 232326"/>
                <a:gd name="connsiteY17" fmla="*/ 24405 h 212040"/>
                <a:gd name="connsiteX18" fmla="*/ 32310 w 232326"/>
                <a:gd name="connsiteY18" fmla="*/ 33602 h 212040"/>
                <a:gd name="connsiteX19" fmla="*/ 12316 w 232326"/>
                <a:gd name="connsiteY19" fmla="*/ 60397 h 212040"/>
                <a:gd name="connsiteX20" fmla="*/ 12316 w 232326"/>
                <a:gd name="connsiteY20" fmla="*/ 79877 h 212040"/>
                <a:gd name="connsiteX21" fmla="*/ 9708 w 232326"/>
                <a:gd name="connsiteY21" fmla="*/ 108482 h 212040"/>
                <a:gd name="connsiteX22" fmla="*/ 25862 w 232326"/>
                <a:gd name="connsiteY22" fmla="*/ 138536 h 212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2326" h="212040">
                  <a:moveTo>
                    <a:pt x="25862" y="138536"/>
                  </a:moveTo>
                  <a:cubicBezTo>
                    <a:pt x="15677" y="151021"/>
                    <a:pt x="6998" y="164657"/>
                    <a:pt x="0" y="179162"/>
                  </a:cubicBezTo>
                  <a:lnTo>
                    <a:pt x="1739" y="180032"/>
                  </a:lnTo>
                  <a:lnTo>
                    <a:pt x="4419" y="193718"/>
                  </a:lnTo>
                  <a:lnTo>
                    <a:pt x="35063" y="212040"/>
                  </a:lnTo>
                  <a:cubicBezTo>
                    <a:pt x="35063" y="212040"/>
                    <a:pt x="57738" y="193718"/>
                    <a:pt x="67083" y="192198"/>
                  </a:cubicBezTo>
                  <a:cubicBezTo>
                    <a:pt x="76428" y="190677"/>
                    <a:pt x="182993" y="125066"/>
                    <a:pt x="182993" y="125066"/>
                  </a:cubicBezTo>
                  <a:cubicBezTo>
                    <a:pt x="182993" y="125066"/>
                    <a:pt x="192338" y="108338"/>
                    <a:pt x="191034" y="102182"/>
                  </a:cubicBezTo>
                  <a:cubicBezTo>
                    <a:pt x="189730" y="96026"/>
                    <a:pt x="188354" y="79298"/>
                    <a:pt x="193642" y="71694"/>
                  </a:cubicBezTo>
                  <a:cubicBezTo>
                    <a:pt x="198930" y="64090"/>
                    <a:pt x="187050" y="51851"/>
                    <a:pt x="191034" y="39685"/>
                  </a:cubicBezTo>
                  <a:cubicBezTo>
                    <a:pt x="195019" y="27519"/>
                    <a:pt x="212332" y="21363"/>
                    <a:pt x="212332" y="21363"/>
                  </a:cubicBezTo>
                  <a:lnTo>
                    <a:pt x="232327" y="4635"/>
                  </a:lnTo>
                  <a:lnTo>
                    <a:pt x="218997" y="0"/>
                  </a:lnTo>
                  <a:cubicBezTo>
                    <a:pt x="207160" y="4736"/>
                    <a:pt x="194424" y="6836"/>
                    <a:pt x="181689" y="6155"/>
                  </a:cubicBezTo>
                  <a:cubicBezTo>
                    <a:pt x="161694" y="4635"/>
                    <a:pt x="157710" y="21363"/>
                    <a:pt x="136339" y="21363"/>
                  </a:cubicBezTo>
                  <a:cubicBezTo>
                    <a:pt x="114968" y="21363"/>
                    <a:pt x="103015" y="27446"/>
                    <a:pt x="97654" y="19843"/>
                  </a:cubicBezTo>
                  <a:cubicBezTo>
                    <a:pt x="92294" y="12239"/>
                    <a:pt x="90989" y="16801"/>
                    <a:pt x="76356" y="24405"/>
                  </a:cubicBezTo>
                  <a:cubicBezTo>
                    <a:pt x="61722" y="32009"/>
                    <a:pt x="52305" y="30560"/>
                    <a:pt x="45640" y="24405"/>
                  </a:cubicBezTo>
                  <a:cubicBezTo>
                    <a:pt x="38975" y="18249"/>
                    <a:pt x="33686" y="25926"/>
                    <a:pt x="32310" y="33602"/>
                  </a:cubicBezTo>
                  <a:cubicBezTo>
                    <a:pt x="30934" y="41278"/>
                    <a:pt x="33034" y="57138"/>
                    <a:pt x="12316" y="60397"/>
                  </a:cubicBezTo>
                  <a:cubicBezTo>
                    <a:pt x="10939" y="67639"/>
                    <a:pt x="8476" y="74880"/>
                    <a:pt x="12316" y="79877"/>
                  </a:cubicBezTo>
                  <a:cubicBezTo>
                    <a:pt x="17604" y="87119"/>
                    <a:pt x="11301" y="96316"/>
                    <a:pt x="9708" y="108482"/>
                  </a:cubicBezTo>
                  <a:cubicBezTo>
                    <a:pt x="35932" y="107106"/>
                    <a:pt x="32238" y="132163"/>
                    <a:pt x="25862" y="1385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8" name="Freeform 95">
              <a:extLst>
                <a:ext uri="{FF2B5EF4-FFF2-40B4-BE49-F238E27FC236}">
                  <a16:creationId xmlns:a16="http://schemas.microsoft.com/office/drawing/2014/main" id="{39CC25A4-3C8F-5680-5FC6-F5FAA6331856}"/>
                </a:ext>
              </a:extLst>
            </p:cNvPr>
            <p:cNvSpPr/>
            <p:nvPr/>
          </p:nvSpPr>
          <p:spPr>
            <a:xfrm>
              <a:off x="9956281" y="2873282"/>
              <a:ext cx="118820" cy="172402"/>
            </a:xfrm>
            <a:custGeom>
              <a:avLst/>
              <a:gdLst>
                <a:gd name="connsiteX0" fmla="*/ 108645 w 118820"/>
                <a:gd name="connsiteY0" fmla="*/ 58079 h 172401"/>
                <a:gd name="connsiteX1" fmla="*/ 108645 w 118820"/>
                <a:gd name="connsiteY1" fmla="*/ 54965 h 172401"/>
                <a:gd name="connsiteX2" fmla="*/ 104661 w 118820"/>
                <a:gd name="connsiteY2" fmla="*/ 52141 h 172401"/>
                <a:gd name="connsiteX3" fmla="*/ 62136 w 118820"/>
                <a:gd name="connsiteY3" fmla="*/ 0 h 172401"/>
                <a:gd name="connsiteX4" fmla="*/ 55906 w 118820"/>
                <a:gd name="connsiteY4" fmla="*/ 869 h 172401"/>
                <a:gd name="connsiteX5" fmla="*/ 25262 w 118820"/>
                <a:gd name="connsiteY5" fmla="*/ 8473 h 172401"/>
                <a:gd name="connsiteX6" fmla="*/ 5340 w 118820"/>
                <a:gd name="connsiteY6" fmla="*/ 25636 h 172401"/>
                <a:gd name="connsiteX7" fmla="*/ 15845 w 118820"/>
                <a:gd name="connsiteY7" fmla="*/ 46058 h 172401"/>
                <a:gd name="connsiteX8" fmla="*/ 13889 w 118820"/>
                <a:gd name="connsiteY8" fmla="*/ 62642 h 172401"/>
                <a:gd name="connsiteX9" fmla="*/ 12367 w 118820"/>
                <a:gd name="connsiteY9" fmla="*/ 98054 h 172401"/>
                <a:gd name="connsiteX10" fmla="*/ 1429 w 118820"/>
                <a:gd name="connsiteY10" fmla="*/ 144909 h 172401"/>
                <a:gd name="connsiteX11" fmla="*/ 6355 w 118820"/>
                <a:gd name="connsiteY11" fmla="*/ 170617 h 172401"/>
                <a:gd name="connsiteX12" fmla="*/ 70830 w 118820"/>
                <a:gd name="connsiteY12" fmla="*/ 146574 h 172401"/>
                <a:gd name="connsiteX13" fmla="*/ 103791 w 118820"/>
                <a:gd name="connsiteY13" fmla="*/ 130642 h 172401"/>
                <a:gd name="connsiteX14" fmla="*/ 118425 w 118820"/>
                <a:gd name="connsiteY14" fmla="*/ 122162 h 172401"/>
                <a:gd name="connsiteX15" fmla="*/ 117700 w 118820"/>
                <a:gd name="connsiteY15" fmla="*/ 114059 h 172401"/>
                <a:gd name="connsiteX16" fmla="*/ 108645 w 118820"/>
                <a:gd name="connsiteY16" fmla="*/ 58079 h 172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8820" h="172401">
                  <a:moveTo>
                    <a:pt x="108645" y="58079"/>
                  </a:moveTo>
                  <a:cubicBezTo>
                    <a:pt x="108718" y="57044"/>
                    <a:pt x="108718" y="56001"/>
                    <a:pt x="108645" y="54965"/>
                  </a:cubicBezTo>
                  <a:cubicBezTo>
                    <a:pt x="107342" y="54024"/>
                    <a:pt x="105965" y="53155"/>
                    <a:pt x="104661" y="52141"/>
                  </a:cubicBezTo>
                  <a:cubicBezTo>
                    <a:pt x="86622" y="38273"/>
                    <a:pt x="72133" y="20429"/>
                    <a:pt x="62136" y="0"/>
                  </a:cubicBezTo>
                  <a:cubicBezTo>
                    <a:pt x="60108" y="565"/>
                    <a:pt x="58007" y="862"/>
                    <a:pt x="55906" y="869"/>
                  </a:cubicBezTo>
                  <a:cubicBezTo>
                    <a:pt x="43953" y="869"/>
                    <a:pt x="30623" y="2390"/>
                    <a:pt x="25262" y="8473"/>
                  </a:cubicBezTo>
                  <a:cubicBezTo>
                    <a:pt x="22220" y="11949"/>
                    <a:pt x="13165" y="18467"/>
                    <a:pt x="5340" y="25636"/>
                  </a:cubicBezTo>
                  <a:cubicBezTo>
                    <a:pt x="9180" y="32878"/>
                    <a:pt x="8456" y="45261"/>
                    <a:pt x="15845" y="46058"/>
                  </a:cubicBezTo>
                  <a:cubicBezTo>
                    <a:pt x="26349" y="47217"/>
                    <a:pt x="25407" y="65466"/>
                    <a:pt x="13889" y="62642"/>
                  </a:cubicBezTo>
                  <a:cubicBezTo>
                    <a:pt x="2370" y="59817"/>
                    <a:pt x="2370" y="80312"/>
                    <a:pt x="12367" y="98054"/>
                  </a:cubicBezTo>
                  <a:cubicBezTo>
                    <a:pt x="22364" y="115797"/>
                    <a:pt x="-6613" y="135784"/>
                    <a:pt x="1429" y="144909"/>
                  </a:cubicBezTo>
                  <a:cubicBezTo>
                    <a:pt x="9470" y="154033"/>
                    <a:pt x="2877" y="164896"/>
                    <a:pt x="6355" y="170617"/>
                  </a:cubicBezTo>
                  <a:cubicBezTo>
                    <a:pt x="9832" y="176338"/>
                    <a:pt x="52356" y="168300"/>
                    <a:pt x="70830" y="146574"/>
                  </a:cubicBezTo>
                  <a:cubicBezTo>
                    <a:pt x="89302" y="124849"/>
                    <a:pt x="94229" y="127746"/>
                    <a:pt x="103791" y="130642"/>
                  </a:cubicBezTo>
                  <a:cubicBezTo>
                    <a:pt x="110166" y="132337"/>
                    <a:pt x="116686" y="128542"/>
                    <a:pt x="118425" y="122162"/>
                  </a:cubicBezTo>
                  <a:cubicBezTo>
                    <a:pt x="119150" y="119461"/>
                    <a:pt x="118860" y="116593"/>
                    <a:pt x="117700" y="114059"/>
                  </a:cubicBezTo>
                  <a:cubicBezTo>
                    <a:pt x="109949" y="96468"/>
                    <a:pt x="106834" y="77205"/>
                    <a:pt x="108645" y="580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9" name="Freeform 96">
              <a:extLst>
                <a:ext uri="{FF2B5EF4-FFF2-40B4-BE49-F238E27FC236}">
                  <a16:creationId xmlns:a16="http://schemas.microsoft.com/office/drawing/2014/main" id="{8BC8D1CC-7920-FDC9-20EF-60E69852F541}"/>
                </a:ext>
              </a:extLst>
            </p:cNvPr>
            <p:cNvSpPr/>
            <p:nvPr/>
          </p:nvSpPr>
          <p:spPr>
            <a:xfrm>
              <a:off x="8688235" y="3393368"/>
              <a:ext cx="141459" cy="216482"/>
            </a:xfrm>
            <a:custGeom>
              <a:avLst/>
              <a:gdLst>
                <a:gd name="connsiteX0" fmla="*/ 141460 w 141459"/>
                <a:gd name="connsiteY0" fmla="*/ 179983 h 216481"/>
                <a:gd name="connsiteX1" fmla="*/ 127768 w 141459"/>
                <a:gd name="connsiteY1" fmla="*/ 105393 h 216481"/>
                <a:gd name="connsiteX2" fmla="*/ 103572 w 141459"/>
                <a:gd name="connsiteY2" fmla="*/ 135518 h 216481"/>
                <a:gd name="connsiteX3" fmla="*/ 105528 w 141459"/>
                <a:gd name="connsiteY3" fmla="*/ 93878 h 216481"/>
                <a:gd name="connsiteX4" fmla="*/ 131825 w 141459"/>
                <a:gd name="connsiteY4" fmla="*/ 54482 h 216481"/>
                <a:gd name="connsiteX5" fmla="*/ 107557 w 141459"/>
                <a:gd name="connsiteY5" fmla="*/ 45286 h 216481"/>
                <a:gd name="connsiteX6" fmla="*/ 69089 w 141459"/>
                <a:gd name="connsiteY6" fmla="*/ 47531 h 216481"/>
                <a:gd name="connsiteX7" fmla="*/ 52934 w 141459"/>
                <a:gd name="connsiteY7" fmla="*/ 29064 h 216481"/>
                <a:gd name="connsiteX8" fmla="*/ 30621 w 141459"/>
                <a:gd name="connsiteY8" fmla="*/ 8208 h 216481"/>
                <a:gd name="connsiteX9" fmla="*/ 2368 w 141459"/>
                <a:gd name="connsiteY9" fmla="*/ 8208 h 216481"/>
                <a:gd name="connsiteX10" fmla="*/ 24608 w 141459"/>
                <a:gd name="connsiteY10" fmla="*/ 40651 h 216481"/>
                <a:gd name="connsiteX11" fmla="*/ 6352 w 141459"/>
                <a:gd name="connsiteY11" fmla="*/ 56800 h 216481"/>
                <a:gd name="connsiteX12" fmla="*/ 14466 w 141459"/>
                <a:gd name="connsiteY12" fmla="*/ 114734 h 216481"/>
                <a:gd name="connsiteX13" fmla="*/ 26419 w 141459"/>
                <a:gd name="connsiteY13" fmla="*/ 185415 h 216481"/>
                <a:gd name="connsiteX14" fmla="*/ 48949 w 141459"/>
                <a:gd name="connsiteY14" fmla="*/ 178173 h 216481"/>
                <a:gd name="connsiteX15" fmla="*/ 75899 w 141459"/>
                <a:gd name="connsiteY15" fmla="*/ 163327 h 216481"/>
                <a:gd name="connsiteX16" fmla="*/ 96400 w 141459"/>
                <a:gd name="connsiteY16" fmla="*/ 144426 h 216481"/>
                <a:gd name="connsiteX17" fmla="*/ 114366 w 141459"/>
                <a:gd name="connsiteY17" fmla="*/ 197001 h 216481"/>
                <a:gd name="connsiteX18" fmla="*/ 119654 w 141459"/>
                <a:gd name="connsiteY18" fmla="*/ 216482 h 216481"/>
                <a:gd name="connsiteX19" fmla="*/ 131753 w 141459"/>
                <a:gd name="connsiteY19" fmla="*/ 205185 h 216481"/>
                <a:gd name="connsiteX20" fmla="*/ 141460 w 141459"/>
                <a:gd name="connsiteY20" fmla="*/ 179983 h 216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1459" h="216481">
                  <a:moveTo>
                    <a:pt x="141460" y="179983"/>
                  </a:moveTo>
                  <a:cubicBezTo>
                    <a:pt x="135447" y="142181"/>
                    <a:pt x="132115" y="105393"/>
                    <a:pt x="127768" y="105393"/>
                  </a:cubicBezTo>
                  <a:cubicBezTo>
                    <a:pt x="121755" y="105393"/>
                    <a:pt x="113279" y="137836"/>
                    <a:pt x="103572" y="135518"/>
                  </a:cubicBezTo>
                  <a:cubicBezTo>
                    <a:pt x="93865" y="133201"/>
                    <a:pt x="93430" y="93878"/>
                    <a:pt x="105528" y="93878"/>
                  </a:cubicBezTo>
                  <a:cubicBezTo>
                    <a:pt x="117626" y="93878"/>
                    <a:pt x="131825" y="63752"/>
                    <a:pt x="131825" y="54482"/>
                  </a:cubicBezTo>
                  <a:cubicBezTo>
                    <a:pt x="131825" y="45213"/>
                    <a:pt x="119727" y="45286"/>
                    <a:pt x="107557" y="45286"/>
                  </a:cubicBezTo>
                  <a:cubicBezTo>
                    <a:pt x="95386" y="45286"/>
                    <a:pt x="69089" y="47531"/>
                    <a:pt x="69089" y="47531"/>
                  </a:cubicBezTo>
                  <a:cubicBezTo>
                    <a:pt x="69089" y="47531"/>
                    <a:pt x="52934" y="40651"/>
                    <a:pt x="52934" y="29064"/>
                  </a:cubicBezTo>
                  <a:cubicBezTo>
                    <a:pt x="52934" y="17477"/>
                    <a:pt x="46849" y="8208"/>
                    <a:pt x="30621" y="8208"/>
                  </a:cubicBezTo>
                  <a:cubicBezTo>
                    <a:pt x="14394" y="8208"/>
                    <a:pt x="14466" y="-10259"/>
                    <a:pt x="2368" y="8208"/>
                  </a:cubicBezTo>
                  <a:cubicBezTo>
                    <a:pt x="-9730" y="26674"/>
                    <a:pt x="28665" y="26747"/>
                    <a:pt x="24608" y="40651"/>
                  </a:cubicBezTo>
                  <a:cubicBezTo>
                    <a:pt x="20552" y="54555"/>
                    <a:pt x="8381" y="45286"/>
                    <a:pt x="6352" y="56800"/>
                  </a:cubicBezTo>
                  <a:cubicBezTo>
                    <a:pt x="5339" y="76447"/>
                    <a:pt x="8091" y="96109"/>
                    <a:pt x="14466" y="114734"/>
                  </a:cubicBezTo>
                  <a:cubicBezTo>
                    <a:pt x="21783" y="137611"/>
                    <a:pt x="25767" y="161408"/>
                    <a:pt x="26419" y="185415"/>
                  </a:cubicBezTo>
                  <a:cubicBezTo>
                    <a:pt x="35837" y="183387"/>
                    <a:pt x="40256" y="178173"/>
                    <a:pt x="48949" y="178173"/>
                  </a:cubicBezTo>
                  <a:cubicBezTo>
                    <a:pt x="59961" y="178173"/>
                    <a:pt x="74957" y="176435"/>
                    <a:pt x="75899" y="163327"/>
                  </a:cubicBezTo>
                  <a:cubicBezTo>
                    <a:pt x="76841" y="150219"/>
                    <a:pt x="89446" y="140443"/>
                    <a:pt x="96400" y="144426"/>
                  </a:cubicBezTo>
                  <a:cubicBezTo>
                    <a:pt x="103354" y="148409"/>
                    <a:pt x="113859" y="180635"/>
                    <a:pt x="114366" y="197001"/>
                  </a:cubicBezTo>
                  <a:cubicBezTo>
                    <a:pt x="114945" y="203751"/>
                    <a:pt x="116756" y="210348"/>
                    <a:pt x="119654" y="216482"/>
                  </a:cubicBezTo>
                  <a:cubicBezTo>
                    <a:pt x="123349" y="212383"/>
                    <a:pt x="127406" y="208603"/>
                    <a:pt x="131753" y="205185"/>
                  </a:cubicBezTo>
                  <a:cubicBezTo>
                    <a:pt x="133709" y="196350"/>
                    <a:pt x="136968" y="187862"/>
                    <a:pt x="141460" y="179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0" name="Freeform 97">
              <a:extLst>
                <a:ext uri="{FF2B5EF4-FFF2-40B4-BE49-F238E27FC236}">
                  <a16:creationId xmlns:a16="http://schemas.microsoft.com/office/drawing/2014/main" id="{786730F3-D55B-7776-7E52-CD52BF3F22F1}"/>
                </a:ext>
              </a:extLst>
            </p:cNvPr>
            <p:cNvSpPr/>
            <p:nvPr/>
          </p:nvSpPr>
          <p:spPr>
            <a:xfrm>
              <a:off x="8031296" y="2995814"/>
              <a:ext cx="937996" cy="1128064"/>
            </a:xfrm>
            <a:custGeom>
              <a:avLst/>
              <a:gdLst>
                <a:gd name="connsiteX0" fmla="*/ 930032 w 938000"/>
                <a:gd name="connsiteY0" fmla="*/ 331386 h 1128057"/>
                <a:gd name="connsiteX1" fmla="*/ 938000 w 938000"/>
                <a:gd name="connsiteY1" fmla="*/ 313064 h 1128057"/>
                <a:gd name="connsiteX2" fmla="*/ 918006 w 938000"/>
                <a:gd name="connsiteY2" fmla="*/ 300825 h 1128057"/>
                <a:gd name="connsiteX3" fmla="*/ 904677 w 938000"/>
                <a:gd name="connsiteY3" fmla="*/ 274900 h 1128057"/>
                <a:gd name="connsiteX4" fmla="*/ 887362 w 938000"/>
                <a:gd name="connsiteY4" fmla="*/ 278013 h 1128057"/>
                <a:gd name="connsiteX5" fmla="*/ 847301 w 938000"/>
                <a:gd name="connsiteY5" fmla="*/ 279534 h 1128057"/>
                <a:gd name="connsiteX6" fmla="*/ 818323 w 938000"/>
                <a:gd name="connsiteY6" fmla="*/ 300825 h 1128057"/>
                <a:gd name="connsiteX7" fmla="*/ 804994 w 938000"/>
                <a:gd name="connsiteY7" fmla="*/ 316105 h 1128057"/>
                <a:gd name="connsiteX8" fmla="*/ 789057 w 938000"/>
                <a:gd name="connsiteY8" fmla="*/ 332907 h 1128057"/>
                <a:gd name="connsiteX9" fmla="*/ 771670 w 938000"/>
                <a:gd name="connsiteY9" fmla="*/ 340510 h 1128057"/>
                <a:gd name="connsiteX10" fmla="*/ 775654 w 938000"/>
                <a:gd name="connsiteY10" fmla="*/ 374040 h 1128057"/>
                <a:gd name="connsiteX11" fmla="*/ 742403 w 938000"/>
                <a:gd name="connsiteY11" fmla="*/ 378674 h 1128057"/>
                <a:gd name="connsiteX12" fmla="*/ 710310 w 938000"/>
                <a:gd name="connsiteY12" fmla="*/ 375633 h 1128057"/>
                <a:gd name="connsiteX13" fmla="*/ 687707 w 938000"/>
                <a:gd name="connsiteY13" fmla="*/ 369478 h 1128057"/>
                <a:gd name="connsiteX14" fmla="*/ 676986 w 938000"/>
                <a:gd name="connsiteY14" fmla="*/ 343552 h 1128057"/>
                <a:gd name="connsiteX15" fmla="*/ 666337 w 938000"/>
                <a:gd name="connsiteY15" fmla="*/ 323709 h 1128057"/>
                <a:gd name="connsiteX16" fmla="*/ 653007 w 938000"/>
                <a:gd name="connsiteY16" fmla="*/ 342031 h 1128057"/>
                <a:gd name="connsiteX17" fmla="*/ 651703 w 938000"/>
                <a:gd name="connsiteY17" fmla="*/ 381716 h 1128057"/>
                <a:gd name="connsiteX18" fmla="*/ 593024 w 938000"/>
                <a:gd name="connsiteY18" fmla="*/ 387799 h 1128057"/>
                <a:gd name="connsiteX19" fmla="*/ 548978 w 938000"/>
                <a:gd name="connsiteY19" fmla="*/ 367957 h 1128057"/>
                <a:gd name="connsiteX20" fmla="*/ 530287 w 938000"/>
                <a:gd name="connsiteY20" fmla="*/ 346231 h 1128057"/>
                <a:gd name="connsiteX21" fmla="*/ 498340 w 938000"/>
                <a:gd name="connsiteY21" fmla="*/ 352315 h 1128057"/>
                <a:gd name="connsiteX22" fmla="*/ 470305 w 938000"/>
                <a:gd name="connsiteY22" fmla="*/ 334065 h 1128057"/>
                <a:gd name="connsiteX23" fmla="*/ 444949 w 938000"/>
                <a:gd name="connsiteY23" fmla="*/ 318785 h 1128057"/>
                <a:gd name="connsiteX24" fmla="*/ 418290 w 938000"/>
                <a:gd name="connsiteY24" fmla="*/ 303504 h 1128057"/>
                <a:gd name="connsiteX25" fmla="*/ 400976 w 938000"/>
                <a:gd name="connsiteY25" fmla="*/ 288297 h 1128057"/>
                <a:gd name="connsiteX26" fmla="*/ 406264 w 938000"/>
                <a:gd name="connsiteY26" fmla="*/ 259329 h 1128057"/>
                <a:gd name="connsiteX27" fmla="*/ 422274 w 938000"/>
                <a:gd name="connsiteY27" fmla="*/ 234925 h 1128057"/>
                <a:gd name="connsiteX28" fmla="*/ 407786 w 938000"/>
                <a:gd name="connsiteY28" fmla="*/ 218123 h 1128057"/>
                <a:gd name="connsiteX29" fmla="*/ 387791 w 938000"/>
                <a:gd name="connsiteY29" fmla="*/ 198281 h 1128057"/>
                <a:gd name="connsiteX30" fmla="*/ 359755 w 938000"/>
                <a:gd name="connsiteY30" fmla="*/ 175397 h 1128057"/>
                <a:gd name="connsiteX31" fmla="*/ 347730 w 938000"/>
                <a:gd name="connsiteY31" fmla="*/ 144909 h 1128057"/>
                <a:gd name="connsiteX32" fmla="*/ 355771 w 938000"/>
                <a:gd name="connsiteY32" fmla="*/ 128108 h 1128057"/>
                <a:gd name="connsiteX33" fmla="*/ 373085 w 938000"/>
                <a:gd name="connsiteY33" fmla="*/ 128818 h 1128057"/>
                <a:gd name="connsiteX34" fmla="*/ 375765 w 938000"/>
                <a:gd name="connsiteY34" fmla="*/ 114421 h 1128057"/>
                <a:gd name="connsiteX35" fmla="*/ 357075 w 938000"/>
                <a:gd name="connsiteY35" fmla="*/ 80818 h 1128057"/>
                <a:gd name="connsiteX36" fmla="*/ 355771 w 938000"/>
                <a:gd name="connsiteY36" fmla="*/ 44175 h 1128057"/>
                <a:gd name="connsiteX37" fmla="*/ 335776 w 938000"/>
                <a:gd name="connsiteY37" fmla="*/ 18322 h 1128057"/>
                <a:gd name="connsiteX38" fmla="*/ 322447 w 938000"/>
                <a:gd name="connsiteY38" fmla="*/ 0 h 1128057"/>
                <a:gd name="connsiteX39" fmla="*/ 309117 w 938000"/>
                <a:gd name="connsiteY39" fmla="*/ 1521 h 1128057"/>
                <a:gd name="connsiteX40" fmla="*/ 295787 w 938000"/>
                <a:gd name="connsiteY40" fmla="*/ 28967 h 1128057"/>
                <a:gd name="connsiteX41" fmla="*/ 262391 w 938000"/>
                <a:gd name="connsiteY41" fmla="*/ 44175 h 1128057"/>
                <a:gd name="connsiteX42" fmla="*/ 211680 w 938000"/>
                <a:gd name="connsiteY42" fmla="*/ 33530 h 1128057"/>
                <a:gd name="connsiteX43" fmla="*/ 194294 w 938000"/>
                <a:gd name="connsiteY43" fmla="*/ 54893 h 1128057"/>
                <a:gd name="connsiteX44" fmla="*/ 199654 w 938000"/>
                <a:gd name="connsiteY44" fmla="*/ 91464 h 1128057"/>
                <a:gd name="connsiteX45" fmla="*/ 219649 w 938000"/>
                <a:gd name="connsiteY45" fmla="*/ 128108 h 1128057"/>
                <a:gd name="connsiteX46" fmla="*/ 235659 w 938000"/>
                <a:gd name="connsiteY46" fmla="*/ 144909 h 1128057"/>
                <a:gd name="connsiteX47" fmla="*/ 218345 w 938000"/>
                <a:gd name="connsiteY47" fmla="*/ 173876 h 1128057"/>
                <a:gd name="connsiteX48" fmla="*/ 211680 w 938000"/>
                <a:gd name="connsiteY48" fmla="*/ 202843 h 1128057"/>
                <a:gd name="connsiteX49" fmla="*/ 195670 w 938000"/>
                <a:gd name="connsiteY49" fmla="*/ 224569 h 1128057"/>
                <a:gd name="connsiteX50" fmla="*/ 175676 w 938000"/>
                <a:gd name="connsiteY50" fmla="*/ 242890 h 1128057"/>
                <a:gd name="connsiteX51" fmla="*/ 162346 w 938000"/>
                <a:gd name="connsiteY51" fmla="*/ 284096 h 1128057"/>
                <a:gd name="connsiteX52" fmla="*/ 134311 w 938000"/>
                <a:gd name="connsiteY52" fmla="*/ 303939 h 1128057"/>
                <a:gd name="connsiteX53" fmla="*/ 115692 w 938000"/>
                <a:gd name="connsiteY53" fmla="*/ 332907 h 1128057"/>
                <a:gd name="connsiteX54" fmla="*/ 92945 w 938000"/>
                <a:gd name="connsiteY54" fmla="*/ 334427 h 1128057"/>
                <a:gd name="connsiteX55" fmla="*/ 67662 w 938000"/>
                <a:gd name="connsiteY55" fmla="*/ 331386 h 1128057"/>
                <a:gd name="connsiteX56" fmla="*/ 42307 w 938000"/>
                <a:gd name="connsiteY56" fmla="*/ 367595 h 1128057"/>
                <a:gd name="connsiteX57" fmla="*/ 63678 w 938000"/>
                <a:gd name="connsiteY57" fmla="*/ 395113 h 1128057"/>
                <a:gd name="connsiteX58" fmla="*/ 78167 w 938000"/>
                <a:gd name="connsiteY58" fmla="*/ 434726 h 1128057"/>
                <a:gd name="connsiteX59" fmla="*/ 90192 w 938000"/>
                <a:gd name="connsiteY59" fmla="*/ 469849 h 1128057"/>
                <a:gd name="connsiteX60" fmla="*/ 64837 w 938000"/>
                <a:gd name="connsiteY60" fmla="*/ 477091 h 1128057"/>
                <a:gd name="connsiteX61" fmla="*/ 32817 w 938000"/>
                <a:gd name="connsiteY61" fmla="*/ 478612 h 1128057"/>
                <a:gd name="connsiteX62" fmla="*/ 2173 w 938000"/>
                <a:gd name="connsiteY62" fmla="*/ 503017 h 1128057"/>
                <a:gd name="connsiteX63" fmla="*/ 0 w 938000"/>
                <a:gd name="connsiteY63" fmla="*/ 505841 h 1128057"/>
                <a:gd name="connsiteX64" fmla="*/ 31079 w 938000"/>
                <a:gd name="connsiteY64" fmla="*/ 538574 h 1128057"/>
                <a:gd name="connsiteX65" fmla="*/ 68025 w 938000"/>
                <a:gd name="connsiteY65" fmla="*/ 540819 h 1128057"/>
                <a:gd name="connsiteX66" fmla="*/ 21081 w 938000"/>
                <a:gd name="connsiteY66" fmla="*/ 559141 h 1128057"/>
                <a:gd name="connsiteX67" fmla="*/ 93017 w 938000"/>
                <a:gd name="connsiteY67" fmla="*/ 625983 h 1128057"/>
                <a:gd name="connsiteX68" fmla="*/ 128442 w 938000"/>
                <a:gd name="connsiteY68" fmla="*/ 586008 h 1128057"/>
                <a:gd name="connsiteX69" fmla="*/ 138946 w 938000"/>
                <a:gd name="connsiteY69" fmla="*/ 566020 h 1128057"/>
                <a:gd name="connsiteX70" fmla="*/ 147423 w 938000"/>
                <a:gd name="connsiteY70" fmla="*/ 605995 h 1128057"/>
                <a:gd name="connsiteX71" fmla="*/ 147423 w 938000"/>
                <a:gd name="connsiteY71" fmla="*/ 641408 h 1128057"/>
                <a:gd name="connsiteX72" fmla="*/ 153870 w 938000"/>
                <a:gd name="connsiteY72" fmla="*/ 706584 h 1128057"/>
                <a:gd name="connsiteX73" fmla="*/ 169011 w 938000"/>
                <a:gd name="connsiteY73" fmla="*/ 773788 h 1128057"/>
                <a:gd name="connsiteX74" fmla="*/ 190310 w 938000"/>
                <a:gd name="connsiteY74" fmla="*/ 806883 h 1128057"/>
                <a:gd name="connsiteX75" fmla="*/ 191251 w 938000"/>
                <a:gd name="connsiteY75" fmla="*/ 856200 h 1128057"/>
                <a:gd name="connsiteX76" fmla="*/ 200886 w 938000"/>
                <a:gd name="connsiteY76" fmla="*/ 879664 h 1128057"/>
                <a:gd name="connsiteX77" fmla="*/ 233776 w 938000"/>
                <a:gd name="connsiteY77" fmla="*/ 979601 h 1128057"/>
                <a:gd name="connsiteX78" fmla="*/ 252901 w 938000"/>
                <a:gd name="connsiteY78" fmla="*/ 1015158 h 1128057"/>
                <a:gd name="connsiteX79" fmla="*/ 312595 w 938000"/>
                <a:gd name="connsiteY79" fmla="*/ 1128058 h 1128057"/>
                <a:gd name="connsiteX80" fmla="*/ 330198 w 938000"/>
                <a:gd name="connsiteY80" fmla="*/ 1105246 h 1128057"/>
                <a:gd name="connsiteX81" fmla="*/ 361639 w 938000"/>
                <a:gd name="connsiteY81" fmla="*/ 1069037 h 1128057"/>
                <a:gd name="connsiteX82" fmla="*/ 374606 w 938000"/>
                <a:gd name="connsiteY82" fmla="*/ 1042822 h 1128057"/>
                <a:gd name="connsiteX83" fmla="*/ 383589 w 938000"/>
                <a:gd name="connsiteY83" fmla="*/ 1015375 h 1128057"/>
                <a:gd name="connsiteX84" fmla="*/ 393586 w 938000"/>
                <a:gd name="connsiteY84" fmla="*/ 966276 h 1128057"/>
                <a:gd name="connsiteX85" fmla="*/ 398585 w 938000"/>
                <a:gd name="connsiteY85" fmla="*/ 903417 h 1128057"/>
                <a:gd name="connsiteX86" fmla="*/ 401121 w 938000"/>
                <a:gd name="connsiteY86" fmla="*/ 854824 h 1128057"/>
                <a:gd name="connsiteX87" fmla="*/ 413581 w 938000"/>
                <a:gd name="connsiteY87" fmla="*/ 822888 h 1128057"/>
                <a:gd name="connsiteX88" fmla="*/ 447050 w 938000"/>
                <a:gd name="connsiteY88" fmla="*/ 796600 h 1128057"/>
                <a:gd name="connsiteX89" fmla="*/ 471029 w 938000"/>
                <a:gd name="connsiteY89" fmla="*/ 772412 h 1128057"/>
                <a:gd name="connsiteX90" fmla="*/ 475303 w 938000"/>
                <a:gd name="connsiteY90" fmla="*/ 750180 h 1128057"/>
                <a:gd name="connsiteX91" fmla="*/ 513915 w 938000"/>
                <a:gd name="connsiteY91" fmla="*/ 678920 h 1128057"/>
                <a:gd name="connsiteX92" fmla="*/ 544124 w 938000"/>
                <a:gd name="connsiteY92" fmla="*/ 660454 h 1128057"/>
                <a:gd name="connsiteX93" fmla="*/ 580346 w 938000"/>
                <a:gd name="connsiteY93" fmla="*/ 626562 h 1128057"/>
                <a:gd name="connsiteX94" fmla="*/ 613163 w 938000"/>
                <a:gd name="connsiteY94" fmla="*/ 626562 h 1128057"/>
                <a:gd name="connsiteX95" fmla="*/ 614467 w 938000"/>
                <a:gd name="connsiteY95" fmla="*/ 606430 h 1128057"/>
                <a:gd name="connsiteX96" fmla="*/ 674885 w 938000"/>
                <a:gd name="connsiteY96" fmla="*/ 583039 h 1128057"/>
                <a:gd name="connsiteX97" fmla="*/ 683288 w 938000"/>
                <a:gd name="connsiteY97" fmla="*/ 582097 h 1128057"/>
                <a:gd name="connsiteX98" fmla="*/ 671336 w 938000"/>
                <a:gd name="connsiteY98" fmla="*/ 511417 h 1128057"/>
                <a:gd name="connsiteX99" fmla="*/ 663221 w 938000"/>
                <a:gd name="connsiteY99" fmla="*/ 453483 h 1128057"/>
                <a:gd name="connsiteX100" fmla="*/ 681477 w 938000"/>
                <a:gd name="connsiteY100" fmla="*/ 437333 h 1128057"/>
                <a:gd name="connsiteX101" fmla="*/ 659237 w 938000"/>
                <a:gd name="connsiteY101" fmla="*/ 404890 h 1128057"/>
                <a:gd name="connsiteX102" fmla="*/ 687491 w 938000"/>
                <a:gd name="connsiteY102" fmla="*/ 404890 h 1128057"/>
                <a:gd name="connsiteX103" fmla="*/ 709803 w 938000"/>
                <a:gd name="connsiteY103" fmla="*/ 425746 h 1128057"/>
                <a:gd name="connsiteX104" fmla="*/ 725958 w 938000"/>
                <a:gd name="connsiteY104" fmla="*/ 444213 h 1128057"/>
                <a:gd name="connsiteX105" fmla="*/ 764426 w 938000"/>
                <a:gd name="connsiteY105" fmla="*/ 441968 h 1128057"/>
                <a:gd name="connsiteX106" fmla="*/ 788694 w 938000"/>
                <a:gd name="connsiteY106" fmla="*/ 451165 h 1128057"/>
                <a:gd name="connsiteX107" fmla="*/ 762397 w 938000"/>
                <a:gd name="connsiteY107" fmla="*/ 490561 h 1128057"/>
                <a:gd name="connsiteX108" fmla="*/ 760441 w 938000"/>
                <a:gd name="connsiteY108" fmla="*/ 532201 h 1128057"/>
                <a:gd name="connsiteX109" fmla="*/ 784637 w 938000"/>
                <a:gd name="connsiteY109" fmla="*/ 502075 h 1128057"/>
                <a:gd name="connsiteX110" fmla="*/ 798329 w 938000"/>
                <a:gd name="connsiteY110" fmla="*/ 576666 h 1128057"/>
                <a:gd name="connsiteX111" fmla="*/ 803255 w 938000"/>
                <a:gd name="connsiteY111" fmla="*/ 573045 h 1128057"/>
                <a:gd name="connsiteX112" fmla="*/ 812601 w 938000"/>
                <a:gd name="connsiteY112" fmla="*/ 531839 h 1128057"/>
                <a:gd name="connsiteX113" fmla="*/ 819265 w 938000"/>
                <a:gd name="connsiteY113" fmla="*/ 493747 h 1128057"/>
                <a:gd name="connsiteX114" fmla="*/ 845925 w 938000"/>
                <a:gd name="connsiteY114" fmla="*/ 495268 h 1128057"/>
                <a:gd name="connsiteX115" fmla="*/ 857950 w 938000"/>
                <a:gd name="connsiteY115" fmla="*/ 447906 h 1128057"/>
                <a:gd name="connsiteX116" fmla="*/ 867295 w 938000"/>
                <a:gd name="connsiteY116" fmla="*/ 400690 h 1128057"/>
                <a:gd name="connsiteX117" fmla="*/ 889970 w 938000"/>
                <a:gd name="connsiteY117" fmla="*/ 370129 h 1128057"/>
                <a:gd name="connsiteX118" fmla="*/ 917933 w 938000"/>
                <a:gd name="connsiteY118" fmla="*/ 356442 h 1128057"/>
                <a:gd name="connsiteX119" fmla="*/ 932422 w 938000"/>
                <a:gd name="connsiteY119" fmla="*/ 356442 h 1128057"/>
                <a:gd name="connsiteX120" fmla="*/ 930032 w 938000"/>
                <a:gd name="connsiteY120" fmla="*/ 331386 h 11280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</a:cxnLst>
              <a:rect l="l" t="t" r="r" b="b"/>
              <a:pathLst>
                <a:path w="938000" h="1128057">
                  <a:moveTo>
                    <a:pt x="930032" y="331386"/>
                  </a:moveTo>
                  <a:cubicBezTo>
                    <a:pt x="935393" y="328344"/>
                    <a:pt x="938000" y="313064"/>
                    <a:pt x="938000" y="313064"/>
                  </a:cubicBezTo>
                  <a:cubicBezTo>
                    <a:pt x="938000" y="313064"/>
                    <a:pt x="920686" y="310022"/>
                    <a:pt x="918006" y="300825"/>
                  </a:cubicBezTo>
                  <a:cubicBezTo>
                    <a:pt x="915326" y="291628"/>
                    <a:pt x="904677" y="282576"/>
                    <a:pt x="904677" y="274900"/>
                  </a:cubicBezTo>
                  <a:cubicBezTo>
                    <a:pt x="904677" y="267223"/>
                    <a:pt x="895331" y="270337"/>
                    <a:pt x="887362" y="278013"/>
                  </a:cubicBezTo>
                  <a:cubicBezTo>
                    <a:pt x="879394" y="285690"/>
                    <a:pt x="864687" y="268816"/>
                    <a:pt x="847301" y="279534"/>
                  </a:cubicBezTo>
                  <a:cubicBezTo>
                    <a:pt x="829914" y="290252"/>
                    <a:pt x="826003" y="302346"/>
                    <a:pt x="818323" y="300825"/>
                  </a:cubicBezTo>
                  <a:cubicBezTo>
                    <a:pt x="810645" y="299304"/>
                    <a:pt x="811659" y="308501"/>
                    <a:pt x="804994" y="316105"/>
                  </a:cubicBezTo>
                  <a:cubicBezTo>
                    <a:pt x="798329" y="323709"/>
                    <a:pt x="793041" y="332907"/>
                    <a:pt x="789057" y="332907"/>
                  </a:cubicBezTo>
                  <a:cubicBezTo>
                    <a:pt x="782971" y="334681"/>
                    <a:pt x="777103" y="337237"/>
                    <a:pt x="771670" y="340510"/>
                  </a:cubicBezTo>
                  <a:cubicBezTo>
                    <a:pt x="771670" y="340510"/>
                    <a:pt x="781015" y="363394"/>
                    <a:pt x="775654" y="374040"/>
                  </a:cubicBezTo>
                  <a:cubicBezTo>
                    <a:pt x="770293" y="384685"/>
                    <a:pt x="757036" y="374040"/>
                    <a:pt x="742403" y="378674"/>
                  </a:cubicBezTo>
                  <a:cubicBezTo>
                    <a:pt x="727769" y="383309"/>
                    <a:pt x="720669" y="372519"/>
                    <a:pt x="710310" y="375633"/>
                  </a:cubicBezTo>
                  <a:cubicBezTo>
                    <a:pt x="699951" y="378747"/>
                    <a:pt x="692996" y="367957"/>
                    <a:pt x="687707" y="369478"/>
                  </a:cubicBezTo>
                  <a:cubicBezTo>
                    <a:pt x="682419" y="370998"/>
                    <a:pt x="674305" y="355718"/>
                    <a:pt x="676986" y="343552"/>
                  </a:cubicBezTo>
                  <a:cubicBezTo>
                    <a:pt x="679666" y="331386"/>
                    <a:pt x="671697" y="314585"/>
                    <a:pt x="666337" y="323709"/>
                  </a:cubicBezTo>
                  <a:cubicBezTo>
                    <a:pt x="660976" y="332834"/>
                    <a:pt x="653007" y="328344"/>
                    <a:pt x="653007" y="342031"/>
                  </a:cubicBezTo>
                  <a:cubicBezTo>
                    <a:pt x="653007" y="355718"/>
                    <a:pt x="659672" y="372519"/>
                    <a:pt x="651703" y="381716"/>
                  </a:cubicBezTo>
                  <a:cubicBezTo>
                    <a:pt x="643734" y="390913"/>
                    <a:pt x="600992" y="395475"/>
                    <a:pt x="593024" y="387799"/>
                  </a:cubicBezTo>
                  <a:cubicBezTo>
                    <a:pt x="585055" y="380123"/>
                    <a:pt x="550354" y="375633"/>
                    <a:pt x="548978" y="367957"/>
                  </a:cubicBezTo>
                  <a:cubicBezTo>
                    <a:pt x="547601" y="360280"/>
                    <a:pt x="536952" y="346231"/>
                    <a:pt x="530287" y="346231"/>
                  </a:cubicBezTo>
                  <a:cubicBezTo>
                    <a:pt x="523623" y="346231"/>
                    <a:pt x="503628" y="356949"/>
                    <a:pt x="498340" y="352315"/>
                  </a:cubicBezTo>
                  <a:cubicBezTo>
                    <a:pt x="493051" y="347680"/>
                    <a:pt x="479649" y="335586"/>
                    <a:pt x="470305" y="334065"/>
                  </a:cubicBezTo>
                  <a:cubicBezTo>
                    <a:pt x="460959" y="332544"/>
                    <a:pt x="446325" y="324868"/>
                    <a:pt x="444949" y="318785"/>
                  </a:cubicBezTo>
                  <a:cubicBezTo>
                    <a:pt x="443572" y="312702"/>
                    <a:pt x="422274" y="309660"/>
                    <a:pt x="418290" y="303504"/>
                  </a:cubicBezTo>
                  <a:cubicBezTo>
                    <a:pt x="414305" y="297349"/>
                    <a:pt x="400976" y="296263"/>
                    <a:pt x="400976" y="288297"/>
                  </a:cubicBezTo>
                  <a:cubicBezTo>
                    <a:pt x="400976" y="280331"/>
                    <a:pt x="406264" y="268454"/>
                    <a:pt x="406264" y="259329"/>
                  </a:cubicBezTo>
                  <a:cubicBezTo>
                    <a:pt x="406264" y="250205"/>
                    <a:pt x="422274" y="241008"/>
                    <a:pt x="422274" y="234925"/>
                  </a:cubicBezTo>
                  <a:cubicBezTo>
                    <a:pt x="422274" y="228841"/>
                    <a:pt x="407786" y="218123"/>
                    <a:pt x="407786" y="218123"/>
                  </a:cubicBezTo>
                  <a:cubicBezTo>
                    <a:pt x="407786" y="218123"/>
                    <a:pt x="398440" y="198281"/>
                    <a:pt x="387791" y="198281"/>
                  </a:cubicBezTo>
                  <a:cubicBezTo>
                    <a:pt x="377141" y="198281"/>
                    <a:pt x="369100" y="176556"/>
                    <a:pt x="359755" y="175397"/>
                  </a:cubicBezTo>
                  <a:cubicBezTo>
                    <a:pt x="350410" y="174238"/>
                    <a:pt x="353090" y="152513"/>
                    <a:pt x="347730" y="144909"/>
                  </a:cubicBezTo>
                  <a:cubicBezTo>
                    <a:pt x="342369" y="137305"/>
                    <a:pt x="346425" y="118983"/>
                    <a:pt x="355771" y="128108"/>
                  </a:cubicBezTo>
                  <a:cubicBezTo>
                    <a:pt x="360335" y="133083"/>
                    <a:pt x="368086" y="133402"/>
                    <a:pt x="373085" y="128818"/>
                  </a:cubicBezTo>
                  <a:cubicBezTo>
                    <a:pt x="377069" y="125146"/>
                    <a:pt x="378156" y="119287"/>
                    <a:pt x="375765" y="114421"/>
                  </a:cubicBezTo>
                  <a:cubicBezTo>
                    <a:pt x="369100" y="100661"/>
                    <a:pt x="357075" y="88495"/>
                    <a:pt x="357075" y="80818"/>
                  </a:cubicBezTo>
                  <a:cubicBezTo>
                    <a:pt x="357075" y="73142"/>
                    <a:pt x="365116" y="50331"/>
                    <a:pt x="355771" y="44175"/>
                  </a:cubicBezTo>
                  <a:cubicBezTo>
                    <a:pt x="346136" y="38317"/>
                    <a:pt x="339036" y="29112"/>
                    <a:pt x="335776" y="18322"/>
                  </a:cubicBezTo>
                  <a:cubicBezTo>
                    <a:pt x="333313" y="10986"/>
                    <a:pt x="328677" y="4591"/>
                    <a:pt x="322447" y="0"/>
                  </a:cubicBezTo>
                  <a:lnTo>
                    <a:pt x="309117" y="1521"/>
                  </a:lnTo>
                  <a:cubicBezTo>
                    <a:pt x="309117" y="1521"/>
                    <a:pt x="301075" y="25926"/>
                    <a:pt x="295787" y="28967"/>
                  </a:cubicBezTo>
                  <a:cubicBezTo>
                    <a:pt x="290499" y="32009"/>
                    <a:pt x="271736" y="36571"/>
                    <a:pt x="262391" y="44175"/>
                  </a:cubicBezTo>
                  <a:cubicBezTo>
                    <a:pt x="253045" y="51779"/>
                    <a:pt x="226169" y="33530"/>
                    <a:pt x="211680" y="33530"/>
                  </a:cubicBezTo>
                  <a:cubicBezTo>
                    <a:pt x="197191" y="33530"/>
                    <a:pt x="187629" y="50331"/>
                    <a:pt x="194294" y="54893"/>
                  </a:cubicBezTo>
                  <a:cubicBezTo>
                    <a:pt x="200959" y="59455"/>
                    <a:pt x="199654" y="91464"/>
                    <a:pt x="199654" y="91464"/>
                  </a:cubicBezTo>
                  <a:cubicBezTo>
                    <a:pt x="199654" y="91464"/>
                    <a:pt x="207696" y="131149"/>
                    <a:pt x="219649" y="128108"/>
                  </a:cubicBezTo>
                  <a:cubicBezTo>
                    <a:pt x="231602" y="125066"/>
                    <a:pt x="246381" y="141795"/>
                    <a:pt x="235659" y="144909"/>
                  </a:cubicBezTo>
                  <a:cubicBezTo>
                    <a:pt x="224937" y="148023"/>
                    <a:pt x="219649" y="161710"/>
                    <a:pt x="218345" y="173876"/>
                  </a:cubicBezTo>
                  <a:cubicBezTo>
                    <a:pt x="217041" y="186042"/>
                    <a:pt x="219649" y="201322"/>
                    <a:pt x="211680" y="202843"/>
                  </a:cubicBezTo>
                  <a:cubicBezTo>
                    <a:pt x="203712" y="204364"/>
                    <a:pt x="195670" y="207406"/>
                    <a:pt x="195670" y="224569"/>
                  </a:cubicBezTo>
                  <a:cubicBezTo>
                    <a:pt x="195670" y="241732"/>
                    <a:pt x="178356" y="236807"/>
                    <a:pt x="175676" y="242890"/>
                  </a:cubicBezTo>
                  <a:cubicBezTo>
                    <a:pt x="172996" y="248974"/>
                    <a:pt x="166330" y="279534"/>
                    <a:pt x="162346" y="284096"/>
                  </a:cubicBezTo>
                  <a:cubicBezTo>
                    <a:pt x="158362" y="288659"/>
                    <a:pt x="135614" y="290180"/>
                    <a:pt x="134311" y="303939"/>
                  </a:cubicBezTo>
                  <a:cubicBezTo>
                    <a:pt x="133006" y="317698"/>
                    <a:pt x="122357" y="334427"/>
                    <a:pt x="115692" y="332907"/>
                  </a:cubicBezTo>
                  <a:cubicBezTo>
                    <a:pt x="109027" y="331386"/>
                    <a:pt x="97002" y="325230"/>
                    <a:pt x="92945" y="334427"/>
                  </a:cubicBezTo>
                  <a:cubicBezTo>
                    <a:pt x="88889" y="343624"/>
                    <a:pt x="71647" y="327185"/>
                    <a:pt x="67662" y="331386"/>
                  </a:cubicBezTo>
                  <a:cubicBezTo>
                    <a:pt x="63678" y="335586"/>
                    <a:pt x="42307" y="355790"/>
                    <a:pt x="42307" y="367595"/>
                  </a:cubicBezTo>
                  <a:cubicBezTo>
                    <a:pt x="42307" y="379399"/>
                    <a:pt x="64982" y="379833"/>
                    <a:pt x="63678" y="395113"/>
                  </a:cubicBezTo>
                  <a:cubicBezTo>
                    <a:pt x="63533" y="409633"/>
                    <a:pt x="68676" y="423711"/>
                    <a:pt x="78167" y="434726"/>
                  </a:cubicBezTo>
                  <a:cubicBezTo>
                    <a:pt x="84831" y="442403"/>
                    <a:pt x="95480" y="460652"/>
                    <a:pt x="90192" y="469849"/>
                  </a:cubicBezTo>
                  <a:cubicBezTo>
                    <a:pt x="84904" y="479046"/>
                    <a:pt x="76863" y="480494"/>
                    <a:pt x="64837" y="477091"/>
                  </a:cubicBezTo>
                  <a:cubicBezTo>
                    <a:pt x="52812" y="473687"/>
                    <a:pt x="54188" y="483174"/>
                    <a:pt x="32817" y="478612"/>
                  </a:cubicBezTo>
                  <a:cubicBezTo>
                    <a:pt x="11446" y="474049"/>
                    <a:pt x="10142" y="492371"/>
                    <a:pt x="2173" y="503017"/>
                  </a:cubicBezTo>
                  <a:lnTo>
                    <a:pt x="0" y="505841"/>
                  </a:lnTo>
                  <a:cubicBezTo>
                    <a:pt x="10070" y="514965"/>
                    <a:pt x="14489" y="531187"/>
                    <a:pt x="31079" y="538574"/>
                  </a:cubicBezTo>
                  <a:cubicBezTo>
                    <a:pt x="50566" y="547119"/>
                    <a:pt x="68025" y="524090"/>
                    <a:pt x="68025" y="540819"/>
                  </a:cubicBezTo>
                  <a:cubicBezTo>
                    <a:pt x="68025" y="557547"/>
                    <a:pt x="22095" y="553999"/>
                    <a:pt x="21081" y="559141"/>
                  </a:cubicBezTo>
                  <a:cubicBezTo>
                    <a:pt x="20067" y="564282"/>
                    <a:pt x="68531" y="631124"/>
                    <a:pt x="93017" y="625983"/>
                  </a:cubicBezTo>
                  <a:cubicBezTo>
                    <a:pt x="117503" y="620841"/>
                    <a:pt x="135469" y="590570"/>
                    <a:pt x="128442" y="586008"/>
                  </a:cubicBezTo>
                  <a:cubicBezTo>
                    <a:pt x="121416" y="581445"/>
                    <a:pt x="132427" y="562544"/>
                    <a:pt x="138946" y="566020"/>
                  </a:cubicBezTo>
                  <a:cubicBezTo>
                    <a:pt x="145467" y="569497"/>
                    <a:pt x="139961" y="599115"/>
                    <a:pt x="147423" y="605995"/>
                  </a:cubicBezTo>
                  <a:cubicBezTo>
                    <a:pt x="154885" y="612875"/>
                    <a:pt x="152422" y="625403"/>
                    <a:pt x="147423" y="641408"/>
                  </a:cubicBezTo>
                  <a:cubicBezTo>
                    <a:pt x="142424" y="657412"/>
                    <a:pt x="152422" y="688769"/>
                    <a:pt x="153870" y="706584"/>
                  </a:cubicBezTo>
                  <a:cubicBezTo>
                    <a:pt x="155319" y="724399"/>
                    <a:pt x="165171" y="748370"/>
                    <a:pt x="169011" y="773788"/>
                  </a:cubicBezTo>
                  <a:cubicBezTo>
                    <a:pt x="182413" y="779219"/>
                    <a:pt x="190889" y="792465"/>
                    <a:pt x="190310" y="806883"/>
                  </a:cubicBezTo>
                  <a:cubicBezTo>
                    <a:pt x="190310" y="823250"/>
                    <a:pt x="190310" y="839761"/>
                    <a:pt x="191251" y="856200"/>
                  </a:cubicBezTo>
                  <a:cubicBezTo>
                    <a:pt x="194366" y="864745"/>
                    <a:pt x="197627" y="872711"/>
                    <a:pt x="200886" y="879664"/>
                  </a:cubicBezTo>
                  <a:cubicBezTo>
                    <a:pt x="214361" y="908631"/>
                    <a:pt x="224793" y="965914"/>
                    <a:pt x="233776" y="979601"/>
                  </a:cubicBezTo>
                  <a:cubicBezTo>
                    <a:pt x="241020" y="990977"/>
                    <a:pt x="247395" y="1002861"/>
                    <a:pt x="252901" y="1015158"/>
                  </a:cubicBezTo>
                  <a:cubicBezTo>
                    <a:pt x="274634" y="1051367"/>
                    <a:pt x="289123" y="1093225"/>
                    <a:pt x="312595" y="1128058"/>
                  </a:cubicBezTo>
                  <a:cubicBezTo>
                    <a:pt x="320997" y="1122786"/>
                    <a:pt x="327228" y="1114697"/>
                    <a:pt x="330198" y="1105246"/>
                  </a:cubicBezTo>
                  <a:cubicBezTo>
                    <a:pt x="334689" y="1089241"/>
                    <a:pt x="360117" y="1083014"/>
                    <a:pt x="361639" y="1069037"/>
                  </a:cubicBezTo>
                  <a:cubicBezTo>
                    <a:pt x="363160" y="1055060"/>
                    <a:pt x="365623" y="1044487"/>
                    <a:pt x="374606" y="1042822"/>
                  </a:cubicBezTo>
                  <a:cubicBezTo>
                    <a:pt x="383589" y="1041156"/>
                    <a:pt x="383589" y="1030221"/>
                    <a:pt x="383589" y="1015375"/>
                  </a:cubicBezTo>
                  <a:cubicBezTo>
                    <a:pt x="383589" y="1000529"/>
                    <a:pt x="384603" y="979166"/>
                    <a:pt x="393586" y="966276"/>
                  </a:cubicBezTo>
                  <a:cubicBezTo>
                    <a:pt x="402569" y="953385"/>
                    <a:pt x="404091" y="917683"/>
                    <a:pt x="398585" y="903417"/>
                  </a:cubicBezTo>
                  <a:cubicBezTo>
                    <a:pt x="393079" y="889150"/>
                    <a:pt x="396121" y="869163"/>
                    <a:pt x="401121" y="854824"/>
                  </a:cubicBezTo>
                  <a:cubicBezTo>
                    <a:pt x="406119" y="840485"/>
                    <a:pt x="404091" y="823974"/>
                    <a:pt x="413581" y="822888"/>
                  </a:cubicBezTo>
                  <a:cubicBezTo>
                    <a:pt x="423071" y="821801"/>
                    <a:pt x="437052" y="812025"/>
                    <a:pt x="447050" y="796600"/>
                  </a:cubicBezTo>
                  <a:cubicBezTo>
                    <a:pt x="453932" y="787497"/>
                    <a:pt x="461973" y="779357"/>
                    <a:pt x="471029" y="772412"/>
                  </a:cubicBezTo>
                  <a:cubicBezTo>
                    <a:pt x="470666" y="764765"/>
                    <a:pt x="472116" y="757132"/>
                    <a:pt x="475303" y="750180"/>
                  </a:cubicBezTo>
                  <a:cubicBezTo>
                    <a:pt x="485807" y="725210"/>
                    <a:pt x="498702" y="701341"/>
                    <a:pt x="513915" y="678920"/>
                  </a:cubicBezTo>
                  <a:cubicBezTo>
                    <a:pt x="520798" y="668622"/>
                    <a:pt x="531809" y="661866"/>
                    <a:pt x="544124" y="660454"/>
                  </a:cubicBezTo>
                  <a:cubicBezTo>
                    <a:pt x="546153" y="642856"/>
                    <a:pt x="562235" y="624245"/>
                    <a:pt x="580346" y="626562"/>
                  </a:cubicBezTo>
                  <a:cubicBezTo>
                    <a:pt x="591213" y="627829"/>
                    <a:pt x="602297" y="627829"/>
                    <a:pt x="613163" y="626562"/>
                  </a:cubicBezTo>
                  <a:cubicBezTo>
                    <a:pt x="613815" y="620624"/>
                    <a:pt x="613163" y="614613"/>
                    <a:pt x="614467" y="606430"/>
                  </a:cubicBezTo>
                  <a:cubicBezTo>
                    <a:pt x="616930" y="589919"/>
                    <a:pt x="658875" y="583039"/>
                    <a:pt x="674885" y="583039"/>
                  </a:cubicBezTo>
                  <a:cubicBezTo>
                    <a:pt x="677710" y="583053"/>
                    <a:pt x="680535" y="582742"/>
                    <a:pt x="683288" y="582097"/>
                  </a:cubicBezTo>
                  <a:cubicBezTo>
                    <a:pt x="682637" y="558091"/>
                    <a:pt x="678652" y="534294"/>
                    <a:pt x="671336" y="511417"/>
                  </a:cubicBezTo>
                  <a:cubicBezTo>
                    <a:pt x="665032" y="492791"/>
                    <a:pt x="662280" y="473130"/>
                    <a:pt x="663221" y="453483"/>
                  </a:cubicBezTo>
                  <a:cubicBezTo>
                    <a:pt x="665250" y="441968"/>
                    <a:pt x="677710" y="451165"/>
                    <a:pt x="681477" y="437333"/>
                  </a:cubicBezTo>
                  <a:cubicBezTo>
                    <a:pt x="685244" y="423501"/>
                    <a:pt x="647066" y="423429"/>
                    <a:pt x="659237" y="404890"/>
                  </a:cubicBezTo>
                  <a:cubicBezTo>
                    <a:pt x="671407" y="386351"/>
                    <a:pt x="671336" y="404890"/>
                    <a:pt x="687491" y="404890"/>
                  </a:cubicBezTo>
                  <a:cubicBezTo>
                    <a:pt x="703645" y="404890"/>
                    <a:pt x="709803" y="414160"/>
                    <a:pt x="709803" y="425746"/>
                  </a:cubicBezTo>
                  <a:cubicBezTo>
                    <a:pt x="709803" y="437333"/>
                    <a:pt x="725958" y="444213"/>
                    <a:pt x="725958" y="444213"/>
                  </a:cubicBezTo>
                  <a:cubicBezTo>
                    <a:pt x="725958" y="444213"/>
                    <a:pt x="752255" y="441968"/>
                    <a:pt x="764426" y="441968"/>
                  </a:cubicBezTo>
                  <a:cubicBezTo>
                    <a:pt x="776596" y="441968"/>
                    <a:pt x="788694" y="441968"/>
                    <a:pt x="788694" y="451165"/>
                  </a:cubicBezTo>
                  <a:cubicBezTo>
                    <a:pt x="788694" y="460362"/>
                    <a:pt x="774205" y="490561"/>
                    <a:pt x="762397" y="490561"/>
                  </a:cubicBezTo>
                  <a:cubicBezTo>
                    <a:pt x="750589" y="490561"/>
                    <a:pt x="750299" y="529884"/>
                    <a:pt x="760441" y="532201"/>
                  </a:cubicBezTo>
                  <a:cubicBezTo>
                    <a:pt x="770583" y="534518"/>
                    <a:pt x="778624" y="502075"/>
                    <a:pt x="784637" y="502075"/>
                  </a:cubicBezTo>
                  <a:cubicBezTo>
                    <a:pt x="788984" y="502075"/>
                    <a:pt x="792316" y="538863"/>
                    <a:pt x="798329" y="576666"/>
                  </a:cubicBezTo>
                  <a:cubicBezTo>
                    <a:pt x="799851" y="574566"/>
                    <a:pt x="801517" y="573045"/>
                    <a:pt x="803255" y="573045"/>
                  </a:cubicBezTo>
                  <a:cubicBezTo>
                    <a:pt x="811224" y="573045"/>
                    <a:pt x="807239" y="541036"/>
                    <a:pt x="812601" y="531839"/>
                  </a:cubicBezTo>
                  <a:cubicBezTo>
                    <a:pt x="817962" y="522642"/>
                    <a:pt x="815281" y="493747"/>
                    <a:pt x="819265" y="493747"/>
                  </a:cubicBezTo>
                  <a:cubicBezTo>
                    <a:pt x="823250" y="493747"/>
                    <a:pt x="847301" y="502872"/>
                    <a:pt x="845925" y="495268"/>
                  </a:cubicBezTo>
                  <a:cubicBezTo>
                    <a:pt x="844548" y="487664"/>
                    <a:pt x="860414" y="461666"/>
                    <a:pt x="857950" y="447906"/>
                  </a:cubicBezTo>
                  <a:cubicBezTo>
                    <a:pt x="855487" y="434147"/>
                    <a:pt x="867295" y="417418"/>
                    <a:pt x="867295" y="400690"/>
                  </a:cubicBezTo>
                  <a:cubicBezTo>
                    <a:pt x="867295" y="383961"/>
                    <a:pt x="880625" y="378964"/>
                    <a:pt x="889970" y="370129"/>
                  </a:cubicBezTo>
                  <a:cubicBezTo>
                    <a:pt x="899316" y="361294"/>
                    <a:pt x="915253" y="348766"/>
                    <a:pt x="917933" y="356442"/>
                  </a:cubicBezTo>
                  <a:cubicBezTo>
                    <a:pt x="920614" y="364119"/>
                    <a:pt x="940608" y="370129"/>
                    <a:pt x="932422" y="356442"/>
                  </a:cubicBezTo>
                  <a:cubicBezTo>
                    <a:pt x="924236" y="342755"/>
                    <a:pt x="924671" y="334427"/>
                    <a:pt x="930032" y="3313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1" name="Freeform 98">
              <a:extLst>
                <a:ext uri="{FF2B5EF4-FFF2-40B4-BE49-F238E27FC236}">
                  <a16:creationId xmlns:a16="http://schemas.microsoft.com/office/drawing/2014/main" id="{BB09401A-6543-DA34-C0E0-16BBE49B283A}"/>
                </a:ext>
              </a:extLst>
            </p:cNvPr>
            <p:cNvSpPr/>
            <p:nvPr/>
          </p:nvSpPr>
          <p:spPr>
            <a:xfrm>
              <a:off x="8680896" y="2205609"/>
              <a:ext cx="1060306" cy="517818"/>
            </a:xfrm>
            <a:custGeom>
              <a:avLst/>
              <a:gdLst>
                <a:gd name="connsiteX0" fmla="*/ 1016602 w 1060310"/>
                <a:gd name="connsiteY0" fmla="*/ 216794 h 517815"/>
                <a:gd name="connsiteX1" fmla="*/ 991391 w 1060310"/>
                <a:gd name="connsiteY1" fmla="*/ 211731 h 517815"/>
                <a:gd name="connsiteX2" fmla="*/ 984002 w 1060310"/>
                <a:gd name="connsiteY2" fmla="*/ 221790 h 517815"/>
                <a:gd name="connsiteX3" fmla="*/ 951402 w 1060310"/>
                <a:gd name="connsiteY3" fmla="*/ 216794 h 517815"/>
                <a:gd name="connsiteX4" fmla="*/ 916556 w 1060310"/>
                <a:gd name="connsiteY4" fmla="*/ 214331 h 517815"/>
                <a:gd name="connsiteX5" fmla="*/ 920904 w 1060310"/>
                <a:gd name="connsiteY5" fmla="*/ 194416 h 517815"/>
                <a:gd name="connsiteX6" fmla="*/ 923077 w 1060310"/>
                <a:gd name="connsiteY6" fmla="*/ 174501 h 517815"/>
                <a:gd name="connsiteX7" fmla="*/ 950098 w 1060310"/>
                <a:gd name="connsiteY7" fmla="*/ 112656 h 517815"/>
                <a:gd name="connsiteX8" fmla="*/ 925684 w 1060310"/>
                <a:gd name="connsiteY8" fmla="*/ 109977 h 517815"/>
                <a:gd name="connsiteX9" fmla="*/ 896707 w 1060310"/>
                <a:gd name="connsiteY9" fmla="*/ 103097 h 517815"/>
                <a:gd name="connsiteX10" fmla="*/ 854763 w 1060310"/>
                <a:gd name="connsiteY10" fmla="*/ 100852 h 517815"/>
                <a:gd name="connsiteX11" fmla="*/ 827813 w 1060310"/>
                <a:gd name="connsiteY11" fmla="*/ 121419 h 517815"/>
                <a:gd name="connsiteX12" fmla="*/ 800864 w 1060310"/>
                <a:gd name="connsiteY12" fmla="*/ 132788 h 517815"/>
                <a:gd name="connsiteX13" fmla="*/ 756891 w 1060310"/>
                <a:gd name="connsiteY13" fmla="*/ 145389 h 517815"/>
                <a:gd name="connsiteX14" fmla="*/ 711976 w 1060310"/>
                <a:gd name="connsiteY14" fmla="*/ 145389 h 517815"/>
                <a:gd name="connsiteX15" fmla="*/ 669017 w 1060310"/>
                <a:gd name="connsiteY15" fmla="*/ 136265 h 517815"/>
                <a:gd name="connsiteX16" fmla="*/ 650979 w 1060310"/>
                <a:gd name="connsiteY16" fmla="*/ 114539 h 517815"/>
                <a:gd name="connsiteX17" fmla="*/ 623087 w 1060310"/>
                <a:gd name="connsiteY17" fmla="*/ 99693 h 517815"/>
                <a:gd name="connsiteX18" fmla="*/ 597080 w 1060310"/>
                <a:gd name="connsiteY18" fmla="*/ 91727 h 517815"/>
                <a:gd name="connsiteX19" fmla="*/ 566147 w 1060310"/>
                <a:gd name="connsiteY19" fmla="*/ 83689 h 517815"/>
                <a:gd name="connsiteX20" fmla="*/ 535141 w 1060310"/>
                <a:gd name="connsiteY20" fmla="*/ 88251 h 517815"/>
                <a:gd name="connsiteX21" fmla="*/ 511235 w 1060310"/>
                <a:gd name="connsiteY21" fmla="*/ 101938 h 517815"/>
                <a:gd name="connsiteX22" fmla="*/ 481243 w 1060310"/>
                <a:gd name="connsiteY22" fmla="*/ 91727 h 517815"/>
                <a:gd name="connsiteX23" fmla="*/ 460306 w 1060310"/>
                <a:gd name="connsiteY23" fmla="*/ 73405 h 517815"/>
                <a:gd name="connsiteX24" fmla="*/ 456250 w 1060310"/>
                <a:gd name="connsiteY24" fmla="*/ 40310 h 517815"/>
                <a:gd name="connsiteX25" fmla="*/ 423288 w 1060310"/>
                <a:gd name="connsiteY25" fmla="*/ 28868 h 517815"/>
                <a:gd name="connsiteX26" fmla="*/ 398368 w 1060310"/>
                <a:gd name="connsiteY26" fmla="*/ 17426 h 517815"/>
                <a:gd name="connsiteX27" fmla="*/ 377359 w 1060310"/>
                <a:gd name="connsiteY27" fmla="*/ 11705 h 517815"/>
                <a:gd name="connsiteX28" fmla="*/ 352438 w 1060310"/>
                <a:gd name="connsiteY28" fmla="*/ 335 h 517815"/>
                <a:gd name="connsiteX29" fmla="*/ 340413 w 1060310"/>
                <a:gd name="connsiteY29" fmla="*/ 12864 h 517815"/>
                <a:gd name="connsiteX30" fmla="*/ 322446 w 1060310"/>
                <a:gd name="connsiteY30" fmla="*/ 26551 h 517815"/>
                <a:gd name="connsiteX31" fmla="*/ 308465 w 1060310"/>
                <a:gd name="connsiteY31" fmla="*/ 46031 h 517815"/>
                <a:gd name="connsiteX32" fmla="*/ 320418 w 1060310"/>
                <a:gd name="connsiteY32" fmla="*/ 77968 h 517815"/>
                <a:gd name="connsiteX33" fmla="*/ 319476 w 1060310"/>
                <a:gd name="connsiteY33" fmla="*/ 100852 h 517815"/>
                <a:gd name="connsiteX34" fmla="*/ 291513 w 1060310"/>
                <a:gd name="connsiteY34" fmla="*/ 116856 h 517815"/>
                <a:gd name="connsiteX35" fmla="*/ 267534 w 1060310"/>
                <a:gd name="connsiteY35" fmla="*/ 108818 h 517815"/>
                <a:gd name="connsiteX36" fmla="*/ 240585 w 1060310"/>
                <a:gd name="connsiteY36" fmla="*/ 111135 h 517815"/>
                <a:gd name="connsiteX37" fmla="*/ 212549 w 1060310"/>
                <a:gd name="connsiteY37" fmla="*/ 98535 h 517815"/>
                <a:gd name="connsiteX38" fmla="*/ 201610 w 1060310"/>
                <a:gd name="connsiteY38" fmla="*/ 76809 h 517815"/>
                <a:gd name="connsiteX39" fmla="*/ 154667 w 1060310"/>
                <a:gd name="connsiteY39" fmla="*/ 67612 h 517815"/>
                <a:gd name="connsiteX40" fmla="*/ 130688 w 1060310"/>
                <a:gd name="connsiteY40" fmla="*/ 72174 h 517815"/>
                <a:gd name="connsiteX41" fmla="*/ 107724 w 1060310"/>
                <a:gd name="connsiteY41" fmla="*/ 83616 h 517815"/>
                <a:gd name="connsiteX42" fmla="*/ 85991 w 1060310"/>
                <a:gd name="connsiteY42" fmla="*/ 100779 h 517815"/>
                <a:gd name="connsiteX43" fmla="*/ 59983 w 1060310"/>
                <a:gd name="connsiteY43" fmla="*/ 117870 h 517815"/>
                <a:gd name="connsiteX44" fmla="*/ 29049 w 1060310"/>
                <a:gd name="connsiteY44" fmla="*/ 133875 h 517815"/>
                <a:gd name="connsiteX45" fmla="*/ 6085 w 1060310"/>
                <a:gd name="connsiteY45" fmla="*/ 144158 h 517815"/>
                <a:gd name="connsiteX46" fmla="*/ 0 w 1060310"/>
                <a:gd name="connsiteY46" fmla="*/ 146548 h 517815"/>
                <a:gd name="connsiteX47" fmla="*/ 1086 w 1060310"/>
                <a:gd name="connsiteY47" fmla="*/ 151110 h 517815"/>
                <a:gd name="connsiteX48" fmla="*/ 25283 w 1060310"/>
                <a:gd name="connsiteY48" fmla="*/ 186740 h 517815"/>
                <a:gd name="connsiteX49" fmla="*/ 55709 w 1060310"/>
                <a:gd name="connsiteY49" fmla="*/ 205714 h 517815"/>
                <a:gd name="connsiteX50" fmla="*/ 84686 w 1060310"/>
                <a:gd name="connsiteY50" fmla="*/ 232581 h 517815"/>
                <a:gd name="connsiteX51" fmla="*/ 102652 w 1060310"/>
                <a:gd name="connsiteY51" fmla="*/ 261548 h 517815"/>
                <a:gd name="connsiteX52" fmla="*/ 100551 w 1060310"/>
                <a:gd name="connsiteY52" fmla="*/ 300292 h 517815"/>
                <a:gd name="connsiteX53" fmla="*/ 92945 w 1060310"/>
                <a:gd name="connsiteY53" fmla="*/ 331938 h 517815"/>
                <a:gd name="connsiteX54" fmla="*/ 169011 w 1060310"/>
                <a:gd name="connsiteY54" fmla="*/ 353229 h 517815"/>
                <a:gd name="connsiteX55" fmla="*/ 194366 w 1060310"/>
                <a:gd name="connsiteY55" fmla="*/ 370755 h 517815"/>
                <a:gd name="connsiteX56" fmla="*/ 216099 w 1060310"/>
                <a:gd name="connsiteY56" fmla="*/ 388135 h 517815"/>
                <a:gd name="connsiteX57" fmla="*/ 242251 w 1060310"/>
                <a:gd name="connsiteY57" fmla="*/ 420506 h 517815"/>
                <a:gd name="connsiteX58" fmla="*/ 261811 w 1060310"/>
                <a:gd name="connsiteY58" fmla="*/ 460336 h 517815"/>
                <a:gd name="connsiteX59" fmla="*/ 305277 w 1060310"/>
                <a:gd name="connsiteY59" fmla="*/ 465333 h 517815"/>
                <a:gd name="connsiteX60" fmla="*/ 385834 w 1060310"/>
                <a:gd name="connsiteY60" fmla="*/ 467795 h 517815"/>
                <a:gd name="connsiteX61" fmla="*/ 446760 w 1060310"/>
                <a:gd name="connsiteY61" fmla="*/ 482713 h 517815"/>
                <a:gd name="connsiteX62" fmla="*/ 483706 w 1060310"/>
                <a:gd name="connsiteY62" fmla="*/ 492707 h 517815"/>
                <a:gd name="connsiteX63" fmla="*/ 518551 w 1060310"/>
                <a:gd name="connsiteY63" fmla="*/ 502628 h 517815"/>
                <a:gd name="connsiteX64" fmla="*/ 544631 w 1060310"/>
                <a:gd name="connsiteY64" fmla="*/ 517619 h 517815"/>
                <a:gd name="connsiteX65" fmla="*/ 603383 w 1060310"/>
                <a:gd name="connsiteY65" fmla="*/ 482713 h 517815"/>
                <a:gd name="connsiteX66" fmla="*/ 679521 w 1060310"/>
                <a:gd name="connsiteY66" fmla="*/ 480251 h 517815"/>
                <a:gd name="connsiteX67" fmla="*/ 740446 w 1060310"/>
                <a:gd name="connsiteY67" fmla="*/ 450342 h 517815"/>
                <a:gd name="connsiteX68" fmla="*/ 781811 w 1060310"/>
                <a:gd name="connsiteY68" fmla="*/ 413047 h 517815"/>
                <a:gd name="connsiteX69" fmla="*/ 773119 w 1060310"/>
                <a:gd name="connsiteY69" fmla="*/ 368220 h 517815"/>
                <a:gd name="connsiteX70" fmla="*/ 801299 w 1060310"/>
                <a:gd name="connsiteY70" fmla="*/ 355938 h 517815"/>
                <a:gd name="connsiteX71" fmla="*/ 805718 w 1060310"/>
                <a:gd name="connsiteY71" fmla="*/ 358299 h 517815"/>
                <a:gd name="connsiteX72" fmla="*/ 860123 w 1060310"/>
                <a:gd name="connsiteY72" fmla="*/ 353302 h 517815"/>
                <a:gd name="connsiteX73" fmla="*/ 910181 w 1060310"/>
                <a:gd name="connsiteY73" fmla="*/ 335921 h 517815"/>
                <a:gd name="connsiteX74" fmla="*/ 940608 w 1060310"/>
                <a:gd name="connsiteY74" fmla="*/ 303550 h 517815"/>
                <a:gd name="connsiteX75" fmla="*/ 981973 w 1060310"/>
                <a:gd name="connsiteY75" fmla="*/ 283635 h 517815"/>
                <a:gd name="connsiteX76" fmla="*/ 1025440 w 1060310"/>
                <a:gd name="connsiteY76" fmla="*/ 273642 h 517815"/>
                <a:gd name="connsiteX77" fmla="*/ 1060213 w 1060310"/>
                <a:gd name="connsiteY77" fmla="*/ 268645 h 517815"/>
                <a:gd name="connsiteX78" fmla="*/ 1016602 w 1060310"/>
                <a:gd name="connsiteY78" fmla="*/ 216794 h 5178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</a:cxnLst>
              <a:rect l="l" t="t" r="r" b="b"/>
              <a:pathLst>
                <a:path w="1060310" h="517815">
                  <a:moveTo>
                    <a:pt x="1016602" y="216794"/>
                  </a:moveTo>
                  <a:cubicBezTo>
                    <a:pt x="1011023" y="208437"/>
                    <a:pt x="999723" y="206170"/>
                    <a:pt x="991391" y="211731"/>
                  </a:cubicBezTo>
                  <a:cubicBezTo>
                    <a:pt x="987842" y="214107"/>
                    <a:pt x="985234" y="217670"/>
                    <a:pt x="984002" y="221790"/>
                  </a:cubicBezTo>
                  <a:cubicBezTo>
                    <a:pt x="979656" y="234174"/>
                    <a:pt x="970962" y="216794"/>
                    <a:pt x="951402" y="216794"/>
                  </a:cubicBezTo>
                  <a:cubicBezTo>
                    <a:pt x="931842" y="216794"/>
                    <a:pt x="929669" y="229249"/>
                    <a:pt x="916556" y="214331"/>
                  </a:cubicBezTo>
                  <a:cubicBezTo>
                    <a:pt x="903445" y="199413"/>
                    <a:pt x="920904" y="194416"/>
                    <a:pt x="920904" y="194416"/>
                  </a:cubicBezTo>
                  <a:lnTo>
                    <a:pt x="923077" y="174501"/>
                  </a:lnTo>
                  <a:lnTo>
                    <a:pt x="950098" y="112656"/>
                  </a:lnTo>
                  <a:cubicBezTo>
                    <a:pt x="942492" y="108992"/>
                    <a:pt x="933871" y="108050"/>
                    <a:pt x="925684" y="109977"/>
                  </a:cubicBezTo>
                  <a:cubicBezTo>
                    <a:pt x="917643" y="113380"/>
                    <a:pt x="898663" y="111135"/>
                    <a:pt x="896707" y="103097"/>
                  </a:cubicBezTo>
                  <a:cubicBezTo>
                    <a:pt x="894751" y="95059"/>
                    <a:pt x="862731" y="93972"/>
                    <a:pt x="854763" y="100852"/>
                  </a:cubicBezTo>
                  <a:cubicBezTo>
                    <a:pt x="846793" y="107732"/>
                    <a:pt x="828827" y="113380"/>
                    <a:pt x="827813" y="121419"/>
                  </a:cubicBezTo>
                  <a:cubicBezTo>
                    <a:pt x="826799" y="129457"/>
                    <a:pt x="807818" y="127140"/>
                    <a:pt x="800864" y="132788"/>
                  </a:cubicBezTo>
                  <a:cubicBezTo>
                    <a:pt x="793910" y="138437"/>
                    <a:pt x="757833" y="140827"/>
                    <a:pt x="756891" y="145389"/>
                  </a:cubicBezTo>
                  <a:cubicBezTo>
                    <a:pt x="755949" y="149951"/>
                    <a:pt x="717917" y="151110"/>
                    <a:pt x="711976" y="145389"/>
                  </a:cubicBezTo>
                  <a:cubicBezTo>
                    <a:pt x="706036" y="139668"/>
                    <a:pt x="673001" y="145389"/>
                    <a:pt x="669017" y="136265"/>
                  </a:cubicBezTo>
                  <a:cubicBezTo>
                    <a:pt x="665032" y="127140"/>
                    <a:pt x="650979" y="122505"/>
                    <a:pt x="650979" y="114539"/>
                  </a:cubicBezTo>
                  <a:cubicBezTo>
                    <a:pt x="650979" y="106573"/>
                    <a:pt x="626058" y="106573"/>
                    <a:pt x="623087" y="99693"/>
                  </a:cubicBezTo>
                  <a:cubicBezTo>
                    <a:pt x="620118" y="92814"/>
                    <a:pt x="600123" y="89410"/>
                    <a:pt x="597080" y="91727"/>
                  </a:cubicBezTo>
                  <a:cubicBezTo>
                    <a:pt x="594038" y="94045"/>
                    <a:pt x="572087" y="84848"/>
                    <a:pt x="566147" y="83689"/>
                  </a:cubicBezTo>
                  <a:cubicBezTo>
                    <a:pt x="560207" y="82530"/>
                    <a:pt x="541154" y="88251"/>
                    <a:pt x="535141" y="88251"/>
                  </a:cubicBezTo>
                  <a:cubicBezTo>
                    <a:pt x="529128" y="88251"/>
                    <a:pt x="518189" y="100852"/>
                    <a:pt x="511235" y="101938"/>
                  </a:cubicBezTo>
                  <a:cubicBezTo>
                    <a:pt x="504280" y="103025"/>
                    <a:pt x="485228" y="88251"/>
                    <a:pt x="481243" y="91727"/>
                  </a:cubicBezTo>
                  <a:cubicBezTo>
                    <a:pt x="477258" y="95203"/>
                    <a:pt x="465233" y="80285"/>
                    <a:pt x="460306" y="73405"/>
                  </a:cubicBezTo>
                  <a:cubicBezTo>
                    <a:pt x="455381" y="66526"/>
                    <a:pt x="460306" y="47118"/>
                    <a:pt x="456250" y="40310"/>
                  </a:cubicBezTo>
                  <a:cubicBezTo>
                    <a:pt x="452193" y="33503"/>
                    <a:pt x="430315" y="33431"/>
                    <a:pt x="423288" y="28868"/>
                  </a:cubicBezTo>
                  <a:cubicBezTo>
                    <a:pt x="416261" y="24306"/>
                    <a:pt x="405322" y="17426"/>
                    <a:pt x="398368" y="17426"/>
                  </a:cubicBezTo>
                  <a:cubicBezTo>
                    <a:pt x="390978" y="17716"/>
                    <a:pt x="383589" y="15724"/>
                    <a:pt x="377359" y="11705"/>
                  </a:cubicBezTo>
                  <a:cubicBezTo>
                    <a:pt x="369679" y="6694"/>
                    <a:pt x="361277" y="2863"/>
                    <a:pt x="352438" y="335"/>
                  </a:cubicBezTo>
                  <a:cubicBezTo>
                    <a:pt x="345193" y="-1982"/>
                    <a:pt x="344397" y="8302"/>
                    <a:pt x="340413" y="12864"/>
                  </a:cubicBezTo>
                  <a:cubicBezTo>
                    <a:pt x="336428" y="17426"/>
                    <a:pt x="324475" y="18585"/>
                    <a:pt x="322446" y="26551"/>
                  </a:cubicBezTo>
                  <a:cubicBezTo>
                    <a:pt x="320418" y="34517"/>
                    <a:pt x="306436" y="36834"/>
                    <a:pt x="308465" y="46031"/>
                  </a:cubicBezTo>
                  <a:cubicBezTo>
                    <a:pt x="310493" y="55229"/>
                    <a:pt x="315709" y="73405"/>
                    <a:pt x="320418" y="77968"/>
                  </a:cubicBezTo>
                  <a:cubicBezTo>
                    <a:pt x="325126" y="82530"/>
                    <a:pt x="322446" y="96290"/>
                    <a:pt x="319476" y="100852"/>
                  </a:cubicBezTo>
                  <a:cubicBezTo>
                    <a:pt x="316506" y="105414"/>
                    <a:pt x="295497" y="108818"/>
                    <a:pt x="291513" y="116856"/>
                  </a:cubicBezTo>
                  <a:cubicBezTo>
                    <a:pt x="287528" y="124895"/>
                    <a:pt x="277531" y="115698"/>
                    <a:pt x="267534" y="108818"/>
                  </a:cubicBezTo>
                  <a:cubicBezTo>
                    <a:pt x="259058" y="103539"/>
                    <a:pt x="248047" y="104480"/>
                    <a:pt x="240585" y="111135"/>
                  </a:cubicBezTo>
                  <a:cubicBezTo>
                    <a:pt x="235586" y="115698"/>
                    <a:pt x="217620" y="99693"/>
                    <a:pt x="212549" y="98535"/>
                  </a:cubicBezTo>
                  <a:cubicBezTo>
                    <a:pt x="207478" y="97376"/>
                    <a:pt x="206609" y="75723"/>
                    <a:pt x="201610" y="76809"/>
                  </a:cubicBezTo>
                  <a:cubicBezTo>
                    <a:pt x="196611" y="77896"/>
                    <a:pt x="161621" y="69929"/>
                    <a:pt x="154667" y="67612"/>
                  </a:cubicBezTo>
                  <a:cubicBezTo>
                    <a:pt x="147712" y="65295"/>
                    <a:pt x="132934" y="66526"/>
                    <a:pt x="130688" y="72174"/>
                  </a:cubicBezTo>
                  <a:cubicBezTo>
                    <a:pt x="128442" y="77823"/>
                    <a:pt x="110693" y="76809"/>
                    <a:pt x="107724" y="83616"/>
                  </a:cubicBezTo>
                  <a:cubicBezTo>
                    <a:pt x="104753" y="90424"/>
                    <a:pt x="90771" y="93900"/>
                    <a:pt x="85991" y="100779"/>
                  </a:cubicBezTo>
                  <a:cubicBezTo>
                    <a:pt x="81209" y="107659"/>
                    <a:pt x="64257" y="107659"/>
                    <a:pt x="59983" y="117870"/>
                  </a:cubicBezTo>
                  <a:cubicBezTo>
                    <a:pt x="55709" y="128081"/>
                    <a:pt x="35062" y="132354"/>
                    <a:pt x="29049" y="133875"/>
                  </a:cubicBezTo>
                  <a:cubicBezTo>
                    <a:pt x="23037" y="135396"/>
                    <a:pt x="7316" y="138437"/>
                    <a:pt x="6085" y="144158"/>
                  </a:cubicBezTo>
                  <a:cubicBezTo>
                    <a:pt x="5650" y="146620"/>
                    <a:pt x="3115" y="146982"/>
                    <a:pt x="0" y="146548"/>
                  </a:cubicBezTo>
                  <a:cubicBezTo>
                    <a:pt x="0" y="148069"/>
                    <a:pt x="797" y="149444"/>
                    <a:pt x="1086" y="151110"/>
                  </a:cubicBezTo>
                  <a:cubicBezTo>
                    <a:pt x="5288" y="177181"/>
                    <a:pt x="14923" y="176457"/>
                    <a:pt x="25283" y="186740"/>
                  </a:cubicBezTo>
                  <a:cubicBezTo>
                    <a:pt x="35642" y="197023"/>
                    <a:pt x="44625" y="204917"/>
                    <a:pt x="55709" y="205714"/>
                  </a:cubicBezTo>
                  <a:cubicBezTo>
                    <a:pt x="66793" y="206510"/>
                    <a:pt x="83382" y="221501"/>
                    <a:pt x="84686" y="232581"/>
                  </a:cubicBezTo>
                  <a:cubicBezTo>
                    <a:pt x="87584" y="243842"/>
                    <a:pt x="93814" y="253951"/>
                    <a:pt x="102652" y="261548"/>
                  </a:cubicBezTo>
                  <a:cubicBezTo>
                    <a:pt x="108882" y="267052"/>
                    <a:pt x="100551" y="286098"/>
                    <a:pt x="100551" y="300292"/>
                  </a:cubicBezTo>
                  <a:cubicBezTo>
                    <a:pt x="100551" y="314486"/>
                    <a:pt x="85410" y="317672"/>
                    <a:pt x="92945" y="331938"/>
                  </a:cubicBezTo>
                  <a:cubicBezTo>
                    <a:pt x="100479" y="346205"/>
                    <a:pt x="153798" y="353229"/>
                    <a:pt x="169011" y="353229"/>
                  </a:cubicBezTo>
                  <a:cubicBezTo>
                    <a:pt x="184224" y="353229"/>
                    <a:pt x="189730" y="369885"/>
                    <a:pt x="194366" y="370755"/>
                  </a:cubicBezTo>
                  <a:cubicBezTo>
                    <a:pt x="203928" y="372565"/>
                    <a:pt x="205233" y="385673"/>
                    <a:pt x="216099" y="388135"/>
                  </a:cubicBezTo>
                  <a:cubicBezTo>
                    <a:pt x="226966" y="390597"/>
                    <a:pt x="237832" y="398129"/>
                    <a:pt x="242251" y="420506"/>
                  </a:cubicBezTo>
                  <a:cubicBezTo>
                    <a:pt x="246670" y="442883"/>
                    <a:pt x="259638" y="450342"/>
                    <a:pt x="261811" y="460336"/>
                  </a:cubicBezTo>
                  <a:cubicBezTo>
                    <a:pt x="263984" y="470330"/>
                    <a:pt x="287891" y="462798"/>
                    <a:pt x="305277" y="465333"/>
                  </a:cubicBezTo>
                  <a:cubicBezTo>
                    <a:pt x="322663" y="467867"/>
                    <a:pt x="372795" y="465333"/>
                    <a:pt x="385834" y="467795"/>
                  </a:cubicBezTo>
                  <a:cubicBezTo>
                    <a:pt x="398874" y="470257"/>
                    <a:pt x="429300" y="467795"/>
                    <a:pt x="446760" y="482713"/>
                  </a:cubicBezTo>
                  <a:cubicBezTo>
                    <a:pt x="464219" y="497631"/>
                    <a:pt x="472839" y="485248"/>
                    <a:pt x="483706" y="492707"/>
                  </a:cubicBezTo>
                  <a:cubicBezTo>
                    <a:pt x="494572" y="500166"/>
                    <a:pt x="503266" y="505163"/>
                    <a:pt x="518551" y="502628"/>
                  </a:cubicBezTo>
                  <a:cubicBezTo>
                    <a:pt x="533837" y="500093"/>
                    <a:pt x="533764" y="515084"/>
                    <a:pt x="544631" y="517619"/>
                  </a:cubicBezTo>
                  <a:cubicBezTo>
                    <a:pt x="555498" y="520153"/>
                    <a:pt x="575129" y="497631"/>
                    <a:pt x="603383" y="482713"/>
                  </a:cubicBezTo>
                  <a:cubicBezTo>
                    <a:pt x="631636" y="467795"/>
                    <a:pt x="664308" y="477789"/>
                    <a:pt x="679521" y="480251"/>
                  </a:cubicBezTo>
                  <a:cubicBezTo>
                    <a:pt x="694734" y="482713"/>
                    <a:pt x="722987" y="473009"/>
                    <a:pt x="740446" y="450342"/>
                  </a:cubicBezTo>
                  <a:cubicBezTo>
                    <a:pt x="757906" y="427675"/>
                    <a:pt x="779639" y="432962"/>
                    <a:pt x="781811" y="413047"/>
                  </a:cubicBezTo>
                  <a:cubicBezTo>
                    <a:pt x="783985" y="393132"/>
                    <a:pt x="764425" y="385673"/>
                    <a:pt x="773119" y="368220"/>
                  </a:cubicBezTo>
                  <a:cubicBezTo>
                    <a:pt x="777538" y="357053"/>
                    <a:pt x="790143" y="351557"/>
                    <a:pt x="801299" y="355938"/>
                  </a:cubicBezTo>
                  <a:cubicBezTo>
                    <a:pt x="802820" y="356553"/>
                    <a:pt x="804341" y="357343"/>
                    <a:pt x="805718" y="358299"/>
                  </a:cubicBezTo>
                  <a:cubicBezTo>
                    <a:pt x="823176" y="367756"/>
                    <a:pt x="844693" y="365787"/>
                    <a:pt x="860123" y="353302"/>
                  </a:cubicBezTo>
                  <a:cubicBezTo>
                    <a:pt x="881857" y="335921"/>
                    <a:pt x="890622" y="338384"/>
                    <a:pt x="910181" y="335921"/>
                  </a:cubicBezTo>
                  <a:cubicBezTo>
                    <a:pt x="929742" y="333459"/>
                    <a:pt x="927568" y="318469"/>
                    <a:pt x="940608" y="303550"/>
                  </a:cubicBezTo>
                  <a:cubicBezTo>
                    <a:pt x="950751" y="291131"/>
                    <a:pt x="965891" y="283838"/>
                    <a:pt x="981973" y="283635"/>
                  </a:cubicBezTo>
                  <a:cubicBezTo>
                    <a:pt x="995014" y="283635"/>
                    <a:pt x="1012400" y="268645"/>
                    <a:pt x="1025440" y="273642"/>
                  </a:cubicBezTo>
                  <a:cubicBezTo>
                    <a:pt x="1038480" y="278639"/>
                    <a:pt x="1058039" y="280884"/>
                    <a:pt x="1060213" y="268645"/>
                  </a:cubicBezTo>
                  <a:cubicBezTo>
                    <a:pt x="1062386" y="256406"/>
                    <a:pt x="1027541" y="231712"/>
                    <a:pt x="1016602" y="2167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2" name="Freeform 99">
              <a:extLst>
                <a:ext uri="{FF2B5EF4-FFF2-40B4-BE49-F238E27FC236}">
                  <a16:creationId xmlns:a16="http://schemas.microsoft.com/office/drawing/2014/main" id="{D98E1ECC-CCBE-67C2-4541-7A57D9E0B0A1}"/>
                </a:ext>
              </a:extLst>
            </p:cNvPr>
            <p:cNvSpPr/>
            <p:nvPr/>
          </p:nvSpPr>
          <p:spPr>
            <a:xfrm>
              <a:off x="6890747" y="3119026"/>
              <a:ext cx="17385" cy="52910"/>
            </a:xfrm>
            <a:custGeom>
              <a:avLst/>
              <a:gdLst>
                <a:gd name="connsiteX0" fmla="*/ 7244 w 17386"/>
                <a:gd name="connsiteY0" fmla="*/ 407 h 52910"/>
                <a:gd name="connsiteX1" fmla="*/ 0 w 17386"/>
                <a:gd name="connsiteY1" fmla="*/ 28361 h 52910"/>
                <a:gd name="connsiteX2" fmla="*/ 12533 w 17386"/>
                <a:gd name="connsiteY2" fmla="*/ 52911 h 52910"/>
                <a:gd name="connsiteX3" fmla="*/ 16227 w 17386"/>
                <a:gd name="connsiteY3" fmla="*/ 7649 h 52910"/>
                <a:gd name="connsiteX4" fmla="*/ 17386 w 17386"/>
                <a:gd name="connsiteY4" fmla="*/ 407 h 52910"/>
                <a:gd name="connsiteX5" fmla="*/ 7244 w 17386"/>
                <a:gd name="connsiteY5" fmla="*/ 407 h 52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7386" h="52910">
                  <a:moveTo>
                    <a:pt x="7244" y="407"/>
                  </a:moveTo>
                  <a:cubicBezTo>
                    <a:pt x="2173" y="2797"/>
                    <a:pt x="0" y="24885"/>
                    <a:pt x="0" y="28361"/>
                  </a:cubicBezTo>
                  <a:cubicBezTo>
                    <a:pt x="1854" y="37536"/>
                    <a:pt x="6194" y="46024"/>
                    <a:pt x="12533" y="52911"/>
                  </a:cubicBezTo>
                  <a:cubicBezTo>
                    <a:pt x="14416" y="35965"/>
                    <a:pt x="14851" y="13732"/>
                    <a:pt x="16227" y="7649"/>
                  </a:cubicBezTo>
                  <a:cubicBezTo>
                    <a:pt x="16227" y="6128"/>
                    <a:pt x="16952" y="3449"/>
                    <a:pt x="17386" y="407"/>
                  </a:cubicBezTo>
                  <a:cubicBezTo>
                    <a:pt x="14025" y="-136"/>
                    <a:pt x="10606" y="-136"/>
                    <a:pt x="7244" y="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3" name="Freeform 100">
              <a:extLst>
                <a:ext uri="{FF2B5EF4-FFF2-40B4-BE49-F238E27FC236}">
                  <a16:creationId xmlns:a16="http://schemas.microsoft.com/office/drawing/2014/main" id="{057A07A1-A2DF-8C5C-A9D9-E3102588476C}"/>
                </a:ext>
              </a:extLst>
            </p:cNvPr>
            <p:cNvSpPr/>
            <p:nvPr/>
          </p:nvSpPr>
          <p:spPr>
            <a:xfrm>
              <a:off x="6862133" y="3085468"/>
              <a:ext cx="49044" cy="161203"/>
            </a:xfrm>
            <a:custGeom>
              <a:avLst/>
              <a:gdLst>
                <a:gd name="connsiteX0" fmla="*/ 22675 w 49044"/>
                <a:gd name="connsiteY0" fmla="*/ 159030 h 161202"/>
                <a:gd name="connsiteX1" fmla="*/ 26152 w 49044"/>
                <a:gd name="connsiteY1" fmla="*/ 161203 h 161202"/>
                <a:gd name="connsiteX2" fmla="*/ 36946 w 49044"/>
                <a:gd name="connsiteY2" fmla="*/ 105223 h 161202"/>
                <a:gd name="connsiteX3" fmla="*/ 41293 w 49044"/>
                <a:gd name="connsiteY3" fmla="*/ 86467 h 161202"/>
                <a:gd name="connsiteX4" fmla="*/ 28760 w 49044"/>
                <a:gd name="connsiteY4" fmla="*/ 61917 h 161202"/>
                <a:gd name="connsiteX5" fmla="*/ 36004 w 49044"/>
                <a:gd name="connsiteY5" fmla="*/ 33964 h 161202"/>
                <a:gd name="connsiteX6" fmla="*/ 46292 w 49044"/>
                <a:gd name="connsiteY6" fmla="*/ 33964 h 161202"/>
                <a:gd name="connsiteX7" fmla="*/ 49045 w 49044"/>
                <a:gd name="connsiteY7" fmla="*/ 8328 h 161202"/>
                <a:gd name="connsiteX8" fmla="*/ 32020 w 49044"/>
                <a:gd name="connsiteY8" fmla="*/ 0 h 161202"/>
                <a:gd name="connsiteX9" fmla="*/ 26659 w 49044"/>
                <a:gd name="connsiteY9" fmla="*/ 18105 h 161202"/>
                <a:gd name="connsiteX10" fmla="*/ 0 w 49044"/>
                <a:gd name="connsiteY10" fmla="*/ 86829 h 161202"/>
                <a:gd name="connsiteX11" fmla="*/ 24196 w 49044"/>
                <a:gd name="connsiteY11" fmla="*/ 154903 h 1612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044" h="161202">
                  <a:moveTo>
                    <a:pt x="22675" y="159030"/>
                  </a:moveTo>
                  <a:lnTo>
                    <a:pt x="26152" y="161203"/>
                  </a:lnTo>
                  <a:cubicBezTo>
                    <a:pt x="28977" y="138029"/>
                    <a:pt x="33396" y="110510"/>
                    <a:pt x="36946" y="105223"/>
                  </a:cubicBezTo>
                  <a:cubicBezTo>
                    <a:pt x="39504" y="99278"/>
                    <a:pt x="40974" y="92927"/>
                    <a:pt x="41293" y="86467"/>
                  </a:cubicBezTo>
                  <a:cubicBezTo>
                    <a:pt x="34954" y="79580"/>
                    <a:pt x="30615" y="71093"/>
                    <a:pt x="28760" y="61917"/>
                  </a:cubicBezTo>
                  <a:cubicBezTo>
                    <a:pt x="28760" y="58442"/>
                    <a:pt x="30789" y="36354"/>
                    <a:pt x="36004" y="33964"/>
                  </a:cubicBezTo>
                  <a:cubicBezTo>
                    <a:pt x="39409" y="33406"/>
                    <a:pt x="42887" y="33406"/>
                    <a:pt x="46292" y="33964"/>
                  </a:cubicBezTo>
                  <a:cubicBezTo>
                    <a:pt x="47161" y="26722"/>
                    <a:pt x="48247" y="17236"/>
                    <a:pt x="49045" y="8328"/>
                  </a:cubicBezTo>
                  <a:lnTo>
                    <a:pt x="32020" y="0"/>
                  </a:lnTo>
                  <a:cubicBezTo>
                    <a:pt x="29506" y="5793"/>
                    <a:pt x="27702" y="11877"/>
                    <a:pt x="26659" y="18105"/>
                  </a:cubicBezTo>
                  <a:cubicBezTo>
                    <a:pt x="23762" y="38744"/>
                    <a:pt x="7824" y="72780"/>
                    <a:pt x="0" y="86829"/>
                  </a:cubicBezTo>
                  <a:lnTo>
                    <a:pt x="24196" y="15490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4" name="Freeform 101">
              <a:extLst>
                <a:ext uri="{FF2B5EF4-FFF2-40B4-BE49-F238E27FC236}">
                  <a16:creationId xmlns:a16="http://schemas.microsoft.com/office/drawing/2014/main" id="{EB22A873-9D9C-ED19-54CA-7432072C0641}"/>
                </a:ext>
              </a:extLst>
            </p:cNvPr>
            <p:cNvSpPr/>
            <p:nvPr/>
          </p:nvSpPr>
          <p:spPr>
            <a:xfrm>
              <a:off x="6887996" y="3082645"/>
              <a:ext cx="142568" cy="179341"/>
            </a:xfrm>
            <a:custGeom>
              <a:avLst/>
              <a:gdLst>
                <a:gd name="connsiteX0" fmla="*/ 132210 w 142569"/>
                <a:gd name="connsiteY0" fmla="*/ 0 h 179340"/>
                <a:gd name="connsiteX1" fmla="*/ 88743 w 142569"/>
                <a:gd name="connsiteY1" fmla="*/ 23319 h 179340"/>
                <a:gd name="connsiteX2" fmla="*/ 56724 w 142569"/>
                <a:gd name="connsiteY2" fmla="*/ 43161 h 179340"/>
                <a:gd name="connsiteX3" fmla="*/ 26080 w 142569"/>
                <a:gd name="connsiteY3" fmla="*/ 24839 h 179340"/>
                <a:gd name="connsiteX4" fmla="*/ 23399 w 142569"/>
                <a:gd name="connsiteY4" fmla="*/ 11153 h 179340"/>
                <a:gd name="connsiteX5" fmla="*/ 22747 w 142569"/>
                <a:gd name="connsiteY5" fmla="*/ 11153 h 179340"/>
                <a:gd name="connsiteX6" fmla="*/ 18835 w 142569"/>
                <a:gd name="connsiteY6" fmla="*/ 44320 h 179340"/>
                <a:gd name="connsiteX7" fmla="*/ 10794 w 142569"/>
                <a:gd name="connsiteY7" fmla="*/ 108338 h 179340"/>
                <a:gd name="connsiteX8" fmla="*/ 0 w 142569"/>
                <a:gd name="connsiteY8" fmla="*/ 164317 h 179340"/>
                <a:gd name="connsiteX9" fmla="*/ 30064 w 142569"/>
                <a:gd name="connsiteY9" fmla="*/ 179235 h 179340"/>
                <a:gd name="connsiteX10" fmla="*/ 56724 w 142569"/>
                <a:gd name="connsiteY10" fmla="*/ 156351 h 179340"/>
                <a:gd name="connsiteX11" fmla="*/ 78094 w 142569"/>
                <a:gd name="connsiteY11" fmla="*/ 145633 h 179340"/>
                <a:gd name="connsiteX12" fmla="*/ 98089 w 142569"/>
                <a:gd name="connsiteY12" fmla="*/ 127311 h 179340"/>
                <a:gd name="connsiteX13" fmla="*/ 72733 w 142569"/>
                <a:gd name="connsiteY13" fmla="*/ 93782 h 179340"/>
                <a:gd name="connsiteX14" fmla="*/ 106058 w 142569"/>
                <a:gd name="connsiteY14" fmla="*/ 69377 h 179340"/>
                <a:gd name="connsiteX15" fmla="*/ 140758 w 142569"/>
                <a:gd name="connsiteY15" fmla="*/ 57211 h 179340"/>
                <a:gd name="connsiteX16" fmla="*/ 142569 w 142569"/>
                <a:gd name="connsiteY16" fmla="*/ 57211 h 179340"/>
                <a:gd name="connsiteX17" fmla="*/ 134673 w 142569"/>
                <a:gd name="connsiteY17" fmla="*/ 19263 h 179340"/>
                <a:gd name="connsiteX18" fmla="*/ 132210 w 142569"/>
                <a:gd name="connsiteY18" fmla="*/ 0 h 1793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42569" h="179340">
                  <a:moveTo>
                    <a:pt x="132210" y="0"/>
                  </a:moveTo>
                  <a:cubicBezTo>
                    <a:pt x="118293" y="8799"/>
                    <a:pt x="103768" y="16591"/>
                    <a:pt x="88743" y="23319"/>
                  </a:cubicBezTo>
                  <a:cubicBezTo>
                    <a:pt x="79398" y="24839"/>
                    <a:pt x="56724" y="43161"/>
                    <a:pt x="56724" y="43161"/>
                  </a:cubicBezTo>
                  <a:lnTo>
                    <a:pt x="26080" y="24839"/>
                  </a:lnTo>
                  <a:lnTo>
                    <a:pt x="23399" y="11153"/>
                  </a:lnTo>
                  <a:lnTo>
                    <a:pt x="22747" y="11153"/>
                  </a:lnTo>
                  <a:cubicBezTo>
                    <a:pt x="21516" y="24332"/>
                    <a:pt x="19849" y="39468"/>
                    <a:pt x="18835" y="44320"/>
                  </a:cubicBezTo>
                  <a:cubicBezTo>
                    <a:pt x="16807" y="53517"/>
                    <a:pt x="16807" y="99213"/>
                    <a:pt x="10794" y="108338"/>
                  </a:cubicBezTo>
                  <a:cubicBezTo>
                    <a:pt x="7172" y="113842"/>
                    <a:pt x="2825" y="141143"/>
                    <a:pt x="0" y="164317"/>
                  </a:cubicBezTo>
                  <a:cubicBezTo>
                    <a:pt x="9215" y="170769"/>
                    <a:pt x="19350" y="175802"/>
                    <a:pt x="30064" y="179235"/>
                  </a:cubicBezTo>
                  <a:cubicBezTo>
                    <a:pt x="42090" y="180756"/>
                    <a:pt x="56724" y="165476"/>
                    <a:pt x="56724" y="156351"/>
                  </a:cubicBezTo>
                  <a:cubicBezTo>
                    <a:pt x="56724" y="147226"/>
                    <a:pt x="67373" y="145633"/>
                    <a:pt x="78094" y="145633"/>
                  </a:cubicBezTo>
                  <a:cubicBezTo>
                    <a:pt x="88816" y="145633"/>
                    <a:pt x="90047" y="131946"/>
                    <a:pt x="98089" y="127311"/>
                  </a:cubicBezTo>
                  <a:cubicBezTo>
                    <a:pt x="106130" y="122676"/>
                    <a:pt x="80702" y="96823"/>
                    <a:pt x="72733" y="93782"/>
                  </a:cubicBezTo>
                  <a:cubicBezTo>
                    <a:pt x="64765" y="90740"/>
                    <a:pt x="79398" y="70898"/>
                    <a:pt x="106058" y="69377"/>
                  </a:cubicBezTo>
                  <a:cubicBezTo>
                    <a:pt x="132717" y="67856"/>
                    <a:pt x="126052" y="57211"/>
                    <a:pt x="140758" y="57211"/>
                  </a:cubicBezTo>
                  <a:lnTo>
                    <a:pt x="142569" y="57211"/>
                  </a:lnTo>
                  <a:cubicBezTo>
                    <a:pt x="140034" y="43885"/>
                    <a:pt x="136774" y="27736"/>
                    <a:pt x="134673" y="19263"/>
                  </a:cubicBezTo>
                  <a:cubicBezTo>
                    <a:pt x="133369" y="12912"/>
                    <a:pt x="132543" y="6474"/>
                    <a:pt x="13221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5" name="Freeform 102">
              <a:extLst>
                <a:ext uri="{FF2B5EF4-FFF2-40B4-BE49-F238E27FC236}">
                  <a16:creationId xmlns:a16="http://schemas.microsoft.com/office/drawing/2014/main" id="{471416F1-9259-DDEC-0EA7-A12E72F12DEC}"/>
                </a:ext>
              </a:extLst>
            </p:cNvPr>
            <p:cNvSpPr/>
            <p:nvPr/>
          </p:nvSpPr>
          <p:spPr>
            <a:xfrm>
              <a:off x="8069327" y="2644579"/>
              <a:ext cx="368304" cy="177564"/>
            </a:xfrm>
            <a:custGeom>
              <a:avLst/>
              <a:gdLst>
                <a:gd name="connsiteX0" fmla="*/ 339836 w 368306"/>
                <a:gd name="connsiteY0" fmla="*/ 32014 h 177563"/>
                <a:gd name="connsiteX1" fmla="*/ 307888 w 368306"/>
                <a:gd name="connsiteY1" fmla="*/ 21730 h 177563"/>
                <a:gd name="connsiteX2" fmla="*/ 220956 w 368306"/>
                <a:gd name="connsiteY2" fmla="*/ 16009 h 177563"/>
                <a:gd name="connsiteX3" fmla="*/ 176040 w 368306"/>
                <a:gd name="connsiteY3" fmla="*/ 1526 h 177563"/>
                <a:gd name="connsiteX4" fmla="*/ 141050 w 368306"/>
                <a:gd name="connsiteY4" fmla="*/ 17530 h 177563"/>
                <a:gd name="connsiteX5" fmla="*/ 111131 w 368306"/>
                <a:gd name="connsiteY5" fmla="*/ 23251 h 177563"/>
                <a:gd name="connsiteX6" fmla="*/ 65202 w 368306"/>
                <a:gd name="connsiteY6" fmla="*/ 24410 h 177563"/>
                <a:gd name="connsiteX7" fmla="*/ 44193 w 368306"/>
                <a:gd name="connsiteY7" fmla="*/ 50625 h 177563"/>
                <a:gd name="connsiteX8" fmla="*/ 33978 w 368306"/>
                <a:gd name="connsiteY8" fmla="*/ 72351 h 177563"/>
                <a:gd name="connsiteX9" fmla="*/ 46512 w 368306"/>
                <a:gd name="connsiteY9" fmla="*/ 85241 h 177563"/>
                <a:gd name="connsiteX10" fmla="*/ 73171 w 368306"/>
                <a:gd name="connsiteY10" fmla="*/ 83720 h 177563"/>
                <a:gd name="connsiteX11" fmla="*/ 119897 w 368306"/>
                <a:gd name="connsiteY11" fmla="*/ 108053 h 177563"/>
                <a:gd name="connsiteX12" fmla="*/ 105408 w 368306"/>
                <a:gd name="connsiteY12" fmla="*/ 127895 h 177563"/>
                <a:gd name="connsiteX13" fmla="*/ 73388 w 368306"/>
                <a:gd name="connsiteY13" fmla="*/ 134051 h 177563"/>
                <a:gd name="connsiteX14" fmla="*/ 24054 w 368306"/>
                <a:gd name="connsiteY14" fmla="*/ 141655 h 177563"/>
                <a:gd name="connsiteX15" fmla="*/ 75 w 368306"/>
                <a:gd name="connsiteY15" fmla="*/ 164539 h 177563"/>
                <a:gd name="connsiteX16" fmla="*/ 48106 w 368306"/>
                <a:gd name="connsiteY16" fmla="*/ 169101 h 177563"/>
                <a:gd name="connsiteX17" fmla="*/ 78749 w 368306"/>
                <a:gd name="connsiteY17" fmla="*/ 170622 h 177563"/>
                <a:gd name="connsiteX18" fmla="*/ 106785 w 368306"/>
                <a:gd name="connsiteY18" fmla="*/ 176705 h 177563"/>
                <a:gd name="connsiteX19" fmla="*/ 150685 w 368306"/>
                <a:gd name="connsiteY19" fmla="*/ 173664 h 177563"/>
                <a:gd name="connsiteX20" fmla="*/ 156263 w 368306"/>
                <a:gd name="connsiteY20" fmla="*/ 154545 h 177563"/>
                <a:gd name="connsiteX21" fmla="*/ 171260 w 368306"/>
                <a:gd name="connsiteY21" fmla="*/ 144262 h 177563"/>
                <a:gd name="connsiteX22" fmla="*/ 189950 w 368306"/>
                <a:gd name="connsiteY22" fmla="*/ 130502 h 177563"/>
                <a:gd name="connsiteX23" fmla="*/ 210162 w 368306"/>
                <a:gd name="connsiteY23" fmla="*/ 122826 h 177563"/>
                <a:gd name="connsiteX24" fmla="*/ 231171 w 368306"/>
                <a:gd name="connsiteY24" fmla="*/ 130502 h 177563"/>
                <a:gd name="connsiteX25" fmla="*/ 251382 w 368306"/>
                <a:gd name="connsiteY25" fmla="*/ 115077 h 177563"/>
                <a:gd name="connsiteX26" fmla="*/ 282098 w 368306"/>
                <a:gd name="connsiteY26" fmla="*/ 104866 h 177563"/>
                <a:gd name="connsiteX27" fmla="*/ 309048 w 368306"/>
                <a:gd name="connsiteY27" fmla="*/ 87703 h 177563"/>
                <a:gd name="connsiteX28" fmla="*/ 335272 w 368306"/>
                <a:gd name="connsiteY28" fmla="*/ 70613 h 177563"/>
                <a:gd name="connsiteX29" fmla="*/ 365264 w 368306"/>
                <a:gd name="connsiteY29" fmla="*/ 53449 h 177563"/>
                <a:gd name="connsiteX30" fmla="*/ 368306 w 368306"/>
                <a:gd name="connsiteY30" fmla="*/ 45121 h 177563"/>
                <a:gd name="connsiteX31" fmla="*/ 339836 w 368306"/>
                <a:gd name="connsiteY31" fmla="*/ 32014 h 1775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368306" h="177563">
                  <a:moveTo>
                    <a:pt x="339836" y="32014"/>
                  </a:moveTo>
                  <a:cubicBezTo>
                    <a:pt x="326796" y="14850"/>
                    <a:pt x="322811" y="26293"/>
                    <a:pt x="307888" y="21730"/>
                  </a:cubicBezTo>
                  <a:cubicBezTo>
                    <a:pt x="292965" y="17168"/>
                    <a:pt x="232982" y="10288"/>
                    <a:pt x="220956" y="16009"/>
                  </a:cubicBezTo>
                  <a:cubicBezTo>
                    <a:pt x="208930" y="21730"/>
                    <a:pt x="184010" y="5726"/>
                    <a:pt x="176040" y="1526"/>
                  </a:cubicBezTo>
                  <a:cubicBezTo>
                    <a:pt x="168072" y="-2675"/>
                    <a:pt x="142065" y="1526"/>
                    <a:pt x="141050" y="17530"/>
                  </a:cubicBezTo>
                  <a:cubicBezTo>
                    <a:pt x="140036" y="33534"/>
                    <a:pt x="129097" y="33534"/>
                    <a:pt x="111131" y="23251"/>
                  </a:cubicBezTo>
                  <a:cubicBezTo>
                    <a:pt x="93165" y="12968"/>
                    <a:pt x="66144" y="12968"/>
                    <a:pt x="65202" y="24410"/>
                  </a:cubicBezTo>
                  <a:cubicBezTo>
                    <a:pt x="64260" y="35852"/>
                    <a:pt x="51148" y="47221"/>
                    <a:pt x="44193" y="50625"/>
                  </a:cubicBezTo>
                  <a:cubicBezTo>
                    <a:pt x="41513" y="51929"/>
                    <a:pt x="37746" y="61198"/>
                    <a:pt x="33978" y="72351"/>
                  </a:cubicBezTo>
                  <a:cubicBezTo>
                    <a:pt x="39195" y="75472"/>
                    <a:pt x="43542" y="79918"/>
                    <a:pt x="46512" y="85241"/>
                  </a:cubicBezTo>
                  <a:cubicBezTo>
                    <a:pt x="53176" y="94366"/>
                    <a:pt x="70490" y="92845"/>
                    <a:pt x="73171" y="83720"/>
                  </a:cubicBezTo>
                  <a:cubicBezTo>
                    <a:pt x="75851" y="74595"/>
                    <a:pt x="103887" y="92845"/>
                    <a:pt x="119897" y="108053"/>
                  </a:cubicBezTo>
                  <a:cubicBezTo>
                    <a:pt x="135907" y="123260"/>
                    <a:pt x="111855" y="112687"/>
                    <a:pt x="105408" y="127895"/>
                  </a:cubicBezTo>
                  <a:cubicBezTo>
                    <a:pt x="98961" y="143103"/>
                    <a:pt x="78749" y="127895"/>
                    <a:pt x="73388" y="134051"/>
                  </a:cubicBezTo>
                  <a:cubicBezTo>
                    <a:pt x="68028" y="140207"/>
                    <a:pt x="33399" y="143175"/>
                    <a:pt x="24054" y="141655"/>
                  </a:cubicBezTo>
                  <a:cubicBezTo>
                    <a:pt x="14709" y="140134"/>
                    <a:pt x="-1229" y="156863"/>
                    <a:pt x="75" y="164539"/>
                  </a:cubicBezTo>
                  <a:cubicBezTo>
                    <a:pt x="1379" y="172215"/>
                    <a:pt x="36297" y="159977"/>
                    <a:pt x="48106" y="169101"/>
                  </a:cubicBezTo>
                  <a:cubicBezTo>
                    <a:pt x="59914" y="178226"/>
                    <a:pt x="72084" y="159977"/>
                    <a:pt x="78749" y="170622"/>
                  </a:cubicBezTo>
                  <a:cubicBezTo>
                    <a:pt x="85414" y="181267"/>
                    <a:pt x="100482" y="173664"/>
                    <a:pt x="106785" y="176705"/>
                  </a:cubicBezTo>
                  <a:cubicBezTo>
                    <a:pt x="113087" y="179747"/>
                    <a:pt x="150251" y="173736"/>
                    <a:pt x="150685" y="173664"/>
                  </a:cubicBezTo>
                  <a:cubicBezTo>
                    <a:pt x="154525" y="168037"/>
                    <a:pt x="156481" y="161345"/>
                    <a:pt x="156263" y="154545"/>
                  </a:cubicBezTo>
                  <a:cubicBezTo>
                    <a:pt x="156263" y="144262"/>
                    <a:pt x="163508" y="146796"/>
                    <a:pt x="171260" y="144262"/>
                  </a:cubicBezTo>
                  <a:cubicBezTo>
                    <a:pt x="179011" y="141727"/>
                    <a:pt x="184010" y="130502"/>
                    <a:pt x="189950" y="130502"/>
                  </a:cubicBezTo>
                  <a:cubicBezTo>
                    <a:pt x="195891" y="130502"/>
                    <a:pt x="204439" y="120219"/>
                    <a:pt x="210162" y="122826"/>
                  </a:cubicBezTo>
                  <a:cubicBezTo>
                    <a:pt x="215884" y="125433"/>
                    <a:pt x="223636" y="137310"/>
                    <a:pt x="231171" y="130502"/>
                  </a:cubicBezTo>
                  <a:cubicBezTo>
                    <a:pt x="238704" y="123695"/>
                    <a:pt x="240878" y="129706"/>
                    <a:pt x="251382" y="115077"/>
                  </a:cubicBezTo>
                  <a:cubicBezTo>
                    <a:pt x="261887" y="100449"/>
                    <a:pt x="268624" y="103128"/>
                    <a:pt x="282098" y="104866"/>
                  </a:cubicBezTo>
                  <a:cubicBezTo>
                    <a:pt x="297819" y="106822"/>
                    <a:pt x="304556" y="97987"/>
                    <a:pt x="309048" y="87703"/>
                  </a:cubicBezTo>
                  <a:cubicBezTo>
                    <a:pt x="313539" y="77420"/>
                    <a:pt x="327014" y="77420"/>
                    <a:pt x="335272" y="70613"/>
                  </a:cubicBezTo>
                  <a:cubicBezTo>
                    <a:pt x="344689" y="63899"/>
                    <a:pt x="354687" y="58149"/>
                    <a:pt x="365264" y="53449"/>
                  </a:cubicBezTo>
                  <a:cubicBezTo>
                    <a:pt x="367799" y="52218"/>
                    <a:pt x="368306" y="49177"/>
                    <a:pt x="368306" y="45121"/>
                  </a:cubicBezTo>
                  <a:cubicBezTo>
                    <a:pt x="355991" y="33462"/>
                    <a:pt x="350703" y="46425"/>
                    <a:pt x="339836" y="320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6" name="Freeform 103">
              <a:extLst>
                <a:ext uri="{FF2B5EF4-FFF2-40B4-BE49-F238E27FC236}">
                  <a16:creationId xmlns:a16="http://schemas.microsoft.com/office/drawing/2014/main" id="{F9C1B377-4A37-4FF0-B40B-7D0F5CA1D3C5}"/>
                </a:ext>
              </a:extLst>
            </p:cNvPr>
            <p:cNvSpPr/>
            <p:nvPr/>
          </p:nvSpPr>
          <p:spPr>
            <a:xfrm>
              <a:off x="7056209" y="2620995"/>
              <a:ext cx="230465" cy="117225"/>
            </a:xfrm>
            <a:custGeom>
              <a:avLst/>
              <a:gdLst>
                <a:gd name="connsiteX0" fmla="*/ 92583 w 230466"/>
                <a:gd name="connsiteY0" fmla="*/ 92169 h 117224"/>
                <a:gd name="connsiteX1" fmla="*/ 116562 w 230466"/>
                <a:gd name="connsiteY1" fmla="*/ 113895 h 117224"/>
                <a:gd name="connsiteX2" fmla="*/ 118011 w 230466"/>
                <a:gd name="connsiteY2" fmla="*/ 116502 h 117224"/>
                <a:gd name="connsiteX3" fmla="*/ 152204 w 230466"/>
                <a:gd name="connsiteY3" fmla="*/ 108536 h 117224"/>
                <a:gd name="connsiteX4" fmla="*/ 182196 w 230466"/>
                <a:gd name="connsiteY4" fmla="*/ 112084 h 117224"/>
                <a:gd name="connsiteX5" fmla="*/ 180457 w 230466"/>
                <a:gd name="connsiteY5" fmla="*/ 103684 h 117224"/>
                <a:gd name="connsiteX6" fmla="*/ 203422 w 230466"/>
                <a:gd name="connsiteY6" fmla="*/ 111650 h 117224"/>
                <a:gd name="connsiteX7" fmla="*/ 229357 w 230466"/>
                <a:gd name="connsiteY7" fmla="*/ 113895 h 117224"/>
                <a:gd name="connsiteX8" fmla="*/ 218418 w 230466"/>
                <a:gd name="connsiteY8" fmla="*/ 96804 h 117224"/>
                <a:gd name="connsiteX9" fmla="*/ 225155 w 230466"/>
                <a:gd name="connsiteY9" fmla="*/ 82755 h 117224"/>
                <a:gd name="connsiteX10" fmla="*/ 204436 w 230466"/>
                <a:gd name="connsiteY10" fmla="*/ 70516 h 117224"/>
                <a:gd name="connsiteX11" fmla="*/ 193932 w 230466"/>
                <a:gd name="connsiteY11" fmla="*/ 46546 h 117224"/>
                <a:gd name="connsiteX12" fmla="*/ 181978 w 230466"/>
                <a:gd name="connsiteY12" fmla="*/ 41404 h 117224"/>
                <a:gd name="connsiteX13" fmla="*/ 147496 w 230466"/>
                <a:gd name="connsiteY13" fmla="*/ 46546 h 117224"/>
                <a:gd name="connsiteX14" fmla="*/ 126559 w 230466"/>
                <a:gd name="connsiteY14" fmla="*/ 34524 h 117224"/>
                <a:gd name="connsiteX15" fmla="*/ 105550 w 230466"/>
                <a:gd name="connsiteY15" fmla="*/ 19099 h 117224"/>
                <a:gd name="connsiteX16" fmla="*/ 53101 w 230466"/>
                <a:gd name="connsiteY16" fmla="*/ 13958 h 117224"/>
                <a:gd name="connsiteX17" fmla="*/ 12678 w 230466"/>
                <a:gd name="connsiteY17" fmla="*/ 270 h 117224"/>
                <a:gd name="connsiteX18" fmla="*/ 0 w 230466"/>
                <a:gd name="connsiteY18" fmla="*/ 7005 h 117224"/>
                <a:gd name="connsiteX19" fmla="*/ 52160 w 230466"/>
                <a:gd name="connsiteY19" fmla="*/ 40245 h 117224"/>
                <a:gd name="connsiteX20" fmla="*/ 65055 w 230466"/>
                <a:gd name="connsiteY20" fmla="*/ 80220 h 117224"/>
                <a:gd name="connsiteX21" fmla="*/ 57303 w 230466"/>
                <a:gd name="connsiteY21" fmla="*/ 93400 h 117224"/>
                <a:gd name="connsiteX22" fmla="*/ 92583 w 230466"/>
                <a:gd name="connsiteY22" fmla="*/ 92169 h 117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0466" h="117224">
                  <a:moveTo>
                    <a:pt x="92583" y="92169"/>
                  </a:moveTo>
                  <a:cubicBezTo>
                    <a:pt x="103522" y="86448"/>
                    <a:pt x="107579" y="100135"/>
                    <a:pt x="116562" y="113895"/>
                  </a:cubicBezTo>
                  <a:cubicBezTo>
                    <a:pt x="117142" y="114909"/>
                    <a:pt x="117576" y="115633"/>
                    <a:pt x="118011" y="116502"/>
                  </a:cubicBezTo>
                  <a:cubicBezTo>
                    <a:pt x="130327" y="114329"/>
                    <a:pt x="139744" y="110274"/>
                    <a:pt x="152204" y="108536"/>
                  </a:cubicBezTo>
                  <a:cubicBezTo>
                    <a:pt x="162346" y="107898"/>
                    <a:pt x="172488" y="109101"/>
                    <a:pt x="182196" y="112084"/>
                  </a:cubicBezTo>
                  <a:cubicBezTo>
                    <a:pt x="180457" y="109644"/>
                    <a:pt x="179878" y="106602"/>
                    <a:pt x="180457" y="103684"/>
                  </a:cubicBezTo>
                  <a:cubicBezTo>
                    <a:pt x="183427" y="96804"/>
                    <a:pt x="198423" y="105929"/>
                    <a:pt x="203422" y="111650"/>
                  </a:cubicBezTo>
                  <a:cubicBezTo>
                    <a:pt x="208421" y="117371"/>
                    <a:pt x="224431" y="119616"/>
                    <a:pt x="229357" y="113895"/>
                  </a:cubicBezTo>
                  <a:cubicBezTo>
                    <a:pt x="234283" y="108174"/>
                    <a:pt x="221388" y="102525"/>
                    <a:pt x="218418" y="96804"/>
                  </a:cubicBezTo>
                  <a:cubicBezTo>
                    <a:pt x="216896" y="93907"/>
                    <a:pt x="220881" y="88041"/>
                    <a:pt x="225155" y="82755"/>
                  </a:cubicBezTo>
                  <a:cubicBezTo>
                    <a:pt x="216534" y="77251"/>
                    <a:pt x="207551" y="69357"/>
                    <a:pt x="204436" y="70516"/>
                  </a:cubicBezTo>
                  <a:cubicBezTo>
                    <a:pt x="199945" y="72254"/>
                    <a:pt x="199945" y="46546"/>
                    <a:pt x="193932" y="46546"/>
                  </a:cubicBezTo>
                  <a:cubicBezTo>
                    <a:pt x="187919" y="46546"/>
                    <a:pt x="187919" y="41404"/>
                    <a:pt x="181978" y="41404"/>
                  </a:cubicBezTo>
                  <a:cubicBezTo>
                    <a:pt x="176038" y="41404"/>
                    <a:pt x="153508" y="41404"/>
                    <a:pt x="147496" y="46546"/>
                  </a:cubicBezTo>
                  <a:cubicBezTo>
                    <a:pt x="141483" y="51687"/>
                    <a:pt x="134021" y="34524"/>
                    <a:pt x="126559" y="34524"/>
                  </a:cubicBezTo>
                  <a:cubicBezTo>
                    <a:pt x="119097" y="34524"/>
                    <a:pt x="110042" y="25979"/>
                    <a:pt x="105550" y="19099"/>
                  </a:cubicBezTo>
                  <a:cubicBezTo>
                    <a:pt x="101059" y="12219"/>
                    <a:pt x="63606" y="22503"/>
                    <a:pt x="53101" y="13958"/>
                  </a:cubicBezTo>
                  <a:cubicBezTo>
                    <a:pt x="42597" y="5412"/>
                    <a:pt x="23182" y="-1467"/>
                    <a:pt x="12678" y="270"/>
                  </a:cubicBezTo>
                  <a:cubicBezTo>
                    <a:pt x="8100" y="1784"/>
                    <a:pt x="3818" y="4058"/>
                    <a:pt x="0" y="7005"/>
                  </a:cubicBezTo>
                  <a:cubicBezTo>
                    <a:pt x="19705" y="20113"/>
                    <a:pt x="48248" y="16709"/>
                    <a:pt x="52160" y="40245"/>
                  </a:cubicBezTo>
                  <a:cubicBezTo>
                    <a:pt x="56651" y="67692"/>
                    <a:pt x="70125" y="56829"/>
                    <a:pt x="65055" y="80220"/>
                  </a:cubicBezTo>
                  <a:cubicBezTo>
                    <a:pt x="63765" y="85260"/>
                    <a:pt x="61077" y="89830"/>
                    <a:pt x="57303" y="93400"/>
                  </a:cubicBezTo>
                  <a:cubicBezTo>
                    <a:pt x="72878" y="94704"/>
                    <a:pt x="87512" y="94776"/>
                    <a:pt x="92583" y="92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7" name="Freeform 104">
              <a:extLst>
                <a:ext uri="{FF2B5EF4-FFF2-40B4-BE49-F238E27FC236}">
                  <a16:creationId xmlns:a16="http://schemas.microsoft.com/office/drawing/2014/main" id="{06F626DD-2F64-DD7E-103F-8BC19329F4D8}"/>
                </a:ext>
              </a:extLst>
            </p:cNvPr>
            <p:cNvSpPr/>
            <p:nvPr/>
          </p:nvSpPr>
          <p:spPr>
            <a:xfrm>
              <a:off x="6592715" y="2691945"/>
              <a:ext cx="629068" cy="281781"/>
            </a:xfrm>
            <a:custGeom>
              <a:avLst/>
              <a:gdLst>
                <a:gd name="connsiteX0" fmla="*/ 613525 w 629071"/>
                <a:gd name="connsiteY0" fmla="*/ 195891 h 281779"/>
                <a:gd name="connsiteX1" fmla="*/ 613525 w 629071"/>
                <a:gd name="connsiteY1" fmla="*/ 154685 h 281779"/>
                <a:gd name="connsiteX2" fmla="*/ 612221 w 629071"/>
                <a:gd name="connsiteY2" fmla="*/ 122676 h 281779"/>
                <a:gd name="connsiteX3" fmla="*/ 621059 w 629071"/>
                <a:gd name="connsiteY3" fmla="*/ 102834 h 281779"/>
                <a:gd name="connsiteX4" fmla="*/ 614829 w 629071"/>
                <a:gd name="connsiteY4" fmla="*/ 88350 h 281779"/>
                <a:gd name="connsiteX5" fmla="*/ 588894 w 629071"/>
                <a:gd name="connsiteY5" fmla="*/ 75822 h 281779"/>
                <a:gd name="connsiteX6" fmla="*/ 579911 w 629071"/>
                <a:gd name="connsiteY6" fmla="*/ 42654 h 281779"/>
                <a:gd name="connsiteX7" fmla="*/ 555933 w 629071"/>
                <a:gd name="connsiteY7" fmla="*/ 20929 h 281779"/>
                <a:gd name="connsiteX8" fmla="*/ 520653 w 629071"/>
                <a:gd name="connsiteY8" fmla="*/ 22087 h 281779"/>
                <a:gd name="connsiteX9" fmla="*/ 458061 w 629071"/>
                <a:gd name="connsiteY9" fmla="*/ 46058 h 281779"/>
                <a:gd name="connsiteX10" fmla="*/ 399092 w 629071"/>
                <a:gd name="connsiteY10" fmla="*/ 47796 h 281779"/>
                <a:gd name="connsiteX11" fmla="*/ 359176 w 629071"/>
                <a:gd name="connsiteY11" fmla="*/ 32878 h 281779"/>
                <a:gd name="connsiteX12" fmla="*/ 329184 w 629071"/>
                <a:gd name="connsiteY12" fmla="*/ 17453 h 281779"/>
                <a:gd name="connsiteX13" fmla="*/ 278473 w 629071"/>
                <a:gd name="connsiteY13" fmla="*/ 2028 h 281779"/>
                <a:gd name="connsiteX14" fmla="*/ 176111 w 629071"/>
                <a:gd name="connsiteY14" fmla="*/ 38237 h 281779"/>
                <a:gd name="connsiteX15" fmla="*/ 102218 w 629071"/>
                <a:gd name="connsiteY15" fmla="*/ 42799 h 281779"/>
                <a:gd name="connsiteX16" fmla="*/ 85194 w 629071"/>
                <a:gd name="connsiteY16" fmla="*/ 72563 h 281779"/>
                <a:gd name="connsiteX17" fmla="*/ 14344 w 629071"/>
                <a:gd name="connsiteY17" fmla="*/ 79370 h 281779"/>
                <a:gd name="connsiteX18" fmla="*/ 7099 w 629071"/>
                <a:gd name="connsiteY18" fmla="*/ 107976 h 281779"/>
                <a:gd name="connsiteX19" fmla="*/ 21081 w 629071"/>
                <a:gd name="connsiteY19" fmla="*/ 118766 h 281779"/>
                <a:gd name="connsiteX20" fmla="*/ 24124 w 629071"/>
                <a:gd name="connsiteY20" fmla="*/ 147371 h 281779"/>
                <a:gd name="connsiteX21" fmla="*/ 25138 w 629071"/>
                <a:gd name="connsiteY21" fmla="*/ 174166 h 281779"/>
                <a:gd name="connsiteX22" fmla="*/ 25138 w 629071"/>
                <a:gd name="connsiteY22" fmla="*/ 195312 h 281779"/>
                <a:gd name="connsiteX23" fmla="*/ 42090 w 629071"/>
                <a:gd name="connsiteY23" fmla="*/ 215299 h 281779"/>
                <a:gd name="connsiteX24" fmla="*/ 63823 w 629071"/>
                <a:gd name="connsiteY24" fmla="*/ 230724 h 281779"/>
                <a:gd name="connsiteX25" fmla="*/ 80847 w 629071"/>
                <a:gd name="connsiteY25" fmla="*/ 236518 h 281779"/>
                <a:gd name="connsiteX26" fmla="*/ 101783 w 629071"/>
                <a:gd name="connsiteY26" fmla="*/ 261067 h 281779"/>
                <a:gd name="connsiteX27" fmla="*/ 145249 w 629071"/>
                <a:gd name="connsiteY27" fmla="*/ 251870 h 281779"/>
                <a:gd name="connsiteX28" fmla="*/ 172706 w 629071"/>
                <a:gd name="connsiteY28" fmla="*/ 237387 h 281779"/>
                <a:gd name="connsiteX29" fmla="*/ 218635 w 629071"/>
                <a:gd name="connsiteY29" fmla="*/ 268237 h 281779"/>
                <a:gd name="connsiteX30" fmla="*/ 253553 w 629071"/>
                <a:gd name="connsiteY30" fmla="*/ 261357 h 281779"/>
                <a:gd name="connsiteX31" fmla="*/ 285066 w 629071"/>
                <a:gd name="connsiteY31" fmla="*/ 238545 h 281779"/>
                <a:gd name="connsiteX32" fmla="*/ 311001 w 629071"/>
                <a:gd name="connsiteY32" fmla="*/ 245787 h 281779"/>
                <a:gd name="connsiteX33" fmla="*/ 337008 w 629071"/>
                <a:gd name="connsiteY33" fmla="*/ 237821 h 281779"/>
                <a:gd name="connsiteX34" fmla="*/ 328025 w 629071"/>
                <a:gd name="connsiteY34" fmla="*/ 268671 h 281779"/>
                <a:gd name="connsiteX35" fmla="*/ 328749 w 629071"/>
                <a:gd name="connsiteY35" fmla="*/ 281779 h 281779"/>
                <a:gd name="connsiteX36" fmla="*/ 348744 w 629071"/>
                <a:gd name="connsiteY36" fmla="*/ 254984 h 281779"/>
                <a:gd name="connsiteX37" fmla="*/ 362073 w 629071"/>
                <a:gd name="connsiteY37" fmla="*/ 245787 h 281779"/>
                <a:gd name="connsiteX38" fmla="*/ 392790 w 629071"/>
                <a:gd name="connsiteY38" fmla="*/ 245787 h 281779"/>
                <a:gd name="connsiteX39" fmla="*/ 414088 w 629071"/>
                <a:gd name="connsiteY39" fmla="*/ 241225 h 281779"/>
                <a:gd name="connsiteX40" fmla="*/ 452773 w 629071"/>
                <a:gd name="connsiteY40" fmla="*/ 242746 h 281779"/>
                <a:gd name="connsiteX41" fmla="*/ 498123 w 629071"/>
                <a:gd name="connsiteY41" fmla="*/ 227538 h 281779"/>
                <a:gd name="connsiteX42" fmla="*/ 535431 w 629071"/>
                <a:gd name="connsiteY42" fmla="*/ 221382 h 281779"/>
                <a:gd name="connsiteX43" fmla="*/ 548109 w 629071"/>
                <a:gd name="connsiteY43" fmla="*/ 225727 h 281779"/>
                <a:gd name="connsiteX44" fmla="*/ 563177 w 629071"/>
                <a:gd name="connsiteY44" fmla="*/ 212692 h 281779"/>
                <a:gd name="connsiteX45" fmla="*/ 593169 w 629071"/>
                <a:gd name="connsiteY45" fmla="*/ 219934 h 281779"/>
                <a:gd name="connsiteX46" fmla="*/ 628811 w 629071"/>
                <a:gd name="connsiteY46" fmla="*/ 226379 h 281779"/>
                <a:gd name="connsiteX47" fmla="*/ 613525 w 629071"/>
                <a:gd name="connsiteY47" fmla="*/ 195891 h 281779"/>
                <a:gd name="connsiteX48" fmla="*/ 51073 w 629071"/>
                <a:gd name="connsiteY48" fmla="*/ 48593 h 281779"/>
                <a:gd name="connsiteX49" fmla="*/ 96495 w 629071"/>
                <a:gd name="connsiteY49" fmla="*/ 43451 h 281779"/>
                <a:gd name="connsiteX50" fmla="*/ 71067 w 629071"/>
                <a:gd name="connsiteY50" fmla="*/ 20060 h 281779"/>
                <a:gd name="connsiteX51" fmla="*/ 62736 w 629071"/>
                <a:gd name="connsiteY51" fmla="*/ 0 h 281779"/>
                <a:gd name="connsiteX52" fmla="*/ 49045 w 629071"/>
                <a:gd name="connsiteY52" fmla="*/ 2897 h 281779"/>
                <a:gd name="connsiteX53" fmla="*/ 14634 w 629071"/>
                <a:gd name="connsiteY53" fmla="*/ 2897 h 281779"/>
                <a:gd name="connsiteX54" fmla="*/ 17604 w 629071"/>
                <a:gd name="connsiteY54" fmla="*/ 28605 h 281779"/>
                <a:gd name="connsiteX55" fmla="*/ 7897 w 629071"/>
                <a:gd name="connsiteY55" fmla="*/ 46637 h 281779"/>
                <a:gd name="connsiteX56" fmla="*/ 0 w 629071"/>
                <a:gd name="connsiteY56" fmla="*/ 59890 h 281779"/>
                <a:gd name="connsiteX57" fmla="*/ 19632 w 629071"/>
                <a:gd name="connsiteY57" fmla="*/ 70897 h 281779"/>
                <a:gd name="connsiteX58" fmla="*/ 51218 w 629071"/>
                <a:gd name="connsiteY58" fmla="*/ 48593 h 281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629071" h="281779">
                  <a:moveTo>
                    <a:pt x="613525" y="195891"/>
                  </a:moveTo>
                  <a:cubicBezTo>
                    <a:pt x="608165" y="194370"/>
                    <a:pt x="616206" y="160841"/>
                    <a:pt x="613525" y="154685"/>
                  </a:cubicBezTo>
                  <a:cubicBezTo>
                    <a:pt x="610845" y="148530"/>
                    <a:pt x="604180" y="122676"/>
                    <a:pt x="612221" y="122676"/>
                  </a:cubicBezTo>
                  <a:cubicBezTo>
                    <a:pt x="620263" y="122676"/>
                    <a:pt x="611497" y="103920"/>
                    <a:pt x="621059" y="102834"/>
                  </a:cubicBezTo>
                  <a:cubicBezTo>
                    <a:pt x="619900" y="97663"/>
                    <a:pt x="617800" y="92760"/>
                    <a:pt x="614829" y="88350"/>
                  </a:cubicBezTo>
                  <a:cubicBezTo>
                    <a:pt x="609831" y="83860"/>
                    <a:pt x="594835" y="92985"/>
                    <a:pt x="588894" y="75822"/>
                  </a:cubicBezTo>
                  <a:cubicBezTo>
                    <a:pt x="582954" y="58659"/>
                    <a:pt x="588894" y="56414"/>
                    <a:pt x="579911" y="42654"/>
                  </a:cubicBezTo>
                  <a:cubicBezTo>
                    <a:pt x="570929" y="28895"/>
                    <a:pt x="566872" y="15280"/>
                    <a:pt x="555933" y="20929"/>
                  </a:cubicBezTo>
                  <a:cubicBezTo>
                    <a:pt x="550861" y="23536"/>
                    <a:pt x="536228" y="23463"/>
                    <a:pt x="520653" y="22087"/>
                  </a:cubicBezTo>
                  <a:cubicBezTo>
                    <a:pt x="504425" y="39033"/>
                    <a:pt x="468856" y="50620"/>
                    <a:pt x="458061" y="46058"/>
                  </a:cubicBezTo>
                  <a:cubicBezTo>
                    <a:pt x="444587" y="40337"/>
                    <a:pt x="418580" y="47796"/>
                    <a:pt x="399092" y="47796"/>
                  </a:cubicBezTo>
                  <a:cubicBezTo>
                    <a:pt x="379605" y="47796"/>
                    <a:pt x="374172" y="31791"/>
                    <a:pt x="359176" y="32878"/>
                  </a:cubicBezTo>
                  <a:cubicBezTo>
                    <a:pt x="344180" y="33964"/>
                    <a:pt x="344180" y="17453"/>
                    <a:pt x="329184" y="17453"/>
                  </a:cubicBezTo>
                  <a:cubicBezTo>
                    <a:pt x="314188" y="17453"/>
                    <a:pt x="325707" y="8907"/>
                    <a:pt x="278473" y="2028"/>
                  </a:cubicBezTo>
                  <a:cubicBezTo>
                    <a:pt x="231240" y="-4852"/>
                    <a:pt x="191106" y="23174"/>
                    <a:pt x="176111" y="38237"/>
                  </a:cubicBezTo>
                  <a:cubicBezTo>
                    <a:pt x="161115" y="53300"/>
                    <a:pt x="107217" y="38816"/>
                    <a:pt x="102218" y="42799"/>
                  </a:cubicBezTo>
                  <a:cubicBezTo>
                    <a:pt x="97219" y="46782"/>
                    <a:pt x="103232" y="64525"/>
                    <a:pt x="85194" y="72563"/>
                  </a:cubicBezTo>
                  <a:cubicBezTo>
                    <a:pt x="67155" y="80601"/>
                    <a:pt x="27819" y="72563"/>
                    <a:pt x="14344" y="79370"/>
                  </a:cubicBezTo>
                  <a:cubicBezTo>
                    <a:pt x="869" y="86178"/>
                    <a:pt x="-4129" y="109062"/>
                    <a:pt x="7099" y="107976"/>
                  </a:cubicBezTo>
                  <a:cubicBezTo>
                    <a:pt x="18328" y="106889"/>
                    <a:pt x="24559" y="113117"/>
                    <a:pt x="21081" y="118766"/>
                  </a:cubicBezTo>
                  <a:cubicBezTo>
                    <a:pt x="17604" y="124414"/>
                    <a:pt x="30571" y="140491"/>
                    <a:pt x="24124" y="147371"/>
                  </a:cubicBezTo>
                  <a:cubicBezTo>
                    <a:pt x="17126" y="155098"/>
                    <a:pt x="17582" y="166989"/>
                    <a:pt x="25138" y="174166"/>
                  </a:cubicBezTo>
                  <a:cubicBezTo>
                    <a:pt x="33107" y="181045"/>
                    <a:pt x="34556" y="193646"/>
                    <a:pt x="25138" y="195312"/>
                  </a:cubicBezTo>
                  <a:cubicBezTo>
                    <a:pt x="15720" y="196977"/>
                    <a:pt x="41583" y="209795"/>
                    <a:pt x="42090" y="215299"/>
                  </a:cubicBezTo>
                  <a:cubicBezTo>
                    <a:pt x="42597" y="220803"/>
                    <a:pt x="63823" y="223917"/>
                    <a:pt x="63823" y="230724"/>
                  </a:cubicBezTo>
                  <a:cubicBezTo>
                    <a:pt x="63823" y="237531"/>
                    <a:pt x="70343" y="239921"/>
                    <a:pt x="80847" y="236518"/>
                  </a:cubicBezTo>
                  <a:cubicBezTo>
                    <a:pt x="91351" y="233114"/>
                    <a:pt x="95336" y="249625"/>
                    <a:pt x="101783" y="261067"/>
                  </a:cubicBezTo>
                  <a:cubicBezTo>
                    <a:pt x="108231" y="272510"/>
                    <a:pt x="145249" y="264471"/>
                    <a:pt x="145249" y="251870"/>
                  </a:cubicBezTo>
                  <a:cubicBezTo>
                    <a:pt x="145249" y="239270"/>
                    <a:pt x="156189" y="235866"/>
                    <a:pt x="172706" y="237387"/>
                  </a:cubicBezTo>
                  <a:cubicBezTo>
                    <a:pt x="189223" y="238907"/>
                    <a:pt x="210666" y="264833"/>
                    <a:pt x="218635" y="268237"/>
                  </a:cubicBezTo>
                  <a:cubicBezTo>
                    <a:pt x="226604" y="271640"/>
                    <a:pt x="243121" y="261357"/>
                    <a:pt x="253553" y="261357"/>
                  </a:cubicBezTo>
                  <a:cubicBezTo>
                    <a:pt x="263985" y="261357"/>
                    <a:pt x="279053" y="242528"/>
                    <a:pt x="285066" y="238545"/>
                  </a:cubicBezTo>
                  <a:cubicBezTo>
                    <a:pt x="291079" y="234562"/>
                    <a:pt x="301510" y="251653"/>
                    <a:pt x="311001" y="245787"/>
                  </a:cubicBezTo>
                  <a:cubicBezTo>
                    <a:pt x="320491" y="239921"/>
                    <a:pt x="330995" y="233838"/>
                    <a:pt x="337008" y="237821"/>
                  </a:cubicBezTo>
                  <a:cubicBezTo>
                    <a:pt x="343021" y="241804"/>
                    <a:pt x="322519" y="259547"/>
                    <a:pt x="328025" y="268671"/>
                  </a:cubicBezTo>
                  <a:cubicBezTo>
                    <a:pt x="329843" y="272806"/>
                    <a:pt x="330104" y="277463"/>
                    <a:pt x="328749" y="281779"/>
                  </a:cubicBezTo>
                  <a:cubicBezTo>
                    <a:pt x="349468" y="278520"/>
                    <a:pt x="347512" y="262081"/>
                    <a:pt x="348744" y="254984"/>
                  </a:cubicBezTo>
                  <a:cubicBezTo>
                    <a:pt x="349975" y="247887"/>
                    <a:pt x="355409" y="239704"/>
                    <a:pt x="362073" y="245787"/>
                  </a:cubicBezTo>
                  <a:cubicBezTo>
                    <a:pt x="368738" y="251870"/>
                    <a:pt x="378083" y="253029"/>
                    <a:pt x="392790" y="245787"/>
                  </a:cubicBezTo>
                  <a:cubicBezTo>
                    <a:pt x="407496" y="238545"/>
                    <a:pt x="408800" y="233621"/>
                    <a:pt x="414088" y="241225"/>
                  </a:cubicBezTo>
                  <a:cubicBezTo>
                    <a:pt x="419376" y="248829"/>
                    <a:pt x="431402" y="242746"/>
                    <a:pt x="452773" y="242746"/>
                  </a:cubicBezTo>
                  <a:cubicBezTo>
                    <a:pt x="474144" y="242746"/>
                    <a:pt x="478128" y="226017"/>
                    <a:pt x="498123" y="227538"/>
                  </a:cubicBezTo>
                  <a:cubicBezTo>
                    <a:pt x="510858" y="228219"/>
                    <a:pt x="523594" y="226118"/>
                    <a:pt x="535431" y="221382"/>
                  </a:cubicBezTo>
                  <a:lnTo>
                    <a:pt x="548109" y="225727"/>
                  </a:lnTo>
                  <a:cubicBezTo>
                    <a:pt x="553325" y="220296"/>
                    <a:pt x="552963" y="214141"/>
                    <a:pt x="563177" y="212692"/>
                  </a:cubicBezTo>
                  <a:cubicBezTo>
                    <a:pt x="579187" y="210447"/>
                    <a:pt x="584910" y="224134"/>
                    <a:pt x="593169" y="219934"/>
                  </a:cubicBezTo>
                  <a:cubicBezTo>
                    <a:pt x="601427" y="215734"/>
                    <a:pt x="626493" y="246511"/>
                    <a:pt x="628811" y="226379"/>
                  </a:cubicBezTo>
                  <a:cubicBezTo>
                    <a:pt x="630984" y="221962"/>
                    <a:pt x="619031" y="197412"/>
                    <a:pt x="613525" y="195891"/>
                  </a:cubicBezTo>
                  <a:close/>
                  <a:moveTo>
                    <a:pt x="51073" y="48593"/>
                  </a:moveTo>
                  <a:cubicBezTo>
                    <a:pt x="63026" y="43451"/>
                    <a:pt x="89975" y="50330"/>
                    <a:pt x="96495" y="43451"/>
                  </a:cubicBezTo>
                  <a:cubicBezTo>
                    <a:pt x="103015" y="36571"/>
                    <a:pt x="79543" y="28026"/>
                    <a:pt x="71067" y="20060"/>
                  </a:cubicBezTo>
                  <a:cubicBezTo>
                    <a:pt x="66590" y="14216"/>
                    <a:pt x="63714" y="7300"/>
                    <a:pt x="62736" y="0"/>
                  </a:cubicBezTo>
                  <a:cubicBezTo>
                    <a:pt x="59179" y="3643"/>
                    <a:pt x="53775" y="4787"/>
                    <a:pt x="49045" y="2897"/>
                  </a:cubicBezTo>
                  <a:cubicBezTo>
                    <a:pt x="40062" y="-2245"/>
                    <a:pt x="18328" y="1231"/>
                    <a:pt x="14634" y="2897"/>
                  </a:cubicBezTo>
                  <a:cubicBezTo>
                    <a:pt x="10939" y="4562"/>
                    <a:pt x="17604" y="19191"/>
                    <a:pt x="17604" y="28605"/>
                  </a:cubicBezTo>
                  <a:cubicBezTo>
                    <a:pt x="17604" y="38020"/>
                    <a:pt x="7897" y="40626"/>
                    <a:pt x="7897" y="46637"/>
                  </a:cubicBezTo>
                  <a:cubicBezTo>
                    <a:pt x="7897" y="51272"/>
                    <a:pt x="4274" y="54386"/>
                    <a:pt x="0" y="59890"/>
                  </a:cubicBezTo>
                  <a:cubicBezTo>
                    <a:pt x="5136" y="65640"/>
                    <a:pt x="12048" y="69514"/>
                    <a:pt x="19632" y="70897"/>
                  </a:cubicBezTo>
                  <a:cubicBezTo>
                    <a:pt x="33976" y="70897"/>
                    <a:pt x="39192" y="53734"/>
                    <a:pt x="51218" y="485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8" name="Freeform 105">
              <a:extLst>
                <a:ext uri="{FF2B5EF4-FFF2-40B4-BE49-F238E27FC236}">
                  <a16:creationId xmlns:a16="http://schemas.microsoft.com/office/drawing/2014/main" id="{02A39439-4E68-10F7-5187-7075682E54AF}"/>
                </a:ext>
              </a:extLst>
            </p:cNvPr>
            <p:cNvSpPr/>
            <p:nvPr/>
          </p:nvSpPr>
          <p:spPr>
            <a:xfrm>
              <a:off x="8360841" y="2978400"/>
              <a:ext cx="77507" cy="84835"/>
            </a:xfrm>
            <a:custGeom>
              <a:avLst/>
              <a:gdLst>
                <a:gd name="connsiteX0" fmla="*/ 38323 w 77507"/>
                <a:gd name="connsiteY0" fmla="*/ 33 h 84834"/>
                <a:gd name="connsiteX1" fmla="*/ 0 w 77507"/>
                <a:gd name="connsiteY1" fmla="*/ 25162 h 84834"/>
                <a:gd name="connsiteX2" fmla="*/ 5723 w 77507"/>
                <a:gd name="connsiteY2" fmla="*/ 36098 h 84834"/>
                <a:gd name="connsiteX3" fmla="*/ 25718 w 77507"/>
                <a:gd name="connsiteY3" fmla="*/ 61951 h 84834"/>
                <a:gd name="connsiteX4" fmla="*/ 29122 w 77507"/>
                <a:gd name="connsiteY4" fmla="*/ 84835 h 84834"/>
                <a:gd name="connsiteX5" fmla="*/ 43611 w 77507"/>
                <a:gd name="connsiteY5" fmla="*/ 83170 h 84834"/>
                <a:gd name="connsiteX6" fmla="*/ 77298 w 77507"/>
                <a:gd name="connsiteY6" fmla="*/ 36894 h 84834"/>
                <a:gd name="connsiteX7" fmla="*/ 38323 w 77507"/>
                <a:gd name="connsiteY7" fmla="*/ 33 h 848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507" h="84834">
                  <a:moveTo>
                    <a:pt x="38323" y="33"/>
                  </a:moveTo>
                  <a:cubicBezTo>
                    <a:pt x="26297" y="-763"/>
                    <a:pt x="3260" y="12851"/>
                    <a:pt x="0" y="25162"/>
                  </a:cubicBezTo>
                  <a:cubicBezTo>
                    <a:pt x="2680" y="28363"/>
                    <a:pt x="4637" y="32093"/>
                    <a:pt x="5723" y="36098"/>
                  </a:cubicBezTo>
                  <a:cubicBezTo>
                    <a:pt x="8983" y="46888"/>
                    <a:pt x="16082" y="56092"/>
                    <a:pt x="25718" y="61951"/>
                  </a:cubicBezTo>
                  <a:cubicBezTo>
                    <a:pt x="31440" y="65717"/>
                    <a:pt x="30644" y="75855"/>
                    <a:pt x="29122" y="84835"/>
                  </a:cubicBezTo>
                  <a:cubicBezTo>
                    <a:pt x="33976" y="84770"/>
                    <a:pt x="38830" y="84212"/>
                    <a:pt x="43611" y="83170"/>
                  </a:cubicBezTo>
                  <a:cubicBezTo>
                    <a:pt x="53318" y="80562"/>
                    <a:pt x="74327" y="46308"/>
                    <a:pt x="77298" y="36894"/>
                  </a:cubicBezTo>
                  <a:cubicBezTo>
                    <a:pt x="80267" y="27480"/>
                    <a:pt x="51001" y="685"/>
                    <a:pt x="38323" y="3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9" name="Freeform 106">
              <a:extLst>
                <a:ext uri="{FF2B5EF4-FFF2-40B4-BE49-F238E27FC236}">
                  <a16:creationId xmlns:a16="http://schemas.microsoft.com/office/drawing/2014/main" id="{2D2C3E43-3D01-E5CA-22D3-75D1700E901D}"/>
                </a:ext>
              </a:extLst>
            </p:cNvPr>
            <p:cNvSpPr/>
            <p:nvPr/>
          </p:nvSpPr>
          <p:spPr>
            <a:xfrm>
              <a:off x="9885917" y="2656316"/>
              <a:ext cx="231962" cy="246618"/>
            </a:xfrm>
            <a:custGeom>
              <a:avLst/>
              <a:gdLst>
                <a:gd name="connsiteX0" fmla="*/ 124965 w 231964"/>
                <a:gd name="connsiteY0" fmla="*/ 188070 h 246617"/>
                <a:gd name="connsiteX1" fmla="*/ 114099 w 231964"/>
                <a:gd name="connsiteY1" fmla="*/ 177931 h 246617"/>
                <a:gd name="connsiteX2" fmla="*/ 123588 w 231964"/>
                <a:gd name="connsiteY2" fmla="*/ 143678 h 246617"/>
                <a:gd name="connsiteX3" fmla="*/ 134600 w 231964"/>
                <a:gd name="connsiteY3" fmla="*/ 138174 h 246617"/>
                <a:gd name="connsiteX4" fmla="*/ 167562 w 231964"/>
                <a:gd name="connsiteY4" fmla="*/ 92188 h 246617"/>
                <a:gd name="connsiteX5" fmla="*/ 189295 w 231964"/>
                <a:gd name="connsiteY5" fmla="*/ 80891 h 246617"/>
                <a:gd name="connsiteX6" fmla="*/ 194366 w 231964"/>
                <a:gd name="connsiteY6" fmla="*/ 55690 h 246617"/>
                <a:gd name="connsiteX7" fmla="*/ 231965 w 231964"/>
                <a:gd name="connsiteY7" fmla="*/ 14049 h 246617"/>
                <a:gd name="connsiteX8" fmla="*/ 222692 w 231964"/>
                <a:gd name="connsiteY8" fmla="*/ 12456 h 246617"/>
                <a:gd name="connsiteX9" fmla="*/ 194366 w 231964"/>
                <a:gd name="connsiteY9" fmla="*/ 0 h 246617"/>
                <a:gd name="connsiteX10" fmla="*/ 174879 w 231964"/>
                <a:gd name="connsiteY10" fmla="*/ 29909 h 246617"/>
                <a:gd name="connsiteX11" fmla="*/ 150900 w 231964"/>
                <a:gd name="connsiteY11" fmla="*/ 49824 h 246617"/>
                <a:gd name="connsiteX12" fmla="*/ 137861 w 231964"/>
                <a:gd name="connsiteY12" fmla="*/ 64742 h 246617"/>
                <a:gd name="connsiteX13" fmla="*/ 116127 w 231964"/>
                <a:gd name="connsiteY13" fmla="*/ 71984 h 246617"/>
                <a:gd name="connsiteX14" fmla="*/ 94394 w 231964"/>
                <a:gd name="connsiteY14" fmla="*/ 62062 h 246617"/>
                <a:gd name="connsiteX15" fmla="*/ 72661 w 231964"/>
                <a:gd name="connsiteY15" fmla="*/ 89436 h 246617"/>
                <a:gd name="connsiteX16" fmla="*/ 9562 w 231964"/>
                <a:gd name="connsiteY16" fmla="*/ 129266 h 246617"/>
                <a:gd name="connsiteX17" fmla="*/ 0 w 231964"/>
                <a:gd name="connsiteY17" fmla="*/ 146212 h 246617"/>
                <a:gd name="connsiteX18" fmla="*/ 38685 w 231964"/>
                <a:gd name="connsiteY18" fmla="*/ 167938 h 246617"/>
                <a:gd name="connsiteX19" fmla="*/ 18690 w 231964"/>
                <a:gd name="connsiteY19" fmla="*/ 209578 h 246617"/>
                <a:gd name="connsiteX20" fmla="*/ 24631 w 231964"/>
                <a:gd name="connsiteY20" fmla="*/ 233042 h 246617"/>
                <a:gd name="connsiteX21" fmla="*/ 41655 w 231964"/>
                <a:gd name="connsiteY21" fmla="*/ 242746 h 246617"/>
                <a:gd name="connsiteX22" fmla="*/ 67590 w 231964"/>
                <a:gd name="connsiteY22" fmla="*/ 237025 h 246617"/>
                <a:gd name="connsiteX23" fmla="*/ 75558 w 231964"/>
                <a:gd name="connsiteY23" fmla="*/ 242311 h 246617"/>
                <a:gd name="connsiteX24" fmla="*/ 95480 w 231964"/>
                <a:gd name="connsiteY24" fmla="*/ 225148 h 246617"/>
                <a:gd name="connsiteX25" fmla="*/ 126125 w 231964"/>
                <a:gd name="connsiteY25" fmla="*/ 217544 h 246617"/>
                <a:gd name="connsiteX26" fmla="*/ 132355 w 231964"/>
                <a:gd name="connsiteY26" fmla="*/ 216675 h 246617"/>
                <a:gd name="connsiteX27" fmla="*/ 124965 w 231964"/>
                <a:gd name="connsiteY27" fmla="*/ 188070 h 246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231964" h="246617">
                  <a:moveTo>
                    <a:pt x="124965" y="188070"/>
                  </a:moveTo>
                  <a:cubicBezTo>
                    <a:pt x="121632" y="184406"/>
                    <a:pt x="118010" y="181016"/>
                    <a:pt x="114099" y="177931"/>
                  </a:cubicBezTo>
                  <a:cubicBezTo>
                    <a:pt x="102652" y="169965"/>
                    <a:pt x="109607" y="147661"/>
                    <a:pt x="123588" y="143678"/>
                  </a:cubicBezTo>
                  <a:cubicBezTo>
                    <a:pt x="127501" y="142309"/>
                    <a:pt x="131195" y="140455"/>
                    <a:pt x="134600" y="138174"/>
                  </a:cubicBezTo>
                  <a:cubicBezTo>
                    <a:pt x="143149" y="121250"/>
                    <a:pt x="154304" y="105738"/>
                    <a:pt x="167562" y="92188"/>
                  </a:cubicBezTo>
                  <a:cubicBezTo>
                    <a:pt x="173141" y="85837"/>
                    <a:pt x="180892" y="81811"/>
                    <a:pt x="189295" y="80891"/>
                  </a:cubicBezTo>
                  <a:cubicBezTo>
                    <a:pt x="189440" y="72252"/>
                    <a:pt x="191106" y="63699"/>
                    <a:pt x="194366" y="55690"/>
                  </a:cubicBezTo>
                  <a:cubicBezTo>
                    <a:pt x="198785" y="46420"/>
                    <a:pt x="215375" y="28823"/>
                    <a:pt x="231965" y="14049"/>
                  </a:cubicBezTo>
                  <a:cubicBezTo>
                    <a:pt x="229212" y="12311"/>
                    <a:pt x="225879" y="11739"/>
                    <a:pt x="222692" y="12456"/>
                  </a:cubicBezTo>
                  <a:cubicBezTo>
                    <a:pt x="209652" y="17453"/>
                    <a:pt x="205305" y="0"/>
                    <a:pt x="194366" y="0"/>
                  </a:cubicBezTo>
                  <a:cubicBezTo>
                    <a:pt x="183427" y="0"/>
                    <a:pt x="185673" y="29909"/>
                    <a:pt x="174879" y="29909"/>
                  </a:cubicBezTo>
                  <a:cubicBezTo>
                    <a:pt x="164085" y="29909"/>
                    <a:pt x="166113" y="47289"/>
                    <a:pt x="150900" y="49824"/>
                  </a:cubicBezTo>
                  <a:cubicBezTo>
                    <a:pt x="135687" y="52358"/>
                    <a:pt x="131268" y="52286"/>
                    <a:pt x="137861" y="64742"/>
                  </a:cubicBezTo>
                  <a:cubicBezTo>
                    <a:pt x="144452" y="77198"/>
                    <a:pt x="129167" y="71984"/>
                    <a:pt x="116127" y="71984"/>
                  </a:cubicBezTo>
                  <a:cubicBezTo>
                    <a:pt x="103087" y="71984"/>
                    <a:pt x="103087" y="62062"/>
                    <a:pt x="94394" y="62062"/>
                  </a:cubicBezTo>
                  <a:cubicBezTo>
                    <a:pt x="85701" y="62062"/>
                    <a:pt x="79180" y="79443"/>
                    <a:pt x="72661" y="89436"/>
                  </a:cubicBezTo>
                  <a:cubicBezTo>
                    <a:pt x="66141" y="99430"/>
                    <a:pt x="22602" y="121807"/>
                    <a:pt x="9562" y="129266"/>
                  </a:cubicBezTo>
                  <a:cubicBezTo>
                    <a:pt x="4709" y="133785"/>
                    <a:pt x="1376" y="139709"/>
                    <a:pt x="0" y="146212"/>
                  </a:cubicBezTo>
                  <a:cubicBezTo>
                    <a:pt x="15286" y="148037"/>
                    <a:pt x="29195" y="155851"/>
                    <a:pt x="38685" y="167938"/>
                  </a:cubicBezTo>
                  <a:cubicBezTo>
                    <a:pt x="48175" y="181625"/>
                    <a:pt x="27673" y="196905"/>
                    <a:pt x="18690" y="209578"/>
                  </a:cubicBezTo>
                  <a:cubicBezTo>
                    <a:pt x="9707" y="222251"/>
                    <a:pt x="24196" y="222758"/>
                    <a:pt x="24631" y="233042"/>
                  </a:cubicBezTo>
                  <a:cubicBezTo>
                    <a:pt x="25065" y="243325"/>
                    <a:pt x="37164" y="251870"/>
                    <a:pt x="41655" y="242746"/>
                  </a:cubicBezTo>
                  <a:cubicBezTo>
                    <a:pt x="46147" y="233621"/>
                    <a:pt x="53608" y="237025"/>
                    <a:pt x="67590" y="237025"/>
                  </a:cubicBezTo>
                  <a:cubicBezTo>
                    <a:pt x="71067" y="236960"/>
                    <a:pt x="74255" y="239060"/>
                    <a:pt x="75558" y="242311"/>
                  </a:cubicBezTo>
                  <a:cubicBezTo>
                    <a:pt x="83383" y="235070"/>
                    <a:pt x="92438" y="228624"/>
                    <a:pt x="95480" y="225148"/>
                  </a:cubicBezTo>
                  <a:cubicBezTo>
                    <a:pt x="100841" y="219065"/>
                    <a:pt x="114171" y="217544"/>
                    <a:pt x="126125" y="217544"/>
                  </a:cubicBezTo>
                  <a:cubicBezTo>
                    <a:pt x="128225" y="217537"/>
                    <a:pt x="130326" y="217240"/>
                    <a:pt x="132355" y="216675"/>
                  </a:cubicBezTo>
                  <a:cubicBezTo>
                    <a:pt x="128297" y="207616"/>
                    <a:pt x="125835" y="197948"/>
                    <a:pt x="124965" y="1880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0" name="Freeform 107">
              <a:extLst>
                <a:ext uri="{FF2B5EF4-FFF2-40B4-BE49-F238E27FC236}">
                  <a16:creationId xmlns:a16="http://schemas.microsoft.com/office/drawing/2014/main" id="{4A7F16EC-8BFD-33E2-DF0D-1F01D8BC31FA}"/>
                </a:ext>
              </a:extLst>
            </p:cNvPr>
            <p:cNvSpPr/>
            <p:nvPr/>
          </p:nvSpPr>
          <p:spPr>
            <a:xfrm>
              <a:off x="8431907" y="3222347"/>
              <a:ext cx="254641" cy="165252"/>
            </a:xfrm>
            <a:custGeom>
              <a:avLst/>
              <a:gdLst>
                <a:gd name="connsiteX0" fmla="*/ 254350 w 254642"/>
                <a:gd name="connsiteY0" fmla="*/ 106737 h 165251"/>
                <a:gd name="connsiteX1" fmla="*/ 246599 w 254642"/>
                <a:gd name="connsiteY1" fmla="*/ 106737 h 165251"/>
                <a:gd name="connsiteX2" fmla="*/ 202408 w 254642"/>
                <a:gd name="connsiteY2" fmla="*/ 97322 h 165251"/>
                <a:gd name="connsiteX3" fmla="*/ 137209 w 254642"/>
                <a:gd name="connsiteY3" fmla="*/ 67341 h 165251"/>
                <a:gd name="connsiteX4" fmla="*/ 68315 w 254642"/>
                <a:gd name="connsiteY4" fmla="*/ 9914 h 165251"/>
                <a:gd name="connsiteX5" fmla="*/ 41366 w 254642"/>
                <a:gd name="connsiteY5" fmla="*/ 3975 h 165251"/>
                <a:gd name="connsiteX6" fmla="*/ 20647 w 254642"/>
                <a:gd name="connsiteY6" fmla="*/ 11217 h 165251"/>
                <a:gd name="connsiteX7" fmla="*/ 5289 w 254642"/>
                <a:gd name="connsiteY7" fmla="*/ 32943 h 165251"/>
                <a:gd name="connsiteX8" fmla="*/ 0 w 254642"/>
                <a:gd name="connsiteY8" fmla="*/ 61910 h 165251"/>
                <a:gd name="connsiteX9" fmla="*/ 17314 w 254642"/>
                <a:gd name="connsiteY9" fmla="*/ 77118 h 165251"/>
                <a:gd name="connsiteX10" fmla="*/ 43974 w 254642"/>
                <a:gd name="connsiteY10" fmla="*/ 92398 h 165251"/>
                <a:gd name="connsiteX11" fmla="*/ 69329 w 254642"/>
                <a:gd name="connsiteY11" fmla="*/ 107678 h 165251"/>
                <a:gd name="connsiteX12" fmla="*/ 97365 w 254642"/>
                <a:gd name="connsiteY12" fmla="*/ 125927 h 165251"/>
                <a:gd name="connsiteX13" fmla="*/ 129313 w 254642"/>
                <a:gd name="connsiteY13" fmla="*/ 119844 h 165251"/>
                <a:gd name="connsiteX14" fmla="*/ 148003 w 254642"/>
                <a:gd name="connsiteY14" fmla="*/ 141570 h 165251"/>
                <a:gd name="connsiteX15" fmla="*/ 192048 w 254642"/>
                <a:gd name="connsiteY15" fmla="*/ 161412 h 165251"/>
                <a:gd name="connsiteX16" fmla="*/ 250728 w 254642"/>
                <a:gd name="connsiteY16" fmla="*/ 155329 h 165251"/>
                <a:gd name="connsiteX17" fmla="*/ 252032 w 254642"/>
                <a:gd name="connsiteY17" fmla="*/ 115644 h 165251"/>
                <a:gd name="connsiteX18" fmla="*/ 254350 w 254642"/>
                <a:gd name="connsiteY18" fmla="*/ 106737 h 165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4642" h="165251">
                  <a:moveTo>
                    <a:pt x="254350" y="106737"/>
                  </a:moveTo>
                  <a:cubicBezTo>
                    <a:pt x="251742" y="106585"/>
                    <a:pt x="249206" y="106585"/>
                    <a:pt x="246599" y="106737"/>
                  </a:cubicBezTo>
                  <a:cubicBezTo>
                    <a:pt x="227112" y="107606"/>
                    <a:pt x="215158" y="96453"/>
                    <a:pt x="202408" y="97322"/>
                  </a:cubicBezTo>
                  <a:cubicBezTo>
                    <a:pt x="189658" y="98191"/>
                    <a:pt x="153002" y="81897"/>
                    <a:pt x="137209" y="67341"/>
                  </a:cubicBezTo>
                  <a:cubicBezTo>
                    <a:pt x="121416" y="52785"/>
                    <a:pt x="78819" y="21935"/>
                    <a:pt x="68315" y="9914"/>
                  </a:cubicBezTo>
                  <a:cubicBezTo>
                    <a:pt x="57811" y="-2108"/>
                    <a:pt x="42887" y="-2035"/>
                    <a:pt x="41366" y="3975"/>
                  </a:cubicBezTo>
                  <a:cubicBezTo>
                    <a:pt x="39844" y="9986"/>
                    <a:pt x="32310" y="9914"/>
                    <a:pt x="20647" y="11217"/>
                  </a:cubicBezTo>
                  <a:cubicBezTo>
                    <a:pt x="17677" y="17156"/>
                    <a:pt x="5289" y="25194"/>
                    <a:pt x="5289" y="32943"/>
                  </a:cubicBezTo>
                  <a:cubicBezTo>
                    <a:pt x="5289" y="40691"/>
                    <a:pt x="0" y="54668"/>
                    <a:pt x="0" y="61910"/>
                  </a:cubicBezTo>
                  <a:cubicBezTo>
                    <a:pt x="0" y="69152"/>
                    <a:pt x="13330" y="71035"/>
                    <a:pt x="17314" y="77118"/>
                  </a:cubicBezTo>
                  <a:cubicBezTo>
                    <a:pt x="21299" y="83201"/>
                    <a:pt x="42669" y="86315"/>
                    <a:pt x="43974" y="92398"/>
                  </a:cubicBezTo>
                  <a:cubicBezTo>
                    <a:pt x="45277" y="98481"/>
                    <a:pt x="59984" y="106157"/>
                    <a:pt x="69329" y="107678"/>
                  </a:cubicBezTo>
                  <a:cubicBezTo>
                    <a:pt x="78675" y="109199"/>
                    <a:pt x="92004" y="121365"/>
                    <a:pt x="97365" y="125927"/>
                  </a:cubicBezTo>
                  <a:cubicBezTo>
                    <a:pt x="102726" y="130490"/>
                    <a:pt x="122648" y="119844"/>
                    <a:pt x="129313" y="119844"/>
                  </a:cubicBezTo>
                  <a:cubicBezTo>
                    <a:pt x="135977" y="119844"/>
                    <a:pt x="146698" y="133604"/>
                    <a:pt x="148003" y="141570"/>
                  </a:cubicBezTo>
                  <a:cubicBezTo>
                    <a:pt x="149307" y="149536"/>
                    <a:pt x="184225" y="153809"/>
                    <a:pt x="192048" y="161412"/>
                  </a:cubicBezTo>
                  <a:cubicBezTo>
                    <a:pt x="199873" y="169016"/>
                    <a:pt x="242759" y="164454"/>
                    <a:pt x="250728" y="155329"/>
                  </a:cubicBezTo>
                  <a:cubicBezTo>
                    <a:pt x="258697" y="146205"/>
                    <a:pt x="252032" y="129331"/>
                    <a:pt x="252032" y="115644"/>
                  </a:cubicBezTo>
                  <a:cubicBezTo>
                    <a:pt x="251742" y="112494"/>
                    <a:pt x="252539" y="109337"/>
                    <a:pt x="254350" y="1067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1" name="Freeform 108">
              <a:extLst>
                <a:ext uri="{FF2B5EF4-FFF2-40B4-BE49-F238E27FC236}">
                  <a16:creationId xmlns:a16="http://schemas.microsoft.com/office/drawing/2014/main" id="{E2913BFC-5108-4E2F-412F-2569B296F559}"/>
                </a:ext>
              </a:extLst>
            </p:cNvPr>
            <p:cNvSpPr/>
            <p:nvPr/>
          </p:nvSpPr>
          <p:spPr>
            <a:xfrm>
              <a:off x="8808541" y="3302201"/>
              <a:ext cx="288903" cy="722912"/>
            </a:xfrm>
            <a:custGeom>
              <a:avLst/>
              <a:gdLst>
                <a:gd name="connsiteX0" fmla="*/ 272967 w 288905"/>
                <a:gd name="connsiteY0" fmla="*/ 288023 h 722908"/>
                <a:gd name="connsiteX1" fmla="*/ 251958 w 288905"/>
                <a:gd name="connsiteY1" fmla="*/ 275205 h 722908"/>
                <a:gd name="connsiteX2" fmla="*/ 233268 w 288905"/>
                <a:gd name="connsiteY2" fmla="*/ 264849 h 722908"/>
                <a:gd name="connsiteX3" fmla="*/ 233268 w 288905"/>
                <a:gd name="connsiteY3" fmla="*/ 239213 h 722908"/>
                <a:gd name="connsiteX4" fmla="*/ 220518 w 288905"/>
                <a:gd name="connsiteY4" fmla="*/ 222050 h 722908"/>
                <a:gd name="connsiteX5" fmla="*/ 210014 w 288905"/>
                <a:gd name="connsiteY5" fmla="*/ 190331 h 722908"/>
                <a:gd name="connsiteX6" fmla="*/ 179298 w 288905"/>
                <a:gd name="connsiteY6" fmla="*/ 183451 h 722908"/>
                <a:gd name="connsiteX7" fmla="*/ 173357 w 288905"/>
                <a:gd name="connsiteY7" fmla="*/ 164622 h 722908"/>
                <a:gd name="connsiteX8" fmla="*/ 201031 w 288905"/>
                <a:gd name="connsiteY8" fmla="*/ 110671 h 722908"/>
                <a:gd name="connsiteX9" fmla="*/ 209289 w 288905"/>
                <a:gd name="connsiteY9" fmla="*/ 54112 h 722908"/>
                <a:gd name="connsiteX10" fmla="*/ 195815 w 288905"/>
                <a:gd name="connsiteY10" fmla="*/ 35283 h 722908"/>
                <a:gd name="connsiteX11" fmla="*/ 188570 w 288905"/>
                <a:gd name="connsiteY11" fmla="*/ 13558 h 722908"/>
                <a:gd name="connsiteX12" fmla="*/ 173212 w 288905"/>
                <a:gd name="connsiteY12" fmla="*/ 30 h 722908"/>
                <a:gd name="connsiteX13" fmla="*/ 166113 w 288905"/>
                <a:gd name="connsiteY13" fmla="*/ 2406 h 722908"/>
                <a:gd name="connsiteX14" fmla="*/ 160462 w 288905"/>
                <a:gd name="connsiteY14" fmla="*/ 6244 h 722908"/>
                <a:gd name="connsiteX15" fmla="*/ 161042 w 288905"/>
                <a:gd name="connsiteY15" fmla="*/ 6244 h 722908"/>
                <a:gd name="connsiteX16" fmla="*/ 153073 w 288905"/>
                <a:gd name="connsiteY16" fmla="*/ 24566 h 722908"/>
                <a:gd name="connsiteX17" fmla="*/ 155754 w 288905"/>
                <a:gd name="connsiteY17" fmla="*/ 50492 h 722908"/>
                <a:gd name="connsiteX18" fmla="*/ 141265 w 288905"/>
                <a:gd name="connsiteY18" fmla="*/ 50492 h 722908"/>
                <a:gd name="connsiteX19" fmla="*/ 113301 w 288905"/>
                <a:gd name="connsiteY19" fmla="*/ 64178 h 722908"/>
                <a:gd name="connsiteX20" fmla="*/ 90626 w 288905"/>
                <a:gd name="connsiteY20" fmla="*/ 94739 h 722908"/>
                <a:gd name="connsiteX21" fmla="*/ 81282 w 288905"/>
                <a:gd name="connsiteY21" fmla="*/ 141955 h 722908"/>
                <a:gd name="connsiteX22" fmla="*/ 69256 w 288905"/>
                <a:gd name="connsiteY22" fmla="*/ 189317 h 722908"/>
                <a:gd name="connsiteX23" fmla="*/ 42597 w 288905"/>
                <a:gd name="connsiteY23" fmla="*/ 187796 h 722908"/>
                <a:gd name="connsiteX24" fmla="*/ 35932 w 288905"/>
                <a:gd name="connsiteY24" fmla="*/ 225888 h 722908"/>
                <a:gd name="connsiteX25" fmla="*/ 26586 w 288905"/>
                <a:gd name="connsiteY25" fmla="*/ 267094 h 722908"/>
                <a:gd name="connsiteX26" fmla="*/ 12098 w 288905"/>
                <a:gd name="connsiteY26" fmla="*/ 296061 h 722908"/>
                <a:gd name="connsiteX27" fmla="*/ 0 w 288905"/>
                <a:gd name="connsiteY27" fmla="*/ 307359 h 722908"/>
                <a:gd name="connsiteX28" fmla="*/ 31658 w 288905"/>
                <a:gd name="connsiteY28" fmla="*/ 345596 h 722908"/>
                <a:gd name="connsiteX29" fmla="*/ 70125 w 288905"/>
                <a:gd name="connsiteY29" fmla="*/ 423807 h 722908"/>
                <a:gd name="connsiteX30" fmla="*/ 71574 w 288905"/>
                <a:gd name="connsiteY30" fmla="*/ 465230 h 722908"/>
                <a:gd name="connsiteX31" fmla="*/ 72154 w 288905"/>
                <a:gd name="connsiteY31" fmla="*/ 470734 h 722908"/>
                <a:gd name="connsiteX32" fmla="*/ 72154 w 288905"/>
                <a:gd name="connsiteY32" fmla="*/ 490721 h 722908"/>
                <a:gd name="connsiteX33" fmla="*/ 70125 w 288905"/>
                <a:gd name="connsiteY33" fmla="*/ 502381 h 722908"/>
                <a:gd name="connsiteX34" fmla="*/ 79108 w 288905"/>
                <a:gd name="connsiteY34" fmla="*/ 507233 h 722908"/>
                <a:gd name="connsiteX35" fmla="*/ 112070 w 288905"/>
                <a:gd name="connsiteY35" fmla="*/ 502671 h 722908"/>
                <a:gd name="connsiteX36" fmla="*/ 140540 w 288905"/>
                <a:gd name="connsiteY36" fmla="*/ 463782 h 722908"/>
                <a:gd name="connsiteX37" fmla="*/ 157999 w 288905"/>
                <a:gd name="connsiteY37" fmla="*/ 479207 h 722908"/>
                <a:gd name="connsiteX38" fmla="*/ 171474 w 288905"/>
                <a:gd name="connsiteY38" fmla="*/ 522079 h 722908"/>
                <a:gd name="connsiteX39" fmla="*/ 188933 w 288905"/>
                <a:gd name="connsiteY39" fmla="*/ 605432 h 722908"/>
                <a:gd name="connsiteX40" fmla="*/ 201973 w 288905"/>
                <a:gd name="connsiteY40" fmla="*/ 666552 h 722908"/>
                <a:gd name="connsiteX41" fmla="*/ 206464 w 288905"/>
                <a:gd name="connsiteY41" fmla="*/ 712321 h 722908"/>
                <a:gd name="connsiteX42" fmla="*/ 204508 w 288905"/>
                <a:gd name="connsiteY42" fmla="*/ 722822 h 722908"/>
                <a:gd name="connsiteX43" fmla="*/ 233486 w 288905"/>
                <a:gd name="connsiteY43" fmla="*/ 659094 h 722908"/>
                <a:gd name="connsiteX44" fmla="*/ 222836 w 288905"/>
                <a:gd name="connsiteY44" fmla="*/ 630126 h 722908"/>
                <a:gd name="connsiteX45" fmla="*/ 209507 w 288905"/>
                <a:gd name="connsiteY45" fmla="*/ 582837 h 722908"/>
                <a:gd name="connsiteX46" fmla="*/ 197481 w 288905"/>
                <a:gd name="connsiteY46" fmla="*/ 541631 h 722908"/>
                <a:gd name="connsiteX47" fmla="*/ 202842 w 288905"/>
                <a:gd name="connsiteY47" fmla="*/ 514185 h 722908"/>
                <a:gd name="connsiteX48" fmla="*/ 204146 w 288905"/>
                <a:gd name="connsiteY48" fmla="*/ 495935 h 722908"/>
                <a:gd name="connsiteX49" fmla="*/ 197481 w 288905"/>
                <a:gd name="connsiteY49" fmla="*/ 469937 h 722908"/>
                <a:gd name="connsiteX50" fmla="*/ 172198 w 288905"/>
                <a:gd name="connsiteY50" fmla="*/ 434887 h 722908"/>
                <a:gd name="connsiteX51" fmla="*/ 178863 w 288905"/>
                <a:gd name="connsiteY51" fmla="*/ 373911 h 722908"/>
                <a:gd name="connsiteX52" fmla="*/ 197481 w 288905"/>
                <a:gd name="connsiteY52" fmla="*/ 361672 h 722908"/>
                <a:gd name="connsiteX53" fmla="*/ 222836 w 288905"/>
                <a:gd name="connsiteY53" fmla="*/ 352475 h 722908"/>
                <a:gd name="connsiteX54" fmla="*/ 253553 w 288905"/>
                <a:gd name="connsiteY54" fmla="*/ 332705 h 722908"/>
                <a:gd name="connsiteX55" fmla="*/ 270866 w 288905"/>
                <a:gd name="connsiteY55" fmla="*/ 315904 h 722908"/>
                <a:gd name="connsiteX56" fmla="*/ 288180 w 288905"/>
                <a:gd name="connsiteY56" fmla="*/ 283895 h 722908"/>
                <a:gd name="connsiteX57" fmla="*/ 288905 w 288905"/>
                <a:gd name="connsiteY57" fmla="*/ 283895 h 722908"/>
                <a:gd name="connsiteX58" fmla="*/ 272967 w 288905"/>
                <a:gd name="connsiteY58" fmla="*/ 288023 h 722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288905" h="722908">
                  <a:moveTo>
                    <a:pt x="272967" y="288023"/>
                  </a:moveTo>
                  <a:cubicBezTo>
                    <a:pt x="257972" y="295265"/>
                    <a:pt x="250510" y="285416"/>
                    <a:pt x="251958" y="275205"/>
                  </a:cubicBezTo>
                  <a:cubicBezTo>
                    <a:pt x="253408" y="264994"/>
                    <a:pt x="241454" y="264849"/>
                    <a:pt x="233268" y="264849"/>
                  </a:cubicBezTo>
                  <a:cubicBezTo>
                    <a:pt x="225082" y="264849"/>
                    <a:pt x="230225" y="249497"/>
                    <a:pt x="233268" y="239213"/>
                  </a:cubicBezTo>
                  <a:cubicBezTo>
                    <a:pt x="236311" y="228930"/>
                    <a:pt x="230225" y="222919"/>
                    <a:pt x="220518" y="222050"/>
                  </a:cubicBezTo>
                  <a:cubicBezTo>
                    <a:pt x="210811" y="221181"/>
                    <a:pt x="206029" y="197210"/>
                    <a:pt x="210014" y="190331"/>
                  </a:cubicBezTo>
                  <a:cubicBezTo>
                    <a:pt x="213998" y="183451"/>
                    <a:pt x="189802" y="177513"/>
                    <a:pt x="179298" y="183451"/>
                  </a:cubicBezTo>
                  <a:cubicBezTo>
                    <a:pt x="168793" y="189390"/>
                    <a:pt x="176328" y="173168"/>
                    <a:pt x="173357" y="164622"/>
                  </a:cubicBezTo>
                  <a:cubicBezTo>
                    <a:pt x="170387" y="156077"/>
                    <a:pt x="186832" y="126965"/>
                    <a:pt x="201031" y="110671"/>
                  </a:cubicBezTo>
                  <a:cubicBezTo>
                    <a:pt x="215230" y="94377"/>
                    <a:pt x="209289" y="72941"/>
                    <a:pt x="209289" y="54112"/>
                  </a:cubicBezTo>
                  <a:cubicBezTo>
                    <a:pt x="209289" y="35283"/>
                    <a:pt x="202552" y="35283"/>
                    <a:pt x="195815" y="35283"/>
                  </a:cubicBezTo>
                  <a:cubicBezTo>
                    <a:pt x="189078" y="35283"/>
                    <a:pt x="188570" y="24131"/>
                    <a:pt x="188570" y="13558"/>
                  </a:cubicBezTo>
                  <a:cubicBezTo>
                    <a:pt x="188063" y="5578"/>
                    <a:pt x="181181" y="-484"/>
                    <a:pt x="173212" y="30"/>
                  </a:cubicBezTo>
                  <a:cubicBezTo>
                    <a:pt x="170677" y="190"/>
                    <a:pt x="168214" y="1008"/>
                    <a:pt x="166113" y="2406"/>
                  </a:cubicBezTo>
                  <a:cubicBezTo>
                    <a:pt x="164302" y="3789"/>
                    <a:pt x="162418" y="5071"/>
                    <a:pt x="160462" y="6244"/>
                  </a:cubicBezTo>
                  <a:lnTo>
                    <a:pt x="161042" y="6244"/>
                  </a:lnTo>
                  <a:cubicBezTo>
                    <a:pt x="161042" y="6244"/>
                    <a:pt x="158434" y="21524"/>
                    <a:pt x="153073" y="24566"/>
                  </a:cubicBezTo>
                  <a:cubicBezTo>
                    <a:pt x="147712" y="27607"/>
                    <a:pt x="147712" y="36732"/>
                    <a:pt x="155754" y="50492"/>
                  </a:cubicBezTo>
                  <a:cubicBezTo>
                    <a:pt x="163795" y="64251"/>
                    <a:pt x="143728" y="58095"/>
                    <a:pt x="141265" y="50492"/>
                  </a:cubicBezTo>
                  <a:cubicBezTo>
                    <a:pt x="138801" y="42887"/>
                    <a:pt x="122574" y="55053"/>
                    <a:pt x="113301" y="64178"/>
                  </a:cubicBezTo>
                  <a:cubicBezTo>
                    <a:pt x="104029" y="73303"/>
                    <a:pt x="90626" y="77938"/>
                    <a:pt x="90626" y="94739"/>
                  </a:cubicBezTo>
                  <a:cubicBezTo>
                    <a:pt x="90626" y="111540"/>
                    <a:pt x="78601" y="128269"/>
                    <a:pt x="81282" y="141955"/>
                  </a:cubicBezTo>
                  <a:cubicBezTo>
                    <a:pt x="83962" y="155642"/>
                    <a:pt x="67952" y="181641"/>
                    <a:pt x="69256" y="189317"/>
                  </a:cubicBezTo>
                  <a:cubicBezTo>
                    <a:pt x="70560" y="196993"/>
                    <a:pt x="46581" y="187796"/>
                    <a:pt x="42597" y="187796"/>
                  </a:cubicBezTo>
                  <a:cubicBezTo>
                    <a:pt x="38612" y="187796"/>
                    <a:pt x="41220" y="216763"/>
                    <a:pt x="35932" y="225888"/>
                  </a:cubicBezTo>
                  <a:cubicBezTo>
                    <a:pt x="30644" y="235013"/>
                    <a:pt x="34555" y="267094"/>
                    <a:pt x="26586" y="267094"/>
                  </a:cubicBezTo>
                  <a:cubicBezTo>
                    <a:pt x="18618" y="267094"/>
                    <a:pt x="12098" y="296061"/>
                    <a:pt x="12098" y="296061"/>
                  </a:cubicBezTo>
                  <a:cubicBezTo>
                    <a:pt x="7751" y="299479"/>
                    <a:pt x="3694" y="303260"/>
                    <a:pt x="0" y="307359"/>
                  </a:cubicBezTo>
                  <a:cubicBezTo>
                    <a:pt x="6519" y="322639"/>
                    <a:pt x="18400" y="339367"/>
                    <a:pt x="31658" y="345596"/>
                  </a:cubicBezTo>
                  <a:cubicBezTo>
                    <a:pt x="51145" y="354720"/>
                    <a:pt x="64112" y="399837"/>
                    <a:pt x="70125" y="423807"/>
                  </a:cubicBezTo>
                  <a:cubicBezTo>
                    <a:pt x="73457" y="437371"/>
                    <a:pt x="73892" y="451471"/>
                    <a:pt x="71574" y="465230"/>
                  </a:cubicBezTo>
                  <a:cubicBezTo>
                    <a:pt x="71936" y="467048"/>
                    <a:pt x="72081" y="468887"/>
                    <a:pt x="72154" y="470734"/>
                  </a:cubicBezTo>
                  <a:lnTo>
                    <a:pt x="72154" y="490721"/>
                  </a:lnTo>
                  <a:cubicBezTo>
                    <a:pt x="72081" y="494690"/>
                    <a:pt x="71429" y="498622"/>
                    <a:pt x="70125" y="502381"/>
                  </a:cubicBezTo>
                  <a:cubicBezTo>
                    <a:pt x="72733" y="503829"/>
                    <a:pt x="75776" y="505278"/>
                    <a:pt x="79108" y="507233"/>
                  </a:cubicBezTo>
                  <a:cubicBezTo>
                    <a:pt x="90626" y="514040"/>
                    <a:pt x="103594" y="516357"/>
                    <a:pt x="112070" y="502671"/>
                  </a:cubicBezTo>
                  <a:cubicBezTo>
                    <a:pt x="120545" y="488983"/>
                    <a:pt x="138005" y="479207"/>
                    <a:pt x="140540" y="463782"/>
                  </a:cubicBezTo>
                  <a:cubicBezTo>
                    <a:pt x="143076" y="448357"/>
                    <a:pt x="151045" y="471023"/>
                    <a:pt x="157999" y="479207"/>
                  </a:cubicBezTo>
                  <a:cubicBezTo>
                    <a:pt x="164953" y="487390"/>
                    <a:pt x="170025" y="502671"/>
                    <a:pt x="171474" y="522079"/>
                  </a:cubicBezTo>
                  <a:cubicBezTo>
                    <a:pt x="172923" y="541487"/>
                    <a:pt x="174517" y="590007"/>
                    <a:pt x="188933" y="605432"/>
                  </a:cubicBezTo>
                  <a:cubicBezTo>
                    <a:pt x="203349" y="620857"/>
                    <a:pt x="205957" y="654604"/>
                    <a:pt x="201973" y="666552"/>
                  </a:cubicBezTo>
                  <a:cubicBezTo>
                    <a:pt x="197988" y="678502"/>
                    <a:pt x="209217" y="699141"/>
                    <a:pt x="206464" y="712321"/>
                  </a:cubicBezTo>
                  <a:cubicBezTo>
                    <a:pt x="205812" y="714928"/>
                    <a:pt x="205160" y="718621"/>
                    <a:pt x="204508" y="722822"/>
                  </a:cubicBezTo>
                  <a:cubicBezTo>
                    <a:pt x="217475" y="725646"/>
                    <a:pt x="233486" y="659094"/>
                    <a:pt x="233486" y="659094"/>
                  </a:cubicBezTo>
                  <a:cubicBezTo>
                    <a:pt x="233486" y="643886"/>
                    <a:pt x="222836" y="642365"/>
                    <a:pt x="222836" y="630126"/>
                  </a:cubicBezTo>
                  <a:cubicBezTo>
                    <a:pt x="222836" y="617888"/>
                    <a:pt x="222836" y="596597"/>
                    <a:pt x="209507" y="582837"/>
                  </a:cubicBezTo>
                  <a:cubicBezTo>
                    <a:pt x="196177" y="569078"/>
                    <a:pt x="189512" y="549307"/>
                    <a:pt x="197481" y="541631"/>
                  </a:cubicBezTo>
                  <a:cubicBezTo>
                    <a:pt x="205450" y="533955"/>
                    <a:pt x="198858" y="512664"/>
                    <a:pt x="202842" y="514185"/>
                  </a:cubicBezTo>
                  <a:cubicBezTo>
                    <a:pt x="206826" y="515706"/>
                    <a:pt x="212187" y="500498"/>
                    <a:pt x="204146" y="495935"/>
                  </a:cubicBezTo>
                  <a:cubicBezTo>
                    <a:pt x="196105" y="491373"/>
                    <a:pt x="204146" y="473051"/>
                    <a:pt x="197481" y="469937"/>
                  </a:cubicBezTo>
                  <a:cubicBezTo>
                    <a:pt x="190816" y="466823"/>
                    <a:pt x="172198" y="442491"/>
                    <a:pt x="172198" y="434887"/>
                  </a:cubicBezTo>
                  <a:cubicBezTo>
                    <a:pt x="172198" y="427283"/>
                    <a:pt x="177559" y="384194"/>
                    <a:pt x="178863" y="373911"/>
                  </a:cubicBezTo>
                  <a:cubicBezTo>
                    <a:pt x="180167" y="363628"/>
                    <a:pt x="193352" y="361672"/>
                    <a:pt x="197481" y="361672"/>
                  </a:cubicBezTo>
                  <a:cubicBezTo>
                    <a:pt x="201610" y="361672"/>
                    <a:pt x="217548" y="363193"/>
                    <a:pt x="222836" y="352475"/>
                  </a:cubicBezTo>
                  <a:cubicBezTo>
                    <a:pt x="228125" y="341757"/>
                    <a:pt x="250872" y="340309"/>
                    <a:pt x="253553" y="332705"/>
                  </a:cubicBezTo>
                  <a:cubicBezTo>
                    <a:pt x="256233" y="325101"/>
                    <a:pt x="270866" y="325463"/>
                    <a:pt x="270866" y="315904"/>
                  </a:cubicBezTo>
                  <a:cubicBezTo>
                    <a:pt x="270866" y="306345"/>
                    <a:pt x="288180" y="283895"/>
                    <a:pt x="288180" y="283895"/>
                  </a:cubicBezTo>
                  <a:cubicBezTo>
                    <a:pt x="288180" y="283895"/>
                    <a:pt x="288615" y="283895"/>
                    <a:pt x="288905" y="283895"/>
                  </a:cubicBezTo>
                  <a:cubicBezTo>
                    <a:pt x="286152" y="280347"/>
                    <a:pt x="281733" y="283968"/>
                    <a:pt x="272967" y="288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2" name="Freeform 109">
              <a:extLst>
                <a:ext uri="{FF2B5EF4-FFF2-40B4-BE49-F238E27FC236}">
                  <a16:creationId xmlns:a16="http://schemas.microsoft.com/office/drawing/2014/main" id="{41A36EFD-6322-6F66-4C2F-0863A2339503}"/>
                </a:ext>
              </a:extLst>
            </p:cNvPr>
            <p:cNvSpPr/>
            <p:nvPr/>
          </p:nvSpPr>
          <p:spPr>
            <a:xfrm>
              <a:off x="8710234" y="3312891"/>
              <a:ext cx="98341" cy="62753"/>
            </a:xfrm>
            <a:custGeom>
              <a:avLst/>
              <a:gdLst>
                <a:gd name="connsiteX0" fmla="*/ 97871 w 98342"/>
                <a:gd name="connsiteY0" fmla="*/ 20466 h 62753"/>
                <a:gd name="connsiteX1" fmla="*/ 58897 w 98342"/>
                <a:gd name="connsiteY1" fmla="*/ 8299 h 62753"/>
                <a:gd name="connsiteX2" fmla="*/ 31224 w 98342"/>
                <a:gd name="connsiteY2" fmla="*/ 3158 h 62753"/>
                <a:gd name="connsiteX3" fmla="*/ 7244 w 98342"/>
                <a:gd name="connsiteY3" fmla="*/ 27128 h 62753"/>
                <a:gd name="connsiteX4" fmla="*/ 0 w 98342"/>
                <a:gd name="connsiteY4" fmla="*/ 43422 h 62753"/>
                <a:gd name="connsiteX5" fmla="*/ 8765 w 98342"/>
                <a:gd name="connsiteY5" fmla="*/ 52402 h 62753"/>
                <a:gd name="connsiteX6" fmla="*/ 31368 w 98342"/>
                <a:gd name="connsiteY6" fmla="*/ 58558 h 62753"/>
                <a:gd name="connsiteX7" fmla="*/ 63461 w 98342"/>
                <a:gd name="connsiteY7" fmla="*/ 61599 h 62753"/>
                <a:gd name="connsiteX8" fmla="*/ 96712 w 98342"/>
                <a:gd name="connsiteY8" fmla="*/ 56965 h 62753"/>
                <a:gd name="connsiteX9" fmla="*/ 92728 w 98342"/>
                <a:gd name="connsiteY9" fmla="*/ 23435 h 627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8342" h="62753">
                  <a:moveTo>
                    <a:pt x="97871" y="20466"/>
                  </a:moveTo>
                  <a:cubicBezTo>
                    <a:pt x="77804" y="-680"/>
                    <a:pt x="72299" y="16410"/>
                    <a:pt x="58897" y="8299"/>
                  </a:cubicBezTo>
                  <a:cubicBezTo>
                    <a:pt x="45495" y="189"/>
                    <a:pt x="37960" y="-2853"/>
                    <a:pt x="31224" y="3158"/>
                  </a:cubicBezTo>
                  <a:cubicBezTo>
                    <a:pt x="24486" y="9168"/>
                    <a:pt x="13982" y="8299"/>
                    <a:pt x="7244" y="27128"/>
                  </a:cubicBezTo>
                  <a:cubicBezTo>
                    <a:pt x="5361" y="32777"/>
                    <a:pt x="2898" y="38230"/>
                    <a:pt x="0" y="43422"/>
                  </a:cubicBezTo>
                  <a:cubicBezTo>
                    <a:pt x="2319" y="49216"/>
                    <a:pt x="5868" y="53199"/>
                    <a:pt x="8765" y="52402"/>
                  </a:cubicBezTo>
                  <a:cubicBezTo>
                    <a:pt x="14055" y="50881"/>
                    <a:pt x="20719" y="61599"/>
                    <a:pt x="31368" y="58558"/>
                  </a:cubicBezTo>
                  <a:cubicBezTo>
                    <a:pt x="42018" y="55516"/>
                    <a:pt x="48754" y="66161"/>
                    <a:pt x="63461" y="61599"/>
                  </a:cubicBezTo>
                  <a:cubicBezTo>
                    <a:pt x="78167" y="57037"/>
                    <a:pt x="91424" y="67682"/>
                    <a:pt x="96712" y="56965"/>
                  </a:cubicBezTo>
                  <a:cubicBezTo>
                    <a:pt x="102000" y="46246"/>
                    <a:pt x="92728" y="23435"/>
                    <a:pt x="92728" y="234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3" name="Freeform 110">
              <a:extLst>
                <a:ext uri="{FF2B5EF4-FFF2-40B4-BE49-F238E27FC236}">
                  <a16:creationId xmlns:a16="http://schemas.microsoft.com/office/drawing/2014/main" id="{0E34195C-06E4-ED0B-4983-334B654DEC94}"/>
                </a:ext>
              </a:extLst>
            </p:cNvPr>
            <p:cNvSpPr/>
            <p:nvPr/>
          </p:nvSpPr>
          <p:spPr>
            <a:xfrm>
              <a:off x="9133810" y="3517050"/>
              <a:ext cx="235948" cy="571923"/>
            </a:xfrm>
            <a:custGeom>
              <a:avLst/>
              <a:gdLst>
                <a:gd name="connsiteX0" fmla="*/ 228778 w 235949"/>
                <a:gd name="connsiteY0" fmla="*/ 431501 h 571919"/>
                <a:gd name="connsiteX1" fmla="*/ 232400 w 235949"/>
                <a:gd name="connsiteY1" fmla="*/ 361400 h 571919"/>
                <a:gd name="connsiteX2" fmla="*/ 233993 w 235949"/>
                <a:gd name="connsiteY2" fmla="*/ 349958 h 571919"/>
                <a:gd name="connsiteX3" fmla="*/ 202118 w 235949"/>
                <a:gd name="connsiteY3" fmla="*/ 289923 h 571919"/>
                <a:gd name="connsiteX4" fmla="*/ 147640 w 235949"/>
                <a:gd name="connsiteY4" fmla="*/ 237420 h 571919"/>
                <a:gd name="connsiteX5" fmla="*/ 132717 w 235949"/>
                <a:gd name="connsiteY5" fmla="*/ 207656 h 571919"/>
                <a:gd name="connsiteX6" fmla="*/ 124241 w 235949"/>
                <a:gd name="connsiteY6" fmla="*/ 155153 h 571919"/>
                <a:gd name="connsiteX7" fmla="*/ 148220 w 235949"/>
                <a:gd name="connsiteY7" fmla="*/ 121406 h 571919"/>
                <a:gd name="connsiteX8" fmla="*/ 161115 w 235949"/>
                <a:gd name="connsiteY8" fmla="*/ 98595 h 571919"/>
                <a:gd name="connsiteX9" fmla="*/ 187629 w 235949"/>
                <a:gd name="connsiteY9" fmla="*/ 78607 h 571919"/>
                <a:gd name="connsiteX10" fmla="*/ 190455 w 235949"/>
                <a:gd name="connsiteY10" fmla="*/ 75783 h 571919"/>
                <a:gd name="connsiteX11" fmla="*/ 183573 w 235949"/>
                <a:gd name="connsiteY11" fmla="*/ 69482 h 571919"/>
                <a:gd name="connsiteX12" fmla="*/ 150176 w 235949"/>
                <a:gd name="connsiteY12" fmla="*/ 40515 h 571919"/>
                <a:gd name="connsiteX13" fmla="*/ 140903 w 235949"/>
                <a:gd name="connsiteY13" fmla="*/ 17703 h 571919"/>
                <a:gd name="connsiteX14" fmla="*/ 112868 w 235949"/>
                <a:gd name="connsiteY14" fmla="*/ 902 h 571919"/>
                <a:gd name="connsiteX15" fmla="*/ 86208 w 235949"/>
                <a:gd name="connsiteY15" fmla="*/ 20745 h 571919"/>
                <a:gd name="connsiteX16" fmla="*/ 63533 w 235949"/>
                <a:gd name="connsiteY16" fmla="*/ 25307 h 571919"/>
                <a:gd name="connsiteX17" fmla="*/ 34556 w 235949"/>
                <a:gd name="connsiteY17" fmla="*/ 25307 h 571919"/>
                <a:gd name="connsiteX18" fmla="*/ 9200 w 235949"/>
                <a:gd name="connsiteY18" fmla="*/ 28349 h 571919"/>
                <a:gd name="connsiteX19" fmla="*/ 0 w 235949"/>
                <a:gd name="connsiteY19" fmla="*/ 36532 h 571919"/>
                <a:gd name="connsiteX20" fmla="*/ 12171 w 235949"/>
                <a:gd name="connsiteY20" fmla="*/ 56882 h 571919"/>
                <a:gd name="connsiteX21" fmla="*/ 29340 w 235949"/>
                <a:gd name="connsiteY21" fmla="*/ 86283 h 571919"/>
                <a:gd name="connsiteX22" fmla="*/ 57158 w 235949"/>
                <a:gd name="connsiteY22" fmla="*/ 103446 h 571919"/>
                <a:gd name="connsiteX23" fmla="*/ 80702 w 235949"/>
                <a:gd name="connsiteY23" fmla="*/ 110688 h 571919"/>
                <a:gd name="connsiteX24" fmla="*/ 91424 w 235949"/>
                <a:gd name="connsiteY24" fmla="*/ 139656 h 571919"/>
                <a:gd name="connsiteX25" fmla="*/ 65707 w 235949"/>
                <a:gd name="connsiteY25" fmla="*/ 156819 h 571919"/>
                <a:gd name="connsiteX26" fmla="*/ 101929 w 235949"/>
                <a:gd name="connsiteY26" fmla="*/ 193535 h 571919"/>
                <a:gd name="connsiteX27" fmla="*/ 119025 w 235949"/>
                <a:gd name="connsiteY27" fmla="*/ 227788 h 571919"/>
                <a:gd name="connsiteX28" fmla="*/ 146843 w 235949"/>
                <a:gd name="connsiteY28" fmla="*/ 269429 h 571919"/>
                <a:gd name="connsiteX29" fmla="*/ 174662 w 235949"/>
                <a:gd name="connsiteY29" fmla="*/ 298758 h 571919"/>
                <a:gd name="connsiteX30" fmla="*/ 181109 w 235949"/>
                <a:gd name="connsiteY30" fmla="*/ 337936 h 571919"/>
                <a:gd name="connsiteX31" fmla="*/ 191759 w 235949"/>
                <a:gd name="connsiteY31" fmla="*/ 401519 h 571919"/>
                <a:gd name="connsiteX32" fmla="*/ 168287 w 235949"/>
                <a:gd name="connsiteY32" fmla="*/ 445622 h 571919"/>
                <a:gd name="connsiteX33" fmla="*/ 138296 w 235949"/>
                <a:gd name="connsiteY33" fmla="*/ 467348 h 571919"/>
                <a:gd name="connsiteX34" fmla="*/ 138296 w 235949"/>
                <a:gd name="connsiteY34" fmla="*/ 501601 h 571919"/>
                <a:gd name="connsiteX35" fmla="*/ 99828 w 235949"/>
                <a:gd name="connsiteY35" fmla="*/ 501601 h 571919"/>
                <a:gd name="connsiteX36" fmla="*/ 78964 w 235949"/>
                <a:gd name="connsiteY36" fmla="*/ 520285 h 571919"/>
                <a:gd name="connsiteX37" fmla="*/ 93598 w 235949"/>
                <a:gd name="connsiteY37" fmla="*/ 533828 h 571919"/>
                <a:gd name="connsiteX38" fmla="*/ 84107 w 235949"/>
                <a:gd name="connsiteY38" fmla="*/ 567574 h 571919"/>
                <a:gd name="connsiteX39" fmla="*/ 84615 w 235949"/>
                <a:gd name="connsiteY39" fmla="*/ 571920 h 571919"/>
                <a:gd name="connsiteX40" fmla="*/ 95264 w 235949"/>
                <a:gd name="connsiteY40" fmla="*/ 566343 h 571919"/>
                <a:gd name="connsiteX41" fmla="*/ 116997 w 235949"/>
                <a:gd name="connsiteY41" fmla="*/ 559101 h 571919"/>
                <a:gd name="connsiteX42" fmla="*/ 124893 w 235949"/>
                <a:gd name="connsiteY42" fmla="*/ 559898 h 571919"/>
                <a:gd name="connsiteX43" fmla="*/ 135180 w 235949"/>
                <a:gd name="connsiteY43" fmla="*/ 540055 h 571919"/>
                <a:gd name="connsiteX44" fmla="*/ 146119 w 235949"/>
                <a:gd name="connsiteY44" fmla="*/ 532814 h 571919"/>
                <a:gd name="connsiteX45" fmla="*/ 148655 w 235949"/>
                <a:gd name="connsiteY45" fmla="*/ 520937 h 571919"/>
                <a:gd name="connsiteX46" fmla="*/ 169663 w 235949"/>
                <a:gd name="connsiteY46" fmla="*/ 516954 h 571919"/>
                <a:gd name="connsiteX47" fmla="*/ 198641 w 235949"/>
                <a:gd name="connsiteY47" fmla="*/ 504281 h 571919"/>
                <a:gd name="connsiteX48" fmla="*/ 198641 w 235949"/>
                <a:gd name="connsiteY48" fmla="*/ 501674 h 571919"/>
                <a:gd name="connsiteX49" fmla="*/ 209362 w 235949"/>
                <a:gd name="connsiteY49" fmla="*/ 475169 h 571919"/>
                <a:gd name="connsiteX50" fmla="*/ 235442 w 235949"/>
                <a:gd name="connsiteY50" fmla="*/ 464161 h 571919"/>
                <a:gd name="connsiteX51" fmla="*/ 235950 w 235949"/>
                <a:gd name="connsiteY51" fmla="*/ 464161 h 571919"/>
                <a:gd name="connsiteX52" fmla="*/ 228778 w 235949"/>
                <a:gd name="connsiteY52" fmla="*/ 431501 h 5719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235949" h="571919">
                  <a:moveTo>
                    <a:pt x="228778" y="431501"/>
                  </a:moveTo>
                  <a:cubicBezTo>
                    <a:pt x="232110" y="408290"/>
                    <a:pt x="233269" y="384827"/>
                    <a:pt x="232400" y="361400"/>
                  </a:cubicBezTo>
                  <a:cubicBezTo>
                    <a:pt x="232400" y="357533"/>
                    <a:pt x="232907" y="353673"/>
                    <a:pt x="233993" y="349958"/>
                  </a:cubicBezTo>
                  <a:cubicBezTo>
                    <a:pt x="232979" y="338298"/>
                    <a:pt x="210449" y="289416"/>
                    <a:pt x="202118" y="289923"/>
                  </a:cubicBezTo>
                  <a:cubicBezTo>
                    <a:pt x="193787" y="290430"/>
                    <a:pt x="154668" y="244807"/>
                    <a:pt x="147640" y="237420"/>
                  </a:cubicBezTo>
                  <a:cubicBezTo>
                    <a:pt x="140613" y="230033"/>
                    <a:pt x="142715" y="217433"/>
                    <a:pt x="132717" y="207656"/>
                  </a:cubicBezTo>
                  <a:cubicBezTo>
                    <a:pt x="122720" y="197880"/>
                    <a:pt x="121706" y="172823"/>
                    <a:pt x="124241" y="155153"/>
                  </a:cubicBezTo>
                  <a:cubicBezTo>
                    <a:pt x="126776" y="137483"/>
                    <a:pt x="148655" y="133428"/>
                    <a:pt x="148220" y="121406"/>
                  </a:cubicBezTo>
                  <a:cubicBezTo>
                    <a:pt x="147785" y="109385"/>
                    <a:pt x="150176" y="99174"/>
                    <a:pt x="161115" y="98595"/>
                  </a:cubicBezTo>
                  <a:cubicBezTo>
                    <a:pt x="172054" y="98015"/>
                    <a:pt x="182848" y="87732"/>
                    <a:pt x="187629" y="78607"/>
                  </a:cubicBezTo>
                  <a:cubicBezTo>
                    <a:pt x="188281" y="77419"/>
                    <a:pt x="189295" y="76442"/>
                    <a:pt x="190455" y="75783"/>
                  </a:cubicBezTo>
                  <a:cubicBezTo>
                    <a:pt x="187702" y="72089"/>
                    <a:pt x="185239" y="69772"/>
                    <a:pt x="183573" y="69482"/>
                  </a:cubicBezTo>
                  <a:cubicBezTo>
                    <a:pt x="174227" y="67961"/>
                    <a:pt x="150176" y="47757"/>
                    <a:pt x="150176" y="40515"/>
                  </a:cubicBezTo>
                  <a:cubicBezTo>
                    <a:pt x="150176" y="33273"/>
                    <a:pt x="162201" y="20745"/>
                    <a:pt x="140903" y="17703"/>
                  </a:cubicBezTo>
                  <a:cubicBezTo>
                    <a:pt x="119605" y="14662"/>
                    <a:pt x="116924" y="5464"/>
                    <a:pt x="112868" y="902"/>
                  </a:cubicBezTo>
                  <a:cubicBezTo>
                    <a:pt x="108811" y="-3660"/>
                    <a:pt x="91135" y="10027"/>
                    <a:pt x="86208" y="20745"/>
                  </a:cubicBezTo>
                  <a:cubicBezTo>
                    <a:pt x="81282" y="31463"/>
                    <a:pt x="75559" y="17703"/>
                    <a:pt x="63533" y="25307"/>
                  </a:cubicBezTo>
                  <a:cubicBezTo>
                    <a:pt x="51507" y="32911"/>
                    <a:pt x="39555" y="14589"/>
                    <a:pt x="34556" y="25307"/>
                  </a:cubicBezTo>
                  <a:cubicBezTo>
                    <a:pt x="29558" y="36025"/>
                    <a:pt x="15866" y="19224"/>
                    <a:pt x="9200" y="28349"/>
                  </a:cubicBezTo>
                  <a:cubicBezTo>
                    <a:pt x="6738" y="31687"/>
                    <a:pt x="3622" y="34475"/>
                    <a:pt x="0" y="36532"/>
                  </a:cubicBezTo>
                  <a:cubicBezTo>
                    <a:pt x="5868" y="43774"/>
                    <a:pt x="12171" y="51016"/>
                    <a:pt x="12171" y="56882"/>
                  </a:cubicBezTo>
                  <a:cubicBezTo>
                    <a:pt x="12171" y="66730"/>
                    <a:pt x="29340" y="74045"/>
                    <a:pt x="29340" y="86283"/>
                  </a:cubicBezTo>
                  <a:cubicBezTo>
                    <a:pt x="29340" y="98522"/>
                    <a:pt x="51073" y="108009"/>
                    <a:pt x="57158" y="103446"/>
                  </a:cubicBezTo>
                  <a:cubicBezTo>
                    <a:pt x="63244" y="98884"/>
                    <a:pt x="78891" y="93598"/>
                    <a:pt x="80702" y="110688"/>
                  </a:cubicBezTo>
                  <a:cubicBezTo>
                    <a:pt x="82513" y="127779"/>
                    <a:pt x="91424" y="127851"/>
                    <a:pt x="91424" y="139656"/>
                  </a:cubicBezTo>
                  <a:cubicBezTo>
                    <a:pt x="91424" y="151460"/>
                    <a:pt x="69691" y="144580"/>
                    <a:pt x="65707" y="156819"/>
                  </a:cubicBezTo>
                  <a:cubicBezTo>
                    <a:pt x="61722" y="169057"/>
                    <a:pt x="101929" y="183758"/>
                    <a:pt x="101929" y="193535"/>
                  </a:cubicBezTo>
                  <a:cubicBezTo>
                    <a:pt x="101929" y="203311"/>
                    <a:pt x="114751" y="215260"/>
                    <a:pt x="119025" y="227788"/>
                  </a:cubicBezTo>
                  <a:cubicBezTo>
                    <a:pt x="123299" y="240317"/>
                    <a:pt x="142570" y="254728"/>
                    <a:pt x="146843" y="269429"/>
                  </a:cubicBezTo>
                  <a:cubicBezTo>
                    <a:pt x="151117" y="284130"/>
                    <a:pt x="168577" y="291154"/>
                    <a:pt x="174662" y="298758"/>
                  </a:cubicBezTo>
                  <a:cubicBezTo>
                    <a:pt x="180747" y="306362"/>
                    <a:pt x="183210" y="323235"/>
                    <a:pt x="181109" y="337936"/>
                  </a:cubicBezTo>
                  <a:cubicBezTo>
                    <a:pt x="177850" y="359720"/>
                    <a:pt x="181544" y="381989"/>
                    <a:pt x="191759" y="401519"/>
                  </a:cubicBezTo>
                  <a:cubicBezTo>
                    <a:pt x="204653" y="423607"/>
                    <a:pt x="176835" y="433384"/>
                    <a:pt x="168287" y="445622"/>
                  </a:cubicBezTo>
                  <a:cubicBezTo>
                    <a:pt x="159739" y="457861"/>
                    <a:pt x="164013" y="474590"/>
                    <a:pt x="138296" y="467348"/>
                  </a:cubicBezTo>
                  <a:cubicBezTo>
                    <a:pt x="112578" y="460106"/>
                    <a:pt x="142570" y="491825"/>
                    <a:pt x="138296" y="501601"/>
                  </a:cubicBezTo>
                  <a:cubicBezTo>
                    <a:pt x="134021" y="511378"/>
                    <a:pt x="99828" y="491825"/>
                    <a:pt x="99828" y="501601"/>
                  </a:cubicBezTo>
                  <a:cubicBezTo>
                    <a:pt x="99828" y="507467"/>
                    <a:pt x="88237" y="515144"/>
                    <a:pt x="78964" y="520285"/>
                  </a:cubicBezTo>
                  <a:cubicBezTo>
                    <a:pt x="82949" y="525673"/>
                    <a:pt x="87947" y="530265"/>
                    <a:pt x="93598" y="533828"/>
                  </a:cubicBezTo>
                  <a:cubicBezTo>
                    <a:pt x="101566" y="539548"/>
                    <a:pt x="83600" y="549253"/>
                    <a:pt x="84107" y="567574"/>
                  </a:cubicBezTo>
                  <a:cubicBezTo>
                    <a:pt x="84180" y="569030"/>
                    <a:pt x="84397" y="570478"/>
                    <a:pt x="84615" y="571920"/>
                  </a:cubicBezTo>
                  <a:cubicBezTo>
                    <a:pt x="87802" y="569479"/>
                    <a:pt x="91424" y="567596"/>
                    <a:pt x="95264" y="566343"/>
                  </a:cubicBezTo>
                  <a:cubicBezTo>
                    <a:pt x="101639" y="561832"/>
                    <a:pt x="109173" y="559311"/>
                    <a:pt x="116997" y="559101"/>
                  </a:cubicBezTo>
                  <a:cubicBezTo>
                    <a:pt x="119677" y="559000"/>
                    <a:pt x="122285" y="559268"/>
                    <a:pt x="124893" y="559898"/>
                  </a:cubicBezTo>
                  <a:cubicBezTo>
                    <a:pt x="126342" y="552439"/>
                    <a:pt x="129964" y="545559"/>
                    <a:pt x="135180" y="540055"/>
                  </a:cubicBezTo>
                  <a:cubicBezTo>
                    <a:pt x="138296" y="536956"/>
                    <a:pt x="142062" y="534494"/>
                    <a:pt x="146119" y="532814"/>
                  </a:cubicBezTo>
                  <a:cubicBezTo>
                    <a:pt x="146409" y="528758"/>
                    <a:pt x="147279" y="524768"/>
                    <a:pt x="148655" y="520937"/>
                  </a:cubicBezTo>
                  <a:cubicBezTo>
                    <a:pt x="152204" y="513695"/>
                    <a:pt x="157637" y="516375"/>
                    <a:pt x="169663" y="516954"/>
                  </a:cubicBezTo>
                  <a:cubicBezTo>
                    <a:pt x="177559" y="517316"/>
                    <a:pt x="187557" y="511740"/>
                    <a:pt x="198641" y="504281"/>
                  </a:cubicBezTo>
                  <a:cubicBezTo>
                    <a:pt x="198641" y="503412"/>
                    <a:pt x="198641" y="502543"/>
                    <a:pt x="198641" y="501674"/>
                  </a:cubicBezTo>
                  <a:cubicBezTo>
                    <a:pt x="198641" y="491789"/>
                    <a:pt x="202481" y="482295"/>
                    <a:pt x="209362" y="475169"/>
                  </a:cubicBezTo>
                  <a:cubicBezTo>
                    <a:pt x="216317" y="468268"/>
                    <a:pt x="225662" y="464328"/>
                    <a:pt x="235442" y="464161"/>
                  </a:cubicBezTo>
                  <a:lnTo>
                    <a:pt x="235950" y="464161"/>
                  </a:lnTo>
                  <a:cubicBezTo>
                    <a:pt x="229284" y="454667"/>
                    <a:pt x="226749" y="442907"/>
                    <a:pt x="228778" y="4315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4" name="Freeform 111">
              <a:extLst>
                <a:ext uri="{FF2B5EF4-FFF2-40B4-BE49-F238E27FC236}">
                  <a16:creationId xmlns:a16="http://schemas.microsoft.com/office/drawing/2014/main" id="{64910B92-B292-0878-A3FD-1FDEF1C82815}"/>
                </a:ext>
              </a:extLst>
            </p:cNvPr>
            <p:cNvSpPr/>
            <p:nvPr/>
          </p:nvSpPr>
          <p:spPr>
            <a:xfrm>
              <a:off x="9140225" y="3870921"/>
              <a:ext cx="188497" cy="167431"/>
            </a:xfrm>
            <a:custGeom>
              <a:avLst/>
              <a:gdLst>
                <a:gd name="connsiteX0" fmla="*/ 185128 w 188498"/>
                <a:gd name="connsiteY0" fmla="*/ 48013 h 167430"/>
                <a:gd name="connsiteX1" fmla="*/ 173464 w 188498"/>
                <a:gd name="connsiteY1" fmla="*/ 0 h 167430"/>
                <a:gd name="connsiteX2" fmla="*/ 149485 w 188498"/>
                <a:gd name="connsiteY2" fmla="*/ 5431 h 167430"/>
                <a:gd name="connsiteX3" fmla="*/ 126448 w 188498"/>
                <a:gd name="connsiteY3" fmla="*/ 13687 h 167430"/>
                <a:gd name="connsiteX4" fmla="*/ 116306 w 188498"/>
                <a:gd name="connsiteY4" fmla="*/ 23608 h 167430"/>
                <a:gd name="connsiteX5" fmla="*/ 97615 w 188498"/>
                <a:gd name="connsiteY5" fmla="*/ 9124 h 167430"/>
                <a:gd name="connsiteX6" fmla="*/ 51468 w 188498"/>
                <a:gd name="connsiteY6" fmla="*/ 7459 h 167430"/>
                <a:gd name="connsiteX7" fmla="*/ 5394 w 188498"/>
                <a:gd name="connsiteY7" fmla="*/ 33819 h 167430"/>
                <a:gd name="connsiteX8" fmla="*/ 6771 w 188498"/>
                <a:gd name="connsiteY8" fmla="*/ 68435 h 167430"/>
                <a:gd name="connsiteX9" fmla="*/ 11118 w 188498"/>
                <a:gd name="connsiteY9" fmla="*/ 98127 h 167430"/>
                <a:gd name="connsiteX10" fmla="*/ 11118 w 188498"/>
                <a:gd name="connsiteY10" fmla="*/ 99285 h 167430"/>
                <a:gd name="connsiteX11" fmla="*/ 20028 w 188498"/>
                <a:gd name="connsiteY11" fmla="*/ 131801 h 167430"/>
                <a:gd name="connsiteX12" fmla="*/ 27273 w 188498"/>
                <a:gd name="connsiteY12" fmla="*/ 140274 h 167430"/>
                <a:gd name="connsiteX13" fmla="*/ 41327 w 188498"/>
                <a:gd name="connsiteY13" fmla="*/ 138101 h 167430"/>
                <a:gd name="connsiteX14" fmla="*/ 42196 w 188498"/>
                <a:gd name="connsiteY14" fmla="*/ 157654 h 167430"/>
                <a:gd name="connsiteX15" fmla="*/ 44224 w 188498"/>
                <a:gd name="connsiteY15" fmla="*/ 159971 h 167430"/>
                <a:gd name="connsiteX16" fmla="*/ 69797 w 188498"/>
                <a:gd name="connsiteY16" fmla="*/ 161492 h 167430"/>
                <a:gd name="connsiteX17" fmla="*/ 72767 w 188498"/>
                <a:gd name="connsiteY17" fmla="*/ 167431 h 167430"/>
                <a:gd name="connsiteX18" fmla="*/ 93631 w 188498"/>
                <a:gd name="connsiteY18" fmla="*/ 148747 h 167430"/>
                <a:gd name="connsiteX19" fmla="*/ 132098 w 188498"/>
                <a:gd name="connsiteY19" fmla="*/ 148747 h 167430"/>
                <a:gd name="connsiteX20" fmla="*/ 132098 w 188498"/>
                <a:gd name="connsiteY20" fmla="*/ 114493 h 167430"/>
                <a:gd name="connsiteX21" fmla="*/ 162090 w 188498"/>
                <a:gd name="connsiteY21" fmla="*/ 92768 h 167430"/>
                <a:gd name="connsiteX22" fmla="*/ 185128 w 188498"/>
                <a:gd name="connsiteY22" fmla="*/ 48013 h 167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88498" h="167430">
                  <a:moveTo>
                    <a:pt x="185128" y="48013"/>
                  </a:moveTo>
                  <a:cubicBezTo>
                    <a:pt x="177159" y="33283"/>
                    <a:pt x="173102" y="16743"/>
                    <a:pt x="173464" y="0"/>
                  </a:cubicBezTo>
                  <a:cubicBezTo>
                    <a:pt x="167162" y="6264"/>
                    <a:pt x="157889" y="8372"/>
                    <a:pt x="149485" y="5431"/>
                  </a:cubicBezTo>
                  <a:cubicBezTo>
                    <a:pt x="142241" y="2100"/>
                    <a:pt x="126448" y="507"/>
                    <a:pt x="126448" y="13687"/>
                  </a:cubicBezTo>
                  <a:cubicBezTo>
                    <a:pt x="126448" y="26867"/>
                    <a:pt x="114929" y="30126"/>
                    <a:pt x="116306" y="23608"/>
                  </a:cubicBezTo>
                  <a:cubicBezTo>
                    <a:pt x="117682" y="17091"/>
                    <a:pt x="104788" y="18611"/>
                    <a:pt x="97615" y="9124"/>
                  </a:cubicBezTo>
                  <a:cubicBezTo>
                    <a:pt x="90443" y="-362"/>
                    <a:pt x="64436" y="12383"/>
                    <a:pt x="51468" y="7459"/>
                  </a:cubicBezTo>
                  <a:cubicBezTo>
                    <a:pt x="38502" y="2534"/>
                    <a:pt x="18290" y="15715"/>
                    <a:pt x="5394" y="33819"/>
                  </a:cubicBezTo>
                  <a:cubicBezTo>
                    <a:pt x="-7500" y="51924"/>
                    <a:pt x="6771" y="51996"/>
                    <a:pt x="6771" y="68435"/>
                  </a:cubicBezTo>
                  <a:cubicBezTo>
                    <a:pt x="6771" y="84874"/>
                    <a:pt x="15464" y="84946"/>
                    <a:pt x="11118" y="98127"/>
                  </a:cubicBezTo>
                  <a:cubicBezTo>
                    <a:pt x="11118" y="98510"/>
                    <a:pt x="11118" y="98901"/>
                    <a:pt x="11118" y="99285"/>
                  </a:cubicBezTo>
                  <a:cubicBezTo>
                    <a:pt x="22926" y="105223"/>
                    <a:pt x="19449" y="121010"/>
                    <a:pt x="20028" y="131801"/>
                  </a:cubicBezTo>
                  <a:lnTo>
                    <a:pt x="27273" y="140274"/>
                  </a:lnTo>
                  <a:cubicBezTo>
                    <a:pt x="31982" y="139803"/>
                    <a:pt x="36691" y="139079"/>
                    <a:pt x="41327" y="138101"/>
                  </a:cubicBezTo>
                  <a:cubicBezTo>
                    <a:pt x="48064" y="137522"/>
                    <a:pt x="37777" y="149543"/>
                    <a:pt x="42196" y="157654"/>
                  </a:cubicBezTo>
                  <a:cubicBezTo>
                    <a:pt x="42921" y="158378"/>
                    <a:pt x="43572" y="159175"/>
                    <a:pt x="44224" y="159971"/>
                  </a:cubicBezTo>
                  <a:cubicBezTo>
                    <a:pt x="51468" y="164606"/>
                    <a:pt x="66537" y="152730"/>
                    <a:pt x="69797" y="161492"/>
                  </a:cubicBezTo>
                  <a:cubicBezTo>
                    <a:pt x="70521" y="163578"/>
                    <a:pt x="71535" y="165577"/>
                    <a:pt x="72767" y="167431"/>
                  </a:cubicBezTo>
                  <a:cubicBezTo>
                    <a:pt x="82040" y="162289"/>
                    <a:pt x="93631" y="154613"/>
                    <a:pt x="93631" y="148747"/>
                  </a:cubicBezTo>
                  <a:cubicBezTo>
                    <a:pt x="93631" y="138970"/>
                    <a:pt x="127824" y="158523"/>
                    <a:pt x="132098" y="148747"/>
                  </a:cubicBezTo>
                  <a:cubicBezTo>
                    <a:pt x="136373" y="138970"/>
                    <a:pt x="106454" y="107106"/>
                    <a:pt x="132098" y="114493"/>
                  </a:cubicBezTo>
                  <a:cubicBezTo>
                    <a:pt x="157744" y="121879"/>
                    <a:pt x="153831" y="104716"/>
                    <a:pt x="162090" y="92768"/>
                  </a:cubicBezTo>
                  <a:cubicBezTo>
                    <a:pt x="170349" y="80818"/>
                    <a:pt x="198023" y="70101"/>
                    <a:pt x="185128" y="48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5" name="Freeform 112">
              <a:extLst>
                <a:ext uri="{FF2B5EF4-FFF2-40B4-BE49-F238E27FC236}">
                  <a16:creationId xmlns:a16="http://schemas.microsoft.com/office/drawing/2014/main" id="{7317E4F8-11E5-2CA2-F242-B69365A516E8}"/>
                </a:ext>
              </a:extLst>
            </p:cNvPr>
            <p:cNvSpPr/>
            <p:nvPr/>
          </p:nvSpPr>
          <p:spPr>
            <a:xfrm>
              <a:off x="9067018" y="3553946"/>
              <a:ext cx="248758" cy="343501"/>
            </a:xfrm>
            <a:custGeom>
              <a:avLst/>
              <a:gdLst>
                <a:gd name="connsiteX0" fmla="*/ 168504 w 248760"/>
                <a:gd name="connsiteY0" fmla="*/ 157003 h 343498"/>
                <a:gd name="connsiteX1" fmla="*/ 132282 w 248760"/>
                <a:gd name="connsiteY1" fmla="*/ 120286 h 343498"/>
                <a:gd name="connsiteX2" fmla="*/ 158000 w 248760"/>
                <a:gd name="connsiteY2" fmla="*/ 103123 h 343498"/>
                <a:gd name="connsiteX3" fmla="*/ 147278 w 248760"/>
                <a:gd name="connsiteY3" fmla="*/ 74156 h 343498"/>
                <a:gd name="connsiteX4" fmla="*/ 123733 w 248760"/>
                <a:gd name="connsiteY4" fmla="*/ 66914 h 343498"/>
                <a:gd name="connsiteX5" fmla="*/ 95915 w 248760"/>
                <a:gd name="connsiteY5" fmla="*/ 49751 h 343498"/>
                <a:gd name="connsiteX6" fmla="*/ 78819 w 248760"/>
                <a:gd name="connsiteY6" fmla="*/ 20349 h 343498"/>
                <a:gd name="connsiteX7" fmla="*/ 66576 w 248760"/>
                <a:gd name="connsiteY7" fmla="*/ 0 h 343498"/>
                <a:gd name="connsiteX8" fmla="*/ 53173 w 248760"/>
                <a:gd name="connsiteY8" fmla="*/ 941 h 343498"/>
                <a:gd name="connsiteX9" fmla="*/ 47813 w 248760"/>
                <a:gd name="connsiteY9" fmla="*/ 20784 h 343498"/>
                <a:gd name="connsiteX10" fmla="*/ 46509 w 248760"/>
                <a:gd name="connsiteY10" fmla="*/ 51272 h 343498"/>
                <a:gd name="connsiteX11" fmla="*/ 29122 w 248760"/>
                <a:gd name="connsiteY11" fmla="*/ 33023 h 343498"/>
                <a:gd name="connsiteX12" fmla="*/ 11808 w 248760"/>
                <a:gd name="connsiteY12" fmla="*/ 65031 h 343498"/>
                <a:gd name="connsiteX13" fmla="*/ 0 w 248760"/>
                <a:gd name="connsiteY13" fmla="*/ 76256 h 343498"/>
                <a:gd name="connsiteX14" fmla="*/ 6593 w 248760"/>
                <a:gd name="connsiteY14" fmla="*/ 83498 h 343498"/>
                <a:gd name="connsiteX15" fmla="*/ 9491 w 248760"/>
                <a:gd name="connsiteY15" fmla="*/ 113117 h 343498"/>
                <a:gd name="connsiteX16" fmla="*/ 32527 w 248760"/>
                <a:gd name="connsiteY16" fmla="*/ 123038 h 343498"/>
                <a:gd name="connsiteX17" fmla="*/ 29702 w 248760"/>
                <a:gd name="connsiteY17" fmla="*/ 164244 h 343498"/>
                <a:gd name="connsiteX18" fmla="*/ 21009 w 248760"/>
                <a:gd name="connsiteY18" fmla="*/ 193936 h 343498"/>
                <a:gd name="connsiteX19" fmla="*/ 51290 w 248760"/>
                <a:gd name="connsiteY19" fmla="*/ 180756 h 343498"/>
                <a:gd name="connsiteX20" fmla="*/ 75776 w 248760"/>
                <a:gd name="connsiteY20" fmla="*/ 179090 h 343498"/>
                <a:gd name="connsiteX21" fmla="*/ 97509 w 248760"/>
                <a:gd name="connsiteY21" fmla="*/ 172500 h 343498"/>
                <a:gd name="connsiteX22" fmla="*/ 129239 w 248760"/>
                <a:gd name="connsiteY22" fmla="*/ 170834 h 343498"/>
                <a:gd name="connsiteX23" fmla="*/ 153725 w 248760"/>
                <a:gd name="connsiteY23" fmla="*/ 198860 h 343498"/>
                <a:gd name="connsiteX24" fmla="*/ 156623 w 248760"/>
                <a:gd name="connsiteY24" fmla="*/ 245063 h 343498"/>
                <a:gd name="connsiteX25" fmla="*/ 179661 w 248760"/>
                <a:gd name="connsiteY25" fmla="*/ 286269 h 343498"/>
                <a:gd name="connsiteX26" fmla="*/ 175314 w 248760"/>
                <a:gd name="connsiteY26" fmla="*/ 330082 h 343498"/>
                <a:gd name="connsiteX27" fmla="*/ 189803 w 248760"/>
                <a:gd name="connsiteY27" fmla="*/ 340727 h 343498"/>
                <a:gd name="connsiteX28" fmla="*/ 199944 w 248760"/>
                <a:gd name="connsiteY28" fmla="*/ 330806 h 343498"/>
                <a:gd name="connsiteX29" fmla="*/ 222982 w 248760"/>
                <a:gd name="connsiteY29" fmla="*/ 322550 h 343498"/>
                <a:gd name="connsiteX30" fmla="*/ 246960 w 248760"/>
                <a:gd name="connsiteY30" fmla="*/ 317119 h 343498"/>
                <a:gd name="connsiteX31" fmla="*/ 247975 w 248760"/>
                <a:gd name="connsiteY31" fmla="*/ 301549 h 343498"/>
                <a:gd name="connsiteX32" fmla="*/ 241527 w 248760"/>
                <a:gd name="connsiteY32" fmla="*/ 262371 h 343498"/>
                <a:gd name="connsiteX33" fmla="*/ 213709 w 248760"/>
                <a:gd name="connsiteY33" fmla="*/ 233042 h 343498"/>
                <a:gd name="connsiteX34" fmla="*/ 185891 w 248760"/>
                <a:gd name="connsiteY34" fmla="*/ 191401 h 343498"/>
                <a:gd name="connsiteX35" fmla="*/ 168504 w 248760"/>
                <a:gd name="connsiteY35" fmla="*/ 157003 h 343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248760" h="343498">
                  <a:moveTo>
                    <a:pt x="168504" y="157003"/>
                  </a:moveTo>
                  <a:cubicBezTo>
                    <a:pt x="168504" y="147226"/>
                    <a:pt x="127863" y="132525"/>
                    <a:pt x="132282" y="120286"/>
                  </a:cubicBezTo>
                  <a:cubicBezTo>
                    <a:pt x="136701" y="108048"/>
                    <a:pt x="158000" y="115362"/>
                    <a:pt x="158000" y="103123"/>
                  </a:cubicBezTo>
                  <a:cubicBezTo>
                    <a:pt x="158000" y="90885"/>
                    <a:pt x="149379" y="90957"/>
                    <a:pt x="147278" y="74156"/>
                  </a:cubicBezTo>
                  <a:cubicBezTo>
                    <a:pt x="145177" y="57355"/>
                    <a:pt x="130181" y="61917"/>
                    <a:pt x="123733" y="66914"/>
                  </a:cubicBezTo>
                  <a:cubicBezTo>
                    <a:pt x="117287" y="71911"/>
                    <a:pt x="95915" y="61990"/>
                    <a:pt x="95915" y="49751"/>
                  </a:cubicBezTo>
                  <a:cubicBezTo>
                    <a:pt x="95915" y="37513"/>
                    <a:pt x="78819" y="30198"/>
                    <a:pt x="78819" y="20349"/>
                  </a:cubicBezTo>
                  <a:cubicBezTo>
                    <a:pt x="78819" y="14773"/>
                    <a:pt x="72444" y="7459"/>
                    <a:pt x="66576" y="0"/>
                  </a:cubicBezTo>
                  <a:cubicBezTo>
                    <a:pt x="61143" y="3114"/>
                    <a:pt x="55637" y="3838"/>
                    <a:pt x="53173" y="941"/>
                  </a:cubicBezTo>
                  <a:cubicBezTo>
                    <a:pt x="49117" y="-3621"/>
                    <a:pt x="43829" y="16222"/>
                    <a:pt x="47813" y="20784"/>
                  </a:cubicBezTo>
                  <a:cubicBezTo>
                    <a:pt x="51797" y="25346"/>
                    <a:pt x="57158" y="54314"/>
                    <a:pt x="46509" y="51272"/>
                  </a:cubicBezTo>
                  <a:cubicBezTo>
                    <a:pt x="35860" y="48230"/>
                    <a:pt x="35788" y="31502"/>
                    <a:pt x="29122" y="33023"/>
                  </a:cubicBezTo>
                  <a:cubicBezTo>
                    <a:pt x="29122" y="33023"/>
                    <a:pt x="11808" y="55907"/>
                    <a:pt x="11808" y="65031"/>
                  </a:cubicBezTo>
                  <a:cubicBezTo>
                    <a:pt x="11808" y="71187"/>
                    <a:pt x="5143" y="73215"/>
                    <a:pt x="0" y="76256"/>
                  </a:cubicBezTo>
                  <a:cubicBezTo>
                    <a:pt x="2463" y="78436"/>
                    <a:pt x="4637" y="80862"/>
                    <a:pt x="6593" y="83498"/>
                  </a:cubicBezTo>
                  <a:cubicBezTo>
                    <a:pt x="9491" y="88423"/>
                    <a:pt x="5216" y="101602"/>
                    <a:pt x="9491" y="113117"/>
                  </a:cubicBezTo>
                  <a:cubicBezTo>
                    <a:pt x="13764" y="124632"/>
                    <a:pt x="28253" y="106527"/>
                    <a:pt x="32527" y="123038"/>
                  </a:cubicBezTo>
                  <a:cubicBezTo>
                    <a:pt x="36801" y="139550"/>
                    <a:pt x="29702" y="147805"/>
                    <a:pt x="29702" y="164244"/>
                  </a:cubicBezTo>
                  <a:cubicBezTo>
                    <a:pt x="29702" y="180683"/>
                    <a:pt x="18111" y="179090"/>
                    <a:pt x="21009" y="193936"/>
                  </a:cubicBezTo>
                  <a:cubicBezTo>
                    <a:pt x="23907" y="208782"/>
                    <a:pt x="39772" y="190677"/>
                    <a:pt x="51290" y="180756"/>
                  </a:cubicBezTo>
                  <a:cubicBezTo>
                    <a:pt x="62809" y="170834"/>
                    <a:pt x="71502" y="172500"/>
                    <a:pt x="75776" y="179090"/>
                  </a:cubicBezTo>
                  <a:cubicBezTo>
                    <a:pt x="80051" y="185680"/>
                    <a:pt x="94539" y="180756"/>
                    <a:pt x="97509" y="172500"/>
                  </a:cubicBezTo>
                  <a:cubicBezTo>
                    <a:pt x="100479" y="164244"/>
                    <a:pt x="121995" y="160985"/>
                    <a:pt x="129239" y="170834"/>
                  </a:cubicBezTo>
                  <a:cubicBezTo>
                    <a:pt x="135687" y="181545"/>
                    <a:pt x="143946" y="191032"/>
                    <a:pt x="153725" y="198860"/>
                  </a:cubicBezTo>
                  <a:cubicBezTo>
                    <a:pt x="163795" y="205450"/>
                    <a:pt x="146481" y="241732"/>
                    <a:pt x="156623" y="245063"/>
                  </a:cubicBezTo>
                  <a:cubicBezTo>
                    <a:pt x="166765" y="248394"/>
                    <a:pt x="181109" y="266788"/>
                    <a:pt x="179661" y="286269"/>
                  </a:cubicBezTo>
                  <a:cubicBezTo>
                    <a:pt x="178429" y="303287"/>
                    <a:pt x="186905" y="315236"/>
                    <a:pt x="175314" y="330082"/>
                  </a:cubicBezTo>
                  <a:cubicBezTo>
                    <a:pt x="182559" y="335369"/>
                    <a:pt x="190961" y="335296"/>
                    <a:pt x="189803" y="340727"/>
                  </a:cubicBezTo>
                  <a:cubicBezTo>
                    <a:pt x="188644" y="346159"/>
                    <a:pt x="199944" y="343986"/>
                    <a:pt x="199944" y="330806"/>
                  </a:cubicBezTo>
                  <a:cubicBezTo>
                    <a:pt x="199944" y="317626"/>
                    <a:pt x="215737" y="319219"/>
                    <a:pt x="222982" y="322550"/>
                  </a:cubicBezTo>
                  <a:cubicBezTo>
                    <a:pt x="231386" y="325491"/>
                    <a:pt x="240658" y="323383"/>
                    <a:pt x="246960" y="317119"/>
                  </a:cubicBezTo>
                  <a:cubicBezTo>
                    <a:pt x="246888" y="311912"/>
                    <a:pt x="247250" y="306705"/>
                    <a:pt x="247975" y="301549"/>
                  </a:cubicBezTo>
                  <a:cubicBezTo>
                    <a:pt x="250076" y="287066"/>
                    <a:pt x="247975" y="269685"/>
                    <a:pt x="241527" y="262371"/>
                  </a:cubicBezTo>
                  <a:cubicBezTo>
                    <a:pt x="235080" y="255057"/>
                    <a:pt x="217983" y="247887"/>
                    <a:pt x="213709" y="233042"/>
                  </a:cubicBezTo>
                  <a:cubicBezTo>
                    <a:pt x="209435" y="218196"/>
                    <a:pt x="190237" y="203640"/>
                    <a:pt x="185891" y="191401"/>
                  </a:cubicBezTo>
                  <a:cubicBezTo>
                    <a:pt x="181544" y="179162"/>
                    <a:pt x="168504" y="166779"/>
                    <a:pt x="168504" y="15700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6" name="Freeform 113">
              <a:extLst>
                <a:ext uri="{FF2B5EF4-FFF2-40B4-BE49-F238E27FC236}">
                  <a16:creationId xmlns:a16="http://schemas.microsoft.com/office/drawing/2014/main" id="{54CDB0B9-373F-E7AD-7041-49D310898ACF}"/>
                </a:ext>
              </a:extLst>
            </p:cNvPr>
            <p:cNvSpPr/>
            <p:nvPr/>
          </p:nvSpPr>
          <p:spPr>
            <a:xfrm>
              <a:off x="8979941" y="3630056"/>
              <a:ext cx="268233" cy="585052"/>
            </a:xfrm>
            <a:custGeom>
              <a:avLst/>
              <a:gdLst>
                <a:gd name="connsiteX0" fmla="*/ 266521 w 268234"/>
                <a:gd name="connsiteY0" fmla="*/ 210013 h 585049"/>
                <a:gd name="connsiteX1" fmla="*/ 243483 w 268234"/>
                <a:gd name="connsiteY1" fmla="*/ 168807 h 585049"/>
                <a:gd name="connsiteX2" fmla="*/ 240586 w 268234"/>
                <a:gd name="connsiteY2" fmla="*/ 122604 h 585049"/>
                <a:gd name="connsiteX3" fmla="*/ 216100 w 268234"/>
                <a:gd name="connsiteY3" fmla="*/ 94578 h 585049"/>
                <a:gd name="connsiteX4" fmla="*/ 184370 w 268234"/>
                <a:gd name="connsiteY4" fmla="*/ 96244 h 585049"/>
                <a:gd name="connsiteX5" fmla="*/ 162637 w 268234"/>
                <a:gd name="connsiteY5" fmla="*/ 102834 h 585049"/>
                <a:gd name="connsiteX6" fmla="*/ 138151 w 268234"/>
                <a:gd name="connsiteY6" fmla="*/ 104499 h 585049"/>
                <a:gd name="connsiteX7" fmla="*/ 107869 w 268234"/>
                <a:gd name="connsiteY7" fmla="*/ 117680 h 585049"/>
                <a:gd name="connsiteX8" fmla="*/ 116562 w 268234"/>
                <a:gd name="connsiteY8" fmla="*/ 87988 h 585049"/>
                <a:gd name="connsiteX9" fmla="*/ 119387 w 268234"/>
                <a:gd name="connsiteY9" fmla="*/ 46782 h 585049"/>
                <a:gd name="connsiteX10" fmla="*/ 96350 w 268234"/>
                <a:gd name="connsiteY10" fmla="*/ 36861 h 585049"/>
                <a:gd name="connsiteX11" fmla="*/ 93453 w 268234"/>
                <a:gd name="connsiteY11" fmla="*/ 7242 h 585049"/>
                <a:gd name="connsiteX12" fmla="*/ 86860 w 268234"/>
                <a:gd name="connsiteY12" fmla="*/ 0 h 585049"/>
                <a:gd name="connsiteX13" fmla="*/ 81354 w 268234"/>
                <a:gd name="connsiteY13" fmla="*/ 5576 h 585049"/>
                <a:gd name="connsiteX14" fmla="*/ 50638 w 268234"/>
                <a:gd name="connsiteY14" fmla="*/ 25346 h 585049"/>
                <a:gd name="connsiteX15" fmla="*/ 25283 w 268234"/>
                <a:gd name="connsiteY15" fmla="*/ 34543 h 585049"/>
                <a:gd name="connsiteX16" fmla="*/ 6665 w 268234"/>
                <a:gd name="connsiteY16" fmla="*/ 46782 h 585049"/>
                <a:gd name="connsiteX17" fmla="*/ 0 w 268234"/>
                <a:gd name="connsiteY17" fmla="*/ 107758 h 585049"/>
                <a:gd name="connsiteX18" fmla="*/ 25283 w 268234"/>
                <a:gd name="connsiteY18" fmla="*/ 142808 h 585049"/>
                <a:gd name="connsiteX19" fmla="*/ 31948 w 268234"/>
                <a:gd name="connsiteY19" fmla="*/ 168807 h 585049"/>
                <a:gd name="connsiteX20" fmla="*/ 30644 w 268234"/>
                <a:gd name="connsiteY20" fmla="*/ 187056 h 585049"/>
                <a:gd name="connsiteX21" fmla="*/ 25283 w 268234"/>
                <a:gd name="connsiteY21" fmla="*/ 214503 h 585049"/>
                <a:gd name="connsiteX22" fmla="*/ 37309 w 268234"/>
                <a:gd name="connsiteY22" fmla="*/ 255709 h 585049"/>
                <a:gd name="connsiteX23" fmla="*/ 50638 w 268234"/>
                <a:gd name="connsiteY23" fmla="*/ 302997 h 585049"/>
                <a:gd name="connsiteX24" fmla="*/ 61288 w 268234"/>
                <a:gd name="connsiteY24" fmla="*/ 331965 h 585049"/>
                <a:gd name="connsiteX25" fmla="*/ 32310 w 268234"/>
                <a:gd name="connsiteY25" fmla="*/ 395693 h 585049"/>
                <a:gd name="connsiteX26" fmla="*/ 22747 w 268234"/>
                <a:gd name="connsiteY26" fmla="*/ 452541 h 585049"/>
                <a:gd name="connsiteX27" fmla="*/ 24776 w 268234"/>
                <a:gd name="connsiteY27" fmla="*/ 486795 h 585049"/>
                <a:gd name="connsiteX28" fmla="*/ 69184 w 268234"/>
                <a:gd name="connsiteY28" fmla="*/ 536546 h 585049"/>
                <a:gd name="connsiteX29" fmla="*/ 79326 w 268234"/>
                <a:gd name="connsiteY29" fmla="*/ 555664 h 585049"/>
                <a:gd name="connsiteX30" fmla="*/ 98886 w 268234"/>
                <a:gd name="connsiteY30" fmla="*/ 557113 h 585049"/>
                <a:gd name="connsiteX31" fmla="*/ 115476 w 268234"/>
                <a:gd name="connsiteY31" fmla="*/ 579924 h 585049"/>
                <a:gd name="connsiteX32" fmla="*/ 142062 w 268234"/>
                <a:gd name="connsiteY32" fmla="*/ 583690 h 585049"/>
                <a:gd name="connsiteX33" fmla="*/ 152494 w 268234"/>
                <a:gd name="connsiteY33" fmla="*/ 568121 h 585049"/>
                <a:gd name="connsiteX34" fmla="*/ 113665 w 268234"/>
                <a:gd name="connsiteY34" fmla="*/ 542195 h 585049"/>
                <a:gd name="connsiteX35" fmla="*/ 90193 w 268234"/>
                <a:gd name="connsiteY35" fmla="*/ 498237 h 585049"/>
                <a:gd name="connsiteX36" fmla="*/ 77660 w 268234"/>
                <a:gd name="connsiteY36" fmla="*/ 462028 h 585049"/>
                <a:gd name="connsiteX37" fmla="*/ 55927 w 268234"/>
                <a:gd name="connsiteY37" fmla="*/ 443778 h 585049"/>
                <a:gd name="connsiteX38" fmla="*/ 59911 w 268234"/>
                <a:gd name="connsiteY38" fmla="*/ 382078 h 585049"/>
                <a:gd name="connsiteX39" fmla="*/ 72661 w 268234"/>
                <a:gd name="connsiteY39" fmla="*/ 341089 h 585049"/>
                <a:gd name="connsiteX40" fmla="*/ 79906 w 268234"/>
                <a:gd name="connsiteY40" fmla="*/ 312557 h 585049"/>
                <a:gd name="connsiteX41" fmla="*/ 78746 w 268234"/>
                <a:gd name="connsiteY41" fmla="*/ 303287 h 585049"/>
                <a:gd name="connsiteX42" fmla="*/ 107217 w 268234"/>
                <a:gd name="connsiteY42" fmla="*/ 293511 h 585049"/>
                <a:gd name="connsiteX43" fmla="*/ 107869 w 268234"/>
                <a:gd name="connsiteY43" fmla="*/ 296045 h 585049"/>
                <a:gd name="connsiteX44" fmla="*/ 140541 w 268234"/>
                <a:gd name="connsiteY44" fmla="*/ 314585 h 585049"/>
                <a:gd name="connsiteX45" fmla="*/ 142642 w 268234"/>
                <a:gd name="connsiteY45" fmla="*/ 318350 h 585049"/>
                <a:gd name="connsiteX46" fmla="*/ 168649 w 268234"/>
                <a:gd name="connsiteY46" fmla="*/ 338699 h 585049"/>
                <a:gd name="connsiteX47" fmla="*/ 171039 w 268234"/>
                <a:gd name="connsiteY47" fmla="*/ 339858 h 585049"/>
                <a:gd name="connsiteX48" fmla="*/ 171039 w 268234"/>
                <a:gd name="connsiteY48" fmla="*/ 338699 h 585049"/>
                <a:gd name="connsiteX49" fmla="*/ 166693 w 268234"/>
                <a:gd name="connsiteY49" fmla="*/ 309008 h 585049"/>
                <a:gd name="connsiteX50" fmla="*/ 165317 w 268234"/>
                <a:gd name="connsiteY50" fmla="*/ 274393 h 585049"/>
                <a:gd name="connsiteX51" fmla="*/ 211391 w 268234"/>
                <a:gd name="connsiteY51" fmla="*/ 248032 h 585049"/>
                <a:gd name="connsiteX52" fmla="*/ 257538 w 268234"/>
                <a:gd name="connsiteY52" fmla="*/ 249698 h 585049"/>
                <a:gd name="connsiteX53" fmla="*/ 261812 w 268234"/>
                <a:gd name="connsiteY53" fmla="*/ 253898 h 585049"/>
                <a:gd name="connsiteX54" fmla="*/ 266521 w 268234"/>
                <a:gd name="connsiteY54" fmla="*/ 210013 h 5850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268234" h="585049">
                  <a:moveTo>
                    <a:pt x="266521" y="210013"/>
                  </a:moveTo>
                  <a:cubicBezTo>
                    <a:pt x="267969" y="190242"/>
                    <a:pt x="253553" y="172066"/>
                    <a:pt x="243483" y="168807"/>
                  </a:cubicBezTo>
                  <a:cubicBezTo>
                    <a:pt x="233414" y="165548"/>
                    <a:pt x="250727" y="129194"/>
                    <a:pt x="240586" y="122604"/>
                  </a:cubicBezTo>
                  <a:cubicBezTo>
                    <a:pt x="230805" y="114776"/>
                    <a:pt x="222548" y="105289"/>
                    <a:pt x="216100" y="94578"/>
                  </a:cubicBezTo>
                  <a:cubicBezTo>
                    <a:pt x="208856" y="84729"/>
                    <a:pt x="187123" y="87988"/>
                    <a:pt x="184370" y="96244"/>
                  </a:cubicBezTo>
                  <a:cubicBezTo>
                    <a:pt x="181617" y="104499"/>
                    <a:pt x="167056" y="109424"/>
                    <a:pt x="162637" y="102834"/>
                  </a:cubicBezTo>
                  <a:cubicBezTo>
                    <a:pt x="158218" y="96244"/>
                    <a:pt x="149669" y="94578"/>
                    <a:pt x="138151" y="104499"/>
                  </a:cubicBezTo>
                  <a:cubicBezTo>
                    <a:pt x="126631" y="114421"/>
                    <a:pt x="110767" y="132525"/>
                    <a:pt x="107869" y="117680"/>
                  </a:cubicBezTo>
                  <a:cubicBezTo>
                    <a:pt x="104971" y="102834"/>
                    <a:pt x="116562" y="104499"/>
                    <a:pt x="116562" y="87988"/>
                  </a:cubicBezTo>
                  <a:cubicBezTo>
                    <a:pt x="116562" y="71477"/>
                    <a:pt x="123807" y="63221"/>
                    <a:pt x="119387" y="46782"/>
                  </a:cubicBezTo>
                  <a:cubicBezTo>
                    <a:pt x="114968" y="30343"/>
                    <a:pt x="100697" y="48448"/>
                    <a:pt x="96350" y="36861"/>
                  </a:cubicBezTo>
                  <a:cubicBezTo>
                    <a:pt x="92004" y="25274"/>
                    <a:pt x="96350" y="12166"/>
                    <a:pt x="93453" y="7242"/>
                  </a:cubicBezTo>
                  <a:cubicBezTo>
                    <a:pt x="91496" y="4606"/>
                    <a:pt x="89324" y="2180"/>
                    <a:pt x="86860" y="0"/>
                  </a:cubicBezTo>
                  <a:cubicBezTo>
                    <a:pt x="84397" y="1130"/>
                    <a:pt x="82441" y="3114"/>
                    <a:pt x="81354" y="5576"/>
                  </a:cubicBezTo>
                  <a:cubicBezTo>
                    <a:pt x="78674" y="12818"/>
                    <a:pt x="55999" y="14701"/>
                    <a:pt x="50638" y="25346"/>
                  </a:cubicBezTo>
                  <a:cubicBezTo>
                    <a:pt x="45277" y="35992"/>
                    <a:pt x="29340" y="34543"/>
                    <a:pt x="25283" y="34543"/>
                  </a:cubicBezTo>
                  <a:cubicBezTo>
                    <a:pt x="21226" y="34543"/>
                    <a:pt x="7969" y="36064"/>
                    <a:pt x="6665" y="46782"/>
                  </a:cubicBezTo>
                  <a:cubicBezTo>
                    <a:pt x="5361" y="57500"/>
                    <a:pt x="0" y="100154"/>
                    <a:pt x="0" y="107758"/>
                  </a:cubicBezTo>
                  <a:cubicBezTo>
                    <a:pt x="0" y="115362"/>
                    <a:pt x="18619" y="139767"/>
                    <a:pt x="25283" y="142808"/>
                  </a:cubicBezTo>
                  <a:cubicBezTo>
                    <a:pt x="31948" y="145850"/>
                    <a:pt x="23979" y="164172"/>
                    <a:pt x="31948" y="168807"/>
                  </a:cubicBezTo>
                  <a:cubicBezTo>
                    <a:pt x="39917" y="173442"/>
                    <a:pt x="34628" y="188577"/>
                    <a:pt x="30644" y="187056"/>
                  </a:cubicBezTo>
                  <a:cubicBezTo>
                    <a:pt x="26660" y="185535"/>
                    <a:pt x="33324" y="206899"/>
                    <a:pt x="25283" y="214503"/>
                  </a:cubicBezTo>
                  <a:cubicBezTo>
                    <a:pt x="17242" y="222106"/>
                    <a:pt x="23979" y="242021"/>
                    <a:pt x="37309" y="255709"/>
                  </a:cubicBezTo>
                  <a:cubicBezTo>
                    <a:pt x="50638" y="269396"/>
                    <a:pt x="50638" y="290831"/>
                    <a:pt x="50638" y="302997"/>
                  </a:cubicBezTo>
                  <a:cubicBezTo>
                    <a:pt x="50638" y="315164"/>
                    <a:pt x="61288" y="316757"/>
                    <a:pt x="61288" y="331965"/>
                  </a:cubicBezTo>
                  <a:cubicBezTo>
                    <a:pt x="61288" y="331965"/>
                    <a:pt x="45350" y="398517"/>
                    <a:pt x="32310" y="395693"/>
                  </a:cubicBezTo>
                  <a:cubicBezTo>
                    <a:pt x="29485" y="412277"/>
                    <a:pt x="26008" y="438419"/>
                    <a:pt x="22747" y="452541"/>
                  </a:cubicBezTo>
                  <a:cubicBezTo>
                    <a:pt x="18764" y="470284"/>
                    <a:pt x="15503" y="485709"/>
                    <a:pt x="24776" y="486795"/>
                  </a:cubicBezTo>
                  <a:cubicBezTo>
                    <a:pt x="34049" y="487881"/>
                    <a:pt x="51725" y="511345"/>
                    <a:pt x="69184" y="536546"/>
                  </a:cubicBezTo>
                  <a:cubicBezTo>
                    <a:pt x="73313" y="542499"/>
                    <a:pt x="76718" y="548915"/>
                    <a:pt x="79326" y="555664"/>
                  </a:cubicBezTo>
                  <a:cubicBezTo>
                    <a:pt x="85846" y="555237"/>
                    <a:pt x="92438" y="555722"/>
                    <a:pt x="98886" y="557113"/>
                  </a:cubicBezTo>
                  <a:cubicBezTo>
                    <a:pt x="109246" y="559611"/>
                    <a:pt x="116272" y="569279"/>
                    <a:pt x="115476" y="579924"/>
                  </a:cubicBezTo>
                  <a:cubicBezTo>
                    <a:pt x="115476" y="587529"/>
                    <a:pt x="137933" y="584704"/>
                    <a:pt x="142062" y="583690"/>
                  </a:cubicBezTo>
                  <a:cubicBezTo>
                    <a:pt x="146192" y="582676"/>
                    <a:pt x="141193" y="572321"/>
                    <a:pt x="152494" y="568121"/>
                  </a:cubicBezTo>
                  <a:cubicBezTo>
                    <a:pt x="143439" y="554766"/>
                    <a:pt x="129457" y="545468"/>
                    <a:pt x="113665" y="542195"/>
                  </a:cubicBezTo>
                  <a:cubicBezTo>
                    <a:pt x="96640" y="540529"/>
                    <a:pt x="88671" y="511345"/>
                    <a:pt x="90193" y="498237"/>
                  </a:cubicBezTo>
                  <a:cubicBezTo>
                    <a:pt x="91714" y="485129"/>
                    <a:pt x="77660" y="473687"/>
                    <a:pt x="77660" y="462028"/>
                  </a:cubicBezTo>
                  <a:cubicBezTo>
                    <a:pt x="77660" y="450369"/>
                    <a:pt x="67663" y="450079"/>
                    <a:pt x="55927" y="443778"/>
                  </a:cubicBezTo>
                  <a:cubicBezTo>
                    <a:pt x="44190" y="437478"/>
                    <a:pt x="58390" y="398662"/>
                    <a:pt x="59911" y="382078"/>
                  </a:cubicBezTo>
                  <a:cubicBezTo>
                    <a:pt x="63099" y="368116"/>
                    <a:pt x="67373" y="354415"/>
                    <a:pt x="72661" y="341089"/>
                  </a:cubicBezTo>
                  <a:cubicBezTo>
                    <a:pt x="70923" y="330980"/>
                    <a:pt x="73530" y="320617"/>
                    <a:pt x="79906" y="312557"/>
                  </a:cubicBezTo>
                  <a:cubicBezTo>
                    <a:pt x="80268" y="309421"/>
                    <a:pt x="79906" y="306235"/>
                    <a:pt x="78746" y="303287"/>
                  </a:cubicBezTo>
                  <a:cubicBezTo>
                    <a:pt x="71502" y="288804"/>
                    <a:pt x="103232" y="276999"/>
                    <a:pt x="107217" y="293511"/>
                  </a:cubicBezTo>
                  <a:lnTo>
                    <a:pt x="107869" y="296045"/>
                  </a:lnTo>
                  <a:cubicBezTo>
                    <a:pt x="121633" y="294329"/>
                    <a:pt x="134963" y="301868"/>
                    <a:pt x="140541" y="314585"/>
                  </a:cubicBezTo>
                  <a:cubicBezTo>
                    <a:pt x="141193" y="315888"/>
                    <a:pt x="141918" y="317047"/>
                    <a:pt x="142642" y="318350"/>
                  </a:cubicBezTo>
                  <a:cubicBezTo>
                    <a:pt x="153291" y="322478"/>
                    <a:pt x="155899" y="334572"/>
                    <a:pt x="168649" y="338699"/>
                  </a:cubicBezTo>
                  <a:cubicBezTo>
                    <a:pt x="169446" y="339026"/>
                    <a:pt x="170243" y="339416"/>
                    <a:pt x="171039" y="339858"/>
                  </a:cubicBezTo>
                  <a:cubicBezTo>
                    <a:pt x="171039" y="339475"/>
                    <a:pt x="171039" y="339084"/>
                    <a:pt x="171039" y="338699"/>
                  </a:cubicBezTo>
                  <a:cubicBezTo>
                    <a:pt x="175387" y="325520"/>
                    <a:pt x="166693" y="325520"/>
                    <a:pt x="166693" y="309008"/>
                  </a:cubicBezTo>
                  <a:cubicBezTo>
                    <a:pt x="166693" y="292497"/>
                    <a:pt x="152204" y="292569"/>
                    <a:pt x="165317" y="274393"/>
                  </a:cubicBezTo>
                  <a:cubicBezTo>
                    <a:pt x="178429" y="256216"/>
                    <a:pt x="198423" y="243035"/>
                    <a:pt x="211391" y="248032"/>
                  </a:cubicBezTo>
                  <a:cubicBezTo>
                    <a:pt x="224359" y="253029"/>
                    <a:pt x="250293" y="239776"/>
                    <a:pt x="257538" y="249698"/>
                  </a:cubicBezTo>
                  <a:cubicBezTo>
                    <a:pt x="258769" y="251305"/>
                    <a:pt x="260145" y="252725"/>
                    <a:pt x="261812" y="253898"/>
                  </a:cubicBezTo>
                  <a:cubicBezTo>
                    <a:pt x="273620" y="239197"/>
                    <a:pt x="265289" y="227031"/>
                    <a:pt x="266521" y="210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7" name="Freeform 114">
              <a:extLst>
                <a:ext uri="{FF2B5EF4-FFF2-40B4-BE49-F238E27FC236}">
                  <a16:creationId xmlns:a16="http://schemas.microsoft.com/office/drawing/2014/main" id="{CE4C37C3-27FA-89C3-785D-E67412B50F02}"/>
                </a:ext>
              </a:extLst>
            </p:cNvPr>
            <p:cNvSpPr/>
            <p:nvPr/>
          </p:nvSpPr>
          <p:spPr>
            <a:xfrm>
              <a:off x="6205262" y="2047231"/>
              <a:ext cx="320853" cy="299928"/>
            </a:xfrm>
            <a:custGeom>
              <a:avLst/>
              <a:gdLst>
                <a:gd name="connsiteX0" fmla="*/ 3721 w 320855"/>
                <a:gd name="connsiteY0" fmla="*/ 60731 h 299927"/>
                <a:gd name="connsiteX1" fmla="*/ 2996 w 320855"/>
                <a:gd name="connsiteY1" fmla="*/ 100995 h 299927"/>
                <a:gd name="connsiteX2" fmla="*/ 5242 w 320855"/>
                <a:gd name="connsiteY2" fmla="*/ 116420 h 299927"/>
                <a:gd name="connsiteX3" fmla="*/ 12487 w 320855"/>
                <a:gd name="connsiteY3" fmla="*/ 135249 h 299927"/>
                <a:gd name="connsiteX4" fmla="*/ 16978 w 320855"/>
                <a:gd name="connsiteY4" fmla="*/ 155816 h 299927"/>
                <a:gd name="connsiteX5" fmla="*/ 25164 w 320855"/>
                <a:gd name="connsiteY5" fmla="*/ 186666 h 299927"/>
                <a:gd name="connsiteX6" fmla="*/ 26178 w 320855"/>
                <a:gd name="connsiteY6" fmla="*/ 203974 h 299927"/>
                <a:gd name="connsiteX7" fmla="*/ 45738 w 320855"/>
                <a:gd name="connsiteY7" fmla="*/ 216937 h 299927"/>
                <a:gd name="connsiteX8" fmla="*/ 68051 w 320855"/>
                <a:gd name="connsiteY8" fmla="*/ 234824 h 299927"/>
                <a:gd name="connsiteX9" fmla="*/ 85944 w 320855"/>
                <a:gd name="connsiteY9" fmla="*/ 243732 h 299927"/>
                <a:gd name="connsiteX10" fmla="*/ 104852 w 320855"/>
                <a:gd name="connsiteY10" fmla="*/ 239893 h 299927"/>
                <a:gd name="connsiteX11" fmla="*/ 113763 w 320855"/>
                <a:gd name="connsiteY11" fmla="*/ 253943 h 299927"/>
                <a:gd name="connsiteX12" fmla="*/ 136148 w 320855"/>
                <a:gd name="connsiteY12" fmla="*/ 260315 h 299927"/>
                <a:gd name="connsiteX13" fmla="*/ 151723 w 320855"/>
                <a:gd name="connsiteY13" fmla="*/ 283344 h 299927"/>
                <a:gd name="connsiteX14" fmla="*/ 171790 w 320855"/>
                <a:gd name="connsiteY14" fmla="*/ 280737 h 299927"/>
                <a:gd name="connsiteX15" fmla="*/ 200768 w 320855"/>
                <a:gd name="connsiteY15" fmla="*/ 284575 h 299927"/>
                <a:gd name="connsiteX16" fmla="*/ 226413 w 320855"/>
                <a:gd name="connsiteY16" fmla="*/ 287182 h 299927"/>
                <a:gd name="connsiteX17" fmla="*/ 255390 w 320855"/>
                <a:gd name="connsiteY17" fmla="*/ 294424 h 299927"/>
                <a:gd name="connsiteX18" fmla="*/ 275167 w 320855"/>
                <a:gd name="connsiteY18" fmla="*/ 299928 h 299927"/>
                <a:gd name="connsiteX19" fmla="*/ 273791 w 320855"/>
                <a:gd name="connsiteY19" fmla="*/ 274509 h 299927"/>
                <a:gd name="connsiteX20" fmla="*/ 305232 w 320855"/>
                <a:gd name="connsiteY20" fmla="*/ 237721 h 299927"/>
                <a:gd name="connsiteX21" fmla="*/ 320227 w 320855"/>
                <a:gd name="connsiteY21" fmla="*/ 224034 h 299927"/>
                <a:gd name="connsiteX22" fmla="*/ 306753 w 320855"/>
                <a:gd name="connsiteY22" fmla="*/ 186304 h 299927"/>
                <a:gd name="connsiteX23" fmla="*/ 304507 w 320855"/>
                <a:gd name="connsiteY23" fmla="*/ 151978 h 299927"/>
                <a:gd name="connsiteX24" fmla="*/ 293278 w 320855"/>
                <a:gd name="connsiteY24" fmla="*/ 132352 h 299927"/>
                <a:gd name="connsiteX25" fmla="*/ 312693 w 320855"/>
                <a:gd name="connsiteY25" fmla="*/ 112655 h 299927"/>
                <a:gd name="connsiteX26" fmla="*/ 311244 w 320855"/>
                <a:gd name="connsiteY26" fmla="*/ 79197 h 299927"/>
                <a:gd name="connsiteX27" fmla="*/ 305956 w 320855"/>
                <a:gd name="connsiteY27" fmla="*/ 50230 h 299927"/>
                <a:gd name="connsiteX28" fmla="*/ 279731 w 320855"/>
                <a:gd name="connsiteY28" fmla="*/ 28505 h 299927"/>
                <a:gd name="connsiteX29" fmla="*/ 278500 w 320855"/>
                <a:gd name="connsiteY29" fmla="*/ 26767 h 299927"/>
                <a:gd name="connsiteX30" fmla="*/ 190698 w 320855"/>
                <a:gd name="connsiteY30" fmla="*/ 22494 h 299927"/>
                <a:gd name="connsiteX31" fmla="*/ 173601 w 320855"/>
                <a:gd name="connsiteY31" fmla="*/ 15252 h 299927"/>
                <a:gd name="connsiteX32" fmla="*/ 155128 w 320855"/>
                <a:gd name="connsiteY32" fmla="*/ 26115 h 299927"/>
                <a:gd name="connsiteX33" fmla="*/ 139190 w 320855"/>
                <a:gd name="connsiteY33" fmla="*/ 2072 h 299927"/>
                <a:gd name="connsiteX34" fmla="*/ 65298 w 320855"/>
                <a:gd name="connsiteY34" fmla="*/ 26115 h 299927"/>
                <a:gd name="connsiteX35" fmla="*/ 12849 w 320855"/>
                <a:gd name="connsiteY35" fmla="*/ 46609 h 299927"/>
                <a:gd name="connsiteX36" fmla="*/ 3214 w 320855"/>
                <a:gd name="connsiteY36" fmla="*/ 55372 h 299927"/>
                <a:gd name="connsiteX37" fmla="*/ 3721 w 320855"/>
                <a:gd name="connsiteY37" fmla="*/ 60731 h 2999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20855" h="299927">
                  <a:moveTo>
                    <a:pt x="3721" y="60731"/>
                  </a:moveTo>
                  <a:cubicBezTo>
                    <a:pt x="5967" y="67538"/>
                    <a:pt x="8285" y="91581"/>
                    <a:pt x="2996" y="100995"/>
                  </a:cubicBezTo>
                  <a:cubicBezTo>
                    <a:pt x="-2292" y="110410"/>
                    <a:pt x="26" y="113017"/>
                    <a:pt x="5242" y="116420"/>
                  </a:cubicBezTo>
                  <a:cubicBezTo>
                    <a:pt x="10400" y="121265"/>
                    <a:pt x="13066" y="128196"/>
                    <a:pt x="12487" y="135249"/>
                  </a:cubicBezTo>
                  <a:cubicBezTo>
                    <a:pt x="12487" y="142129"/>
                    <a:pt x="16181" y="141260"/>
                    <a:pt x="16978" y="155816"/>
                  </a:cubicBezTo>
                  <a:cubicBezTo>
                    <a:pt x="16761" y="166664"/>
                    <a:pt x="19600" y="177353"/>
                    <a:pt x="25164" y="186666"/>
                  </a:cubicBezTo>
                  <a:cubicBezTo>
                    <a:pt x="28214" y="191952"/>
                    <a:pt x="28591" y="198369"/>
                    <a:pt x="26178" y="203974"/>
                  </a:cubicBezTo>
                  <a:cubicBezTo>
                    <a:pt x="32039" y="209217"/>
                    <a:pt x="38631" y="213577"/>
                    <a:pt x="45738" y="216937"/>
                  </a:cubicBezTo>
                  <a:cubicBezTo>
                    <a:pt x="61386" y="223310"/>
                    <a:pt x="66964" y="228451"/>
                    <a:pt x="68051" y="234824"/>
                  </a:cubicBezTo>
                  <a:cubicBezTo>
                    <a:pt x="69138" y="241197"/>
                    <a:pt x="82539" y="252711"/>
                    <a:pt x="85944" y="243732"/>
                  </a:cubicBezTo>
                  <a:cubicBezTo>
                    <a:pt x="89349" y="234752"/>
                    <a:pt x="98187" y="239893"/>
                    <a:pt x="104852" y="239893"/>
                  </a:cubicBezTo>
                  <a:cubicBezTo>
                    <a:pt x="111517" y="239893"/>
                    <a:pt x="112676" y="248873"/>
                    <a:pt x="113763" y="253943"/>
                  </a:cubicBezTo>
                  <a:cubicBezTo>
                    <a:pt x="114849" y="259012"/>
                    <a:pt x="130498" y="256549"/>
                    <a:pt x="136148" y="260315"/>
                  </a:cubicBezTo>
                  <a:cubicBezTo>
                    <a:pt x="141799" y="264081"/>
                    <a:pt x="143899" y="278202"/>
                    <a:pt x="151723" y="283344"/>
                  </a:cubicBezTo>
                  <a:cubicBezTo>
                    <a:pt x="159547" y="288486"/>
                    <a:pt x="166212" y="276899"/>
                    <a:pt x="171790" y="280737"/>
                  </a:cubicBezTo>
                  <a:cubicBezTo>
                    <a:pt x="180513" y="285944"/>
                    <a:pt x="190988" y="287334"/>
                    <a:pt x="200768" y="284575"/>
                  </a:cubicBezTo>
                  <a:cubicBezTo>
                    <a:pt x="209678" y="280737"/>
                    <a:pt x="215256" y="288413"/>
                    <a:pt x="226413" y="287182"/>
                  </a:cubicBezTo>
                  <a:cubicBezTo>
                    <a:pt x="236627" y="286096"/>
                    <a:pt x="246892" y="288667"/>
                    <a:pt x="255390" y="294424"/>
                  </a:cubicBezTo>
                  <a:cubicBezTo>
                    <a:pt x="261591" y="297458"/>
                    <a:pt x="268293" y="299320"/>
                    <a:pt x="275167" y="299928"/>
                  </a:cubicBezTo>
                  <a:cubicBezTo>
                    <a:pt x="277413" y="294641"/>
                    <a:pt x="273067" y="278202"/>
                    <a:pt x="273791" y="274509"/>
                  </a:cubicBezTo>
                  <a:cubicBezTo>
                    <a:pt x="274515" y="270816"/>
                    <a:pt x="300740" y="243732"/>
                    <a:pt x="305232" y="237721"/>
                  </a:cubicBezTo>
                  <a:cubicBezTo>
                    <a:pt x="309723" y="231710"/>
                    <a:pt x="316460" y="231710"/>
                    <a:pt x="320227" y="224034"/>
                  </a:cubicBezTo>
                  <a:cubicBezTo>
                    <a:pt x="323994" y="216357"/>
                    <a:pt x="309723" y="191446"/>
                    <a:pt x="306753" y="186304"/>
                  </a:cubicBezTo>
                  <a:cubicBezTo>
                    <a:pt x="303254" y="175209"/>
                    <a:pt x="302486" y="163434"/>
                    <a:pt x="304507" y="151978"/>
                  </a:cubicBezTo>
                  <a:cubicBezTo>
                    <a:pt x="306753" y="143432"/>
                    <a:pt x="293278" y="138291"/>
                    <a:pt x="293278" y="132352"/>
                  </a:cubicBezTo>
                  <a:cubicBezTo>
                    <a:pt x="293278" y="126414"/>
                    <a:pt x="305956" y="116058"/>
                    <a:pt x="312693" y="112655"/>
                  </a:cubicBezTo>
                  <a:cubicBezTo>
                    <a:pt x="319430" y="109251"/>
                    <a:pt x="317185" y="85208"/>
                    <a:pt x="311244" y="79197"/>
                  </a:cubicBezTo>
                  <a:cubicBezTo>
                    <a:pt x="304340" y="71224"/>
                    <a:pt x="302312" y="60130"/>
                    <a:pt x="305956" y="50230"/>
                  </a:cubicBezTo>
                  <a:cubicBezTo>
                    <a:pt x="309723" y="38209"/>
                    <a:pt x="283499" y="28505"/>
                    <a:pt x="279731" y="28505"/>
                  </a:cubicBezTo>
                  <a:cubicBezTo>
                    <a:pt x="279152" y="28505"/>
                    <a:pt x="278789" y="27780"/>
                    <a:pt x="278500" y="26767"/>
                  </a:cubicBezTo>
                  <a:cubicBezTo>
                    <a:pt x="255100" y="31691"/>
                    <a:pt x="195262" y="24594"/>
                    <a:pt x="190698" y="22494"/>
                  </a:cubicBezTo>
                  <a:cubicBezTo>
                    <a:pt x="187728" y="21118"/>
                    <a:pt x="180194" y="18004"/>
                    <a:pt x="173601" y="15252"/>
                  </a:cubicBezTo>
                  <a:cubicBezTo>
                    <a:pt x="170015" y="22096"/>
                    <a:pt x="162851" y="26310"/>
                    <a:pt x="155128" y="26115"/>
                  </a:cubicBezTo>
                  <a:cubicBezTo>
                    <a:pt x="140639" y="26115"/>
                    <a:pt x="139698" y="9531"/>
                    <a:pt x="139190" y="2072"/>
                  </a:cubicBezTo>
                  <a:cubicBezTo>
                    <a:pt x="138683" y="-5387"/>
                    <a:pt x="80801" y="8372"/>
                    <a:pt x="65298" y="26115"/>
                  </a:cubicBezTo>
                  <a:cubicBezTo>
                    <a:pt x="49795" y="43857"/>
                    <a:pt x="13863" y="36905"/>
                    <a:pt x="12849" y="46609"/>
                  </a:cubicBezTo>
                  <a:cubicBezTo>
                    <a:pt x="12124" y="53851"/>
                    <a:pt x="6764" y="57327"/>
                    <a:pt x="3214" y="55372"/>
                  </a:cubicBezTo>
                  <a:cubicBezTo>
                    <a:pt x="2946" y="57175"/>
                    <a:pt x="3120" y="59014"/>
                    <a:pt x="3721" y="607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8" name="Freeform 115">
              <a:extLst>
                <a:ext uri="{FF2B5EF4-FFF2-40B4-BE49-F238E27FC236}">
                  <a16:creationId xmlns:a16="http://schemas.microsoft.com/office/drawing/2014/main" id="{B966D28A-F7C2-6390-B409-5B8A88157026}"/>
                </a:ext>
              </a:extLst>
            </p:cNvPr>
            <p:cNvSpPr/>
            <p:nvPr/>
          </p:nvSpPr>
          <p:spPr>
            <a:xfrm>
              <a:off x="6251637" y="2540501"/>
              <a:ext cx="120398" cy="130516"/>
            </a:xfrm>
            <a:custGeom>
              <a:avLst/>
              <a:gdLst>
                <a:gd name="connsiteX0" fmla="*/ 89701 w 120398"/>
                <a:gd name="connsiteY0" fmla="*/ 118711 h 130515"/>
                <a:gd name="connsiteX1" fmla="*/ 115201 w 120398"/>
                <a:gd name="connsiteY1" fmla="*/ 75695 h 130515"/>
                <a:gd name="connsiteX2" fmla="*/ 119475 w 120398"/>
                <a:gd name="connsiteY2" fmla="*/ 24133 h 130515"/>
                <a:gd name="connsiteX3" fmla="*/ 88976 w 120398"/>
                <a:gd name="connsiteY3" fmla="*/ 6463 h 130515"/>
                <a:gd name="connsiteX4" fmla="*/ 36817 w 120398"/>
                <a:gd name="connsiteY4" fmla="*/ 525 h 130515"/>
                <a:gd name="connsiteX5" fmla="*/ 15084 w 120398"/>
                <a:gd name="connsiteY5" fmla="*/ 5667 h 130515"/>
                <a:gd name="connsiteX6" fmla="*/ 160 w 120398"/>
                <a:gd name="connsiteY6" fmla="*/ 15878 h 130515"/>
                <a:gd name="connsiteX7" fmla="*/ 15808 w 120398"/>
                <a:gd name="connsiteY7" fmla="*/ 42310 h 130515"/>
                <a:gd name="connsiteX8" fmla="*/ 43409 w 120398"/>
                <a:gd name="connsiteY8" fmla="*/ 80692 h 130515"/>
                <a:gd name="connsiteX9" fmla="*/ 70865 w 120398"/>
                <a:gd name="connsiteY9" fmla="*/ 116032 h 130515"/>
                <a:gd name="connsiteX10" fmla="*/ 88252 w 120398"/>
                <a:gd name="connsiteY10" fmla="*/ 130516 h 130515"/>
                <a:gd name="connsiteX11" fmla="*/ 89701 w 120398"/>
                <a:gd name="connsiteY11" fmla="*/ 118711 h 130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0398" h="130515">
                  <a:moveTo>
                    <a:pt x="89701" y="118711"/>
                  </a:moveTo>
                  <a:cubicBezTo>
                    <a:pt x="88397" y="111035"/>
                    <a:pt x="109840" y="75695"/>
                    <a:pt x="115201" y="75695"/>
                  </a:cubicBezTo>
                  <a:cubicBezTo>
                    <a:pt x="120562" y="75695"/>
                    <a:pt x="121358" y="41731"/>
                    <a:pt x="119475" y="24133"/>
                  </a:cubicBezTo>
                  <a:cubicBezTo>
                    <a:pt x="110333" y="16631"/>
                    <a:pt x="100031" y="10664"/>
                    <a:pt x="88976" y="6463"/>
                  </a:cubicBezTo>
                  <a:cubicBezTo>
                    <a:pt x="88976" y="6463"/>
                    <a:pt x="44279" y="3929"/>
                    <a:pt x="36817" y="525"/>
                  </a:cubicBezTo>
                  <a:cubicBezTo>
                    <a:pt x="29355" y="-2879"/>
                    <a:pt x="21893" y="11605"/>
                    <a:pt x="15084" y="5667"/>
                  </a:cubicBezTo>
                  <a:cubicBezTo>
                    <a:pt x="8274" y="-272"/>
                    <a:pt x="-1361" y="7332"/>
                    <a:pt x="160" y="15878"/>
                  </a:cubicBezTo>
                  <a:cubicBezTo>
                    <a:pt x="1682" y="24423"/>
                    <a:pt x="15808" y="29565"/>
                    <a:pt x="15808" y="42310"/>
                  </a:cubicBezTo>
                  <a:cubicBezTo>
                    <a:pt x="15808" y="55056"/>
                    <a:pt x="44206" y="73885"/>
                    <a:pt x="43409" y="80692"/>
                  </a:cubicBezTo>
                  <a:cubicBezTo>
                    <a:pt x="42902" y="85472"/>
                    <a:pt x="60434" y="98507"/>
                    <a:pt x="70865" y="116032"/>
                  </a:cubicBezTo>
                  <a:cubicBezTo>
                    <a:pt x="76929" y="120522"/>
                    <a:pt x="82739" y="125359"/>
                    <a:pt x="88252" y="130516"/>
                  </a:cubicBezTo>
                  <a:cubicBezTo>
                    <a:pt x="89295" y="126670"/>
                    <a:pt x="89780" y="122695"/>
                    <a:pt x="89701" y="1187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9" name="Freeform 116">
              <a:extLst>
                <a:ext uri="{FF2B5EF4-FFF2-40B4-BE49-F238E27FC236}">
                  <a16:creationId xmlns:a16="http://schemas.microsoft.com/office/drawing/2014/main" id="{16FF07E9-AA74-831D-B99B-F3F13B281F84}"/>
                </a:ext>
              </a:extLst>
            </p:cNvPr>
            <p:cNvSpPr/>
            <p:nvPr/>
          </p:nvSpPr>
          <p:spPr>
            <a:xfrm>
              <a:off x="6190510" y="2476283"/>
              <a:ext cx="180672" cy="180249"/>
            </a:xfrm>
            <a:custGeom>
              <a:avLst/>
              <a:gdLst>
                <a:gd name="connsiteX0" fmla="*/ 104609 w 180674"/>
                <a:gd name="connsiteY0" fmla="*/ 144909 h 180248"/>
                <a:gd name="connsiteX1" fmla="*/ 77008 w 180674"/>
                <a:gd name="connsiteY1" fmla="*/ 106527 h 180248"/>
                <a:gd name="connsiteX2" fmla="*/ 61360 w 180674"/>
                <a:gd name="connsiteY2" fmla="*/ 80094 h 180248"/>
                <a:gd name="connsiteX3" fmla="*/ 76283 w 180674"/>
                <a:gd name="connsiteY3" fmla="*/ 69883 h 180248"/>
                <a:gd name="connsiteX4" fmla="*/ 98016 w 180674"/>
                <a:gd name="connsiteY4" fmla="*/ 64742 h 180248"/>
                <a:gd name="connsiteX5" fmla="*/ 150176 w 180674"/>
                <a:gd name="connsiteY5" fmla="*/ 70680 h 180248"/>
                <a:gd name="connsiteX6" fmla="*/ 180675 w 180674"/>
                <a:gd name="connsiteY6" fmla="*/ 88350 h 180248"/>
                <a:gd name="connsiteX7" fmla="*/ 179081 w 180674"/>
                <a:gd name="connsiteY7" fmla="*/ 80022 h 180248"/>
                <a:gd name="connsiteX8" fmla="*/ 168359 w 180674"/>
                <a:gd name="connsiteY8" fmla="*/ 52431 h 180248"/>
                <a:gd name="connsiteX9" fmla="*/ 159521 w 180674"/>
                <a:gd name="connsiteY9" fmla="*/ 29040 h 180248"/>
                <a:gd name="connsiteX10" fmla="*/ 147858 w 180674"/>
                <a:gd name="connsiteY10" fmla="*/ 32950 h 180248"/>
                <a:gd name="connsiteX11" fmla="*/ 113302 w 180674"/>
                <a:gd name="connsiteY11" fmla="*/ 23970 h 180248"/>
                <a:gd name="connsiteX12" fmla="*/ 85194 w 180674"/>
                <a:gd name="connsiteY12" fmla="*/ 0 h 180248"/>
                <a:gd name="connsiteX13" fmla="*/ 64982 w 180674"/>
                <a:gd name="connsiteY13" fmla="*/ 15497 h 180248"/>
                <a:gd name="connsiteX14" fmla="*/ 56724 w 180674"/>
                <a:gd name="connsiteY14" fmla="*/ 34326 h 180248"/>
                <a:gd name="connsiteX15" fmla="*/ 44770 w 180674"/>
                <a:gd name="connsiteY15" fmla="*/ 51489 h 180248"/>
                <a:gd name="connsiteX16" fmla="*/ 23834 w 180674"/>
                <a:gd name="connsiteY16" fmla="*/ 50620 h 180248"/>
                <a:gd name="connsiteX17" fmla="*/ 0 w 180674"/>
                <a:gd name="connsiteY17" fmla="*/ 55907 h 180248"/>
                <a:gd name="connsiteX18" fmla="*/ 6085 w 180674"/>
                <a:gd name="connsiteY18" fmla="*/ 72346 h 180248"/>
                <a:gd name="connsiteX19" fmla="*/ 32092 w 180674"/>
                <a:gd name="connsiteY19" fmla="*/ 84946 h 180248"/>
                <a:gd name="connsiteX20" fmla="*/ 62012 w 180674"/>
                <a:gd name="connsiteY20" fmla="*/ 139188 h 180248"/>
                <a:gd name="connsiteX21" fmla="*/ 88961 w 180674"/>
                <a:gd name="connsiteY21" fmla="*/ 155771 h 180248"/>
                <a:gd name="connsiteX22" fmla="*/ 117938 w 180674"/>
                <a:gd name="connsiteY22" fmla="*/ 173441 h 180248"/>
                <a:gd name="connsiteX23" fmla="*/ 132427 w 180674"/>
                <a:gd name="connsiteY23" fmla="*/ 180249 h 180248"/>
                <a:gd name="connsiteX24" fmla="*/ 104609 w 180674"/>
                <a:gd name="connsiteY24" fmla="*/ 144909 h 180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80674" h="180248">
                  <a:moveTo>
                    <a:pt x="104609" y="144909"/>
                  </a:moveTo>
                  <a:cubicBezTo>
                    <a:pt x="105406" y="138101"/>
                    <a:pt x="77008" y="119345"/>
                    <a:pt x="77008" y="106527"/>
                  </a:cubicBezTo>
                  <a:cubicBezTo>
                    <a:pt x="77008" y="93709"/>
                    <a:pt x="62881" y="88640"/>
                    <a:pt x="61360" y="80094"/>
                  </a:cubicBezTo>
                  <a:cubicBezTo>
                    <a:pt x="59839" y="71549"/>
                    <a:pt x="69546" y="63873"/>
                    <a:pt x="76283" y="69883"/>
                  </a:cubicBezTo>
                  <a:cubicBezTo>
                    <a:pt x="83021" y="75894"/>
                    <a:pt x="90772" y="61338"/>
                    <a:pt x="98016" y="64742"/>
                  </a:cubicBezTo>
                  <a:cubicBezTo>
                    <a:pt x="105261" y="68146"/>
                    <a:pt x="150176" y="70680"/>
                    <a:pt x="150176" y="70680"/>
                  </a:cubicBezTo>
                  <a:cubicBezTo>
                    <a:pt x="161231" y="74880"/>
                    <a:pt x="171532" y="80848"/>
                    <a:pt x="180675" y="88350"/>
                  </a:cubicBezTo>
                  <a:cubicBezTo>
                    <a:pt x="180450" y="85526"/>
                    <a:pt x="179914" y="82730"/>
                    <a:pt x="179081" y="80022"/>
                  </a:cubicBezTo>
                  <a:cubicBezTo>
                    <a:pt x="175097" y="69232"/>
                    <a:pt x="179081" y="56993"/>
                    <a:pt x="168359" y="52431"/>
                  </a:cubicBezTo>
                  <a:cubicBezTo>
                    <a:pt x="162781" y="50041"/>
                    <a:pt x="160535" y="39106"/>
                    <a:pt x="159521" y="29040"/>
                  </a:cubicBezTo>
                  <a:lnTo>
                    <a:pt x="147858" y="32950"/>
                  </a:lnTo>
                  <a:cubicBezTo>
                    <a:pt x="138947" y="35485"/>
                    <a:pt x="119967" y="34181"/>
                    <a:pt x="113302" y="23970"/>
                  </a:cubicBezTo>
                  <a:cubicBezTo>
                    <a:pt x="105116" y="14686"/>
                    <a:pt x="95655" y="6619"/>
                    <a:pt x="85194" y="0"/>
                  </a:cubicBezTo>
                  <a:cubicBezTo>
                    <a:pt x="82079" y="3186"/>
                    <a:pt x="70198" y="14484"/>
                    <a:pt x="64982" y="15497"/>
                  </a:cubicBezTo>
                  <a:cubicBezTo>
                    <a:pt x="59766" y="16511"/>
                    <a:pt x="62736" y="34326"/>
                    <a:pt x="56724" y="34326"/>
                  </a:cubicBezTo>
                  <a:cubicBezTo>
                    <a:pt x="50711" y="34326"/>
                    <a:pt x="46292" y="46348"/>
                    <a:pt x="44770" y="51489"/>
                  </a:cubicBezTo>
                  <a:cubicBezTo>
                    <a:pt x="43249" y="56631"/>
                    <a:pt x="29847" y="48086"/>
                    <a:pt x="23834" y="50620"/>
                  </a:cubicBezTo>
                  <a:cubicBezTo>
                    <a:pt x="16039" y="53003"/>
                    <a:pt x="8070" y="54770"/>
                    <a:pt x="0" y="55907"/>
                  </a:cubicBezTo>
                  <a:cubicBezTo>
                    <a:pt x="1087" y="63655"/>
                    <a:pt x="652" y="72346"/>
                    <a:pt x="6085" y="72346"/>
                  </a:cubicBezTo>
                  <a:cubicBezTo>
                    <a:pt x="15068" y="72346"/>
                    <a:pt x="31586" y="71187"/>
                    <a:pt x="32092" y="84946"/>
                  </a:cubicBezTo>
                  <a:cubicBezTo>
                    <a:pt x="32600" y="98706"/>
                    <a:pt x="53826" y="128904"/>
                    <a:pt x="62012" y="139188"/>
                  </a:cubicBezTo>
                  <a:cubicBezTo>
                    <a:pt x="70198" y="149471"/>
                    <a:pt x="87947" y="147226"/>
                    <a:pt x="88961" y="155771"/>
                  </a:cubicBezTo>
                  <a:cubicBezTo>
                    <a:pt x="89975" y="164317"/>
                    <a:pt x="102943" y="172283"/>
                    <a:pt x="117938" y="173441"/>
                  </a:cubicBezTo>
                  <a:cubicBezTo>
                    <a:pt x="123263" y="174455"/>
                    <a:pt x="128247" y="176794"/>
                    <a:pt x="132427" y="180249"/>
                  </a:cubicBezTo>
                  <a:cubicBezTo>
                    <a:pt x="121633" y="162434"/>
                    <a:pt x="104102" y="149688"/>
                    <a:pt x="104609" y="144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0" name="Freeform 117">
              <a:extLst>
                <a:ext uri="{FF2B5EF4-FFF2-40B4-BE49-F238E27FC236}">
                  <a16:creationId xmlns:a16="http://schemas.microsoft.com/office/drawing/2014/main" id="{92C0979A-8AFB-0C6F-6717-695C185CD087}"/>
                </a:ext>
              </a:extLst>
            </p:cNvPr>
            <p:cNvSpPr/>
            <p:nvPr/>
          </p:nvSpPr>
          <p:spPr>
            <a:xfrm>
              <a:off x="6365895" y="2664934"/>
              <a:ext cx="61069" cy="141649"/>
            </a:xfrm>
            <a:custGeom>
              <a:avLst/>
              <a:gdLst>
                <a:gd name="connsiteX0" fmla="*/ 40134 w 61069"/>
                <a:gd name="connsiteY0" fmla="*/ 120721 h 141649"/>
                <a:gd name="connsiteX1" fmla="*/ 48320 w 61069"/>
                <a:gd name="connsiteY1" fmla="*/ 106238 h 141649"/>
                <a:gd name="connsiteX2" fmla="*/ 60346 w 61069"/>
                <a:gd name="connsiteY2" fmla="*/ 84005 h 141649"/>
                <a:gd name="connsiteX3" fmla="*/ 61070 w 61069"/>
                <a:gd name="connsiteY3" fmla="*/ 82919 h 141649"/>
                <a:gd name="connsiteX4" fmla="*/ 41510 w 61069"/>
                <a:gd name="connsiteY4" fmla="*/ 58948 h 141649"/>
                <a:gd name="connsiteX5" fmla="*/ 45205 w 61069"/>
                <a:gd name="connsiteY5" fmla="*/ 18829 h 141649"/>
                <a:gd name="connsiteX6" fmla="*/ 16227 w 61069"/>
                <a:gd name="connsiteY6" fmla="*/ 0 h 141649"/>
                <a:gd name="connsiteX7" fmla="*/ 0 w 61069"/>
                <a:gd name="connsiteY7" fmla="*/ 27664 h 141649"/>
                <a:gd name="connsiteX8" fmla="*/ 9200 w 61069"/>
                <a:gd name="connsiteY8" fmla="*/ 51707 h 141649"/>
                <a:gd name="connsiteX9" fmla="*/ 8186 w 61069"/>
                <a:gd name="connsiteY9" fmla="*/ 108844 h 141649"/>
                <a:gd name="connsiteX10" fmla="*/ 30644 w 61069"/>
                <a:gd name="connsiteY10" fmla="*/ 141650 h 141649"/>
                <a:gd name="connsiteX11" fmla="*/ 40134 w 61069"/>
                <a:gd name="connsiteY11" fmla="*/ 120721 h 141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069" h="141649">
                  <a:moveTo>
                    <a:pt x="40134" y="120721"/>
                  </a:moveTo>
                  <a:cubicBezTo>
                    <a:pt x="47378" y="119055"/>
                    <a:pt x="43104" y="112176"/>
                    <a:pt x="48320" y="106238"/>
                  </a:cubicBezTo>
                  <a:cubicBezTo>
                    <a:pt x="53659" y="99626"/>
                    <a:pt x="57730" y="92087"/>
                    <a:pt x="60346" y="84005"/>
                  </a:cubicBezTo>
                  <a:cubicBezTo>
                    <a:pt x="60425" y="83556"/>
                    <a:pt x="60693" y="83165"/>
                    <a:pt x="61070" y="82919"/>
                  </a:cubicBezTo>
                  <a:cubicBezTo>
                    <a:pt x="50856" y="74156"/>
                    <a:pt x="43756" y="67928"/>
                    <a:pt x="41510" y="58948"/>
                  </a:cubicBezTo>
                  <a:cubicBezTo>
                    <a:pt x="39974" y="45464"/>
                    <a:pt x="41235" y="31806"/>
                    <a:pt x="45205" y="18829"/>
                  </a:cubicBezTo>
                  <a:cubicBezTo>
                    <a:pt x="39337" y="14122"/>
                    <a:pt x="21516" y="0"/>
                    <a:pt x="16227" y="0"/>
                  </a:cubicBezTo>
                  <a:cubicBezTo>
                    <a:pt x="10939" y="0"/>
                    <a:pt x="1739" y="14122"/>
                    <a:pt x="0" y="27664"/>
                  </a:cubicBezTo>
                  <a:cubicBezTo>
                    <a:pt x="13112" y="35630"/>
                    <a:pt x="18256" y="41351"/>
                    <a:pt x="9200" y="51707"/>
                  </a:cubicBezTo>
                  <a:cubicBezTo>
                    <a:pt x="145" y="62062"/>
                    <a:pt x="-2318" y="99140"/>
                    <a:pt x="8186" y="108844"/>
                  </a:cubicBezTo>
                  <a:cubicBezTo>
                    <a:pt x="18691" y="118549"/>
                    <a:pt x="21009" y="136436"/>
                    <a:pt x="30644" y="141650"/>
                  </a:cubicBezTo>
                  <a:cubicBezTo>
                    <a:pt x="33107" y="132380"/>
                    <a:pt x="35135" y="121880"/>
                    <a:pt x="40134" y="1207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1" name="Freeform 118">
              <a:extLst>
                <a:ext uri="{FF2B5EF4-FFF2-40B4-BE49-F238E27FC236}">
                  <a16:creationId xmlns:a16="http://schemas.microsoft.com/office/drawing/2014/main" id="{E9720AA5-B19F-1680-E0EA-C1DB7A10B8BD}"/>
                </a:ext>
              </a:extLst>
            </p:cNvPr>
            <p:cNvSpPr/>
            <p:nvPr/>
          </p:nvSpPr>
          <p:spPr>
            <a:xfrm>
              <a:off x="6054027" y="2352014"/>
              <a:ext cx="247829" cy="129484"/>
            </a:xfrm>
            <a:custGeom>
              <a:avLst/>
              <a:gdLst>
                <a:gd name="connsiteX0" fmla="*/ 209507 w 247829"/>
                <a:gd name="connsiteY0" fmla="*/ 11514 h 129483"/>
                <a:gd name="connsiteX1" fmla="*/ 178284 w 247829"/>
                <a:gd name="connsiteY1" fmla="*/ 0 h 129483"/>
                <a:gd name="connsiteX2" fmla="*/ 172706 w 247829"/>
                <a:gd name="connsiteY2" fmla="*/ 17887 h 129483"/>
                <a:gd name="connsiteX3" fmla="*/ 143294 w 247829"/>
                <a:gd name="connsiteY3" fmla="*/ 19915 h 129483"/>
                <a:gd name="connsiteX4" fmla="*/ 125038 w 247829"/>
                <a:gd name="connsiteY4" fmla="*/ 34399 h 129483"/>
                <a:gd name="connsiteX5" fmla="*/ 111563 w 247829"/>
                <a:gd name="connsiteY5" fmla="*/ 58369 h 129483"/>
                <a:gd name="connsiteX6" fmla="*/ 98089 w 247829"/>
                <a:gd name="connsiteY6" fmla="*/ 69521 h 129483"/>
                <a:gd name="connsiteX7" fmla="*/ 63606 w 247829"/>
                <a:gd name="connsiteY7" fmla="*/ 77198 h 129483"/>
                <a:gd name="connsiteX8" fmla="*/ 44118 w 247829"/>
                <a:gd name="connsiteY8" fmla="*/ 78936 h 129483"/>
                <a:gd name="connsiteX9" fmla="*/ 24508 w 247829"/>
                <a:gd name="connsiteY9" fmla="*/ 81492 h 129483"/>
                <a:gd name="connsiteX10" fmla="*/ 23907 w 247829"/>
                <a:gd name="connsiteY10" fmla="*/ 82339 h 129483"/>
                <a:gd name="connsiteX11" fmla="*/ 4419 w 247829"/>
                <a:gd name="connsiteY11" fmla="*/ 76401 h 129483"/>
                <a:gd name="connsiteX12" fmla="*/ 652 w 247829"/>
                <a:gd name="connsiteY12" fmla="*/ 96968 h 129483"/>
                <a:gd name="connsiteX13" fmla="*/ 17894 w 247829"/>
                <a:gd name="connsiteY13" fmla="*/ 107251 h 129483"/>
                <a:gd name="connsiteX14" fmla="*/ 38903 w 247829"/>
                <a:gd name="connsiteY14" fmla="*/ 112393 h 129483"/>
                <a:gd name="connsiteX15" fmla="*/ 59839 w 247829"/>
                <a:gd name="connsiteY15" fmla="*/ 104644 h 129483"/>
                <a:gd name="connsiteX16" fmla="*/ 86860 w 247829"/>
                <a:gd name="connsiteY16" fmla="*/ 100371 h 129483"/>
                <a:gd name="connsiteX17" fmla="*/ 93597 w 247829"/>
                <a:gd name="connsiteY17" fmla="*/ 116666 h 129483"/>
                <a:gd name="connsiteX18" fmla="*/ 124241 w 247829"/>
                <a:gd name="connsiteY18" fmla="*/ 121807 h 129483"/>
                <a:gd name="connsiteX19" fmla="*/ 161767 w 247829"/>
                <a:gd name="connsiteY19" fmla="*/ 129484 h 129483"/>
                <a:gd name="connsiteX20" fmla="*/ 190745 w 247829"/>
                <a:gd name="connsiteY20" fmla="*/ 117462 h 129483"/>
                <a:gd name="connsiteX21" fmla="*/ 213999 w 247829"/>
                <a:gd name="connsiteY21" fmla="*/ 108917 h 129483"/>
                <a:gd name="connsiteX22" fmla="*/ 213999 w 247829"/>
                <a:gd name="connsiteY22" fmla="*/ 108917 h 129483"/>
                <a:gd name="connsiteX23" fmla="*/ 219432 w 247829"/>
                <a:gd name="connsiteY23" fmla="*/ 99792 h 129483"/>
                <a:gd name="connsiteX24" fmla="*/ 224938 w 247829"/>
                <a:gd name="connsiteY24" fmla="*/ 82846 h 129483"/>
                <a:gd name="connsiteX25" fmla="*/ 228850 w 247829"/>
                <a:gd name="connsiteY25" fmla="*/ 67639 h 129483"/>
                <a:gd name="connsiteX26" fmla="*/ 243338 w 247829"/>
                <a:gd name="connsiteY26" fmla="*/ 57790 h 129483"/>
                <a:gd name="connsiteX27" fmla="*/ 247830 w 247829"/>
                <a:gd name="connsiteY27" fmla="*/ 47579 h 129483"/>
                <a:gd name="connsiteX28" fmla="*/ 234573 w 247829"/>
                <a:gd name="connsiteY28" fmla="*/ 15425 h 129483"/>
                <a:gd name="connsiteX29" fmla="*/ 209507 w 247829"/>
                <a:gd name="connsiteY29" fmla="*/ 11514 h 129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247829" h="129483">
                  <a:moveTo>
                    <a:pt x="209507" y="11514"/>
                  </a:moveTo>
                  <a:cubicBezTo>
                    <a:pt x="200597" y="0"/>
                    <a:pt x="178284" y="0"/>
                    <a:pt x="178284" y="0"/>
                  </a:cubicBezTo>
                  <a:cubicBezTo>
                    <a:pt x="177096" y="6148"/>
                    <a:pt x="175227" y="12152"/>
                    <a:pt x="172706" y="17887"/>
                  </a:cubicBezTo>
                  <a:cubicBezTo>
                    <a:pt x="169953" y="23246"/>
                    <a:pt x="153726" y="23174"/>
                    <a:pt x="143294" y="19915"/>
                  </a:cubicBezTo>
                  <a:cubicBezTo>
                    <a:pt x="140396" y="24332"/>
                    <a:pt x="126921" y="27809"/>
                    <a:pt x="125038" y="34399"/>
                  </a:cubicBezTo>
                  <a:cubicBezTo>
                    <a:pt x="122792" y="42075"/>
                    <a:pt x="106275" y="37802"/>
                    <a:pt x="111563" y="58369"/>
                  </a:cubicBezTo>
                  <a:cubicBezTo>
                    <a:pt x="116852" y="78936"/>
                    <a:pt x="103305" y="72128"/>
                    <a:pt x="98089" y="69521"/>
                  </a:cubicBezTo>
                  <a:cubicBezTo>
                    <a:pt x="92873" y="66914"/>
                    <a:pt x="69619" y="70390"/>
                    <a:pt x="63606" y="77198"/>
                  </a:cubicBezTo>
                  <a:cubicBezTo>
                    <a:pt x="58542" y="82738"/>
                    <a:pt x="50080" y="83491"/>
                    <a:pt x="44118" y="78936"/>
                  </a:cubicBezTo>
                  <a:cubicBezTo>
                    <a:pt x="37997" y="74229"/>
                    <a:pt x="29217" y="75373"/>
                    <a:pt x="24508" y="81492"/>
                  </a:cubicBezTo>
                  <a:cubicBezTo>
                    <a:pt x="24298" y="81767"/>
                    <a:pt x="24095" y="82050"/>
                    <a:pt x="23907" y="82339"/>
                  </a:cubicBezTo>
                  <a:cubicBezTo>
                    <a:pt x="19415" y="90957"/>
                    <a:pt x="11156" y="75532"/>
                    <a:pt x="4419" y="76401"/>
                  </a:cubicBezTo>
                  <a:cubicBezTo>
                    <a:pt x="-2318" y="77270"/>
                    <a:pt x="652" y="93492"/>
                    <a:pt x="652" y="96968"/>
                  </a:cubicBezTo>
                  <a:cubicBezTo>
                    <a:pt x="652" y="100444"/>
                    <a:pt x="11156" y="110655"/>
                    <a:pt x="17894" y="107251"/>
                  </a:cubicBezTo>
                  <a:cubicBezTo>
                    <a:pt x="24631" y="103848"/>
                    <a:pt x="32890" y="108048"/>
                    <a:pt x="38903" y="112393"/>
                  </a:cubicBezTo>
                  <a:cubicBezTo>
                    <a:pt x="44915" y="116738"/>
                    <a:pt x="56144" y="108917"/>
                    <a:pt x="59839" y="104644"/>
                  </a:cubicBezTo>
                  <a:cubicBezTo>
                    <a:pt x="63533" y="100371"/>
                    <a:pt x="84542" y="100371"/>
                    <a:pt x="86860" y="100371"/>
                  </a:cubicBezTo>
                  <a:cubicBezTo>
                    <a:pt x="89178" y="100371"/>
                    <a:pt x="89830" y="114059"/>
                    <a:pt x="93597" y="116666"/>
                  </a:cubicBezTo>
                  <a:cubicBezTo>
                    <a:pt x="103479" y="119982"/>
                    <a:pt x="113817" y="121713"/>
                    <a:pt x="124241" y="121807"/>
                  </a:cubicBezTo>
                  <a:cubicBezTo>
                    <a:pt x="136991" y="122604"/>
                    <a:pt x="155754" y="129484"/>
                    <a:pt x="161767" y="129484"/>
                  </a:cubicBezTo>
                  <a:cubicBezTo>
                    <a:pt x="167780" y="129484"/>
                    <a:pt x="177415" y="117462"/>
                    <a:pt x="190745" y="117462"/>
                  </a:cubicBezTo>
                  <a:cubicBezTo>
                    <a:pt x="204074" y="117462"/>
                    <a:pt x="211753" y="108048"/>
                    <a:pt x="213999" y="108917"/>
                  </a:cubicBezTo>
                  <a:lnTo>
                    <a:pt x="213999" y="108917"/>
                  </a:lnTo>
                  <a:cubicBezTo>
                    <a:pt x="214941" y="104137"/>
                    <a:pt x="216535" y="100299"/>
                    <a:pt x="219432" y="99792"/>
                  </a:cubicBezTo>
                  <a:cubicBezTo>
                    <a:pt x="224938" y="98923"/>
                    <a:pt x="221026" y="88205"/>
                    <a:pt x="224938" y="82846"/>
                  </a:cubicBezTo>
                  <a:cubicBezTo>
                    <a:pt x="228850" y="77487"/>
                    <a:pt x="221823" y="66770"/>
                    <a:pt x="228850" y="67639"/>
                  </a:cubicBezTo>
                  <a:cubicBezTo>
                    <a:pt x="235877" y="68508"/>
                    <a:pt x="243338" y="69449"/>
                    <a:pt x="243338" y="57790"/>
                  </a:cubicBezTo>
                  <a:cubicBezTo>
                    <a:pt x="243476" y="53937"/>
                    <a:pt x="245084" y="50280"/>
                    <a:pt x="247830" y="47579"/>
                  </a:cubicBezTo>
                  <a:cubicBezTo>
                    <a:pt x="242172" y="37411"/>
                    <a:pt x="237724" y="26621"/>
                    <a:pt x="234573" y="15425"/>
                  </a:cubicBezTo>
                  <a:cubicBezTo>
                    <a:pt x="234573" y="15425"/>
                    <a:pt x="218490" y="23246"/>
                    <a:pt x="209507" y="11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2" name="Freeform 119">
              <a:extLst>
                <a:ext uri="{FF2B5EF4-FFF2-40B4-BE49-F238E27FC236}">
                  <a16:creationId xmlns:a16="http://schemas.microsoft.com/office/drawing/2014/main" id="{347EBACF-4390-4015-F28B-2F5F42CA57E8}"/>
                </a:ext>
              </a:extLst>
            </p:cNvPr>
            <p:cNvSpPr/>
            <p:nvPr/>
          </p:nvSpPr>
          <p:spPr>
            <a:xfrm>
              <a:off x="6268678" y="2370072"/>
              <a:ext cx="217663" cy="140350"/>
            </a:xfrm>
            <a:custGeom>
              <a:avLst/>
              <a:gdLst>
                <a:gd name="connsiteX0" fmla="*/ 211463 w 217663"/>
                <a:gd name="connsiteY0" fmla="*/ 25754 h 140348"/>
                <a:gd name="connsiteX1" fmla="*/ 203567 w 217663"/>
                <a:gd name="connsiteY1" fmla="*/ 20250 h 140348"/>
                <a:gd name="connsiteX2" fmla="*/ 182268 w 217663"/>
                <a:gd name="connsiteY2" fmla="*/ 11487 h 140348"/>
                <a:gd name="connsiteX3" fmla="*/ 151045 w 217663"/>
                <a:gd name="connsiteY3" fmla="*/ 45 h 140348"/>
                <a:gd name="connsiteX4" fmla="*/ 119822 w 217663"/>
                <a:gd name="connsiteY4" fmla="*/ 23002 h 140348"/>
                <a:gd name="connsiteX5" fmla="*/ 84107 w 217663"/>
                <a:gd name="connsiteY5" fmla="*/ 35748 h 140348"/>
                <a:gd name="connsiteX6" fmla="*/ 38395 w 217663"/>
                <a:gd name="connsiteY6" fmla="*/ 35748 h 140348"/>
                <a:gd name="connsiteX7" fmla="*/ 33831 w 217663"/>
                <a:gd name="connsiteY7" fmla="*/ 29664 h 140348"/>
                <a:gd name="connsiteX8" fmla="*/ 29340 w 217663"/>
                <a:gd name="connsiteY8" fmla="*/ 39875 h 140348"/>
                <a:gd name="connsiteX9" fmla="*/ 14851 w 217663"/>
                <a:gd name="connsiteY9" fmla="*/ 49724 h 140348"/>
                <a:gd name="connsiteX10" fmla="*/ 10939 w 217663"/>
                <a:gd name="connsiteY10" fmla="*/ 64932 h 140348"/>
                <a:gd name="connsiteX11" fmla="*/ 5433 w 217663"/>
                <a:gd name="connsiteY11" fmla="*/ 81878 h 140348"/>
                <a:gd name="connsiteX12" fmla="*/ 0 w 217663"/>
                <a:gd name="connsiteY12" fmla="*/ 91003 h 140348"/>
                <a:gd name="connsiteX13" fmla="*/ 8114 w 217663"/>
                <a:gd name="connsiteY13" fmla="*/ 105486 h 140348"/>
                <a:gd name="connsiteX14" fmla="*/ 7317 w 217663"/>
                <a:gd name="connsiteY14" fmla="*/ 106283 h 140348"/>
                <a:gd name="connsiteX15" fmla="*/ 35425 w 217663"/>
                <a:gd name="connsiteY15" fmla="*/ 130253 h 140348"/>
                <a:gd name="connsiteX16" fmla="*/ 69980 w 217663"/>
                <a:gd name="connsiteY16" fmla="*/ 139233 h 140348"/>
                <a:gd name="connsiteX17" fmla="*/ 116852 w 217663"/>
                <a:gd name="connsiteY17" fmla="*/ 122577 h 140348"/>
                <a:gd name="connsiteX18" fmla="*/ 131340 w 217663"/>
                <a:gd name="connsiteY18" fmla="*/ 127719 h 140348"/>
                <a:gd name="connsiteX19" fmla="*/ 140831 w 217663"/>
                <a:gd name="connsiteY19" fmla="*/ 129457 h 140348"/>
                <a:gd name="connsiteX20" fmla="*/ 160897 w 217663"/>
                <a:gd name="connsiteY20" fmla="*/ 113235 h 140348"/>
                <a:gd name="connsiteX21" fmla="*/ 191614 w 217663"/>
                <a:gd name="connsiteY21" fmla="*/ 55301 h 140348"/>
                <a:gd name="connsiteX22" fmla="*/ 214071 w 217663"/>
                <a:gd name="connsiteY22" fmla="*/ 39079 h 140348"/>
                <a:gd name="connsiteX23" fmla="*/ 211463 w 217663"/>
                <a:gd name="connsiteY23" fmla="*/ 25754 h 140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17663" h="140348">
                  <a:moveTo>
                    <a:pt x="211463" y="25754"/>
                  </a:moveTo>
                  <a:cubicBezTo>
                    <a:pt x="208478" y="24487"/>
                    <a:pt x="205791" y="22611"/>
                    <a:pt x="203567" y="20250"/>
                  </a:cubicBezTo>
                  <a:cubicBezTo>
                    <a:pt x="195909" y="18918"/>
                    <a:pt x="188643" y="15927"/>
                    <a:pt x="182268" y="11487"/>
                  </a:cubicBezTo>
                  <a:cubicBezTo>
                    <a:pt x="176762" y="5187"/>
                    <a:pt x="154450" y="1276"/>
                    <a:pt x="151045" y="45"/>
                  </a:cubicBezTo>
                  <a:cubicBezTo>
                    <a:pt x="147640" y="-1186"/>
                    <a:pt x="126559" y="23002"/>
                    <a:pt x="119822" y="23002"/>
                  </a:cubicBezTo>
                  <a:cubicBezTo>
                    <a:pt x="113084" y="23002"/>
                    <a:pt x="84107" y="26840"/>
                    <a:pt x="84107" y="35748"/>
                  </a:cubicBezTo>
                  <a:cubicBezTo>
                    <a:pt x="84107" y="44655"/>
                    <a:pt x="48465" y="45959"/>
                    <a:pt x="38395" y="35748"/>
                  </a:cubicBezTo>
                  <a:cubicBezTo>
                    <a:pt x="36656" y="33894"/>
                    <a:pt x="35128" y="31852"/>
                    <a:pt x="33831" y="29664"/>
                  </a:cubicBezTo>
                  <a:cubicBezTo>
                    <a:pt x="31078" y="32366"/>
                    <a:pt x="29477" y="36023"/>
                    <a:pt x="29340" y="39875"/>
                  </a:cubicBezTo>
                  <a:cubicBezTo>
                    <a:pt x="29340" y="51535"/>
                    <a:pt x="21516" y="50593"/>
                    <a:pt x="14851" y="49724"/>
                  </a:cubicBezTo>
                  <a:cubicBezTo>
                    <a:pt x="8186" y="48855"/>
                    <a:pt x="14851" y="59573"/>
                    <a:pt x="10939" y="64932"/>
                  </a:cubicBezTo>
                  <a:cubicBezTo>
                    <a:pt x="7027" y="70291"/>
                    <a:pt x="10939" y="81009"/>
                    <a:pt x="5433" y="81878"/>
                  </a:cubicBezTo>
                  <a:cubicBezTo>
                    <a:pt x="2535" y="82385"/>
                    <a:pt x="942" y="86223"/>
                    <a:pt x="0" y="91003"/>
                  </a:cubicBezTo>
                  <a:cubicBezTo>
                    <a:pt x="3303" y="95471"/>
                    <a:pt x="6035" y="100337"/>
                    <a:pt x="8114" y="105486"/>
                  </a:cubicBezTo>
                  <a:cubicBezTo>
                    <a:pt x="7874" y="105776"/>
                    <a:pt x="7606" y="106044"/>
                    <a:pt x="7317" y="106283"/>
                  </a:cubicBezTo>
                  <a:cubicBezTo>
                    <a:pt x="17778" y="112902"/>
                    <a:pt x="27239" y="120969"/>
                    <a:pt x="35425" y="130253"/>
                  </a:cubicBezTo>
                  <a:cubicBezTo>
                    <a:pt x="42090" y="140464"/>
                    <a:pt x="61070" y="141768"/>
                    <a:pt x="69980" y="139233"/>
                  </a:cubicBezTo>
                  <a:cubicBezTo>
                    <a:pt x="78891" y="136699"/>
                    <a:pt x="116852" y="122577"/>
                    <a:pt x="116852" y="122577"/>
                  </a:cubicBezTo>
                  <a:cubicBezTo>
                    <a:pt x="121560" y="124612"/>
                    <a:pt x="126400" y="126335"/>
                    <a:pt x="131340" y="127719"/>
                  </a:cubicBezTo>
                  <a:lnTo>
                    <a:pt x="140831" y="129457"/>
                  </a:lnTo>
                  <a:cubicBezTo>
                    <a:pt x="148039" y="124728"/>
                    <a:pt x="154761" y="119297"/>
                    <a:pt x="160897" y="113235"/>
                  </a:cubicBezTo>
                  <a:cubicBezTo>
                    <a:pt x="171402" y="101214"/>
                    <a:pt x="187122" y="58414"/>
                    <a:pt x="191614" y="55301"/>
                  </a:cubicBezTo>
                  <a:cubicBezTo>
                    <a:pt x="196105" y="52186"/>
                    <a:pt x="208131" y="44221"/>
                    <a:pt x="214071" y="39079"/>
                  </a:cubicBezTo>
                  <a:cubicBezTo>
                    <a:pt x="220011" y="33937"/>
                    <a:pt x="218200" y="28361"/>
                    <a:pt x="211463" y="257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3" name="Freeform 120">
              <a:extLst>
                <a:ext uri="{FF2B5EF4-FFF2-40B4-BE49-F238E27FC236}">
                  <a16:creationId xmlns:a16="http://schemas.microsoft.com/office/drawing/2014/main" id="{2EE5B9DA-139D-BE0A-66A1-B8952081AADF}"/>
                </a:ext>
              </a:extLst>
            </p:cNvPr>
            <p:cNvSpPr/>
            <p:nvPr/>
          </p:nvSpPr>
          <p:spPr>
            <a:xfrm>
              <a:off x="6144515" y="2251205"/>
              <a:ext cx="208341" cy="124053"/>
            </a:xfrm>
            <a:custGeom>
              <a:avLst/>
              <a:gdLst>
                <a:gd name="connsiteX0" fmla="*/ 197185 w 208341"/>
                <a:gd name="connsiteY0" fmla="*/ 56341 h 124052"/>
                <a:gd name="connsiteX1" fmla="*/ 174800 w 208341"/>
                <a:gd name="connsiteY1" fmla="*/ 49969 h 124052"/>
                <a:gd name="connsiteX2" fmla="*/ 165889 w 208341"/>
                <a:gd name="connsiteY2" fmla="*/ 35920 h 124052"/>
                <a:gd name="connsiteX3" fmla="*/ 146981 w 208341"/>
                <a:gd name="connsiteY3" fmla="*/ 39758 h 124052"/>
                <a:gd name="connsiteX4" fmla="*/ 129088 w 208341"/>
                <a:gd name="connsiteY4" fmla="*/ 30850 h 124052"/>
                <a:gd name="connsiteX5" fmla="*/ 106775 w 208341"/>
                <a:gd name="connsiteY5" fmla="*/ 12963 h 124052"/>
                <a:gd name="connsiteX6" fmla="*/ 87215 w 208341"/>
                <a:gd name="connsiteY6" fmla="*/ 0 h 124052"/>
                <a:gd name="connsiteX7" fmla="*/ 85477 w 208341"/>
                <a:gd name="connsiteY7" fmla="*/ 4128 h 124052"/>
                <a:gd name="connsiteX8" fmla="*/ 67511 w 208341"/>
                <a:gd name="connsiteY8" fmla="*/ 4997 h 124052"/>
                <a:gd name="connsiteX9" fmla="*/ 39765 w 208341"/>
                <a:gd name="connsiteY9" fmla="*/ 19481 h 124052"/>
                <a:gd name="connsiteX10" fmla="*/ 4557 w 208341"/>
                <a:gd name="connsiteY10" fmla="*/ 34906 h 124052"/>
                <a:gd name="connsiteX11" fmla="*/ 6803 w 208341"/>
                <a:gd name="connsiteY11" fmla="*/ 55472 h 124052"/>
                <a:gd name="connsiteX12" fmla="*/ 18032 w 208341"/>
                <a:gd name="connsiteY12" fmla="*/ 87988 h 124052"/>
                <a:gd name="connsiteX13" fmla="*/ 53239 w 208341"/>
                <a:gd name="connsiteY13" fmla="*/ 117969 h 124052"/>
                <a:gd name="connsiteX14" fmla="*/ 52805 w 208341"/>
                <a:gd name="connsiteY14" fmla="*/ 120866 h 124052"/>
                <a:gd name="connsiteX15" fmla="*/ 82217 w 208341"/>
                <a:gd name="connsiteY15" fmla="*/ 118838 h 124052"/>
                <a:gd name="connsiteX16" fmla="*/ 87795 w 208341"/>
                <a:gd name="connsiteY16" fmla="*/ 100951 h 124052"/>
                <a:gd name="connsiteX17" fmla="*/ 119018 w 208341"/>
                <a:gd name="connsiteY17" fmla="*/ 112465 h 124052"/>
                <a:gd name="connsiteX18" fmla="*/ 144736 w 208341"/>
                <a:gd name="connsiteY18" fmla="*/ 116304 h 124052"/>
                <a:gd name="connsiteX19" fmla="*/ 147126 w 208341"/>
                <a:gd name="connsiteY19" fmla="*/ 124052 h 124052"/>
                <a:gd name="connsiteX20" fmla="*/ 156544 w 208341"/>
                <a:gd name="connsiteY20" fmla="*/ 111524 h 124052"/>
                <a:gd name="connsiteX21" fmla="*/ 188781 w 208341"/>
                <a:gd name="connsiteY21" fmla="*/ 93130 h 124052"/>
                <a:gd name="connsiteX22" fmla="*/ 208341 w 208341"/>
                <a:gd name="connsiteY22" fmla="*/ 74736 h 124052"/>
                <a:gd name="connsiteX23" fmla="*/ 197185 w 208341"/>
                <a:gd name="connsiteY23" fmla="*/ 56341 h 12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08341" h="124052">
                  <a:moveTo>
                    <a:pt x="197185" y="56341"/>
                  </a:moveTo>
                  <a:cubicBezTo>
                    <a:pt x="191534" y="52576"/>
                    <a:pt x="175959" y="55110"/>
                    <a:pt x="174800" y="49969"/>
                  </a:cubicBezTo>
                  <a:cubicBezTo>
                    <a:pt x="173641" y="44827"/>
                    <a:pt x="172627" y="35920"/>
                    <a:pt x="165889" y="35920"/>
                  </a:cubicBezTo>
                  <a:cubicBezTo>
                    <a:pt x="159152" y="35920"/>
                    <a:pt x="150314" y="30850"/>
                    <a:pt x="146981" y="39758"/>
                  </a:cubicBezTo>
                  <a:cubicBezTo>
                    <a:pt x="143649" y="48665"/>
                    <a:pt x="130174" y="37223"/>
                    <a:pt x="129088" y="30850"/>
                  </a:cubicBezTo>
                  <a:cubicBezTo>
                    <a:pt x="128001" y="24477"/>
                    <a:pt x="122423" y="19336"/>
                    <a:pt x="106775" y="12963"/>
                  </a:cubicBezTo>
                  <a:cubicBezTo>
                    <a:pt x="99661" y="9603"/>
                    <a:pt x="93076" y="5243"/>
                    <a:pt x="87215" y="0"/>
                  </a:cubicBezTo>
                  <a:cubicBezTo>
                    <a:pt x="86766" y="1427"/>
                    <a:pt x="86179" y="2810"/>
                    <a:pt x="85477" y="4128"/>
                  </a:cubicBezTo>
                  <a:cubicBezTo>
                    <a:pt x="82434" y="9270"/>
                    <a:pt x="72002" y="-145"/>
                    <a:pt x="67511" y="4997"/>
                  </a:cubicBezTo>
                  <a:cubicBezTo>
                    <a:pt x="63019" y="10139"/>
                    <a:pt x="48023" y="10935"/>
                    <a:pt x="39765" y="19481"/>
                  </a:cubicBezTo>
                  <a:cubicBezTo>
                    <a:pt x="31506" y="28026"/>
                    <a:pt x="14264" y="32299"/>
                    <a:pt x="4557" y="34906"/>
                  </a:cubicBezTo>
                  <a:cubicBezTo>
                    <a:pt x="-5150" y="37513"/>
                    <a:pt x="3108" y="47724"/>
                    <a:pt x="6803" y="55472"/>
                  </a:cubicBezTo>
                  <a:cubicBezTo>
                    <a:pt x="10498" y="63221"/>
                    <a:pt x="10570" y="81977"/>
                    <a:pt x="18032" y="87988"/>
                  </a:cubicBezTo>
                  <a:cubicBezTo>
                    <a:pt x="25494" y="93999"/>
                    <a:pt x="50269" y="111959"/>
                    <a:pt x="53239" y="117969"/>
                  </a:cubicBezTo>
                  <a:cubicBezTo>
                    <a:pt x="53681" y="118932"/>
                    <a:pt x="53515" y="120069"/>
                    <a:pt x="52805" y="120866"/>
                  </a:cubicBezTo>
                  <a:cubicBezTo>
                    <a:pt x="63236" y="124125"/>
                    <a:pt x="79464" y="124197"/>
                    <a:pt x="82217" y="118838"/>
                  </a:cubicBezTo>
                  <a:cubicBezTo>
                    <a:pt x="84738" y="113103"/>
                    <a:pt x="86607" y="107099"/>
                    <a:pt x="87795" y="100951"/>
                  </a:cubicBezTo>
                  <a:cubicBezTo>
                    <a:pt x="87795" y="100951"/>
                    <a:pt x="110108" y="100951"/>
                    <a:pt x="119018" y="112465"/>
                  </a:cubicBezTo>
                  <a:cubicBezTo>
                    <a:pt x="127929" y="123980"/>
                    <a:pt x="144736" y="116304"/>
                    <a:pt x="144736" y="116304"/>
                  </a:cubicBezTo>
                  <a:cubicBezTo>
                    <a:pt x="144736" y="116304"/>
                    <a:pt x="145677" y="119490"/>
                    <a:pt x="147126" y="124052"/>
                  </a:cubicBezTo>
                  <a:cubicBezTo>
                    <a:pt x="149590" y="117752"/>
                    <a:pt x="152705" y="112248"/>
                    <a:pt x="156544" y="111524"/>
                  </a:cubicBezTo>
                  <a:cubicBezTo>
                    <a:pt x="169678" y="111111"/>
                    <a:pt x="181747" y="104224"/>
                    <a:pt x="188781" y="93130"/>
                  </a:cubicBezTo>
                  <a:cubicBezTo>
                    <a:pt x="193874" y="85642"/>
                    <a:pt x="200554" y="79363"/>
                    <a:pt x="208341" y="74736"/>
                  </a:cubicBezTo>
                  <a:cubicBezTo>
                    <a:pt x="203850" y="68435"/>
                    <a:pt x="201459" y="59383"/>
                    <a:pt x="197185" y="563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4" name="Freeform 121">
              <a:extLst>
                <a:ext uri="{FF2B5EF4-FFF2-40B4-BE49-F238E27FC236}">
                  <a16:creationId xmlns:a16="http://schemas.microsoft.com/office/drawing/2014/main" id="{F46AD724-0520-2ADA-AC58-14C6C5E6D0A4}"/>
                </a:ext>
              </a:extLst>
            </p:cNvPr>
            <p:cNvSpPr/>
            <p:nvPr/>
          </p:nvSpPr>
          <p:spPr>
            <a:xfrm>
              <a:off x="6291714" y="2326159"/>
              <a:ext cx="189004" cy="87009"/>
            </a:xfrm>
            <a:custGeom>
              <a:avLst/>
              <a:gdLst>
                <a:gd name="connsiteX0" fmla="*/ 140323 w 189005"/>
                <a:gd name="connsiteY0" fmla="*/ 8401 h 87008"/>
                <a:gd name="connsiteX1" fmla="*/ 114678 w 189005"/>
                <a:gd name="connsiteY1" fmla="*/ 5794 h 87008"/>
                <a:gd name="connsiteX2" fmla="*/ 85701 w 189005"/>
                <a:gd name="connsiteY2" fmla="*/ 1955 h 87008"/>
                <a:gd name="connsiteX3" fmla="*/ 65634 w 189005"/>
                <a:gd name="connsiteY3" fmla="*/ 4562 h 87008"/>
                <a:gd name="connsiteX4" fmla="*/ 61215 w 189005"/>
                <a:gd name="connsiteY4" fmla="*/ 0 h 87008"/>
                <a:gd name="connsiteX5" fmla="*/ 41655 w 189005"/>
                <a:gd name="connsiteY5" fmla="*/ 18394 h 87008"/>
                <a:gd name="connsiteX6" fmla="*/ 9418 w 189005"/>
                <a:gd name="connsiteY6" fmla="*/ 36789 h 87008"/>
                <a:gd name="connsiteX7" fmla="*/ 0 w 189005"/>
                <a:gd name="connsiteY7" fmla="*/ 49317 h 87008"/>
                <a:gd name="connsiteX8" fmla="*/ 15431 w 189005"/>
                <a:gd name="connsiteY8" fmla="*/ 79805 h 87008"/>
                <a:gd name="connsiteX9" fmla="*/ 61142 w 189005"/>
                <a:gd name="connsiteY9" fmla="*/ 79805 h 87008"/>
                <a:gd name="connsiteX10" fmla="*/ 96857 w 189005"/>
                <a:gd name="connsiteY10" fmla="*/ 67059 h 87008"/>
                <a:gd name="connsiteX11" fmla="*/ 128080 w 189005"/>
                <a:gd name="connsiteY11" fmla="*/ 44103 h 87008"/>
                <a:gd name="connsiteX12" fmla="*/ 159304 w 189005"/>
                <a:gd name="connsiteY12" fmla="*/ 55545 h 87008"/>
                <a:gd name="connsiteX13" fmla="*/ 180602 w 189005"/>
                <a:gd name="connsiteY13" fmla="*/ 64307 h 87008"/>
                <a:gd name="connsiteX14" fmla="*/ 173358 w 189005"/>
                <a:gd name="connsiteY14" fmla="*/ 50982 h 87008"/>
                <a:gd name="connsiteX15" fmla="*/ 188354 w 189005"/>
                <a:gd name="connsiteY15" fmla="*/ 22667 h 87008"/>
                <a:gd name="connsiteX16" fmla="*/ 189005 w 189005"/>
                <a:gd name="connsiteY16" fmla="*/ 21508 h 87008"/>
                <a:gd name="connsiteX17" fmla="*/ 169228 w 189005"/>
                <a:gd name="connsiteY17" fmla="*/ 16004 h 87008"/>
                <a:gd name="connsiteX18" fmla="*/ 140323 w 189005"/>
                <a:gd name="connsiteY18" fmla="*/ 8401 h 870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89005" h="87008">
                  <a:moveTo>
                    <a:pt x="140323" y="8401"/>
                  </a:moveTo>
                  <a:cubicBezTo>
                    <a:pt x="129167" y="9632"/>
                    <a:pt x="123589" y="1955"/>
                    <a:pt x="114678" y="5794"/>
                  </a:cubicBezTo>
                  <a:cubicBezTo>
                    <a:pt x="104906" y="8553"/>
                    <a:pt x="94423" y="7162"/>
                    <a:pt x="85701" y="1955"/>
                  </a:cubicBezTo>
                  <a:cubicBezTo>
                    <a:pt x="80123" y="-1883"/>
                    <a:pt x="73458" y="9632"/>
                    <a:pt x="65634" y="4562"/>
                  </a:cubicBezTo>
                  <a:cubicBezTo>
                    <a:pt x="63881" y="3338"/>
                    <a:pt x="62381" y="1789"/>
                    <a:pt x="61215" y="0"/>
                  </a:cubicBezTo>
                  <a:cubicBezTo>
                    <a:pt x="53427" y="4628"/>
                    <a:pt x="46748" y="10906"/>
                    <a:pt x="41655" y="18394"/>
                  </a:cubicBezTo>
                  <a:cubicBezTo>
                    <a:pt x="34621" y="29489"/>
                    <a:pt x="22552" y="36376"/>
                    <a:pt x="9418" y="36789"/>
                  </a:cubicBezTo>
                  <a:cubicBezTo>
                    <a:pt x="5578" y="37513"/>
                    <a:pt x="2173" y="43016"/>
                    <a:pt x="0" y="49317"/>
                  </a:cubicBezTo>
                  <a:cubicBezTo>
                    <a:pt x="3202" y="60346"/>
                    <a:pt x="8440" y="70687"/>
                    <a:pt x="15431" y="79805"/>
                  </a:cubicBezTo>
                  <a:cubicBezTo>
                    <a:pt x="25500" y="90016"/>
                    <a:pt x="61142" y="88785"/>
                    <a:pt x="61142" y="79805"/>
                  </a:cubicBezTo>
                  <a:cubicBezTo>
                    <a:pt x="61142" y="70825"/>
                    <a:pt x="90120" y="67059"/>
                    <a:pt x="96857" y="67059"/>
                  </a:cubicBezTo>
                  <a:cubicBezTo>
                    <a:pt x="103594" y="67059"/>
                    <a:pt x="124748" y="42799"/>
                    <a:pt x="128080" y="44103"/>
                  </a:cubicBezTo>
                  <a:cubicBezTo>
                    <a:pt x="131413" y="45406"/>
                    <a:pt x="153798" y="49244"/>
                    <a:pt x="159304" y="55545"/>
                  </a:cubicBezTo>
                  <a:cubicBezTo>
                    <a:pt x="165679" y="59984"/>
                    <a:pt x="172945" y="62975"/>
                    <a:pt x="180602" y="64307"/>
                  </a:cubicBezTo>
                  <a:cubicBezTo>
                    <a:pt x="176661" y="60882"/>
                    <a:pt x="174096" y="56153"/>
                    <a:pt x="173358" y="50982"/>
                  </a:cubicBezTo>
                  <a:cubicBezTo>
                    <a:pt x="173358" y="44103"/>
                    <a:pt x="184659" y="26143"/>
                    <a:pt x="188354" y="22667"/>
                  </a:cubicBezTo>
                  <a:cubicBezTo>
                    <a:pt x="188643" y="22327"/>
                    <a:pt x="188868" y="21935"/>
                    <a:pt x="189005" y="21508"/>
                  </a:cubicBezTo>
                  <a:cubicBezTo>
                    <a:pt x="182131" y="20900"/>
                    <a:pt x="175430" y="19039"/>
                    <a:pt x="169228" y="16004"/>
                  </a:cubicBezTo>
                  <a:cubicBezTo>
                    <a:pt x="160796" y="10131"/>
                    <a:pt x="150552" y="7437"/>
                    <a:pt x="140323" y="84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5" name="Freeform 122">
              <a:extLst>
                <a:ext uri="{FF2B5EF4-FFF2-40B4-BE49-F238E27FC236}">
                  <a16:creationId xmlns:a16="http://schemas.microsoft.com/office/drawing/2014/main" id="{C49B9F42-574E-6E50-3CD7-D3D6CCFAAD9D}"/>
                </a:ext>
              </a:extLst>
            </p:cNvPr>
            <p:cNvSpPr/>
            <p:nvPr/>
          </p:nvSpPr>
          <p:spPr>
            <a:xfrm>
              <a:off x="5401947" y="2697658"/>
              <a:ext cx="112838" cy="226954"/>
            </a:xfrm>
            <a:custGeom>
              <a:avLst/>
              <a:gdLst>
                <a:gd name="connsiteX0" fmla="*/ 109987 w 112839"/>
                <a:gd name="connsiteY0" fmla="*/ 23327 h 226953"/>
                <a:gd name="connsiteX1" fmla="*/ 101512 w 112839"/>
                <a:gd name="connsiteY1" fmla="*/ 8047 h 226953"/>
                <a:gd name="connsiteX2" fmla="*/ 80865 w 112839"/>
                <a:gd name="connsiteY2" fmla="*/ 3847 h 226953"/>
                <a:gd name="connsiteX3" fmla="*/ 67463 w 112839"/>
                <a:gd name="connsiteY3" fmla="*/ 3847 h 226953"/>
                <a:gd name="connsiteX4" fmla="*/ 49859 w 112839"/>
                <a:gd name="connsiteY4" fmla="*/ 3050 h 226953"/>
                <a:gd name="connsiteX5" fmla="*/ 49859 w 112839"/>
                <a:gd name="connsiteY5" fmla="*/ 3557 h 226953"/>
                <a:gd name="connsiteX6" fmla="*/ 49859 w 112839"/>
                <a:gd name="connsiteY6" fmla="*/ 29049 h 226953"/>
                <a:gd name="connsiteX7" fmla="*/ 44064 w 112839"/>
                <a:gd name="connsiteY7" fmla="*/ 43532 h 226953"/>
                <a:gd name="connsiteX8" fmla="*/ 28850 w 112839"/>
                <a:gd name="connsiteY8" fmla="*/ 58016 h 226953"/>
                <a:gd name="connsiteX9" fmla="*/ 29792 w 112839"/>
                <a:gd name="connsiteY9" fmla="*/ 69675 h 226953"/>
                <a:gd name="connsiteX10" fmla="*/ 15303 w 112839"/>
                <a:gd name="connsiteY10" fmla="*/ 99367 h 226953"/>
                <a:gd name="connsiteX11" fmla="*/ 5451 w 112839"/>
                <a:gd name="connsiteY11" fmla="*/ 119861 h 226953"/>
                <a:gd name="connsiteX12" fmla="*/ 18418 w 112839"/>
                <a:gd name="connsiteY12" fmla="*/ 153608 h 226953"/>
                <a:gd name="connsiteX13" fmla="*/ 22982 w 112839"/>
                <a:gd name="connsiteY13" fmla="*/ 219291 h 226953"/>
                <a:gd name="connsiteX14" fmla="*/ 48917 w 112839"/>
                <a:gd name="connsiteY14" fmla="*/ 226533 h 226953"/>
                <a:gd name="connsiteX15" fmla="*/ 75866 w 112839"/>
                <a:gd name="connsiteY15" fmla="*/ 220450 h 226953"/>
                <a:gd name="connsiteX16" fmla="*/ 71013 w 112839"/>
                <a:gd name="connsiteY16" fmla="*/ 207922 h 226953"/>
                <a:gd name="connsiteX17" fmla="*/ 84342 w 112839"/>
                <a:gd name="connsiteY17" fmla="*/ 184241 h 226953"/>
                <a:gd name="connsiteX18" fmla="*/ 77098 w 112839"/>
                <a:gd name="connsiteY18" fmla="*/ 164833 h 226953"/>
                <a:gd name="connsiteX19" fmla="*/ 85646 w 112839"/>
                <a:gd name="connsiteY19" fmla="*/ 143976 h 226953"/>
                <a:gd name="connsiteX20" fmla="*/ 75866 w 112839"/>
                <a:gd name="connsiteY20" fmla="*/ 123120 h 226953"/>
                <a:gd name="connsiteX21" fmla="*/ 84415 w 112839"/>
                <a:gd name="connsiteY21" fmla="*/ 107840 h 226953"/>
                <a:gd name="connsiteX22" fmla="*/ 90500 w 112839"/>
                <a:gd name="connsiteY22" fmla="*/ 81407 h 226953"/>
                <a:gd name="connsiteX23" fmla="*/ 88037 w 112839"/>
                <a:gd name="connsiteY23" fmla="*/ 45198 h 226953"/>
                <a:gd name="connsiteX24" fmla="*/ 109987 w 112839"/>
                <a:gd name="connsiteY24" fmla="*/ 23327 h 2269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12839" h="226953">
                  <a:moveTo>
                    <a:pt x="109987" y="23327"/>
                  </a:moveTo>
                  <a:cubicBezTo>
                    <a:pt x="119695" y="12175"/>
                    <a:pt x="101512" y="16086"/>
                    <a:pt x="101512" y="8047"/>
                  </a:cubicBezTo>
                  <a:cubicBezTo>
                    <a:pt x="101512" y="9"/>
                    <a:pt x="89341" y="-3105"/>
                    <a:pt x="80865" y="3847"/>
                  </a:cubicBezTo>
                  <a:cubicBezTo>
                    <a:pt x="72389" y="10799"/>
                    <a:pt x="74780" y="3847"/>
                    <a:pt x="67463" y="3847"/>
                  </a:cubicBezTo>
                  <a:cubicBezTo>
                    <a:pt x="61595" y="4651"/>
                    <a:pt x="55633" y="4383"/>
                    <a:pt x="49859" y="3050"/>
                  </a:cubicBezTo>
                  <a:cubicBezTo>
                    <a:pt x="49888" y="3217"/>
                    <a:pt x="49888" y="3391"/>
                    <a:pt x="49859" y="3557"/>
                  </a:cubicBezTo>
                  <a:cubicBezTo>
                    <a:pt x="51750" y="11951"/>
                    <a:pt x="51750" y="20655"/>
                    <a:pt x="49859" y="29049"/>
                  </a:cubicBezTo>
                  <a:cubicBezTo>
                    <a:pt x="48497" y="34082"/>
                    <a:pt x="46548" y="38948"/>
                    <a:pt x="44064" y="43532"/>
                  </a:cubicBezTo>
                  <a:cubicBezTo>
                    <a:pt x="40746" y="49920"/>
                    <a:pt x="35392" y="55018"/>
                    <a:pt x="28850" y="58016"/>
                  </a:cubicBezTo>
                  <a:cubicBezTo>
                    <a:pt x="28850" y="61926"/>
                    <a:pt x="29575" y="65837"/>
                    <a:pt x="29792" y="69675"/>
                  </a:cubicBezTo>
                  <a:cubicBezTo>
                    <a:pt x="30212" y="81363"/>
                    <a:pt x="24779" y="92501"/>
                    <a:pt x="15303" y="99367"/>
                  </a:cubicBezTo>
                  <a:cubicBezTo>
                    <a:pt x="13000" y="106630"/>
                    <a:pt x="9689" y="113532"/>
                    <a:pt x="5451" y="119861"/>
                  </a:cubicBezTo>
                  <a:cubicBezTo>
                    <a:pt x="-7516" y="137024"/>
                    <a:pt x="5017" y="141586"/>
                    <a:pt x="18418" y="153608"/>
                  </a:cubicBezTo>
                  <a:cubicBezTo>
                    <a:pt x="31821" y="165629"/>
                    <a:pt x="22982" y="209008"/>
                    <a:pt x="22982" y="219291"/>
                  </a:cubicBezTo>
                  <a:cubicBezTo>
                    <a:pt x="22982" y="229574"/>
                    <a:pt x="34936" y="226533"/>
                    <a:pt x="48917" y="226533"/>
                  </a:cubicBezTo>
                  <a:cubicBezTo>
                    <a:pt x="58067" y="225309"/>
                    <a:pt x="67086" y="223274"/>
                    <a:pt x="75866" y="220450"/>
                  </a:cubicBezTo>
                  <a:cubicBezTo>
                    <a:pt x="73345" y="216684"/>
                    <a:pt x="71686" y="212404"/>
                    <a:pt x="71013" y="207922"/>
                  </a:cubicBezTo>
                  <a:cubicBezTo>
                    <a:pt x="71013" y="199521"/>
                    <a:pt x="71013" y="187065"/>
                    <a:pt x="84342" y="184241"/>
                  </a:cubicBezTo>
                  <a:cubicBezTo>
                    <a:pt x="97672" y="181416"/>
                    <a:pt x="80720" y="168961"/>
                    <a:pt x="77098" y="164833"/>
                  </a:cubicBezTo>
                  <a:cubicBezTo>
                    <a:pt x="73476" y="160705"/>
                    <a:pt x="78329" y="143976"/>
                    <a:pt x="85646" y="143976"/>
                  </a:cubicBezTo>
                  <a:cubicBezTo>
                    <a:pt x="92963" y="143976"/>
                    <a:pt x="85646" y="134272"/>
                    <a:pt x="75866" y="123120"/>
                  </a:cubicBezTo>
                  <a:cubicBezTo>
                    <a:pt x="66086" y="111967"/>
                    <a:pt x="75866" y="107840"/>
                    <a:pt x="84415" y="107840"/>
                  </a:cubicBezTo>
                  <a:cubicBezTo>
                    <a:pt x="92963" y="107840"/>
                    <a:pt x="82024" y="91111"/>
                    <a:pt x="90500" y="81407"/>
                  </a:cubicBezTo>
                  <a:cubicBezTo>
                    <a:pt x="98976" y="71703"/>
                    <a:pt x="88037" y="53598"/>
                    <a:pt x="88037" y="45198"/>
                  </a:cubicBezTo>
                  <a:cubicBezTo>
                    <a:pt x="88037" y="36797"/>
                    <a:pt x="100280" y="34480"/>
                    <a:pt x="109987" y="23327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6" name="Freeform 123">
              <a:extLst>
                <a:ext uri="{FF2B5EF4-FFF2-40B4-BE49-F238E27FC236}">
                  <a16:creationId xmlns:a16="http://schemas.microsoft.com/office/drawing/2014/main" id="{C2898B3F-6010-B741-C73C-0E48D0C13DAD}"/>
                </a:ext>
              </a:extLst>
            </p:cNvPr>
            <p:cNvSpPr/>
            <p:nvPr/>
          </p:nvSpPr>
          <p:spPr>
            <a:xfrm>
              <a:off x="5834742" y="2126066"/>
              <a:ext cx="138249" cy="135423"/>
            </a:xfrm>
            <a:custGeom>
              <a:avLst/>
              <a:gdLst>
                <a:gd name="connsiteX0" fmla="*/ 136557 w 138249"/>
                <a:gd name="connsiteY0" fmla="*/ 26143 h 135422"/>
                <a:gd name="connsiteX1" fmla="*/ 135615 w 138249"/>
                <a:gd name="connsiteY1" fmla="*/ 0 h 135422"/>
                <a:gd name="connsiteX2" fmla="*/ 127066 w 138249"/>
                <a:gd name="connsiteY2" fmla="*/ 3911 h 135422"/>
                <a:gd name="connsiteX3" fmla="*/ 122575 w 138249"/>
                <a:gd name="connsiteY3" fmla="*/ 1883 h 135422"/>
                <a:gd name="connsiteX4" fmla="*/ 93597 w 138249"/>
                <a:gd name="connsiteY4" fmla="*/ 16367 h 135422"/>
                <a:gd name="connsiteX5" fmla="*/ 79108 w 138249"/>
                <a:gd name="connsiteY5" fmla="*/ 15715 h 135422"/>
                <a:gd name="connsiteX6" fmla="*/ 79108 w 138249"/>
                <a:gd name="connsiteY6" fmla="*/ 31647 h 135422"/>
                <a:gd name="connsiteX7" fmla="*/ 64620 w 138249"/>
                <a:gd name="connsiteY7" fmla="*/ 35775 h 135422"/>
                <a:gd name="connsiteX8" fmla="*/ 60056 w 138249"/>
                <a:gd name="connsiteY8" fmla="*/ 44682 h 135422"/>
                <a:gd name="connsiteX9" fmla="*/ 52811 w 138249"/>
                <a:gd name="connsiteY9" fmla="*/ 54386 h 135422"/>
                <a:gd name="connsiteX10" fmla="*/ 30644 w 138249"/>
                <a:gd name="connsiteY10" fmla="*/ 82484 h 135422"/>
                <a:gd name="connsiteX11" fmla="*/ 5288 w 138249"/>
                <a:gd name="connsiteY11" fmla="*/ 109351 h 135422"/>
                <a:gd name="connsiteX12" fmla="*/ 0 w 138249"/>
                <a:gd name="connsiteY12" fmla="*/ 112900 h 135422"/>
                <a:gd name="connsiteX13" fmla="*/ 12026 w 138249"/>
                <a:gd name="connsiteY13" fmla="*/ 117752 h 135422"/>
                <a:gd name="connsiteX14" fmla="*/ 44046 w 138249"/>
                <a:gd name="connsiteY14" fmla="*/ 105513 h 135422"/>
                <a:gd name="connsiteX15" fmla="*/ 66938 w 138249"/>
                <a:gd name="connsiteY15" fmla="*/ 108989 h 135422"/>
                <a:gd name="connsiteX16" fmla="*/ 91424 w 138249"/>
                <a:gd name="connsiteY16" fmla="*/ 128180 h 135422"/>
                <a:gd name="connsiteX17" fmla="*/ 98668 w 138249"/>
                <a:gd name="connsiteY17" fmla="*/ 135422 h 135422"/>
                <a:gd name="connsiteX18" fmla="*/ 102580 w 138249"/>
                <a:gd name="connsiteY18" fmla="*/ 105803 h 135422"/>
                <a:gd name="connsiteX19" fmla="*/ 104536 w 138249"/>
                <a:gd name="connsiteY19" fmla="*/ 87554 h 135422"/>
                <a:gd name="connsiteX20" fmla="*/ 123516 w 138249"/>
                <a:gd name="connsiteY20" fmla="*/ 77270 h 135422"/>
                <a:gd name="connsiteX21" fmla="*/ 130761 w 138249"/>
                <a:gd name="connsiteY21" fmla="*/ 64670 h 135422"/>
                <a:gd name="connsiteX22" fmla="*/ 119750 w 138249"/>
                <a:gd name="connsiteY22" fmla="*/ 44103 h 135422"/>
                <a:gd name="connsiteX23" fmla="*/ 136557 w 138249"/>
                <a:gd name="connsiteY23" fmla="*/ 26143 h 135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38249" h="135422">
                  <a:moveTo>
                    <a:pt x="136557" y="26143"/>
                  </a:moveTo>
                  <a:cubicBezTo>
                    <a:pt x="139454" y="21219"/>
                    <a:pt x="138295" y="11008"/>
                    <a:pt x="135615" y="0"/>
                  </a:cubicBezTo>
                  <a:cubicBezTo>
                    <a:pt x="134310" y="4055"/>
                    <a:pt x="131630" y="7242"/>
                    <a:pt x="127066" y="3911"/>
                  </a:cubicBezTo>
                  <a:cubicBezTo>
                    <a:pt x="125697" y="2984"/>
                    <a:pt x="124176" y="2296"/>
                    <a:pt x="122575" y="1883"/>
                  </a:cubicBezTo>
                  <a:cubicBezTo>
                    <a:pt x="116091" y="11420"/>
                    <a:pt x="105116" y="16903"/>
                    <a:pt x="93597" y="16367"/>
                  </a:cubicBezTo>
                  <a:cubicBezTo>
                    <a:pt x="88743" y="15932"/>
                    <a:pt x="83890" y="15860"/>
                    <a:pt x="79108" y="15715"/>
                  </a:cubicBezTo>
                  <a:cubicBezTo>
                    <a:pt x="76102" y="20603"/>
                    <a:pt x="76102" y="26759"/>
                    <a:pt x="79108" y="31647"/>
                  </a:cubicBezTo>
                  <a:cubicBezTo>
                    <a:pt x="83817" y="37585"/>
                    <a:pt x="69474" y="40916"/>
                    <a:pt x="64620" y="35775"/>
                  </a:cubicBezTo>
                  <a:cubicBezTo>
                    <a:pt x="63171" y="38889"/>
                    <a:pt x="61650" y="42003"/>
                    <a:pt x="60056" y="44682"/>
                  </a:cubicBezTo>
                  <a:cubicBezTo>
                    <a:pt x="57919" y="48115"/>
                    <a:pt x="55492" y="51359"/>
                    <a:pt x="52811" y="54386"/>
                  </a:cubicBezTo>
                  <a:cubicBezTo>
                    <a:pt x="50653" y="66900"/>
                    <a:pt x="42314" y="77473"/>
                    <a:pt x="30644" y="82484"/>
                  </a:cubicBezTo>
                  <a:cubicBezTo>
                    <a:pt x="24826" y="93601"/>
                    <a:pt x="16054" y="102899"/>
                    <a:pt x="5288" y="109351"/>
                  </a:cubicBezTo>
                  <a:lnTo>
                    <a:pt x="0" y="112900"/>
                  </a:lnTo>
                  <a:cubicBezTo>
                    <a:pt x="3695" y="115203"/>
                    <a:pt x="7766" y="116839"/>
                    <a:pt x="12026" y="117752"/>
                  </a:cubicBezTo>
                  <a:cubicBezTo>
                    <a:pt x="23769" y="117354"/>
                    <a:pt x="35034" y="113045"/>
                    <a:pt x="44046" y="105513"/>
                  </a:cubicBezTo>
                  <a:cubicBezTo>
                    <a:pt x="50203" y="98272"/>
                    <a:pt x="60853" y="102037"/>
                    <a:pt x="66938" y="108989"/>
                  </a:cubicBezTo>
                  <a:cubicBezTo>
                    <a:pt x="73023" y="115942"/>
                    <a:pt x="82224" y="117752"/>
                    <a:pt x="91424" y="128180"/>
                  </a:cubicBezTo>
                  <a:cubicBezTo>
                    <a:pt x="93655" y="130766"/>
                    <a:pt x="96082" y="133191"/>
                    <a:pt x="98668" y="135422"/>
                  </a:cubicBezTo>
                  <a:cubicBezTo>
                    <a:pt x="99023" y="125450"/>
                    <a:pt x="100335" y="115529"/>
                    <a:pt x="102580" y="105803"/>
                  </a:cubicBezTo>
                  <a:cubicBezTo>
                    <a:pt x="105550" y="97837"/>
                    <a:pt x="99538" y="87554"/>
                    <a:pt x="104536" y="87554"/>
                  </a:cubicBezTo>
                  <a:cubicBezTo>
                    <a:pt x="109535" y="87554"/>
                    <a:pt x="123516" y="87554"/>
                    <a:pt x="123516" y="77270"/>
                  </a:cubicBezTo>
                  <a:cubicBezTo>
                    <a:pt x="123516" y="66987"/>
                    <a:pt x="127501" y="70390"/>
                    <a:pt x="130761" y="64670"/>
                  </a:cubicBezTo>
                  <a:cubicBezTo>
                    <a:pt x="134021" y="58948"/>
                    <a:pt x="121778" y="47579"/>
                    <a:pt x="119750" y="44103"/>
                  </a:cubicBezTo>
                  <a:cubicBezTo>
                    <a:pt x="117721" y="40627"/>
                    <a:pt x="128588" y="39830"/>
                    <a:pt x="136557" y="261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7" name="Freeform 124">
              <a:extLst>
                <a:ext uri="{FF2B5EF4-FFF2-40B4-BE49-F238E27FC236}">
                  <a16:creationId xmlns:a16="http://schemas.microsoft.com/office/drawing/2014/main" id="{4109FE12-979E-26F2-2575-A022046282E6}"/>
                </a:ext>
              </a:extLst>
            </p:cNvPr>
            <p:cNvSpPr/>
            <p:nvPr/>
          </p:nvSpPr>
          <p:spPr>
            <a:xfrm>
              <a:off x="5923678" y="2298352"/>
              <a:ext cx="22409" cy="35703"/>
            </a:xfrm>
            <a:custGeom>
              <a:avLst/>
              <a:gdLst>
                <a:gd name="connsiteX0" fmla="*/ 11905 w 22409"/>
                <a:gd name="connsiteY0" fmla="*/ 0 h 35702"/>
                <a:gd name="connsiteX1" fmla="*/ 97 w 22409"/>
                <a:gd name="connsiteY1" fmla="*/ 32805 h 35702"/>
                <a:gd name="connsiteX2" fmla="*/ 22409 w 22409"/>
                <a:gd name="connsiteY2" fmla="*/ 35702 h 35702"/>
                <a:gd name="connsiteX3" fmla="*/ 11688 w 22409"/>
                <a:gd name="connsiteY3" fmla="*/ 3693 h 35702"/>
                <a:gd name="connsiteX4" fmla="*/ 11905 w 22409"/>
                <a:gd name="connsiteY4" fmla="*/ 0 h 35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409" h="35702">
                  <a:moveTo>
                    <a:pt x="11905" y="0"/>
                  </a:moveTo>
                  <a:cubicBezTo>
                    <a:pt x="5240" y="4273"/>
                    <a:pt x="-845" y="13397"/>
                    <a:pt x="97" y="32805"/>
                  </a:cubicBezTo>
                  <a:cubicBezTo>
                    <a:pt x="7638" y="32567"/>
                    <a:pt x="15180" y="33544"/>
                    <a:pt x="22409" y="35702"/>
                  </a:cubicBezTo>
                  <a:cubicBezTo>
                    <a:pt x="21938" y="24231"/>
                    <a:pt x="18215" y="13137"/>
                    <a:pt x="11688" y="3693"/>
                  </a:cubicBezTo>
                  <a:cubicBezTo>
                    <a:pt x="11217" y="2491"/>
                    <a:pt x="11297" y="1137"/>
                    <a:pt x="1190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8" name="Freeform 125">
              <a:extLst>
                <a:ext uri="{FF2B5EF4-FFF2-40B4-BE49-F238E27FC236}">
                  <a16:creationId xmlns:a16="http://schemas.microsoft.com/office/drawing/2014/main" id="{93DC2BD0-7767-E49C-1B6B-2EC586FF577E}"/>
                </a:ext>
              </a:extLst>
            </p:cNvPr>
            <p:cNvSpPr/>
            <p:nvPr/>
          </p:nvSpPr>
          <p:spPr>
            <a:xfrm>
              <a:off x="5812066" y="2227916"/>
              <a:ext cx="130383" cy="103640"/>
            </a:xfrm>
            <a:custGeom>
              <a:avLst/>
              <a:gdLst>
                <a:gd name="connsiteX0" fmla="*/ 4419 w 130383"/>
                <a:gd name="connsiteY0" fmla="*/ 27417 h 103639"/>
                <a:gd name="connsiteX1" fmla="*/ 16445 w 130383"/>
                <a:gd name="connsiteY1" fmla="*/ 41901 h 103639"/>
                <a:gd name="connsiteX2" fmla="*/ 33686 w 130383"/>
                <a:gd name="connsiteY2" fmla="*/ 53923 h 103639"/>
                <a:gd name="connsiteX3" fmla="*/ 54623 w 130383"/>
                <a:gd name="connsiteY3" fmla="*/ 68406 h 103639"/>
                <a:gd name="connsiteX4" fmla="*/ 64403 w 130383"/>
                <a:gd name="connsiteY4" fmla="*/ 81224 h 103639"/>
                <a:gd name="connsiteX5" fmla="*/ 79326 w 130383"/>
                <a:gd name="connsiteY5" fmla="*/ 72679 h 103639"/>
                <a:gd name="connsiteX6" fmla="*/ 89106 w 130383"/>
                <a:gd name="connsiteY6" fmla="*/ 90639 h 103639"/>
                <a:gd name="connsiteX7" fmla="*/ 106347 w 130383"/>
                <a:gd name="connsiteY7" fmla="*/ 103529 h 103639"/>
                <a:gd name="connsiteX8" fmla="*/ 111708 w 130383"/>
                <a:gd name="connsiteY8" fmla="*/ 102950 h 103639"/>
                <a:gd name="connsiteX9" fmla="*/ 123516 w 130383"/>
                <a:gd name="connsiteY9" fmla="*/ 70144 h 103639"/>
                <a:gd name="connsiteX10" fmla="*/ 130326 w 130383"/>
                <a:gd name="connsiteY10" fmla="*/ 58992 h 103639"/>
                <a:gd name="connsiteX11" fmla="*/ 121271 w 130383"/>
                <a:gd name="connsiteY11" fmla="*/ 34949 h 103639"/>
                <a:gd name="connsiteX12" fmla="*/ 121271 w 130383"/>
                <a:gd name="connsiteY12" fmla="*/ 33718 h 103639"/>
                <a:gd name="connsiteX13" fmla="*/ 114026 w 130383"/>
                <a:gd name="connsiteY13" fmla="*/ 26476 h 103639"/>
                <a:gd name="connsiteX14" fmla="*/ 89540 w 130383"/>
                <a:gd name="connsiteY14" fmla="*/ 7285 h 103639"/>
                <a:gd name="connsiteX15" fmla="*/ 66648 w 130383"/>
                <a:gd name="connsiteY15" fmla="*/ 3809 h 103639"/>
                <a:gd name="connsiteX16" fmla="*/ 34628 w 130383"/>
                <a:gd name="connsiteY16" fmla="*/ 16048 h 103639"/>
                <a:gd name="connsiteX17" fmla="*/ 22602 w 130383"/>
                <a:gd name="connsiteY17" fmla="*/ 11196 h 103639"/>
                <a:gd name="connsiteX18" fmla="*/ 0 w 130383"/>
                <a:gd name="connsiteY18" fmla="*/ 22203 h 103639"/>
                <a:gd name="connsiteX19" fmla="*/ 4419 w 130383"/>
                <a:gd name="connsiteY19" fmla="*/ 27417 h 103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0383" h="103639">
                  <a:moveTo>
                    <a:pt x="4419" y="27417"/>
                  </a:moveTo>
                  <a:cubicBezTo>
                    <a:pt x="5216" y="33428"/>
                    <a:pt x="13474" y="47984"/>
                    <a:pt x="16445" y="41901"/>
                  </a:cubicBezTo>
                  <a:cubicBezTo>
                    <a:pt x="19415" y="35818"/>
                    <a:pt x="26949" y="49650"/>
                    <a:pt x="33686" y="53923"/>
                  </a:cubicBezTo>
                  <a:cubicBezTo>
                    <a:pt x="40424" y="58195"/>
                    <a:pt x="53898" y="63337"/>
                    <a:pt x="54623" y="68406"/>
                  </a:cubicBezTo>
                  <a:cubicBezTo>
                    <a:pt x="55347" y="73476"/>
                    <a:pt x="57665" y="84700"/>
                    <a:pt x="64403" y="81224"/>
                  </a:cubicBezTo>
                  <a:cubicBezTo>
                    <a:pt x="71140" y="77748"/>
                    <a:pt x="79326" y="65799"/>
                    <a:pt x="79326" y="72679"/>
                  </a:cubicBezTo>
                  <a:cubicBezTo>
                    <a:pt x="79326" y="79559"/>
                    <a:pt x="81572" y="92377"/>
                    <a:pt x="89106" y="90639"/>
                  </a:cubicBezTo>
                  <a:cubicBezTo>
                    <a:pt x="96640" y="88900"/>
                    <a:pt x="98813" y="105122"/>
                    <a:pt x="106347" y="103529"/>
                  </a:cubicBezTo>
                  <a:cubicBezTo>
                    <a:pt x="108115" y="103181"/>
                    <a:pt x="109904" y="102986"/>
                    <a:pt x="111708" y="102950"/>
                  </a:cubicBezTo>
                  <a:cubicBezTo>
                    <a:pt x="110767" y="83542"/>
                    <a:pt x="116852" y="74417"/>
                    <a:pt x="123516" y="70144"/>
                  </a:cubicBezTo>
                  <a:cubicBezTo>
                    <a:pt x="125110" y="66741"/>
                    <a:pt x="129529" y="62902"/>
                    <a:pt x="130326" y="58992"/>
                  </a:cubicBezTo>
                  <a:cubicBezTo>
                    <a:pt x="131268" y="53271"/>
                    <a:pt x="120329" y="41829"/>
                    <a:pt x="121271" y="34949"/>
                  </a:cubicBezTo>
                  <a:cubicBezTo>
                    <a:pt x="121307" y="34536"/>
                    <a:pt x="121307" y="34131"/>
                    <a:pt x="121271" y="33718"/>
                  </a:cubicBezTo>
                  <a:cubicBezTo>
                    <a:pt x="118684" y="31487"/>
                    <a:pt x="116258" y="29061"/>
                    <a:pt x="114026" y="26476"/>
                  </a:cubicBezTo>
                  <a:cubicBezTo>
                    <a:pt x="104826" y="16048"/>
                    <a:pt x="95698" y="14310"/>
                    <a:pt x="89540" y="7285"/>
                  </a:cubicBezTo>
                  <a:cubicBezTo>
                    <a:pt x="83383" y="261"/>
                    <a:pt x="72806" y="-3143"/>
                    <a:pt x="66648" y="3809"/>
                  </a:cubicBezTo>
                  <a:cubicBezTo>
                    <a:pt x="57636" y="11341"/>
                    <a:pt x="46371" y="15650"/>
                    <a:pt x="34628" y="16048"/>
                  </a:cubicBezTo>
                  <a:cubicBezTo>
                    <a:pt x="30369" y="15143"/>
                    <a:pt x="26297" y="13499"/>
                    <a:pt x="22602" y="11196"/>
                  </a:cubicBezTo>
                  <a:cubicBezTo>
                    <a:pt x="15749" y="16128"/>
                    <a:pt x="8107" y="19850"/>
                    <a:pt x="0" y="22203"/>
                  </a:cubicBezTo>
                  <a:cubicBezTo>
                    <a:pt x="1594" y="24666"/>
                    <a:pt x="3984" y="23435"/>
                    <a:pt x="4419" y="27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9" name="Freeform 126">
              <a:extLst>
                <a:ext uri="{FF2B5EF4-FFF2-40B4-BE49-F238E27FC236}">
                  <a16:creationId xmlns:a16="http://schemas.microsoft.com/office/drawing/2014/main" id="{54ED8D61-7DAE-F66C-BDB7-DC82020801CB}"/>
                </a:ext>
              </a:extLst>
            </p:cNvPr>
            <p:cNvSpPr/>
            <p:nvPr/>
          </p:nvSpPr>
          <p:spPr>
            <a:xfrm>
              <a:off x="6407805" y="2385904"/>
              <a:ext cx="304837" cy="226018"/>
            </a:xfrm>
            <a:custGeom>
              <a:avLst/>
              <a:gdLst>
                <a:gd name="connsiteX0" fmla="*/ 273583 w 304838"/>
                <a:gd name="connsiteY0" fmla="*/ 151426 h 226017"/>
                <a:gd name="connsiteX1" fmla="*/ 260616 w 304838"/>
                <a:gd name="connsiteY1" fmla="*/ 142302 h 226017"/>
                <a:gd name="connsiteX2" fmla="*/ 261485 w 304838"/>
                <a:gd name="connsiteY2" fmla="*/ 140998 h 226017"/>
                <a:gd name="connsiteX3" fmla="*/ 255617 w 304838"/>
                <a:gd name="connsiteY3" fmla="*/ 97547 h 226017"/>
                <a:gd name="connsiteX4" fmla="*/ 233884 w 304838"/>
                <a:gd name="connsiteY4" fmla="*/ 43451 h 226017"/>
                <a:gd name="connsiteX5" fmla="*/ 211644 w 304838"/>
                <a:gd name="connsiteY5" fmla="*/ 0 h 226017"/>
                <a:gd name="connsiteX6" fmla="*/ 195344 w 304838"/>
                <a:gd name="connsiteY6" fmla="*/ 8908 h 226017"/>
                <a:gd name="connsiteX7" fmla="*/ 176364 w 304838"/>
                <a:gd name="connsiteY7" fmla="*/ 20277 h 226017"/>
                <a:gd name="connsiteX8" fmla="*/ 159340 w 304838"/>
                <a:gd name="connsiteY8" fmla="*/ 22594 h 226017"/>
                <a:gd name="connsiteX9" fmla="*/ 144344 w 304838"/>
                <a:gd name="connsiteY9" fmla="*/ 27157 h 226017"/>
                <a:gd name="connsiteX10" fmla="*/ 124422 w 304838"/>
                <a:gd name="connsiteY10" fmla="*/ 19915 h 226017"/>
                <a:gd name="connsiteX11" fmla="*/ 90446 w 304838"/>
                <a:gd name="connsiteY11" fmla="*/ 13108 h 226017"/>
                <a:gd name="connsiteX12" fmla="*/ 77478 w 304838"/>
                <a:gd name="connsiteY12" fmla="*/ 14339 h 226017"/>
                <a:gd name="connsiteX13" fmla="*/ 74218 w 304838"/>
                <a:gd name="connsiteY13" fmla="*/ 22812 h 226017"/>
                <a:gd name="connsiteX14" fmla="*/ 51761 w 304838"/>
                <a:gd name="connsiteY14" fmla="*/ 39033 h 226017"/>
                <a:gd name="connsiteX15" fmla="*/ 21044 w 304838"/>
                <a:gd name="connsiteY15" fmla="*/ 96968 h 226017"/>
                <a:gd name="connsiteX16" fmla="*/ 36 w 304838"/>
                <a:gd name="connsiteY16" fmla="*/ 114928 h 226017"/>
                <a:gd name="connsiteX17" fmla="*/ 12062 w 304838"/>
                <a:gd name="connsiteY17" fmla="*/ 137233 h 226017"/>
                <a:gd name="connsiteX18" fmla="*/ 23290 w 304838"/>
                <a:gd name="connsiteY18" fmla="*/ 150919 h 226017"/>
                <a:gd name="connsiteX19" fmla="*/ 27782 w 304838"/>
                <a:gd name="connsiteY19" fmla="*/ 174962 h 226017"/>
                <a:gd name="connsiteX20" fmla="*/ 65235 w 304838"/>
                <a:gd name="connsiteY20" fmla="*/ 187780 h 226017"/>
                <a:gd name="connsiteX21" fmla="*/ 67191 w 304838"/>
                <a:gd name="connsiteY21" fmla="*/ 204654 h 226017"/>
                <a:gd name="connsiteX22" fmla="*/ 86461 w 304838"/>
                <a:gd name="connsiteY22" fmla="*/ 219499 h 226017"/>
                <a:gd name="connsiteX23" fmla="*/ 122683 w 304838"/>
                <a:gd name="connsiteY23" fmla="*/ 224062 h 226017"/>
                <a:gd name="connsiteX24" fmla="*/ 158905 w 304838"/>
                <a:gd name="connsiteY24" fmla="*/ 225221 h 226017"/>
                <a:gd name="connsiteX25" fmla="*/ 182811 w 304838"/>
                <a:gd name="connsiteY25" fmla="*/ 213778 h 226017"/>
                <a:gd name="connsiteX26" fmla="*/ 222800 w 304838"/>
                <a:gd name="connsiteY26" fmla="*/ 205740 h 226017"/>
                <a:gd name="connsiteX27" fmla="*/ 249749 w 304838"/>
                <a:gd name="connsiteY27" fmla="*/ 214937 h 226017"/>
                <a:gd name="connsiteX28" fmla="*/ 270251 w 304838"/>
                <a:gd name="connsiteY28" fmla="*/ 226017 h 226017"/>
                <a:gd name="connsiteX29" fmla="*/ 270251 w 304838"/>
                <a:gd name="connsiteY29" fmla="*/ 205740 h 226017"/>
                <a:gd name="connsiteX30" fmla="*/ 287202 w 304838"/>
                <a:gd name="connsiteY30" fmla="*/ 174383 h 226017"/>
                <a:gd name="connsiteX31" fmla="*/ 304662 w 304838"/>
                <a:gd name="connsiteY31" fmla="*/ 153237 h 226017"/>
                <a:gd name="connsiteX32" fmla="*/ 304662 w 304838"/>
                <a:gd name="connsiteY32" fmla="*/ 151426 h 226017"/>
                <a:gd name="connsiteX33" fmla="*/ 292781 w 304838"/>
                <a:gd name="connsiteY33" fmla="*/ 141795 h 226017"/>
                <a:gd name="connsiteX34" fmla="*/ 273583 w 304838"/>
                <a:gd name="connsiteY34" fmla="*/ 151426 h 226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04838" h="226017">
                  <a:moveTo>
                    <a:pt x="273583" y="151426"/>
                  </a:moveTo>
                  <a:cubicBezTo>
                    <a:pt x="266339" y="150340"/>
                    <a:pt x="257573" y="146864"/>
                    <a:pt x="260616" y="142302"/>
                  </a:cubicBezTo>
                  <a:cubicBezTo>
                    <a:pt x="260616" y="142302"/>
                    <a:pt x="261195" y="141433"/>
                    <a:pt x="261485" y="140998"/>
                  </a:cubicBezTo>
                  <a:cubicBezTo>
                    <a:pt x="252140" y="132380"/>
                    <a:pt x="249677" y="104355"/>
                    <a:pt x="255617" y="97547"/>
                  </a:cubicBezTo>
                  <a:cubicBezTo>
                    <a:pt x="262861" y="88857"/>
                    <a:pt x="243374" y="55617"/>
                    <a:pt x="233884" y="43451"/>
                  </a:cubicBezTo>
                  <a:cubicBezTo>
                    <a:pt x="225574" y="29445"/>
                    <a:pt x="218142" y="14933"/>
                    <a:pt x="211644" y="0"/>
                  </a:cubicBezTo>
                  <a:cubicBezTo>
                    <a:pt x="205573" y="1622"/>
                    <a:pt x="199988" y="4678"/>
                    <a:pt x="195344" y="8908"/>
                  </a:cubicBezTo>
                  <a:cubicBezTo>
                    <a:pt x="190940" y="15237"/>
                    <a:pt x="184028" y="19379"/>
                    <a:pt x="176364" y="20277"/>
                  </a:cubicBezTo>
                  <a:cubicBezTo>
                    <a:pt x="170351" y="20277"/>
                    <a:pt x="164338" y="16874"/>
                    <a:pt x="159340" y="22594"/>
                  </a:cubicBezTo>
                  <a:cubicBezTo>
                    <a:pt x="154341" y="28316"/>
                    <a:pt x="147386" y="30560"/>
                    <a:pt x="144344" y="27157"/>
                  </a:cubicBezTo>
                  <a:cubicBezTo>
                    <a:pt x="138671" y="22638"/>
                    <a:pt x="131673" y="20096"/>
                    <a:pt x="124422" y="19915"/>
                  </a:cubicBezTo>
                  <a:cubicBezTo>
                    <a:pt x="117177" y="19915"/>
                    <a:pt x="95444" y="13108"/>
                    <a:pt x="90446" y="13108"/>
                  </a:cubicBezTo>
                  <a:cubicBezTo>
                    <a:pt x="86099" y="13223"/>
                    <a:pt x="81767" y="13636"/>
                    <a:pt x="77478" y="14339"/>
                  </a:cubicBezTo>
                  <a:cubicBezTo>
                    <a:pt x="78565" y="16801"/>
                    <a:pt x="77478" y="19770"/>
                    <a:pt x="74218" y="22812"/>
                  </a:cubicBezTo>
                  <a:cubicBezTo>
                    <a:pt x="68278" y="27954"/>
                    <a:pt x="56252" y="35630"/>
                    <a:pt x="51761" y="39033"/>
                  </a:cubicBezTo>
                  <a:cubicBezTo>
                    <a:pt x="47269" y="42437"/>
                    <a:pt x="31549" y="85309"/>
                    <a:pt x="21044" y="96968"/>
                  </a:cubicBezTo>
                  <a:cubicBezTo>
                    <a:pt x="10540" y="108627"/>
                    <a:pt x="833" y="110655"/>
                    <a:pt x="36" y="114928"/>
                  </a:cubicBezTo>
                  <a:cubicBezTo>
                    <a:pt x="-761" y="119200"/>
                    <a:pt x="12062" y="130353"/>
                    <a:pt x="12062" y="137233"/>
                  </a:cubicBezTo>
                  <a:cubicBezTo>
                    <a:pt x="12062" y="144112"/>
                    <a:pt x="15032" y="150919"/>
                    <a:pt x="23290" y="150919"/>
                  </a:cubicBezTo>
                  <a:cubicBezTo>
                    <a:pt x="31549" y="150919"/>
                    <a:pt x="22566" y="173224"/>
                    <a:pt x="27782" y="174962"/>
                  </a:cubicBezTo>
                  <a:cubicBezTo>
                    <a:pt x="32998" y="176700"/>
                    <a:pt x="65235" y="179235"/>
                    <a:pt x="65235" y="187780"/>
                  </a:cubicBezTo>
                  <a:cubicBezTo>
                    <a:pt x="65235" y="194443"/>
                    <a:pt x="68785" y="200091"/>
                    <a:pt x="67191" y="204654"/>
                  </a:cubicBezTo>
                  <a:cubicBezTo>
                    <a:pt x="76247" y="206392"/>
                    <a:pt x="82911" y="220513"/>
                    <a:pt x="86461" y="219499"/>
                  </a:cubicBezTo>
                  <a:cubicBezTo>
                    <a:pt x="90011" y="218486"/>
                    <a:pt x="117467" y="225221"/>
                    <a:pt x="122683" y="224062"/>
                  </a:cubicBezTo>
                  <a:cubicBezTo>
                    <a:pt x="134767" y="223323"/>
                    <a:pt x="146894" y="223707"/>
                    <a:pt x="158905" y="225221"/>
                  </a:cubicBezTo>
                  <a:cubicBezTo>
                    <a:pt x="168250" y="225488"/>
                    <a:pt x="177153" y="221223"/>
                    <a:pt x="182811" y="213778"/>
                  </a:cubicBezTo>
                  <a:cubicBezTo>
                    <a:pt x="190056" y="205740"/>
                    <a:pt x="214831" y="204654"/>
                    <a:pt x="222800" y="205740"/>
                  </a:cubicBezTo>
                  <a:cubicBezTo>
                    <a:pt x="230769" y="206826"/>
                    <a:pt x="246779" y="209216"/>
                    <a:pt x="249749" y="214937"/>
                  </a:cubicBezTo>
                  <a:cubicBezTo>
                    <a:pt x="255704" y="220064"/>
                    <a:pt x="262695" y="223845"/>
                    <a:pt x="270251" y="226017"/>
                  </a:cubicBezTo>
                  <a:cubicBezTo>
                    <a:pt x="270686" y="219268"/>
                    <a:pt x="270686" y="212489"/>
                    <a:pt x="270251" y="205740"/>
                  </a:cubicBezTo>
                  <a:cubicBezTo>
                    <a:pt x="270686" y="193791"/>
                    <a:pt x="276698" y="175542"/>
                    <a:pt x="287202" y="174383"/>
                  </a:cubicBezTo>
                  <a:cubicBezTo>
                    <a:pt x="297707" y="173224"/>
                    <a:pt x="306183" y="173224"/>
                    <a:pt x="304662" y="153237"/>
                  </a:cubicBezTo>
                  <a:cubicBezTo>
                    <a:pt x="304697" y="152636"/>
                    <a:pt x="304697" y="152028"/>
                    <a:pt x="304662" y="151426"/>
                  </a:cubicBezTo>
                  <a:cubicBezTo>
                    <a:pt x="301329" y="147509"/>
                    <a:pt x="297301" y="144242"/>
                    <a:pt x="292781" y="141795"/>
                  </a:cubicBezTo>
                  <a:cubicBezTo>
                    <a:pt x="288579" y="142157"/>
                    <a:pt x="276843" y="151788"/>
                    <a:pt x="273583" y="1514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0" name="Freeform 127">
              <a:extLst>
                <a:ext uri="{FF2B5EF4-FFF2-40B4-BE49-F238E27FC236}">
                  <a16:creationId xmlns:a16="http://schemas.microsoft.com/office/drawing/2014/main" id="{211629DB-3CE0-5F82-7B2C-7481CB4304FF}"/>
                </a:ext>
              </a:extLst>
            </p:cNvPr>
            <p:cNvSpPr/>
            <p:nvPr/>
          </p:nvSpPr>
          <p:spPr>
            <a:xfrm>
              <a:off x="6619809" y="2378393"/>
              <a:ext cx="104897" cy="148293"/>
            </a:xfrm>
            <a:custGeom>
              <a:avLst/>
              <a:gdLst>
                <a:gd name="connsiteX0" fmla="*/ 75559 w 104898"/>
                <a:gd name="connsiteY0" fmla="*/ 37710 h 148292"/>
                <a:gd name="connsiteX1" fmla="*/ 51580 w 104898"/>
                <a:gd name="connsiteY1" fmla="*/ 17144 h 148292"/>
                <a:gd name="connsiteX2" fmla="*/ 24631 w 104898"/>
                <a:gd name="connsiteY2" fmla="*/ 53 h 148292"/>
                <a:gd name="connsiteX3" fmla="*/ 0 w 104898"/>
                <a:gd name="connsiteY3" fmla="*/ 7295 h 148292"/>
                <a:gd name="connsiteX4" fmla="*/ 22240 w 104898"/>
                <a:gd name="connsiteY4" fmla="*/ 50746 h 148292"/>
                <a:gd name="connsiteX5" fmla="*/ 43973 w 104898"/>
                <a:gd name="connsiteY5" fmla="*/ 104842 h 148292"/>
                <a:gd name="connsiteX6" fmla="*/ 49841 w 104898"/>
                <a:gd name="connsiteY6" fmla="*/ 148293 h 148292"/>
                <a:gd name="connsiteX7" fmla="*/ 68894 w 104898"/>
                <a:gd name="connsiteY7" fmla="*/ 114184 h 148292"/>
                <a:gd name="connsiteX8" fmla="*/ 81861 w 104898"/>
                <a:gd name="connsiteY8" fmla="*/ 97021 h 148292"/>
                <a:gd name="connsiteX9" fmla="*/ 104899 w 104898"/>
                <a:gd name="connsiteY9" fmla="*/ 101656 h 148292"/>
                <a:gd name="connsiteX10" fmla="*/ 96930 w 104898"/>
                <a:gd name="connsiteY10" fmla="*/ 76454 h 148292"/>
                <a:gd name="connsiteX11" fmla="*/ 75559 w 104898"/>
                <a:gd name="connsiteY11" fmla="*/ 37710 h 148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4898" h="148292">
                  <a:moveTo>
                    <a:pt x="75559" y="37710"/>
                  </a:moveTo>
                  <a:cubicBezTo>
                    <a:pt x="72850" y="26399"/>
                    <a:pt x="63178" y="18107"/>
                    <a:pt x="51580" y="17144"/>
                  </a:cubicBezTo>
                  <a:cubicBezTo>
                    <a:pt x="44335" y="17144"/>
                    <a:pt x="32600" y="-1106"/>
                    <a:pt x="24631" y="53"/>
                  </a:cubicBezTo>
                  <a:cubicBezTo>
                    <a:pt x="16235" y="1791"/>
                    <a:pt x="7998" y="4210"/>
                    <a:pt x="0" y="7295"/>
                  </a:cubicBezTo>
                  <a:cubicBezTo>
                    <a:pt x="6498" y="22227"/>
                    <a:pt x="13931" y="36740"/>
                    <a:pt x="22240" y="50746"/>
                  </a:cubicBezTo>
                  <a:cubicBezTo>
                    <a:pt x="31368" y="62912"/>
                    <a:pt x="51218" y="96152"/>
                    <a:pt x="43973" y="104842"/>
                  </a:cubicBezTo>
                  <a:cubicBezTo>
                    <a:pt x="38033" y="112084"/>
                    <a:pt x="40496" y="139748"/>
                    <a:pt x="49841" y="148293"/>
                  </a:cubicBezTo>
                  <a:cubicBezTo>
                    <a:pt x="54188" y="141848"/>
                    <a:pt x="68894" y="120629"/>
                    <a:pt x="68894" y="114184"/>
                  </a:cubicBezTo>
                  <a:cubicBezTo>
                    <a:pt x="68894" y="107739"/>
                    <a:pt x="69908" y="93617"/>
                    <a:pt x="81861" y="97021"/>
                  </a:cubicBezTo>
                  <a:cubicBezTo>
                    <a:pt x="93815" y="100425"/>
                    <a:pt x="104899" y="106218"/>
                    <a:pt x="104899" y="101656"/>
                  </a:cubicBezTo>
                  <a:cubicBezTo>
                    <a:pt x="104369" y="92726"/>
                    <a:pt x="101631" y="84065"/>
                    <a:pt x="96930" y="76454"/>
                  </a:cubicBezTo>
                  <a:cubicBezTo>
                    <a:pt x="87505" y="64947"/>
                    <a:pt x="80268" y="51818"/>
                    <a:pt x="75559" y="37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1" name="Freeform 128">
              <a:extLst>
                <a:ext uri="{FF2B5EF4-FFF2-40B4-BE49-F238E27FC236}">
                  <a16:creationId xmlns:a16="http://schemas.microsoft.com/office/drawing/2014/main" id="{6BF3680D-7252-CECE-1D40-FDC97B1C77B6}"/>
                </a:ext>
              </a:extLst>
            </p:cNvPr>
            <p:cNvSpPr/>
            <p:nvPr/>
          </p:nvSpPr>
          <p:spPr>
            <a:xfrm>
              <a:off x="6466798" y="2590922"/>
              <a:ext cx="211039" cy="132526"/>
            </a:xfrm>
            <a:custGeom>
              <a:avLst/>
              <a:gdLst>
                <a:gd name="connsiteX0" fmla="*/ 163663 w 211040"/>
                <a:gd name="connsiteY0" fmla="*/ 1086 h 132525"/>
                <a:gd name="connsiteX1" fmla="*/ 123674 w 211040"/>
                <a:gd name="connsiteY1" fmla="*/ 9125 h 132525"/>
                <a:gd name="connsiteX2" fmla="*/ 99768 w 211040"/>
                <a:gd name="connsiteY2" fmla="*/ 20567 h 132525"/>
                <a:gd name="connsiteX3" fmla="*/ 63546 w 211040"/>
                <a:gd name="connsiteY3" fmla="*/ 19408 h 132525"/>
                <a:gd name="connsiteX4" fmla="*/ 27324 w 211040"/>
                <a:gd name="connsiteY4" fmla="*/ 14846 h 132525"/>
                <a:gd name="connsiteX5" fmla="*/ 8054 w 211040"/>
                <a:gd name="connsiteY5" fmla="*/ 0 h 132525"/>
                <a:gd name="connsiteX6" fmla="*/ 5373 w 211040"/>
                <a:gd name="connsiteY6" fmla="*/ 3693 h 132525"/>
                <a:gd name="connsiteX7" fmla="*/ 5373 w 211040"/>
                <a:gd name="connsiteY7" fmla="*/ 30271 h 132525"/>
                <a:gd name="connsiteX8" fmla="*/ 15805 w 211040"/>
                <a:gd name="connsiteY8" fmla="*/ 55110 h 132525"/>
                <a:gd name="connsiteX9" fmla="*/ 4576 w 211040"/>
                <a:gd name="connsiteY9" fmla="*/ 70535 h 132525"/>
                <a:gd name="connsiteX10" fmla="*/ 4576 w 211040"/>
                <a:gd name="connsiteY10" fmla="*/ 89364 h 132525"/>
                <a:gd name="connsiteX11" fmla="*/ 23340 w 211040"/>
                <a:gd name="connsiteY11" fmla="*/ 114204 h 132525"/>
                <a:gd name="connsiteX12" fmla="*/ 29932 w 211040"/>
                <a:gd name="connsiteY12" fmla="*/ 125066 h 132525"/>
                <a:gd name="connsiteX13" fmla="*/ 75282 w 211040"/>
                <a:gd name="connsiteY13" fmla="*/ 125646 h 132525"/>
                <a:gd name="connsiteX14" fmla="*/ 111503 w 211040"/>
                <a:gd name="connsiteY14" fmla="*/ 132525 h 132525"/>
                <a:gd name="connsiteX15" fmla="*/ 124471 w 211040"/>
                <a:gd name="connsiteY15" fmla="*/ 123401 h 132525"/>
                <a:gd name="connsiteX16" fmla="*/ 140698 w 211040"/>
                <a:gd name="connsiteY16" fmla="*/ 114493 h 132525"/>
                <a:gd name="connsiteX17" fmla="*/ 140698 w 211040"/>
                <a:gd name="connsiteY17" fmla="*/ 103920 h 132525"/>
                <a:gd name="connsiteX18" fmla="*/ 175109 w 211040"/>
                <a:gd name="connsiteY18" fmla="*/ 103920 h 132525"/>
                <a:gd name="connsiteX19" fmla="*/ 188801 w 211040"/>
                <a:gd name="connsiteY19" fmla="*/ 101023 h 132525"/>
                <a:gd name="connsiteX20" fmla="*/ 184092 w 211040"/>
                <a:gd name="connsiteY20" fmla="*/ 91971 h 132525"/>
                <a:gd name="connsiteX21" fmla="*/ 176848 w 211040"/>
                <a:gd name="connsiteY21" fmla="*/ 63004 h 132525"/>
                <a:gd name="connsiteX22" fmla="*/ 203797 w 211040"/>
                <a:gd name="connsiteY22" fmla="*/ 29909 h 132525"/>
                <a:gd name="connsiteX23" fmla="*/ 211041 w 211040"/>
                <a:gd name="connsiteY23" fmla="*/ 21581 h 132525"/>
                <a:gd name="connsiteX24" fmla="*/ 190539 w 211040"/>
                <a:gd name="connsiteY24" fmla="*/ 10501 h 132525"/>
                <a:gd name="connsiteX25" fmla="*/ 163663 w 211040"/>
                <a:gd name="connsiteY25" fmla="*/ 1086 h 132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11040" h="132525">
                  <a:moveTo>
                    <a:pt x="163663" y="1086"/>
                  </a:moveTo>
                  <a:cubicBezTo>
                    <a:pt x="155694" y="0"/>
                    <a:pt x="130701" y="1086"/>
                    <a:pt x="123674" y="9125"/>
                  </a:cubicBezTo>
                  <a:cubicBezTo>
                    <a:pt x="118016" y="16569"/>
                    <a:pt x="109120" y="20835"/>
                    <a:pt x="99768" y="20567"/>
                  </a:cubicBezTo>
                  <a:cubicBezTo>
                    <a:pt x="87756" y="19053"/>
                    <a:pt x="75629" y="18669"/>
                    <a:pt x="63546" y="19408"/>
                  </a:cubicBezTo>
                  <a:cubicBezTo>
                    <a:pt x="58620" y="20567"/>
                    <a:pt x="31598" y="13687"/>
                    <a:pt x="27324" y="14846"/>
                  </a:cubicBezTo>
                  <a:cubicBezTo>
                    <a:pt x="23050" y="16004"/>
                    <a:pt x="17109" y="1738"/>
                    <a:pt x="8054" y="0"/>
                  </a:cubicBezTo>
                  <a:cubicBezTo>
                    <a:pt x="7546" y="1470"/>
                    <a:pt x="6612" y="2759"/>
                    <a:pt x="5373" y="3693"/>
                  </a:cubicBezTo>
                  <a:cubicBezTo>
                    <a:pt x="-1791" y="11102"/>
                    <a:pt x="-1791" y="22863"/>
                    <a:pt x="5373" y="30271"/>
                  </a:cubicBezTo>
                  <a:cubicBezTo>
                    <a:pt x="12618" y="37947"/>
                    <a:pt x="22542" y="55110"/>
                    <a:pt x="15805" y="55110"/>
                  </a:cubicBezTo>
                  <a:cubicBezTo>
                    <a:pt x="9068" y="55110"/>
                    <a:pt x="3852" y="65394"/>
                    <a:pt x="4576" y="70535"/>
                  </a:cubicBezTo>
                  <a:cubicBezTo>
                    <a:pt x="5301" y="75677"/>
                    <a:pt x="2331" y="86830"/>
                    <a:pt x="4576" y="89364"/>
                  </a:cubicBezTo>
                  <a:cubicBezTo>
                    <a:pt x="6822" y="91899"/>
                    <a:pt x="22542" y="109062"/>
                    <a:pt x="23340" y="114204"/>
                  </a:cubicBezTo>
                  <a:cubicBezTo>
                    <a:pt x="24136" y="119345"/>
                    <a:pt x="30584" y="121083"/>
                    <a:pt x="29932" y="125066"/>
                  </a:cubicBezTo>
                  <a:cubicBezTo>
                    <a:pt x="42537" y="123980"/>
                    <a:pt x="69196" y="122242"/>
                    <a:pt x="75282" y="125646"/>
                  </a:cubicBezTo>
                  <a:cubicBezTo>
                    <a:pt x="83250" y="130208"/>
                    <a:pt x="111503" y="132525"/>
                    <a:pt x="111503" y="132525"/>
                  </a:cubicBezTo>
                  <a:cubicBezTo>
                    <a:pt x="119472" y="132525"/>
                    <a:pt x="126499" y="129049"/>
                    <a:pt x="124471" y="123401"/>
                  </a:cubicBezTo>
                  <a:cubicBezTo>
                    <a:pt x="122442" y="117752"/>
                    <a:pt x="133236" y="115362"/>
                    <a:pt x="140698" y="114493"/>
                  </a:cubicBezTo>
                  <a:cubicBezTo>
                    <a:pt x="139394" y="109207"/>
                    <a:pt x="138525" y="104862"/>
                    <a:pt x="140698" y="103920"/>
                  </a:cubicBezTo>
                  <a:cubicBezTo>
                    <a:pt x="144393" y="102254"/>
                    <a:pt x="166126" y="98778"/>
                    <a:pt x="175109" y="103920"/>
                  </a:cubicBezTo>
                  <a:cubicBezTo>
                    <a:pt x="179839" y="105810"/>
                    <a:pt x="185244" y="104666"/>
                    <a:pt x="188801" y="101023"/>
                  </a:cubicBezTo>
                  <a:cubicBezTo>
                    <a:pt x="187569" y="96244"/>
                    <a:pt x="186410" y="92406"/>
                    <a:pt x="184092" y="91971"/>
                  </a:cubicBezTo>
                  <a:cubicBezTo>
                    <a:pt x="178586" y="90812"/>
                    <a:pt x="170183" y="64525"/>
                    <a:pt x="176848" y="63004"/>
                  </a:cubicBezTo>
                  <a:cubicBezTo>
                    <a:pt x="183512" y="61483"/>
                    <a:pt x="192785" y="34037"/>
                    <a:pt x="203797" y="29909"/>
                  </a:cubicBezTo>
                  <a:cubicBezTo>
                    <a:pt x="207614" y="28757"/>
                    <a:pt x="210433" y="25520"/>
                    <a:pt x="211041" y="21581"/>
                  </a:cubicBezTo>
                  <a:cubicBezTo>
                    <a:pt x="203485" y="19408"/>
                    <a:pt x="196494" y="15628"/>
                    <a:pt x="190539" y="10501"/>
                  </a:cubicBezTo>
                  <a:cubicBezTo>
                    <a:pt x="187642" y="4345"/>
                    <a:pt x="171632" y="2245"/>
                    <a:pt x="163663" y="10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2" name="Freeform 129">
              <a:extLst>
                <a:ext uri="{FF2B5EF4-FFF2-40B4-BE49-F238E27FC236}">
                  <a16:creationId xmlns:a16="http://schemas.microsoft.com/office/drawing/2014/main" id="{C7DE21E2-BED8-7189-E2A1-45ECFCE7146B}"/>
                </a:ext>
              </a:extLst>
            </p:cNvPr>
            <p:cNvSpPr/>
            <p:nvPr/>
          </p:nvSpPr>
          <p:spPr>
            <a:xfrm>
              <a:off x="6406336" y="2674132"/>
              <a:ext cx="90347" cy="73649"/>
            </a:xfrm>
            <a:custGeom>
              <a:avLst/>
              <a:gdLst>
                <a:gd name="connsiteX0" fmla="*/ 20629 w 90347"/>
                <a:gd name="connsiteY0" fmla="*/ 73649 h 73649"/>
                <a:gd name="connsiteX1" fmla="*/ 20629 w 90347"/>
                <a:gd name="connsiteY1" fmla="*/ 73649 h 73649"/>
                <a:gd name="connsiteX2" fmla="*/ 21860 w 90347"/>
                <a:gd name="connsiteY2" fmla="*/ 72997 h 73649"/>
                <a:gd name="connsiteX3" fmla="*/ 21860 w 90347"/>
                <a:gd name="connsiteY3" fmla="*/ 72997 h 73649"/>
                <a:gd name="connsiteX4" fmla="*/ 23744 w 90347"/>
                <a:gd name="connsiteY4" fmla="*/ 72997 h 73649"/>
                <a:gd name="connsiteX5" fmla="*/ 23744 w 90347"/>
                <a:gd name="connsiteY5" fmla="*/ 72997 h 73649"/>
                <a:gd name="connsiteX6" fmla="*/ 34610 w 90347"/>
                <a:gd name="connsiteY6" fmla="*/ 72997 h 73649"/>
                <a:gd name="connsiteX7" fmla="*/ 35407 w 90347"/>
                <a:gd name="connsiteY7" fmla="*/ 72997 h 73649"/>
                <a:gd name="connsiteX8" fmla="*/ 38088 w 90347"/>
                <a:gd name="connsiteY8" fmla="*/ 72997 h 73649"/>
                <a:gd name="connsiteX9" fmla="*/ 39102 w 90347"/>
                <a:gd name="connsiteY9" fmla="*/ 72997 h 73649"/>
                <a:gd name="connsiteX10" fmla="*/ 42507 w 90347"/>
                <a:gd name="connsiteY10" fmla="*/ 72273 h 73649"/>
                <a:gd name="connsiteX11" fmla="*/ 58227 w 90347"/>
                <a:gd name="connsiteY11" fmla="*/ 61121 h 73649"/>
                <a:gd name="connsiteX12" fmla="*/ 89740 w 90347"/>
                <a:gd name="connsiteY12" fmla="*/ 44609 h 73649"/>
                <a:gd name="connsiteX13" fmla="*/ 90320 w 90347"/>
                <a:gd name="connsiteY13" fmla="*/ 42871 h 73649"/>
                <a:gd name="connsiteX14" fmla="*/ 83727 w 90347"/>
                <a:gd name="connsiteY14" fmla="*/ 32009 h 73649"/>
                <a:gd name="connsiteX15" fmla="*/ 64964 w 90347"/>
                <a:gd name="connsiteY15" fmla="*/ 7169 h 73649"/>
                <a:gd name="connsiteX16" fmla="*/ 64240 w 90347"/>
                <a:gd name="connsiteY16" fmla="*/ 4562 h 73649"/>
                <a:gd name="connsiteX17" fmla="*/ 64240 w 90347"/>
                <a:gd name="connsiteY17" fmla="*/ 4200 h 73649"/>
                <a:gd name="connsiteX18" fmla="*/ 64240 w 90347"/>
                <a:gd name="connsiteY18" fmla="*/ 0 h 73649"/>
                <a:gd name="connsiteX19" fmla="*/ 6285 w 90347"/>
                <a:gd name="connsiteY19" fmla="*/ 12166 h 73649"/>
                <a:gd name="connsiteX20" fmla="*/ 4329 w 90347"/>
                <a:gd name="connsiteY20" fmla="*/ 10573 h 73649"/>
                <a:gd name="connsiteX21" fmla="*/ 634 w 90347"/>
                <a:gd name="connsiteY21" fmla="*/ 50693 h 73649"/>
                <a:gd name="connsiteX22" fmla="*/ 20629 w 90347"/>
                <a:gd name="connsiteY22" fmla="*/ 73649 h 73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90347" h="73649">
                  <a:moveTo>
                    <a:pt x="20629" y="73649"/>
                  </a:moveTo>
                  <a:lnTo>
                    <a:pt x="20629" y="73649"/>
                  </a:lnTo>
                  <a:cubicBezTo>
                    <a:pt x="20977" y="73330"/>
                    <a:pt x="21404" y="73106"/>
                    <a:pt x="21860" y="72997"/>
                  </a:cubicBezTo>
                  <a:lnTo>
                    <a:pt x="21860" y="72997"/>
                  </a:lnTo>
                  <a:lnTo>
                    <a:pt x="23744" y="72997"/>
                  </a:lnTo>
                  <a:lnTo>
                    <a:pt x="23744" y="72997"/>
                  </a:lnTo>
                  <a:cubicBezTo>
                    <a:pt x="26642" y="72997"/>
                    <a:pt x="30554" y="72997"/>
                    <a:pt x="34610" y="72997"/>
                  </a:cubicBezTo>
                  <a:lnTo>
                    <a:pt x="35407" y="72997"/>
                  </a:lnTo>
                  <a:lnTo>
                    <a:pt x="38088" y="72997"/>
                  </a:lnTo>
                  <a:lnTo>
                    <a:pt x="39102" y="72997"/>
                  </a:lnTo>
                  <a:cubicBezTo>
                    <a:pt x="40261" y="72867"/>
                    <a:pt x="41398" y="72628"/>
                    <a:pt x="42507" y="72273"/>
                  </a:cubicBezTo>
                  <a:cubicBezTo>
                    <a:pt x="51490" y="69739"/>
                    <a:pt x="53736" y="58586"/>
                    <a:pt x="58227" y="61121"/>
                  </a:cubicBezTo>
                  <a:cubicBezTo>
                    <a:pt x="62719" y="63655"/>
                    <a:pt x="86697" y="49751"/>
                    <a:pt x="89740" y="44609"/>
                  </a:cubicBezTo>
                  <a:cubicBezTo>
                    <a:pt x="90052" y="44074"/>
                    <a:pt x="90247" y="43487"/>
                    <a:pt x="90320" y="42871"/>
                  </a:cubicBezTo>
                  <a:cubicBezTo>
                    <a:pt x="90827" y="38889"/>
                    <a:pt x="84379" y="36571"/>
                    <a:pt x="83727" y="32009"/>
                  </a:cubicBezTo>
                  <a:cubicBezTo>
                    <a:pt x="83075" y="27446"/>
                    <a:pt x="67210" y="9776"/>
                    <a:pt x="64964" y="7169"/>
                  </a:cubicBezTo>
                  <a:cubicBezTo>
                    <a:pt x="64479" y="6387"/>
                    <a:pt x="64225" y="5482"/>
                    <a:pt x="64240" y="4562"/>
                  </a:cubicBezTo>
                  <a:cubicBezTo>
                    <a:pt x="64240" y="4562"/>
                    <a:pt x="64240" y="4562"/>
                    <a:pt x="64240" y="4200"/>
                  </a:cubicBezTo>
                  <a:cubicBezTo>
                    <a:pt x="64138" y="2803"/>
                    <a:pt x="64138" y="1398"/>
                    <a:pt x="64240" y="0"/>
                  </a:cubicBezTo>
                  <a:cubicBezTo>
                    <a:pt x="40840" y="3910"/>
                    <a:pt x="6285" y="12166"/>
                    <a:pt x="6285" y="12166"/>
                  </a:cubicBezTo>
                  <a:lnTo>
                    <a:pt x="4329" y="10573"/>
                  </a:lnTo>
                  <a:cubicBezTo>
                    <a:pt x="359" y="23550"/>
                    <a:pt x="-901" y="37208"/>
                    <a:pt x="634" y="50693"/>
                  </a:cubicBezTo>
                  <a:cubicBezTo>
                    <a:pt x="3025" y="58731"/>
                    <a:pt x="10269" y="64887"/>
                    <a:pt x="20629" y="736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3" name="Freeform 130">
              <a:extLst>
                <a:ext uri="{FF2B5EF4-FFF2-40B4-BE49-F238E27FC236}">
                  <a16:creationId xmlns:a16="http://schemas.microsoft.com/office/drawing/2014/main" id="{97FB6C70-8AAE-F63B-C312-24B42224DCF2}"/>
                </a:ext>
              </a:extLst>
            </p:cNvPr>
            <p:cNvSpPr/>
            <p:nvPr/>
          </p:nvSpPr>
          <p:spPr>
            <a:xfrm>
              <a:off x="6466158" y="2181237"/>
              <a:ext cx="600735" cy="395720"/>
            </a:xfrm>
            <a:custGeom>
              <a:avLst/>
              <a:gdLst>
                <a:gd name="connsiteX0" fmla="*/ 534562 w 600738"/>
                <a:gd name="connsiteY0" fmla="*/ 247465 h 395718"/>
                <a:gd name="connsiteX1" fmla="*/ 560786 w 600738"/>
                <a:gd name="connsiteY1" fmla="*/ 226898 h 395718"/>
                <a:gd name="connsiteX2" fmla="*/ 588460 w 600738"/>
                <a:gd name="connsiteY2" fmla="*/ 227767 h 395718"/>
                <a:gd name="connsiteX3" fmla="*/ 594473 w 600738"/>
                <a:gd name="connsiteY3" fmla="*/ 204593 h 395718"/>
                <a:gd name="connsiteX4" fmla="*/ 587228 w 600738"/>
                <a:gd name="connsiteY4" fmla="*/ 190110 h 395718"/>
                <a:gd name="connsiteX5" fmla="*/ 599181 w 600738"/>
                <a:gd name="connsiteY5" fmla="*/ 180695 h 395718"/>
                <a:gd name="connsiteX6" fmla="*/ 590923 w 600738"/>
                <a:gd name="connsiteY6" fmla="*/ 169543 h 395718"/>
                <a:gd name="connsiteX7" fmla="*/ 600703 w 600738"/>
                <a:gd name="connsiteY7" fmla="*/ 153249 h 395718"/>
                <a:gd name="connsiteX8" fmla="*/ 581215 w 600738"/>
                <a:gd name="connsiteY8" fmla="*/ 139562 h 395718"/>
                <a:gd name="connsiteX9" fmla="*/ 552745 w 600738"/>
                <a:gd name="connsiteY9" fmla="*/ 131017 h 395718"/>
                <a:gd name="connsiteX10" fmla="*/ 524999 w 600738"/>
                <a:gd name="connsiteY10" fmla="*/ 125875 h 395718"/>
                <a:gd name="connsiteX11" fmla="*/ 510076 w 600738"/>
                <a:gd name="connsiteY11" fmla="*/ 105308 h 395718"/>
                <a:gd name="connsiteX12" fmla="*/ 491313 w 600738"/>
                <a:gd name="connsiteY12" fmla="*/ 106974 h 395718"/>
                <a:gd name="connsiteX13" fmla="*/ 474143 w 600738"/>
                <a:gd name="connsiteY13" fmla="*/ 108712 h 395718"/>
                <a:gd name="connsiteX14" fmla="*/ 457626 w 600738"/>
                <a:gd name="connsiteY14" fmla="*/ 100166 h 395718"/>
                <a:gd name="connsiteX15" fmla="*/ 444876 w 600738"/>
                <a:gd name="connsiteY15" fmla="*/ 92418 h 395718"/>
                <a:gd name="connsiteX16" fmla="*/ 429880 w 600738"/>
                <a:gd name="connsiteY16" fmla="*/ 62437 h 395718"/>
                <a:gd name="connsiteX17" fmla="*/ 405177 w 600738"/>
                <a:gd name="connsiteY17" fmla="*/ 55557 h 395718"/>
                <a:gd name="connsiteX18" fmla="*/ 397933 w 600738"/>
                <a:gd name="connsiteY18" fmla="*/ 34193 h 395718"/>
                <a:gd name="connsiteX19" fmla="*/ 393442 w 600738"/>
                <a:gd name="connsiteY19" fmla="*/ 5226 h 395718"/>
                <a:gd name="connsiteX20" fmla="*/ 365695 w 600738"/>
                <a:gd name="connsiteY20" fmla="*/ 1822 h 395718"/>
                <a:gd name="connsiteX21" fmla="*/ 343238 w 600738"/>
                <a:gd name="connsiteY21" fmla="*/ 2692 h 395718"/>
                <a:gd name="connsiteX22" fmla="*/ 327518 w 600738"/>
                <a:gd name="connsiteY22" fmla="*/ 12106 h 395718"/>
                <a:gd name="connsiteX23" fmla="*/ 318245 w 600738"/>
                <a:gd name="connsiteY23" fmla="*/ 7689 h 395718"/>
                <a:gd name="connsiteX24" fmla="*/ 296512 w 600738"/>
                <a:gd name="connsiteY24" fmla="*/ 12685 h 395718"/>
                <a:gd name="connsiteX25" fmla="*/ 276445 w 600738"/>
                <a:gd name="connsiteY25" fmla="*/ 37452 h 395718"/>
                <a:gd name="connsiteX26" fmla="*/ 270432 w 600738"/>
                <a:gd name="connsiteY26" fmla="*/ 50053 h 395718"/>
                <a:gd name="connsiteX27" fmla="*/ 239499 w 600738"/>
                <a:gd name="connsiteY27" fmla="*/ 47736 h 395718"/>
                <a:gd name="connsiteX28" fmla="*/ 217766 w 600738"/>
                <a:gd name="connsiteY28" fmla="*/ 39770 h 395718"/>
                <a:gd name="connsiteX29" fmla="*/ 196033 w 600738"/>
                <a:gd name="connsiteY29" fmla="*/ 37452 h 395718"/>
                <a:gd name="connsiteX30" fmla="*/ 173068 w 600738"/>
                <a:gd name="connsiteY30" fmla="*/ 34049 h 395718"/>
                <a:gd name="connsiteX31" fmla="*/ 142134 w 600738"/>
                <a:gd name="connsiteY31" fmla="*/ 28328 h 395718"/>
                <a:gd name="connsiteX32" fmla="*/ 84180 w 600738"/>
                <a:gd name="connsiteY32" fmla="*/ 20289 h 395718"/>
                <a:gd name="connsiteX33" fmla="*/ 62446 w 600738"/>
                <a:gd name="connsiteY33" fmla="*/ 35207 h 395718"/>
                <a:gd name="connsiteX34" fmla="*/ 44408 w 600738"/>
                <a:gd name="connsiteY34" fmla="*/ 39770 h 395718"/>
                <a:gd name="connsiteX35" fmla="*/ 47233 w 600738"/>
                <a:gd name="connsiteY35" fmla="*/ 52877 h 395718"/>
                <a:gd name="connsiteX36" fmla="*/ 60707 w 600738"/>
                <a:gd name="connsiteY36" fmla="*/ 90607 h 395718"/>
                <a:gd name="connsiteX37" fmla="*/ 45712 w 600738"/>
                <a:gd name="connsiteY37" fmla="*/ 104294 h 395718"/>
                <a:gd name="connsiteX38" fmla="*/ 14271 w 600738"/>
                <a:gd name="connsiteY38" fmla="*/ 141083 h 395718"/>
                <a:gd name="connsiteX39" fmla="*/ 14995 w 600738"/>
                <a:gd name="connsiteY39" fmla="*/ 167660 h 395718"/>
                <a:gd name="connsiteX40" fmla="*/ 0 w 600738"/>
                <a:gd name="connsiteY40" fmla="*/ 195976 h 395718"/>
                <a:gd name="connsiteX41" fmla="*/ 14995 w 600738"/>
                <a:gd name="connsiteY41" fmla="*/ 214804 h 395718"/>
                <a:gd name="connsiteX42" fmla="*/ 20501 w 600738"/>
                <a:gd name="connsiteY42" fmla="*/ 219222 h 395718"/>
                <a:gd name="connsiteX43" fmla="*/ 33469 w 600738"/>
                <a:gd name="connsiteY43" fmla="*/ 217991 h 395718"/>
                <a:gd name="connsiteX44" fmla="*/ 67445 w 600738"/>
                <a:gd name="connsiteY44" fmla="*/ 224798 h 395718"/>
                <a:gd name="connsiteX45" fmla="*/ 87367 w 600738"/>
                <a:gd name="connsiteY45" fmla="*/ 232040 h 395718"/>
                <a:gd name="connsiteX46" fmla="*/ 102362 w 600738"/>
                <a:gd name="connsiteY46" fmla="*/ 227477 h 395718"/>
                <a:gd name="connsiteX47" fmla="*/ 119387 w 600738"/>
                <a:gd name="connsiteY47" fmla="*/ 225160 h 395718"/>
                <a:gd name="connsiteX48" fmla="*/ 138367 w 600738"/>
                <a:gd name="connsiteY48" fmla="*/ 213791 h 395718"/>
                <a:gd name="connsiteX49" fmla="*/ 179298 w 600738"/>
                <a:gd name="connsiteY49" fmla="*/ 197786 h 395718"/>
                <a:gd name="connsiteX50" fmla="*/ 206247 w 600738"/>
                <a:gd name="connsiteY50" fmla="*/ 214877 h 395718"/>
                <a:gd name="connsiteX51" fmla="*/ 230226 w 600738"/>
                <a:gd name="connsiteY51" fmla="*/ 235444 h 395718"/>
                <a:gd name="connsiteX52" fmla="*/ 251235 w 600738"/>
                <a:gd name="connsiteY52" fmla="*/ 274260 h 395718"/>
                <a:gd name="connsiteX53" fmla="*/ 259203 w 600738"/>
                <a:gd name="connsiteY53" fmla="*/ 299461 h 395718"/>
                <a:gd name="connsiteX54" fmla="*/ 236166 w 600738"/>
                <a:gd name="connsiteY54" fmla="*/ 294827 h 395718"/>
                <a:gd name="connsiteX55" fmla="*/ 223199 w 600738"/>
                <a:gd name="connsiteY55" fmla="*/ 311990 h 395718"/>
                <a:gd name="connsiteX56" fmla="*/ 203277 w 600738"/>
                <a:gd name="connsiteY56" fmla="*/ 347402 h 395718"/>
                <a:gd name="connsiteX57" fmla="*/ 216244 w 600738"/>
                <a:gd name="connsiteY57" fmla="*/ 356527 h 395718"/>
                <a:gd name="connsiteX58" fmla="*/ 235224 w 600738"/>
                <a:gd name="connsiteY58" fmla="*/ 347402 h 395718"/>
                <a:gd name="connsiteX59" fmla="*/ 247105 w 600738"/>
                <a:gd name="connsiteY59" fmla="*/ 357034 h 395718"/>
                <a:gd name="connsiteX60" fmla="*/ 263188 w 600738"/>
                <a:gd name="connsiteY60" fmla="*/ 328066 h 395718"/>
                <a:gd name="connsiteX61" fmla="*/ 292165 w 600738"/>
                <a:gd name="connsiteY61" fmla="*/ 289250 h 395718"/>
                <a:gd name="connsiteX62" fmla="*/ 329691 w 600738"/>
                <a:gd name="connsiteY62" fmla="*/ 282950 h 395718"/>
                <a:gd name="connsiteX63" fmla="*/ 333168 w 600738"/>
                <a:gd name="connsiteY63" fmla="*/ 308079 h 395718"/>
                <a:gd name="connsiteX64" fmla="*/ 388080 w 600738"/>
                <a:gd name="connsiteY64" fmla="*/ 317204 h 395718"/>
                <a:gd name="connsiteX65" fmla="*/ 343166 w 600738"/>
                <a:gd name="connsiteY65" fmla="*/ 345809 h 395718"/>
                <a:gd name="connsiteX66" fmla="*/ 377069 w 600738"/>
                <a:gd name="connsiteY66" fmla="*/ 363479 h 395718"/>
                <a:gd name="connsiteX67" fmla="*/ 378590 w 600738"/>
                <a:gd name="connsiteY67" fmla="*/ 393170 h 395718"/>
                <a:gd name="connsiteX68" fmla="*/ 406047 w 600738"/>
                <a:gd name="connsiteY68" fmla="*/ 385928 h 395718"/>
                <a:gd name="connsiteX69" fmla="*/ 438501 w 600738"/>
                <a:gd name="connsiteY69" fmla="*/ 369924 h 395718"/>
                <a:gd name="connsiteX70" fmla="*/ 483489 w 600738"/>
                <a:gd name="connsiteY70" fmla="*/ 362682 h 395718"/>
                <a:gd name="connsiteX71" fmla="*/ 449513 w 600738"/>
                <a:gd name="connsiteY71" fmla="*/ 352399 h 395718"/>
                <a:gd name="connsiteX72" fmla="*/ 421332 w 600738"/>
                <a:gd name="connsiteY72" fmla="*/ 319883 h 395718"/>
                <a:gd name="connsiteX73" fmla="*/ 463784 w 600738"/>
                <a:gd name="connsiteY73" fmla="*/ 289105 h 395718"/>
                <a:gd name="connsiteX74" fmla="*/ 506671 w 600738"/>
                <a:gd name="connsiteY74" fmla="*/ 274260 h 395718"/>
                <a:gd name="connsiteX75" fmla="*/ 534200 w 600738"/>
                <a:gd name="connsiteY75" fmla="*/ 265425 h 395718"/>
                <a:gd name="connsiteX76" fmla="*/ 534562 w 600738"/>
                <a:gd name="connsiteY76" fmla="*/ 247465 h 395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600738" h="395718">
                  <a:moveTo>
                    <a:pt x="534562" y="247465"/>
                  </a:moveTo>
                  <a:cubicBezTo>
                    <a:pt x="539777" y="246596"/>
                    <a:pt x="555498" y="226898"/>
                    <a:pt x="560786" y="226898"/>
                  </a:cubicBezTo>
                  <a:cubicBezTo>
                    <a:pt x="566074" y="226898"/>
                    <a:pt x="588460" y="232040"/>
                    <a:pt x="588460" y="227767"/>
                  </a:cubicBezTo>
                  <a:cubicBezTo>
                    <a:pt x="588460" y="223495"/>
                    <a:pt x="595704" y="208866"/>
                    <a:pt x="594473" y="204593"/>
                  </a:cubicBezTo>
                  <a:cubicBezTo>
                    <a:pt x="593241" y="200321"/>
                    <a:pt x="585489" y="194310"/>
                    <a:pt x="587228" y="190110"/>
                  </a:cubicBezTo>
                  <a:cubicBezTo>
                    <a:pt x="588967" y="185910"/>
                    <a:pt x="599181" y="185837"/>
                    <a:pt x="599181" y="180695"/>
                  </a:cubicBezTo>
                  <a:cubicBezTo>
                    <a:pt x="599181" y="175554"/>
                    <a:pt x="590923" y="172947"/>
                    <a:pt x="590923" y="169543"/>
                  </a:cubicBezTo>
                  <a:cubicBezTo>
                    <a:pt x="590923" y="166139"/>
                    <a:pt x="601427" y="160129"/>
                    <a:pt x="600703" y="153249"/>
                  </a:cubicBezTo>
                  <a:cubicBezTo>
                    <a:pt x="599978" y="146369"/>
                    <a:pt x="590923" y="145573"/>
                    <a:pt x="581215" y="139562"/>
                  </a:cubicBezTo>
                  <a:cubicBezTo>
                    <a:pt x="571508" y="133551"/>
                    <a:pt x="561728" y="136086"/>
                    <a:pt x="552745" y="131017"/>
                  </a:cubicBezTo>
                  <a:cubicBezTo>
                    <a:pt x="543762" y="125947"/>
                    <a:pt x="524999" y="129278"/>
                    <a:pt x="524999" y="125875"/>
                  </a:cubicBezTo>
                  <a:cubicBezTo>
                    <a:pt x="524999" y="122471"/>
                    <a:pt x="513046" y="111391"/>
                    <a:pt x="510076" y="105308"/>
                  </a:cubicBezTo>
                  <a:cubicBezTo>
                    <a:pt x="507106" y="99225"/>
                    <a:pt x="497325" y="102701"/>
                    <a:pt x="491313" y="106974"/>
                  </a:cubicBezTo>
                  <a:cubicBezTo>
                    <a:pt x="485300" y="111246"/>
                    <a:pt x="480084" y="112984"/>
                    <a:pt x="474143" y="108712"/>
                  </a:cubicBezTo>
                  <a:cubicBezTo>
                    <a:pt x="468203" y="104439"/>
                    <a:pt x="462842" y="97559"/>
                    <a:pt x="457626" y="100166"/>
                  </a:cubicBezTo>
                  <a:cubicBezTo>
                    <a:pt x="452410" y="102773"/>
                    <a:pt x="442631" y="101035"/>
                    <a:pt x="444876" y="92418"/>
                  </a:cubicBezTo>
                  <a:cubicBezTo>
                    <a:pt x="447122" y="83800"/>
                    <a:pt x="435169" y="65044"/>
                    <a:pt x="429880" y="62437"/>
                  </a:cubicBezTo>
                  <a:cubicBezTo>
                    <a:pt x="424592" y="59829"/>
                    <a:pt x="408944" y="64175"/>
                    <a:pt x="405177" y="55557"/>
                  </a:cubicBezTo>
                  <a:cubicBezTo>
                    <a:pt x="401410" y="46939"/>
                    <a:pt x="394673" y="40132"/>
                    <a:pt x="397933" y="34193"/>
                  </a:cubicBezTo>
                  <a:cubicBezTo>
                    <a:pt x="401193" y="28255"/>
                    <a:pt x="397136" y="11889"/>
                    <a:pt x="393442" y="5226"/>
                  </a:cubicBezTo>
                  <a:cubicBezTo>
                    <a:pt x="389747" y="-1436"/>
                    <a:pt x="370984" y="-712"/>
                    <a:pt x="365695" y="1822"/>
                  </a:cubicBezTo>
                  <a:cubicBezTo>
                    <a:pt x="360407" y="4357"/>
                    <a:pt x="348454" y="-712"/>
                    <a:pt x="343238" y="2692"/>
                  </a:cubicBezTo>
                  <a:cubicBezTo>
                    <a:pt x="338022" y="6095"/>
                    <a:pt x="334979" y="12106"/>
                    <a:pt x="327518" y="12106"/>
                  </a:cubicBezTo>
                  <a:cubicBezTo>
                    <a:pt x="323816" y="12678"/>
                    <a:pt x="320136" y="10926"/>
                    <a:pt x="318245" y="7689"/>
                  </a:cubicBezTo>
                  <a:cubicBezTo>
                    <a:pt x="311334" y="10571"/>
                    <a:pt x="303988" y="12258"/>
                    <a:pt x="296512" y="12685"/>
                  </a:cubicBezTo>
                  <a:cubicBezTo>
                    <a:pt x="296512" y="12685"/>
                    <a:pt x="276445" y="30210"/>
                    <a:pt x="276445" y="37452"/>
                  </a:cubicBezTo>
                  <a:cubicBezTo>
                    <a:pt x="276445" y="44694"/>
                    <a:pt x="275431" y="55774"/>
                    <a:pt x="270432" y="50053"/>
                  </a:cubicBezTo>
                  <a:cubicBezTo>
                    <a:pt x="265433" y="44332"/>
                    <a:pt x="244497" y="44332"/>
                    <a:pt x="239499" y="47736"/>
                  </a:cubicBezTo>
                  <a:cubicBezTo>
                    <a:pt x="234500" y="51139"/>
                    <a:pt x="226531" y="34049"/>
                    <a:pt x="217766" y="39770"/>
                  </a:cubicBezTo>
                  <a:cubicBezTo>
                    <a:pt x="209000" y="45491"/>
                    <a:pt x="196757" y="31731"/>
                    <a:pt x="196033" y="37452"/>
                  </a:cubicBezTo>
                  <a:cubicBezTo>
                    <a:pt x="195308" y="43173"/>
                    <a:pt x="182051" y="38611"/>
                    <a:pt x="173068" y="34049"/>
                  </a:cubicBezTo>
                  <a:cubicBezTo>
                    <a:pt x="164085" y="29486"/>
                    <a:pt x="148075" y="36294"/>
                    <a:pt x="142134" y="28328"/>
                  </a:cubicBezTo>
                  <a:cubicBezTo>
                    <a:pt x="136194" y="20362"/>
                    <a:pt x="97147" y="20289"/>
                    <a:pt x="84180" y="20289"/>
                  </a:cubicBezTo>
                  <a:cubicBezTo>
                    <a:pt x="71212" y="20289"/>
                    <a:pt x="68242" y="28328"/>
                    <a:pt x="62446" y="35207"/>
                  </a:cubicBezTo>
                  <a:cubicBezTo>
                    <a:pt x="56651" y="42087"/>
                    <a:pt x="50711" y="40132"/>
                    <a:pt x="44408" y="39770"/>
                  </a:cubicBezTo>
                  <a:cubicBezTo>
                    <a:pt x="44560" y="44274"/>
                    <a:pt x="45516" y="48713"/>
                    <a:pt x="47233" y="52877"/>
                  </a:cubicBezTo>
                  <a:cubicBezTo>
                    <a:pt x="50203" y="58019"/>
                    <a:pt x="64402" y="82858"/>
                    <a:pt x="60707" y="90607"/>
                  </a:cubicBezTo>
                  <a:cubicBezTo>
                    <a:pt x="57013" y="98356"/>
                    <a:pt x="50203" y="98284"/>
                    <a:pt x="45712" y="104294"/>
                  </a:cubicBezTo>
                  <a:cubicBezTo>
                    <a:pt x="41220" y="110305"/>
                    <a:pt x="14995" y="136883"/>
                    <a:pt x="14271" y="141083"/>
                  </a:cubicBezTo>
                  <a:cubicBezTo>
                    <a:pt x="13547" y="145283"/>
                    <a:pt x="18763" y="164257"/>
                    <a:pt x="14995" y="167660"/>
                  </a:cubicBezTo>
                  <a:cubicBezTo>
                    <a:pt x="11229" y="171064"/>
                    <a:pt x="0" y="189386"/>
                    <a:pt x="0" y="195976"/>
                  </a:cubicBezTo>
                  <a:cubicBezTo>
                    <a:pt x="1594" y="204340"/>
                    <a:pt x="7201" y="211379"/>
                    <a:pt x="14995" y="214804"/>
                  </a:cubicBezTo>
                  <a:cubicBezTo>
                    <a:pt x="17328" y="215514"/>
                    <a:pt x="19306" y="217100"/>
                    <a:pt x="20501" y="219222"/>
                  </a:cubicBezTo>
                  <a:cubicBezTo>
                    <a:pt x="24790" y="218519"/>
                    <a:pt x="29122" y="218107"/>
                    <a:pt x="33469" y="217991"/>
                  </a:cubicBezTo>
                  <a:cubicBezTo>
                    <a:pt x="38468" y="217991"/>
                    <a:pt x="60490" y="224798"/>
                    <a:pt x="67445" y="224798"/>
                  </a:cubicBezTo>
                  <a:cubicBezTo>
                    <a:pt x="74696" y="224979"/>
                    <a:pt x="81695" y="227521"/>
                    <a:pt x="87367" y="232040"/>
                  </a:cubicBezTo>
                  <a:cubicBezTo>
                    <a:pt x="90410" y="235444"/>
                    <a:pt x="97364" y="233199"/>
                    <a:pt x="102362" y="227477"/>
                  </a:cubicBezTo>
                  <a:cubicBezTo>
                    <a:pt x="107361" y="221757"/>
                    <a:pt x="113374" y="225160"/>
                    <a:pt x="119387" y="225160"/>
                  </a:cubicBezTo>
                  <a:cubicBezTo>
                    <a:pt x="127051" y="224262"/>
                    <a:pt x="133962" y="220120"/>
                    <a:pt x="138367" y="213791"/>
                  </a:cubicBezTo>
                  <a:cubicBezTo>
                    <a:pt x="141337" y="208069"/>
                    <a:pt x="171329" y="198872"/>
                    <a:pt x="179298" y="197786"/>
                  </a:cubicBezTo>
                  <a:cubicBezTo>
                    <a:pt x="187267" y="196700"/>
                    <a:pt x="199220" y="214877"/>
                    <a:pt x="206247" y="214877"/>
                  </a:cubicBezTo>
                  <a:cubicBezTo>
                    <a:pt x="217845" y="215840"/>
                    <a:pt x="227516" y="224132"/>
                    <a:pt x="230226" y="235444"/>
                  </a:cubicBezTo>
                  <a:cubicBezTo>
                    <a:pt x="234811" y="249551"/>
                    <a:pt x="241933" y="262702"/>
                    <a:pt x="251235" y="274260"/>
                  </a:cubicBezTo>
                  <a:cubicBezTo>
                    <a:pt x="255936" y="281871"/>
                    <a:pt x="258674" y="290532"/>
                    <a:pt x="259203" y="299461"/>
                  </a:cubicBezTo>
                  <a:cubicBezTo>
                    <a:pt x="259203" y="304024"/>
                    <a:pt x="248192" y="298302"/>
                    <a:pt x="236166" y="294827"/>
                  </a:cubicBezTo>
                  <a:cubicBezTo>
                    <a:pt x="224141" y="291350"/>
                    <a:pt x="223199" y="305110"/>
                    <a:pt x="223199" y="311990"/>
                  </a:cubicBezTo>
                  <a:cubicBezTo>
                    <a:pt x="223199" y="318869"/>
                    <a:pt x="206247" y="342840"/>
                    <a:pt x="203277" y="347402"/>
                  </a:cubicBezTo>
                  <a:cubicBezTo>
                    <a:pt x="200306" y="351964"/>
                    <a:pt x="209289" y="355440"/>
                    <a:pt x="216244" y="356527"/>
                  </a:cubicBezTo>
                  <a:cubicBezTo>
                    <a:pt x="219214" y="357034"/>
                    <a:pt x="231240" y="347402"/>
                    <a:pt x="235224" y="347402"/>
                  </a:cubicBezTo>
                  <a:cubicBezTo>
                    <a:pt x="239745" y="349850"/>
                    <a:pt x="243773" y="353116"/>
                    <a:pt x="247105" y="357034"/>
                  </a:cubicBezTo>
                  <a:cubicBezTo>
                    <a:pt x="245946" y="339146"/>
                    <a:pt x="249206" y="340160"/>
                    <a:pt x="263188" y="328066"/>
                  </a:cubicBezTo>
                  <a:cubicBezTo>
                    <a:pt x="277169" y="315973"/>
                    <a:pt x="279125" y="291857"/>
                    <a:pt x="292165" y="289250"/>
                  </a:cubicBezTo>
                  <a:cubicBezTo>
                    <a:pt x="305205" y="286643"/>
                    <a:pt x="310711" y="279474"/>
                    <a:pt x="329691" y="282950"/>
                  </a:cubicBezTo>
                  <a:cubicBezTo>
                    <a:pt x="348671" y="286426"/>
                    <a:pt x="320201" y="300041"/>
                    <a:pt x="333168" y="308079"/>
                  </a:cubicBezTo>
                  <a:cubicBezTo>
                    <a:pt x="346136" y="316117"/>
                    <a:pt x="386125" y="305762"/>
                    <a:pt x="388080" y="317204"/>
                  </a:cubicBezTo>
                  <a:cubicBezTo>
                    <a:pt x="390036" y="328646"/>
                    <a:pt x="342151" y="340088"/>
                    <a:pt x="343166" y="345809"/>
                  </a:cubicBezTo>
                  <a:cubicBezTo>
                    <a:pt x="344179" y="351530"/>
                    <a:pt x="368593" y="357178"/>
                    <a:pt x="377069" y="363479"/>
                  </a:cubicBezTo>
                  <a:cubicBezTo>
                    <a:pt x="385545" y="369779"/>
                    <a:pt x="374606" y="387449"/>
                    <a:pt x="378590" y="393170"/>
                  </a:cubicBezTo>
                  <a:cubicBezTo>
                    <a:pt x="382575" y="398891"/>
                    <a:pt x="395542" y="394329"/>
                    <a:pt x="406047" y="385928"/>
                  </a:cubicBezTo>
                  <a:cubicBezTo>
                    <a:pt x="416551" y="377528"/>
                    <a:pt x="425027" y="380207"/>
                    <a:pt x="438501" y="369924"/>
                  </a:cubicBezTo>
                  <a:cubicBezTo>
                    <a:pt x="451976" y="359641"/>
                    <a:pt x="479939" y="368765"/>
                    <a:pt x="483489" y="362682"/>
                  </a:cubicBezTo>
                  <a:cubicBezTo>
                    <a:pt x="487039" y="356599"/>
                    <a:pt x="475447" y="350154"/>
                    <a:pt x="449513" y="352399"/>
                  </a:cubicBezTo>
                  <a:cubicBezTo>
                    <a:pt x="423578" y="354644"/>
                    <a:pt x="421332" y="325677"/>
                    <a:pt x="421332" y="319883"/>
                  </a:cubicBezTo>
                  <a:cubicBezTo>
                    <a:pt x="421332" y="314090"/>
                    <a:pt x="448281" y="290916"/>
                    <a:pt x="463784" y="289105"/>
                  </a:cubicBezTo>
                  <a:cubicBezTo>
                    <a:pt x="478925" y="287070"/>
                    <a:pt x="493508" y="282023"/>
                    <a:pt x="506671" y="274260"/>
                  </a:cubicBezTo>
                  <a:cubicBezTo>
                    <a:pt x="515444" y="270190"/>
                    <a:pt x="524695" y="267221"/>
                    <a:pt x="534200" y="265425"/>
                  </a:cubicBezTo>
                  <a:cubicBezTo>
                    <a:pt x="532171" y="257386"/>
                    <a:pt x="529998" y="247899"/>
                    <a:pt x="534562" y="2474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4" name="Freeform 131">
              <a:extLst>
                <a:ext uri="{FF2B5EF4-FFF2-40B4-BE49-F238E27FC236}">
                  <a16:creationId xmlns:a16="http://schemas.microsoft.com/office/drawing/2014/main" id="{502F4317-3FB9-6D0B-858E-EF0912BCCA8C}"/>
                </a:ext>
              </a:extLst>
            </p:cNvPr>
            <p:cNvSpPr/>
            <p:nvPr/>
          </p:nvSpPr>
          <p:spPr>
            <a:xfrm>
              <a:off x="6499409" y="1974568"/>
              <a:ext cx="315538" cy="257622"/>
            </a:xfrm>
            <a:custGeom>
              <a:avLst/>
              <a:gdLst>
                <a:gd name="connsiteX0" fmla="*/ 296802 w 315540"/>
                <a:gd name="connsiteY0" fmla="*/ 128253 h 257621"/>
                <a:gd name="connsiteX1" fmla="*/ 277315 w 315540"/>
                <a:gd name="connsiteY1" fmla="*/ 106527 h 257621"/>
                <a:gd name="connsiteX2" fmla="*/ 261594 w 315540"/>
                <a:gd name="connsiteY2" fmla="*/ 82557 h 257621"/>
                <a:gd name="connsiteX3" fmla="*/ 257827 w 315540"/>
                <a:gd name="connsiteY3" fmla="*/ 55110 h 257621"/>
                <a:gd name="connsiteX4" fmla="*/ 254857 w 315540"/>
                <a:gd name="connsiteY4" fmla="*/ 28533 h 257621"/>
                <a:gd name="connsiteX5" fmla="*/ 223416 w 315540"/>
                <a:gd name="connsiteY5" fmla="*/ 18322 h 257621"/>
                <a:gd name="connsiteX6" fmla="*/ 205450 w 315540"/>
                <a:gd name="connsiteY6" fmla="*/ 18322 h 257621"/>
                <a:gd name="connsiteX7" fmla="*/ 188208 w 315540"/>
                <a:gd name="connsiteY7" fmla="*/ 8835 h 257621"/>
                <a:gd name="connsiteX8" fmla="*/ 170243 w 315540"/>
                <a:gd name="connsiteY8" fmla="*/ 2824 h 257621"/>
                <a:gd name="connsiteX9" fmla="*/ 168504 w 315540"/>
                <a:gd name="connsiteY9" fmla="*/ 0 h 257621"/>
                <a:gd name="connsiteX10" fmla="*/ 158000 w 315540"/>
                <a:gd name="connsiteY10" fmla="*/ 4852 h 257621"/>
                <a:gd name="connsiteX11" fmla="*/ 145032 w 315540"/>
                <a:gd name="connsiteY11" fmla="*/ 18539 h 257621"/>
                <a:gd name="connsiteX12" fmla="*/ 122068 w 315540"/>
                <a:gd name="connsiteY12" fmla="*/ 22015 h 257621"/>
                <a:gd name="connsiteX13" fmla="*/ 113084 w 315540"/>
                <a:gd name="connsiteY13" fmla="*/ 42582 h 257621"/>
                <a:gd name="connsiteX14" fmla="*/ 109100 w 315540"/>
                <a:gd name="connsiteY14" fmla="*/ 57428 h 257621"/>
                <a:gd name="connsiteX15" fmla="*/ 98089 w 315540"/>
                <a:gd name="connsiteY15" fmla="*/ 67711 h 257621"/>
                <a:gd name="connsiteX16" fmla="*/ 81064 w 315540"/>
                <a:gd name="connsiteY16" fmla="*/ 85960 h 257621"/>
                <a:gd name="connsiteX17" fmla="*/ 76138 w 315540"/>
                <a:gd name="connsiteY17" fmla="*/ 104282 h 257621"/>
                <a:gd name="connsiteX18" fmla="*/ 54405 w 315540"/>
                <a:gd name="connsiteY18" fmla="*/ 112248 h 257621"/>
                <a:gd name="connsiteX19" fmla="*/ 37453 w 315540"/>
                <a:gd name="connsiteY19" fmla="*/ 121373 h 257621"/>
                <a:gd name="connsiteX20" fmla="*/ 12678 w 315540"/>
                <a:gd name="connsiteY20" fmla="*/ 119345 h 257621"/>
                <a:gd name="connsiteX21" fmla="*/ 12678 w 315540"/>
                <a:gd name="connsiteY21" fmla="*/ 122821 h 257621"/>
                <a:gd name="connsiteX22" fmla="*/ 17966 w 315540"/>
                <a:gd name="connsiteY22" fmla="*/ 151788 h 257621"/>
                <a:gd name="connsiteX23" fmla="*/ 19415 w 315540"/>
                <a:gd name="connsiteY23" fmla="*/ 185246 h 257621"/>
                <a:gd name="connsiteX24" fmla="*/ 0 w 315540"/>
                <a:gd name="connsiteY24" fmla="*/ 204943 h 257621"/>
                <a:gd name="connsiteX25" fmla="*/ 11229 w 315540"/>
                <a:gd name="connsiteY25" fmla="*/ 224569 h 257621"/>
                <a:gd name="connsiteX26" fmla="*/ 10649 w 315540"/>
                <a:gd name="connsiteY26" fmla="*/ 245787 h 257621"/>
                <a:gd name="connsiteX27" fmla="*/ 28688 w 315540"/>
                <a:gd name="connsiteY27" fmla="*/ 241225 h 257621"/>
                <a:gd name="connsiteX28" fmla="*/ 50421 w 315540"/>
                <a:gd name="connsiteY28" fmla="*/ 226307 h 257621"/>
                <a:gd name="connsiteX29" fmla="*/ 108376 w 315540"/>
                <a:gd name="connsiteY29" fmla="*/ 234345 h 257621"/>
                <a:gd name="connsiteX30" fmla="*/ 139309 w 315540"/>
                <a:gd name="connsiteY30" fmla="*/ 240066 h 257621"/>
                <a:gd name="connsiteX31" fmla="*/ 162274 w 315540"/>
                <a:gd name="connsiteY31" fmla="*/ 243470 h 257621"/>
                <a:gd name="connsiteX32" fmla="*/ 184007 w 315540"/>
                <a:gd name="connsiteY32" fmla="*/ 245787 h 257621"/>
                <a:gd name="connsiteX33" fmla="*/ 205740 w 315540"/>
                <a:gd name="connsiteY33" fmla="*/ 253753 h 257621"/>
                <a:gd name="connsiteX34" fmla="*/ 236673 w 315540"/>
                <a:gd name="connsiteY34" fmla="*/ 256071 h 257621"/>
                <a:gd name="connsiteX35" fmla="*/ 242686 w 315540"/>
                <a:gd name="connsiteY35" fmla="*/ 243470 h 257621"/>
                <a:gd name="connsiteX36" fmla="*/ 262681 w 315540"/>
                <a:gd name="connsiteY36" fmla="*/ 218341 h 257621"/>
                <a:gd name="connsiteX37" fmla="*/ 284414 w 315540"/>
                <a:gd name="connsiteY37" fmla="*/ 213344 h 257621"/>
                <a:gd name="connsiteX38" fmla="*/ 279415 w 315540"/>
                <a:gd name="connsiteY38" fmla="*/ 197195 h 257621"/>
                <a:gd name="connsiteX39" fmla="*/ 274200 w 315540"/>
                <a:gd name="connsiteY39" fmla="*/ 160985 h 257621"/>
                <a:gd name="connsiteX40" fmla="*/ 298178 w 315540"/>
                <a:gd name="connsiteY40" fmla="*/ 165258 h 257621"/>
                <a:gd name="connsiteX41" fmla="*/ 315420 w 315540"/>
                <a:gd name="connsiteY41" fmla="*/ 147299 h 257621"/>
                <a:gd name="connsiteX42" fmla="*/ 296802 w 315540"/>
                <a:gd name="connsiteY42" fmla="*/ 128253 h 2576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315540" h="257621">
                  <a:moveTo>
                    <a:pt x="296802" y="128253"/>
                  </a:moveTo>
                  <a:cubicBezTo>
                    <a:pt x="290789" y="126515"/>
                    <a:pt x="287094" y="111089"/>
                    <a:pt x="277315" y="106527"/>
                  </a:cubicBezTo>
                  <a:cubicBezTo>
                    <a:pt x="267534" y="101965"/>
                    <a:pt x="270070" y="88495"/>
                    <a:pt x="261594" y="82557"/>
                  </a:cubicBezTo>
                  <a:cubicBezTo>
                    <a:pt x="253118" y="76618"/>
                    <a:pt x="258624" y="64525"/>
                    <a:pt x="257827" y="55110"/>
                  </a:cubicBezTo>
                  <a:cubicBezTo>
                    <a:pt x="257030" y="45696"/>
                    <a:pt x="259348" y="31140"/>
                    <a:pt x="254857" y="28533"/>
                  </a:cubicBezTo>
                  <a:cubicBezTo>
                    <a:pt x="250365" y="25926"/>
                    <a:pt x="231675" y="14049"/>
                    <a:pt x="223416" y="18322"/>
                  </a:cubicBezTo>
                  <a:cubicBezTo>
                    <a:pt x="215158" y="22594"/>
                    <a:pt x="208928" y="25998"/>
                    <a:pt x="205450" y="18322"/>
                  </a:cubicBezTo>
                  <a:cubicBezTo>
                    <a:pt x="201973" y="10645"/>
                    <a:pt x="196467" y="6300"/>
                    <a:pt x="188208" y="8835"/>
                  </a:cubicBezTo>
                  <a:cubicBezTo>
                    <a:pt x="181551" y="10718"/>
                    <a:pt x="174423" y="8335"/>
                    <a:pt x="170243" y="2824"/>
                  </a:cubicBezTo>
                  <a:cubicBezTo>
                    <a:pt x="169475" y="2013"/>
                    <a:pt x="168888" y="1050"/>
                    <a:pt x="168504" y="0"/>
                  </a:cubicBezTo>
                  <a:cubicBezTo>
                    <a:pt x="164664" y="753"/>
                    <a:pt x="161064" y="2419"/>
                    <a:pt x="158000" y="4852"/>
                  </a:cubicBezTo>
                  <a:cubicBezTo>
                    <a:pt x="153001" y="9414"/>
                    <a:pt x="152059" y="18539"/>
                    <a:pt x="145032" y="18539"/>
                  </a:cubicBezTo>
                  <a:cubicBezTo>
                    <a:pt x="138005" y="18539"/>
                    <a:pt x="130036" y="15135"/>
                    <a:pt x="122068" y="22015"/>
                  </a:cubicBezTo>
                  <a:cubicBezTo>
                    <a:pt x="115606" y="26766"/>
                    <a:pt x="112172" y="34609"/>
                    <a:pt x="113084" y="42582"/>
                  </a:cubicBezTo>
                  <a:cubicBezTo>
                    <a:pt x="114026" y="48231"/>
                    <a:pt x="115041" y="57428"/>
                    <a:pt x="109100" y="57428"/>
                  </a:cubicBezTo>
                  <a:cubicBezTo>
                    <a:pt x="103160" y="57428"/>
                    <a:pt x="104102" y="65394"/>
                    <a:pt x="98089" y="67711"/>
                  </a:cubicBezTo>
                  <a:cubicBezTo>
                    <a:pt x="90395" y="71542"/>
                    <a:pt x="84346" y="78023"/>
                    <a:pt x="81064" y="85960"/>
                  </a:cubicBezTo>
                  <a:cubicBezTo>
                    <a:pt x="80123" y="91681"/>
                    <a:pt x="80123" y="104282"/>
                    <a:pt x="76138" y="104282"/>
                  </a:cubicBezTo>
                  <a:cubicBezTo>
                    <a:pt x="72154" y="104282"/>
                    <a:pt x="58172" y="106527"/>
                    <a:pt x="54405" y="112248"/>
                  </a:cubicBezTo>
                  <a:cubicBezTo>
                    <a:pt x="50638" y="117969"/>
                    <a:pt x="45495" y="123690"/>
                    <a:pt x="37453" y="121373"/>
                  </a:cubicBezTo>
                  <a:cubicBezTo>
                    <a:pt x="29267" y="120019"/>
                    <a:pt x="20980" y="119338"/>
                    <a:pt x="12678" y="119345"/>
                  </a:cubicBezTo>
                  <a:cubicBezTo>
                    <a:pt x="12924" y="120489"/>
                    <a:pt x="12924" y="121677"/>
                    <a:pt x="12678" y="122821"/>
                  </a:cubicBezTo>
                  <a:cubicBezTo>
                    <a:pt x="9034" y="132721"/>
                    <a:pt x="11062" y="143815"/>
                    <a:pt x="17966" y="151788"/>
                  </a:cubicBezTo>
                  <a:cubicBezTo>
                    <a:pt x="23906" y="157799"/>
                    <a:pt x="26152" y="181770"/>
                    <a:pt x="19415" y="185246"/>
                  </a:cubicBezTo>
                  <a:cubicBezTo>
                    <a:pt x="12678" y="188722"/>
                    <a:pt x="0" y="198933"/>
                    <a:pt x="0" y="204943"/>
                  </a:cubicBezTo>
                  <a:cubicBezTo>
                    <a:pt x="0" y="210954"/>
                    <a:pt x="13474" y="216023"/>
                    <a:pt x="11229" y="224569"/>
                  </a:cubicBezTo>
                  <a:cubicBezTo>
                    <a:pt x="9976" y="231571"/>
                    <a:pt x="9787" y="238726"/>
                    <a:pt x="10649" y="245787"/>
                  </a:cubicBezTo>
                  <a:cubicBezTo>
                    <a:pt x="16952" y="245787"/>
                    <a:pt x="23255" y="247453"/>
                    <a:pt x="28688" y="241225"/>
                  </a:cubicBezTo>
                  <a:cubicBezTo>
                    <a:pt x="34121" y="234997"/>
                    <a:pt x="37671" y="226307"/>
                    <a:pt x="50421" y="226307"/>
                  </a:cubicBezTo>
                  <a:cubicBezTo>
                    <a:pt x="63171" y="226307"/>
                    <a:pt x="102363" y="226307"/>
                    <a:pt x="108376" y="234345"/>
                  </a:cubicBezTo>
                  <a:cubicBezTo>
                    <a:pt x="114388" y="242384"/>
                    <a:pt x="130109" y="235504"/>
                    <a:pt x="139309" y="240066"/>
                  </a:cubicBezTo>
                  <a:cubicBezTo>
                    <a:pt x="148510" y="244629"/>
                    <a:pt x="161042" y="249191"/>
                    <a:pt x="162274" y="243470"/>
                  </a:cubicBezTo>
                  <a:cubicBezTo>
                    <a:pt x="163505" y="237749"/>
                    <a:pt x="175314" y="251508"/>
                    <a:pt x="184007" y="245787"/>
                  </a:cubicBezTo>
                  <a:cubicBezTo>
                    <a:pt x="192700" y="240066"/>
                    <a:pt x="200959" y="257157"/>
                    <a:pt x="205740" y="253753"/>
                  </a:cubicBezTo>
                  <a:cubicBezTo>
                    <a:pt x="210521" y="250349"/>
                    <a:pt x="231675" y="250349"/>
                    <a:pt x="236673" y="256071"/>
                  </a:cubicBezTo>
                  <a:cubicBezTo>
                    <a:pt x="241672" y="261792"/>
                    <a:pt x="242686" y="250349"/>
                    <a:pt x="242686" y="243470"/>
                  </a:cubicBezTo>
                  <a:cubicBezTo>
                    <a:pt x="242686" y="236590"/>
                    <a:pt x="262681" y="218341"/>
                    <a:pt x="262681" y="218341"/>
                  </a:cubicBezTo>
                  <a:cubicBezTo>
                    <a:pt x="270157" y="217914"/>
                    <a:pt x="277503" y="216226"/>
                    <a:pt x="284414" y="213344"/>
                  </a:cubicBezTo>
                  <a:cubicBezTo>
                    <a:pt x="281929" y="208253"/>
                    <a:pt x="280241" y="202800"/>
                    <a:pt x="279415" y="197195"/>
                  </a:cubicBezTo>
                  <a:cubicBezTo>
                    <a:pt x="275721" y="178366"/>
                    <a:pt x="269708" y="167214"/>
                    <a:pt x="274200" y="160985"/>
                  </a:cubicBezTo>
                  <a:cubicBezTo>
                    <a:pt x="278691" y="154758"/>
                    <a:pt x="291441" y="168734"/>
                    <a:pt x="298178" y="165258"/>
                  </a:cubicBezTo>
                  <a:cubicBezTo>
                    <a:pt x="304916" y="161782"/>
                    <a:pt x="316869" y="154975"/>
                    <a:pt x="315420" y="147299"/>
                  </a:cubicBezTo>
                  <a:cubicBezTo>
                    <a:pt x="312015" y="138710"/>
                    <a:pt x="305306" y="131852"/>
                    <a:pt x="296802" y="12825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5" name="Freeform 132">
              <a:extLst>
                <a:ext uri="{FF2B5EF4-FFF2-40B4-BE49-F238E27FC236}">
                  <a16:creationId xmlns:a16="http://schemas.microsoft.com/office/drawing/2014/main" id="{70921B7A-257C-C359-44B6-625B6D243DF4}"/>
                </a:ext>
              </a:extLst>
            </p:cNvPr>
            <p:cNvSpPr/>
            <p:nvPr/>
          </p:nvSpPr>
          <p:spPr>
            <a:xfrm>
              <a:off x="6422974" y="1870782"/>
              <a:ext cx="245299" cy="134418"/>
            </a:xfrm>
            <a:custGeom>
              <a:avLst/>
              <a:gdLst>
                <a:gd name="connsiteX0" fmla="*/ 80564 w 245301"/>
                <a:gd name="connsiteY0" fmla="*/ 93864 h 134418"/>
                <a:gd name="connsiteX1" fmla="*/ 123306 w 245301"/>
                <a:gd name="connsiteY1" fmla="*/ 93864 h 134418"/>
                <a:gd name="connsiteX2" fmla="*/ 143156 w 245301"/>
                <a:gd name="connsiteY2" fmla="*/ 102554 h 134418"/>
                <a:gd name="connsiteX3" fmla="*/ 175176 w 245301"/>
                <a:gd name="connsiteY3" fmla="*/ 121817 h 134418"/>
                <a:gd name="connsiteX4" fmla="*/ 192272 w 245301"/>
                <a:gd name="connsiteY4" fmla="*/ 134418 h 134418"/>
                <a:gd name="connsiteX5" fmla="*/ 198865 w 245301"/>
                <a:gd name="connsiteY5" fmla="*/ 126090 h 134418"/>
                <a:gd name="connsiteX6" fmla="*/ 221830 w 245301"/>
                <a:gd name="connsiteY6" fmla="*/ 122614 h 134418"/>
                <a:gd name="connsiteX7" fmla="*/ 234797 w 245301"/>
                <a:gd name="connsiteY7" fmla="*/ 108927 h 134418"/>
                <a:gd name="connsiteX8" fmla="*/ 245301 w 245301"/>
                <a:gd name="connsiteY8" fmla="*/ 104075 h 134418"/>
                <a:gd name="connsiteX9" fmla="*/ 238057 w 245301"/>
                <a:gd name="connsiteY9" fmla="*/ 80394 h 134418"/>
                <a:gd name="connsiteX10" fmla="*/ 227552 w 245301"/>
                <a:gd name="connsiteY10" fmla="*/ 58089 h 134418"/>
                <a:gd name="connsiteX11" fmla="*/ 223786 w 245301"/>
                <a:gd name="connsiteY11" fmla="*/ 36364 h 134418"/>
                <a:gd name="connsiteX12" fmla="*/ 218135 w 245301"/>
                <a:gd name="connsiteY12" fmla="*/ 26515 h 134418"/>
                <a:gd name="connsiteX13" fmla="*/ 185897 w 245301"/>
                <a:gd name="connsiteY13" fmla="*/ 24125 h 134418"/>
                <a:gd name="connsiteX14" fmla="*/ 151921 w 245301"/>
                <a:gd name="connsiteY14" fmla="*/ 1241 h 134418"/>
                <a:gd name="connsiteX15" fmla="*/ 115699 w 245301"/>
                <a:gd name="connsiteY15" fmla="*/ 1893 h 134418"/>
                <a:gd name="connsiteX16" fmla="*/ 112584 w 245301"/>
                <a:gd name="connsiteY16" fmla="*/ 40130 h 134418"/>
                <a:gd name="connsiteX17" fmla="*/ 85128 w 245301"/>
                <a:gd name="connsiteY17" fmla="*/ 54613 h 134418"/>
                <a:gd name="connsiteX18" fmla="*/ 55209 w 245301"/>
                <a:gd name="connsiteY18" fmla="*/ 14566 h 134418"/>
                <a:gd name="connsiteX19" fmla="*/ 22754 w 245301"/>
                <a:gd name="connsiteY19" fmla="*/ 31729 h 134418"/>
                <a:gd name="connsiteX20" fmla="*/ 9208 w 245301"/>
                <a:gd name="connsiteY20" fmla="*/ 62579 h 134418"/>
                <a:gd name="connsiteX21" fmla="*/ 4209 w 245301"/>
                <a:gd name="connsiteY21" fmla="*/ 99150 h 134418"/>
                <a:gd name="connsiteX22" fmla="*/ 5078 w 245301"/>
                <a:gd name="connsiteY22" fmla="*/ 101178 h 134418"/>
                <a:gd name="connsiteX23" fmla="*/ 31810 w 245301"/>
                <a:gd name="connsiteY23" fmla="*/ 93212 h 134418"/>
                <a:gd name="connsiteX24" fmla="*/ 80564 w 245301"/>
                <a:gd name="connsiteY24" fmla="*/ 93864 h 134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45301" h="134418">
                  <a:moveTo>
                    <a:pt x="80564" y="93864"/>
                  </a:moveTo>
                  <a:cubicBezTo>
                    <a:pt x="89692" y="93864"/>
                    <a:pt x="111063" y="99078"/>
                    <a:pt x="123306" y="93864"/>
                  </a:cubicBezTo>
                  <a:cubicBezTo>
                    <a:pt x="135549" y="88650"/>
                    <a:pt x="135477" y="104365"/>
                    <a:pt x="143156" y="102554"/>
                  </a:cubicBezTo>
                  <a:cubicBezTo>
                    <a:pt x="150835" y="100744"/>
                    <a:pt x="166048" y="113055"/>
                    <a:pt x="175176" y="121817"/>
                  </a:cubicBezTo>
                  <a:cubicBezTo>
                    <a:pt x="180522" y="126474"/>
                    <a:pt x="186238" y="130689"/>
                    <a:pt x="192272" y="134418"/>
                  </a:cubicBezTo>
                  <a:cubicBezTo>
                    <a:pt x="193895" y="131232"/>
                    <a:pt x="196141" y="128407"/>
                    <a:pt x="198865" y="126090"/>
                  </a:cubicBezTo>
                  <a:cubicBezTo>
                    <a:pt x="206834" y="119210"/>
                    <a:pt x="214803" y="122614"/>
                    <a:pt x="221830" y="122614"/>
                  </a:cubicBezTo>
                  <a:cubicBezTo>
                    <a:pt x="228856" y="122614"/>
                    <a:pt x="229798" y="113489"/>
                    <a:pt x="234797" y="108927"/>
                  </a:cubicBezTo>
                  <a:cubicBezTo>
                    <a:pt x="237861" y="106494"/>
                    <a:pt x="241462" y="104828"/>
                    <a:pt x="245301" y="104075"/>
                  </a:cubicBezTo>
                  <a:cubicBezTo>
                    <a:pt x="242621" y="97774"/>
                    <a:pt x="242476" y="85464"/>
                    <a:pt x="238057" y="80394"/>
                  </a:cubicBezTo>
                  <a:cubicBezTo>
                    <a:pt x="233638" y="75325"/>
                    <a:pt x="225307" y="64100"/>
                    <a:pt x="227552" y="58089"/>
                  </a:cubicBezTo>
                  <a:cubicBezTo>
                    <a:pt x="230472" y="50717"/>
                    <a:pt x="229016" y="42324"/>
                    <a:pt x="223786" y="36364"/>
                  </a:cubicBezTo>
                  <a:cubicBezTo>
                    <a:pt x="221243" y="33503"/>
                    <a:pt x="219316" y="30151"/>
                    <a:pt x="218135" y="26515"/>
                  </a:cubicBezTo>
                  <a:cubicBezTo>
                    <a:pt x="207529" y="24364"/>
                    <a:pt x="196699" y="23560"/>
                    <a:pt x="185897" y="24125"/>
                  </a:cubicBezTo>
                  <a:cubicBezTo>
                    <a:pt x="179885" y="26370"/>
                    <a:pt x="155906" y="4717"/>
                    <a:pt x="151921" y="1241"/>
                  </a:cubicBezTo>
                  <a:cubicBezTo>
                    <a:pt x="149313" y="-1004"/>
                    <a:pt x="131492" y="155"/>
                    <a:pt x="115699" y="1893"/>
                  </a:cubicBezTo>
                  <a:cubicBezTo>
                    <a:pt x="106427" y="13552"/>
                    <a:pt x="113092" y="22170"/>
                    <a:pt x="112584" y="40130"/>
                  </a:cubicBezTo>
                  <a:cubicBezTo>
                    <a:pt x="112077" y="58089"/>
                    <a:pt x="94618" y="54613"/>
                    <a:pt x="85128" y="54613"/>
                  </a:cubicBezTo>
                  <a:cubicBezTo>
                    <a:pt x="75638" y="54613"/>
                    <a:pt x="60208" y="22025"/>
                    <a:pt x="55209" y="14566"/>
                  </a:cubicBezTo>
                  <a:cubicBezTo>
                    <a:pt x="50210" y="7107"/>
                    <a:pt x="34200" y="23763"/>
                    <a:pt x="22754" y="31729"/>
                  </a:cubicBezTo>
                  <a:cubicBezTo>
                    <a:pt x="11308" y="39695"/>
                    <a:pt x="17249" y="55193"/>
                    <a:pt x="9208" y="62579"/>
                  </a:cubicBezTo>
                  <a:cubicBezTo>
                    <a:pt x="-833" y="72088"/>
                    <a:pt x="-2913" y="87296"/>
                    <a:pt x="4209" y="99150"/>
                  </a:cubicBezTo>
                  <a:cubicBezTo>
                    <a:pt x="4571" y="99802"/>
                    <a:pt x="4788" y="100526"/>
                    <a:pt x="5078" y="101178"/>
                  </a:cubicBezTo>
                  <a:cubicBezTo>
                    <a:pt x="14547" y="101019"/>
                    <a:pt x="23798" y="98260"/>
                    <a:pt x="31810" y="93212"/>
                  </a:cubicBezTo>
                  <a:cubicBezTo>
                    <a:pt x="42024" y="85101"/>
                    <a:pt x="71074" y="93864"/>
                    <a:pt x="80564" y="938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6" name="Freeform 133">
              <a:extLst>
                <a:ext uri="{FF2B5EF4-FFF2-40B4-BE49-F238E27FC236}">
                  <a16:creationId xmlns:a16="http://schemas.microsoft.com/office/drawing/2014/main" id="{1C4F06AD-F74C-4946-382A-A553B9A31D9C}"/>
                </a:ext>
              </a:extLst>
            </p:cNvPr>
            <p:cNvSpPr/>
            <p:nvPr/>
          </p:nvSpPr>
          <p:spPr>
            <a:xfrm>
              <a:off x="6421034" y="1960751"/>
              <a:ext cx="193559" cy="136006"/>
            </a:xfrm>
            <a:custGeom>
              <a:avLst/>
              <a:gdLst>
                <a:gd name="connsiteX0" fmla="*/ 25419 w 193560"/>
                <a:gd name="connsiteY0" fmla="*/ 66681 h 136006"/>
                <a:gd name="connsiteX1" fmla="*/ 45630 w 193560"/>
                <a:gd name="connsiteY1" fmla="*/ 75226 h 136006"/>
                <a:gd name="connsiteX2" fmla="*/ 64321 w 193560"/>
                <a:gd name="connsiteY2" fmla="*/ 88044 h 136006"/>
                <a:gd name="connsiteX3" fmla="*/ 64321 w 193560"/>
                <a:gd name="connsiteY3" fmla="*/ 115491 h 136006"/>
                <a:gd name="connsiteX4" fmla="*/ 90763 w 193560"/>
                <a:gd name="connsiteY4" fmla="*/ 133451 h 136006"/>
                <a:gd name="connsiteX5" fmla="*/ 115539 w 193560"/>
                <a:gd name="connsiteY5" fmla="*/ 135478 h 136006"/>
                <a:gd name="connsiteX6" fmla="*/ 132491 w 193560"/>
                <a:gd name="connsiteY6" fmla="*/ 126353 h 136006"/>
                <a:gd name="connsiteX7" fmla="*/ 154224 w 193560"/>
                <a:gd name="connsiteY7" fmla="*/ 118388 h 136006"/>
                <a:gd name="connsiteX8" fmla="*/ 159150 w 193560"/>
                <a:gd name="connsiteY8" fmla="*/ 100066 h 136006"/>
                <a:gd name="connsiteX9" fmla="*/ 176174 w 193560"/>
                <a:gd name="connsiteY9" fmla="*/ 81816 h 136006"/>
                <a:gd name="connsiteX10" fmla="*/ 187185 w 193560"/>
                <a:gd name="connsiteY10" fmla="*/ 71533 h 136006"/>
                <a:gd name="connsiteX11" fmla="*/ 191170 w 193560"/>
                <a:gd name="connsiteY11" fmla="*/ 56687 h 136006"/>
                <a:gd name="connsiteX12" fmla="*/ 193561 w 193560"/>
                <a:gd name="connsiteY12" fmla="*/ 44449 h 136006"/>
                <a:gd name="connsiteX13" fmla="*/ 176463 w 193560"/>
                <a:gd name="connsiteY13" fmla="*/ 31848 h 136006"/>
                <a:gd name="connsiteX14" fmla="*/ 144443 w 193560"/>
                <a:gd name="connsiteY14" fmla="*/ 12585 h 136006"/>
                <a:gd name="connsiteX15" fmla="*/ 124594 w 193560"/>
                <a:gd name="connsiteY15" fmla="*/ 3895 h 136006"/>
                <a:gd name="connsiteX16" fmla="*/ 81852 w 193560"/>
                <a:gd name="connsiteY16" fmla="*/ 3895 h 136006"/>
                <a:gd name="connsiteX17" fmla="*/ 32953 w 193560"/>
                <a:gd name="connsiteY17" fmla="*/ 3895 h 136006"/>
                <a:gd name="connsiteX18" fmla="*/ 6221 w 193560"/>
                <a:gd name="connsiteY18" fmla="*/ 11860 h 136006"/>
                <a:gd name="connsiteX19" fmla="*/ 2889 w 193560"/>
                <a:gd name="connsiteY19" fmla="*/ 53791 h 136006"/>
                <a:gd name="connsiteX20" fmla="*/ 4627 w 193560"/>
                <a:gd name="connsiteY20" fmla="*/ 64509 h 136006"/>
                <a:gd name="connsiteX21" fmla="*/ 25419 w 193560"/>
                <a:gd name="connsiteY21" fmla="*/ 66681 h 136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93560" h="136006">
                  <a:moveTo>
                    <a:pt x="25419" y="66681"/>
                  </a:moveTo>
                  <a:cubicBezTo>
                    <a:pt x="29113" y="72692"/>
                    <a:pt x="41139" y="77833"/>
                    <a:pt x="45630" y="75226"/>
                  </a:cubicBezTo>
                  <a:cubicBezTo>
                    <a:pt x="50122" y="72619"/>
                    <a:pt x="64321" y="81237"/>
                    <a:pt x="64321" y="88044"/>
                  </a:cubicBezTo>
                  <a:cubicBezTo>
                    <a:pt x="64321" y="94852"/>
                    <a:pt x="60626" y="115491"/>
                    <a:pt x="64321" y="115491"/>
                  </a:cubicBezTo>
                  <a:cubicBezTo>
                    <a:pt x="68016" y="115491"/>
                    <a:pt x="89314" y="123167"/>
                    <a:pt x="90763" y="133451"/>
                  </a:cubicBezTo>
                  <a:cubicBezTo>
                    <a:pt x="99065" y="133443"/>
                    <a:pt x="107352" y="134124"/>
                    <a:pt x="115539" y="135478"/>
                  </a:cubicBezTo>
                  <a:cubicBezTo>
                    <a:pt x="123580" y="137796"/>
                    <a:pt x="128506" y="132075"/>
                    <a:pt x="132491" y="126353"/>
                  </a:cubicBezTo>
                  <a:cubicBezTo>
                    <a:pt x="136475" y="120633"/>
                    <a:pt x="150456" y="118388"/>
                    <a:pt x="154224" y="118388"/>
                  </a:cubicBezTo>
                  <a:cubicBezTo>
                    <a:pt x="157990" y="118388"/>
                    <a:pt x="158208" y="105787"/>
                    <a:pt x="159150" y="100066"/>
                  </a:cubicBezTo>
                  <a:cubicBezTo>
                    <a:pt x="162431" y="92129"/>
                    <a:pt x="168480" y="85647"/>
                    <a:pt x="176174" y="81816"/>
                  </a:cubicBezTo>
                  <a:cubicBezTo>
                    <a:pt x="182187" y="79499"/>
                    <a:pt x="181172" y="71533"/>
                    <a:pt x="187185" y="71533"/>
                  </a:cubicBezTo>
                  <a:cubicBezTo>
                    <a:pt x="193198" y="71533"/>
                    <a:pt x="192112" y="62336"/>
                    <a:pt x="191170" y="56687"/>
                  </a:cubicBezTo>
                  <a:cubicBezTo>
                    <a:pt x="190634" y="52458"/>
                    <a:pt x="191467" y="48164"/>
                    <a:pt x="193561" y="44449"/>
                  </a:cubicBezTo>
                  <a:cubicBezTo>
                    <a:pt x="187526" y="40719"/>
                    <a:pt x="181810" y="36504"/>
                    <a:pt x="176463" y="31848"/>
                  </a:cubicBezTo>
                  <a:cubicBezTo>
                    <a:pt x="167336" y="23085"/>
                    <a:pt x="152050" y="10847"/>
                    <a:pt x="144443" y="12585"/>
                  </a:cubicBezTo>
                  <a:cubicBezTo>
                    <a:pt x="136837" y="14323"/>
                    <a:pt x="136764" y="-1392"/>
                    <a:pt x="124594" y="3895"/>
                  </a:cubicBezTo>
                  <a:cubicBezTo>
                    <a:pt x="112424" y="9181"/>
                    <a:pt x="90980" y="3895"/>
                    <a:pt x="81852" y="3895"/>
                  </a:cubicBezTo>
                  <a:cubicBezTo>
                    <a:pt x="72725" y="3895"/>
                    <a:pt x="43675" y="-4868"/>
                    <a:pt x="32953" y="3895"/>
                  </a:cubicBezTo>
                  <a:cubicBezTo>
                    <a:pt x="24941" y="8942"/>
                    <a:pt x="15689" y="11701"/>
                    <a:pt x="6221" y="11860"/>
                  </a:cubicBezTo>
                  <a:cubicBezTo>
                    <a:pt x="12683" y="25432"/>
                    <a:pt x="11408" y="41414"/>
                    <a:pt x="2889" y="53791"/>
                  </a:cubicBezTo>
                  <a:cubicBezTo>
                    <a:pt x="-2545" y="61032"/>
                    <a:pt x="643" y="61757"/>
                    <a:pt x="4627" y="64509"/>
                  </a:cubicBezTo>
                  <a:cubicBezTo>
                    <a:pt x="13103" y="63640"/>
                    <a:pt x="22376" y="61829"/>
                    <a:pt x="25419" y="66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7" name="Freeform 134">
              <a:extLst>
                <a:ext uri="{FF2B5EF4-FFF2-40B4-BE49-F238E27FC236}">
                  <a16:creationId xmlns:a16="http://schemas.microsoft.com/office/drawing/2014/main" id="{2757CCF9-06AE-2754-0233-C273FA1DAB2A}"/>
                </a:ext>
              </a:extLst>
            </p:cNvPr>
            <p:cNvSpPr/>
            <p:nvPr/>
          </p:nvSpPr>
          <p:spPr>
            <a:xfrm>
              <a:off x="5937346" y="2420508"/>
              <a:ext cx="151237" cy="91623"/>
            </a:xfrm>
            <a:custGeom>
              <a:avLst/>
              <a:gdLst>
                <a:gd name="connsiteX0" fmla="*/ 134575 w 151237"/>
                <a:gd name="connsiteY0" fmla="*/ 38757 h 91622"/>
                <a:gd name="connsiteX1" fmla="*/ 117334 w 151237"/>
                <a:gd name="connsiteY1" fmla="*/ 28473 h 91622"/>
                <a:gd name="connsiteX2" fmla="*/ 117334 w 151237"/>
                <a:gd name="connsiteY2" fmla="*/ 12252 h 91622"/>
                <a:gd name="connsiteX3" fmla="*/ 97846 w 151237"/>
                <a:gd name="connsiteY3" fmla="*/ 2475 h 91622"/>
                <a:gd name="connsiteX4" fmla="*/ 74882 w 151237"/>
                <a:gd name="connsiteY4" fmla="*/ 3634 h 91622"/>
                <a:gd name="connsiteX5" fmla="*/ 45904 w 151237"/>
                <a:gd name="connsiteY5" fmla="*/ 4720 h 91622"/>
                <a:gd name="connsiteX6" fmla="*/ 41340 w 151237"/>
                <a:gd name="connsiteY6" fmla="*/ 10441 h 91622"/>
                <a:gd name="connsiteX7" fmla="*/ 24099 w 151237"/>
                <a:gd name="connsiteY7" fmla="*/ 26735 h 91622"/>
                <a:gd name="connsiteX8" fmla="*/ 2366 w 151237"/>
                <a:gd name="connsiteY8" fmla="*/ 57586 h 91622"/>
                <a:gd name="connsiteX9" fmla="*/ 6930 w 151237"/>
                <a:gd name="connsiteY9" fmla="*/ 70404 h 91622"/>
                <a:gd name="connsiteX10" fmla="*/ 21853 w 151237"/>
                <a:gd name="connsiteY10" fmla="*/ 72142 h 91622"/>
                <a:gd name="connsiteX11" fmla="*/ 27866 w 151237"/>
                <a:gd name="connsiteY11" fmla="*/ 90970 h 91622"/>
                <a:gd name="connsiteX12" fmla="*/ 27866 w 151237"/>
                <a:gd name="connsiteY12" fmla="*/ 91622 h 91622"/>
                <a:gd name="connsiteX13" fmla="*/ 56843 w 151237"/>
                <a:gd name="connsiteY13" fmla="*/ 89305 h 91622"/>
                <a:gd name="connsiteX14" fmla="*/ 73795 w 151237"/>
                <a:gd name="connsiteY14" fmla="*/ 61858 h 91622"/>
                <a:gd name="connsiteX15" fmla="*/ 92776 w 151237"/>
                <a:gd name="connsiteY15" fmla="*/ 88146 h 91622"/>
                <a:gd name="connsiteX16" fmla="*/ 101759 w 151237"/>
                <a:gd name="connsiteY16" fmla="*/ 74459 h 91622"/>
                <a:gd name="connsiteX17" fmla="*/ 111495 w 151237"/>
                <a:gd name="connsiteY17" fmla="*/ 65986 h 91622"/>
                <a:gd name="connsiteX18" fmla="*/ 113712 w 151237"/>
                <a:gd name="connsiteY18" fmla="*/ 66421 h 91622"/>
                <a:gd name="connsiteX19" fmla="*/ 129722 w 151237"/>
                <a:gd name="connsiteY19" fmla="*/ 61858 h 91622"/>
                <a:gd name="connsiteX20" fmla="*/ 139719 w 151237"/>
                <a:gd name="connsiteY20" fmla="*/ 57296 h 91622"/>
                <a:gd name="connsiteX21" fmla="*/ 144718 w 151237"/>
                <a:gd name="connsiteY21" fmla="*/ 48171 h 91622"/>
                <a:gd name="connsiteX22" fmla="*/ 151237 w 151237"/>
                <a:gd name="connsiteY22" fmla="*/ 40929 h 91622"/>
                <a:gd name="connsiteX23" fmla="*/ 134575 w 151237"/>
                <a:gd name="connsiteY23" fmla="*/ 38757 h 916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51237" h="91622">
                  <a:moveTo>
                    <a:pt x="134575" y="38757"/>
                  </a:moveTo>
                  <a:cubicBezTo>
                    <a:pt x="127838" y="42161"/>
                    <a:pt x="117334" y="31515"/>
                    <a:pt x="117334" y="28473"/>
                  </a:cubicBezTo>
                  <a:cubicBezTo>
                    <a:pt x="116602" y="23093"/>
                    <a:pt x="116602" y="17633"/>
                    <a:pt x="117334" y="12252"/>
                  </a:cubicBezTo>
                  <a:cubicBezTo>
                    <a:pt x="111147" y="8406"/>
                    <a:pt x="104627" y="5133"/>
                    <a:pt x="97846" y="2475"/>
                  </a:cubicBezTo>
                  <a:cubicBezTo>
                    <a:pt x="90522" y="-1196"/>
                    <a:pt x="81800" y="-762"/>
                    <a:pt x="74882" y="3634"/>
                  </a:cubicBezTo>
                  <a:cubicBezTo>
                    <a:pt x="69738" y="6531"/>
                    <a:pt x="55685" y="5734"/>
                    <a:pt x="45904" y="4720"/>
                  </a:cubicBezTo>
                  <a:cubicBezTo>
                    <a:pt x="45035" y="8196"/>
                    <a:pt x="43731" y="10441"/>
                    <a:pt x="41340" y="10441"/>
                  </a:cubicBezTo>
                  <a:cubicBezTo>
                    <a:pt x="32770" y="11781"/>
                    <a:pt x="25917" y="18255"/>
                    <a:pt x="24099" y="26735"/>
                  </a:cubicBezTo>
                  <a:cubicBezTo>
                    <a:pt x="22650" y="35281"/>
                    <a:pt x="6930" y="42161"/>
                    <a:pt x="2366" y="57586"/>
                  </a:cubicBezTo>
                  <a:cubicBezTo>
                    <a:pt x="-2198" y="73011"/>
                    <a:pt x="120" y="79818"/>
                    <a:pt x="6930" y="70404"/>
                  </a:cubicBezTo>
                  <a:cubicBezTo>
                    <a:pt x="13739" y="60989"/>
                    <a:pt x="21853" y="64465"/>
                    <a:pt x="21853" y="72142"/>
                  </a:cubicBezTo>
                  <a:cubicBezTo>
                    <a:pt x="21853" y="79818"/>
                    <a:pt x="30836" y="80687"/>
                    <a:pt x="27866" y="90970"/>
                  </a:cubicBezTo>
                  <a:cubicBezTo>
                    <a:pt x="27830" y="91188"/>
                    <a:pt x="27830" y="91405"/>
                    <a:pt x="27866" y="91622"/>
                  </a:cubicBezTo>
                  <a:cubicBezTo>
                    <a:pt x="38080" y="90608"/>
                    <a:pt x="52352" y="89305"/>
                    <a:pt x="56843" y="89305"/>
                  </a:cubicBezTo>
                  <a:cubicBezTo>
                    <a:pt x="64088" y="89305"/>
                    <a:pt x="70825" y="64176"/>
                    <a:pt x="73795" y="61858"/>
                  </a:cubicBezTo>
                  <a:cubicBezTo>
                    <a:pt x="76765" y="59541"/>
                    <a:pt x="84807" y="80180"/>
                    <a:pt x="92776" y="88146"/>
                  </a:cubicBezTo>
                  <a:cubicBezTo>
                    <a:pt x="100744" y="96112"/>
                    <a:pt x="101759" y="80904"/>
                    <a:pt x="101759" y="74459"/>
                  </a:cubicBezTo>
                  <a:cubicBezTo>
                    <a:pt x="102106" y="69433"/>
                    <a:pt x="106467" y="65639"/>
                    <a:pt x="111495" y="65986"/>
                  </a:cubicBezTo>
                  <a:cubicBezTo>
                    <a:pt x="112248" y="66037"/>
                    <a:pt x="112994" y="66182"/>
                    <a:pt x="113712" y="66421"/>
                  </a:cubicBezTo>
                  <a:cubicBezTo>
                    <a:pt x="118710" y="67579"/>
                    <a:pt x="129722" y="69897"/>
                    <a:pt x="129722" y="61858"/>
                  </a:cubicBezTo>
                  <a:cubicBezTo>
                    <a:pt x="129722" y="53820"/>
                    <a:pt x="135735" y="57296"/>
                    <a:pt x="139719" y="57296"/>
                  </a:cubicBezTo>
                  <a:cubicBezTo>
                    <a:pt x="143703" y="57296"/>
                    <a:pt x="144718" y="48171"/>
                    <a:pt x="144718" y="48171"/>
                  </a:cubicBezTo>
                  <a:lnTo>
                    <a:pt x="151237" y="40929"/>
                  </a:lnTo>
                  <a:cubicBezTo>
                    <a:pt x="146398" y="37468"/>
                    <a:pt x="140147" y="36657"/>
                    <a:pt x="134575" y="38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8" name="Freeform 135">
              <a:extLst>
                <a:ext uri="{FF2B5EF4-FFF2-40B4-BE49-F238E27FC236}">
                  <a16:creationId xmlns:a16="http://schemas.microsoft.com/office/drawing/2014/main" id="{13DD25B8-49AB-3E00-2164-5F299E2F1831}"/>
                </a:ext>
              </a:extLst>
            </p:cNvPr>
            <p:cNvSpPr/>
            <p:nvPr/>
          </p:nvSpPr>
          <p:spPr>
            <a:xfrm>
              <a:off x="5933061" y="2050004"/>
              <a:ext cx="299854" cy="386945"/>
            </a:xfrm>
            <a:custGeom>
              <a:avLst/>
              <a:gdLst>
                <a:gd name="connsiteX0" fmla="*/ 38236 w 299855"/>
                <a:gd name="connsiteY0" fmla="*/ 102205 h 386943"/>
                <a:gd name="connsiteX1" fmla="*/ 21284 w 299855"/>
                <a:gd name="connsiteY1" fmla="*/ 120454 h 386943"/>
                <a:gd name="connsiteX2" fmla="*/ 32295 w 299855"/>
                <a:gd name="connsiteY2" fmla="*/ 141021 h 386943"/>
                <a:gd name="connsiteX3" fmla="*/ 25051 w 299855"/>
                <a:gd name="connsiteY3" fmla="*/ 153622 h 386943"/>
                <a:gd name="connsiteX4" fmla="*/ 6071 w 299855"/>
                <a:gd name="connsiteY4" fmla="*/ 163905 h 386943"/>
                <a:gd name="connsiteX5" fmla="*/ 4114 w 299855"/>
                <a:gd name="connsiteY5" fmla="*/ 182155 h 386943"/>
                <a:gd name="connsiteX6" fmla="*/ 58 w 299855"/>
                <a:gd name="connsiteY6" fmla="*/ 213005 h 386943"/>
                <a:gd name="connsiteX7" fmla="*/ 9113 w 299855"/>
                <a:gd name="connsiteY7" fmla="*/ 237048 h 386943"/>
                <a:gd name="connsiteX8" fmla="*/ 1869 w 299855"/>
                <a:gd name="connsiteY8" fmla="*/ 251893 h 386943"/>
                <a:gd name="connsiteX9" fmla="*/ 12590 w 299855"/>
                <a:gd name="connsiteY9" fmla="*/ 283902 h 386943"/>
                <a:gd name="connsiteX10" fmla="*/ 19835 w 299855"/>
                <a:gd name="connsiteY10" fmla="*/ 288392 h 386943"/>
                <a:gd name="connsiteX11" fmla="*/ 41568 w 299855"/>
                <a:gd name="connsiteY11" fmla="*/ 300414 h 386943"/>
                <a:gd name="connsiteX12" fmla="*/ 59606 w 299855"/>
                <a:gd name="connsiteY12" fmla="*/ 307293 h 386943"/>
                <a:gd name="connsiteX13" fmla="*/ 66343 w 299855"/>
                <a:gd name="connsiteY13" fmla="*/ 320111 h 386943"/>
                <a:gd name="connsiteX14" fmla="*/ 52869 w 299855"/>
                <a:gd name="connsiteY14" fmla="*/ 351830 h 386943"/>
                <a:gd name="connsiteX15" fmla="*/ 49899 w 299855"/>
                <a:gd name="connsiteY15" fmla="*/ 375221 h 386943"/>
                <a:gd name="connsiteX16" fmla="*/ 78876 w 299855"/>
                <a:gd name="connsiteY16" fmla="*/ 374135 h 386943"/>
                <a:gd name="connsiteX17" fmla="*/ 101841 w 299855"/>
                <a:gd name="connsiteY17" fmla="*/ 372976 h 386943"/>
                <a:gd name="connsiteX18" fmla="*/ 121328 w 299855"/>
                <a:gd name="connsiteY18" fmla="*/ 382753 h 386943"/>
                <a:gd name="connsiteX19" fmla="*/ 125023 w 299855"/>
                <a:gd name="connsiteY19" fmla="*/ 378408 h 386943"/>
                <a:gd name="connsiteX20" fmla="*/ 144510 w 299855"/>
                <a:gd name="connsiteY20" fmla="*/ 384346 h 386943"/>
                <a:gd name="connsiteX21" fmla="*/ 163874 w 299855"/>
                <a:gd name="connsiteY21" fmla="*/ 380341 h 386943"/>
                <a:gd name="connsiteX22" fmla="*/ 164722 w 299855"/>
                <a:gd name="connsiteY22" fmla="*/ 380942 h 386943"/>
                <a:gd name="connsiteX23" fmla="*/ 184209 w 299855"/>
                <a:gd name="connsiteY23" fmla="*/ 379205 h 386943"/>
                <a:gd name="connsiteX24" fmla="*/ 218692 w 299855"/>
                <a:gd name="connsiteY24" fmla="*/ 371528 h 386943"/>
                <a:gd name="connsiteX25" fmla="*/ 232167 w 299855"/>
                <a:gd name="connsiteY25" fmla="*/ 360376 h 386943"/>
                <a:gd name="connsiteX26" fmla="*/ 245641 w 299855"/>
                <a:gd name="connsiteY26" fmla="*/ 336405 h 386943"/>
                <a:gd name="connsiteX27" fmla="*/ 264332 w 299855"/>
                <a:gd name="connsiteY27" fmla="*/ 319242 h 386943"/>
                <a:gd name="connsiteX28" fmla="*/ 229124 w 299855"/>
                <a:gd name="connsiteY28" fmla="*/ 289261 h 386943"/>
                <a:gd name="connsiteX29" fmla="*/ 217896 w 299855"/>
                <a:gd name="connsiteY29" fmla="*/ 256745 h 386943"/>
                <a:gd name="connsiteX30" fmla="*/ 215650 w 299855"/>
                <a:gd name="connsiteY30" fmla="*/ 236179 h 386943"/>
                <a:gd name="connsiteX31" fmla="*/ 250857 w 299855"/>
                <a:gd name="connsiteY31" fmla="*/ 220754 h 386943"/>
                <a:gd name="connsiteX32" fmla="*/ 278604 w 299855"/>
                <a:gd name="connsiteY32" fmla="*/ 206270 h 386943"/>
                <a:gd name="connsiteX33" fmla="*/ 296569 w 299855"/>
                <a:gd name="connsiteY33" fmla="*/ 205401 h 386943"/>
                <a:gd name="connsiteX34" fmla="*/ 297294 w 299855"/>
                <a:gd name="connsiteY34" fmla="*/ 183675 h 386943"/>
                <a:gd name="connsiteX35" fmla="*/ 289108 w 299855"/>
                <a:gd name="connsiteY35" fmla="*/ 152825 h 386943"/>
                <a:gd name="connsiteX36" fmla="*/ 284616 w 299855"/>
                <a:gd name="connsiteY36" fmla="*/ 132259 h 386943"/>
                <a:gd name="connsiteX37" fmla="*/ 277372 w 299855"/>
                <a:gd name="connsiteY37" fmla="*/ 113430 h 386943"/>
                <a:gd name="connsiteX38" fmla="*/ 275126 w 299855"/>
                <a:gd name="connsiteY38" fmla="*/ 98005 h 386943"/>
                <a:gd name="connsiteX39" fmla="*/ 275851 w 299855"/>
                <a:gd name="connsiteY39" fmla="*/ 57740 h 386943"/>
                <a:gd name="connsiteX40" fmla="*/ 275851 w 299855"/>
                <a:gd name="connsiteY40" fmla="*/ 53033 h 386943"/>
                <a:gd name="connsiteX41" fmla="*/ 273025 w 299855"/>
                <a:gd name="connsiteY41" fmla="*/ 48326 h 386943"/>
                <a:gd name="connsiteX42" fmla="*/ 253031 w 299855"/>
                <a:gd name="connsiteY42" fmla="*/ 35725 h 386943"/>
                <a:gd name="connsiteX43" fmla="*/ 256073 w 299855"/>
                <a:gd name="connsiteY43" fmla="*/ 13493 h 386943"/>
                <a:gd name="connsiteX44" fmla="*/ 226082 w 299855"/>
                <a:gd name="connsiteY44" fmla="*/ 22617 h 386943"/>
                <a:gd name="connsiteX45" fmla="*/ 188194 w 299855"/>
                <a:gd name="connsiteY45" fmla="*/ 47746 h 386943"/>
                <a:gd name="connsiteX46" fmla="*/ 171908 w 299855"/>
                <a:gd name="connsiteY46" fmla="*/ 47906 h 386943"/>
                <a:gd name="connsiteX47" fmla="*/ 170662 w 299855"/>
                <a:gd name="connsiteY47" fmla="*/ 32901 h 386943"/>
                <a:gd name="connsiteX48" fmla="*/ 158709 w 299855"/>
                <a:gd name="connsiteY48" fmla="*/ 26021 h 386943"/>
                <a:gd name="connsiteX49" fmla="*/ 133716 w 299855"/>
                <a:gd name="connsiteY49" fmla="*/ 12334 h 386943"/>
                <a:gd name="connsiteX50" fmla="*/ 131760 w 299855"/>
                <a:gd name="connsiteY50" fmla="*/ 3427 h 386943"/>
                <a:gd name="connsiteX51" fmla="*/ 119227 w 299855"/>
                <a:gd name="connsiteY51" fmla="*/ 3427 h 386943"/>
                <a:gd name="connsiteX52" fmla="*/ 88439 w 299855"/>
                <a:gd name="connsiteY52" fmla="*/ 23 h 386943"/>
                <a:gd name="connsiteX53" fmla="*/ 94234 w 299855"/>
                <a:gd name="connsiteY53" fmla="*/ 18345 h 386943"/>
                <a:gd name="connsiteX54" fmla="*/ 103217 w 299855"/>
                <a:gd name="connsiteY54" fmla="*/ 51440 h 386943"/>
                <a:gd name="connsiteX55" fmla="*/ 88729 w 299855"/>
                <a:gd name="connsiteY55" fmla="*/ 66865 h 386943"/>
                <a:gd name="connsiteX56" fmla="*/ 63735 w 299855"/>
                <a:gd name="connsiteY56" fmla="*/ 62882 h 386943"/>
                <a:gd name="connsiteX57" fmla="*/ 38236 w 299855"/>
                <a:gd name="connsiteY57" fmla="*/ 67444 h 386943"/>
                <a:gd name="connsiteX58" fmla="*/ 37294 w 299855"/>
                <a:gd name="connsiteY58" fmla="*/ 75555 h 386943"/>
                <a:gd name="connsiteX59" fmla="*/ 38236 w 299855"/>
                <a:gd name="connsiteY59" fmla="*/ 102205 h 3869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</a:cxnLst>
              <a:rect l="l" t="t" r="r" b="b"/>
              <a:pathLst>
                <a:path w="299855" h="386943">
                  <a:moveTo>
                    <a:pt x="38236" y="102205"/>
                  </a:moveTo>
                  <a:cubicBezTo>
                    <a:pt x="30266" y="115892"/>
                    <a:pt x="19327" y="117051"/>
                    <a:pt x="21284" y="120454"/>
                  </a:cubicBezTo>
                  <a:cubicBezTo>
                    <a:pt x="23240" y="123858"/>
                    <a:pt x="35265" y="135372"/>
                    <a:pt x="32295" y="141021"/>
                  </a:cubicBezTo>
                  <a:cubicBezTo>
                    <a:pt x="29325" y="146670"/>
                    <a:pt x="25051" y="143338"/>
                    <a:pt x="25051" y="153622"/>
                  </a:cubicBezTo>
                  <a:cubicBezTo>
                    <a:pt x="25051" y="163905"/>
                    <a:pt x="11069" y="163905"/>
                    <a:pt x="6071" y="163905"/>
                  </a:cubicBezTo>
                  <a:cubicBezTo>
                    <a:pt x="1072" y="163905"/>
                    <a:pt x="7084" y="174189"/>
                    <a:pt x="4114" y="182155"/>
                  </a:cubicBezTo>
                  <a:cubicBezTo>
                    <a:pt x="1847" y="192293"/>
                    <a:pt x="492" y="202620"/>
                    <a:pt x="58" y="213005"/>
                  </a:cubicBezTo>
                  <a:cubicBezTo>
                    <a:pt x="-884" y="219885"/>
                    <a:pt x="10055" y="231327"/>
                    <a:pt x="9113" y="237048"/>
                  </a:cubicBezTo>
                  <a:cubicBezTo>
                    <a:pt x="8171" y="242769"/>
                    <a:pt x="58" y="247331"/>
                    <a:pt x="1869" y="251893"/>
                  </a:cubicBezTo>
                  <a:cubicBezTo>
                    <a:pt x="8396" y="261337"/>
                    <a:pt x="12119" y="272431"/>
                    <a:pt x="12590" y="283902"/>
                  </a:cubicBezTo>
                  <a:cubicBezTo>
                    <a:pt x="15401" y="284641"/>
                    <a:pt x="17922" y="286205"/>
                    <a:pt x="19835" y="288392"/>
                  </a:cubicBezTo>
                  <a:cubicBezTo>
                    <a:pt x="24507" y="295895"/>
                    <a:pt x="32730" y="300442"/>
                    <a:pt x="41568" y="300414"/>
                  </a:cubicBezTo>
                  <a:cubicBezTo>
                    <a:pt x="51348" y="300414"/>
                    <a:pt x="55115" y="308162"/>
                    <a:pt x="59606" y="307293"/>
                  </a:cubicBezTo>
                  <a:cubicBezTo>
                    <a:pt x="64098" y="306424"/>
                    <a:pt x="76051" y="310697"/>
                    <a:pt x="66343" y="320111"/>
                  </a:cubicBezTo>
                  <a:cubicBezTo>
                    <a:pt x="56636" y="329526"/>
                    <a:pt x="55115" y="340678"/>
                    <a:pt x="52869" y="351830"/>
                  </a:cubicBezTo>
                  <a:cubicBezTo>
                    <a:pt x="51348" y="359072"/>
                    <a:pt x="51492" y="369066"/>
                    <a:pt x="49899" y="375221"/>
                  </a:cubicBezTo>
                  <a:cubicBezTo>
                    <a:pt x="59389" y="376235"/>
                    <a:pt x="73443" y="377032"/>
                    <a:pt x="78876" y="374135"/>
                  </a:cubicBezTo>
                  <a:cubicBezTo>
                    <a:pt x="85794" y="369739"/>
                    <a:pt x="94517" y="369305"/>
                    <a:pt x="101841" y="372976"/>
                  </a:cubicBezTo>
                  <a:cubicBezTo>
                    <a:pt x="108621" y="375634"/>
                    <a:pt x="115141" y="378907"/>
                    <a:pt x="121328" y="382753"/>
                  </a:cubicBezTo>
                  <a:cubicBezTo>
                    <a:pt x="121908" y="380435"/>
                    <a:pt x="122994" y="378698"/>
                    <a:pt x="125023" y="378408"/>
                  </a:cubicBezTo>
                  <a:cubicBezTo>
                    <a:pt x="131760" y="377539"/>
                    <a:pt x="140019" y="392891"/>
                    <a:pt x="144510" y="384346"/>
                  </a:cubicBezTo>
                  <a:cubicBezTo>
                    <a:pt x="148748" y="377894"/>
                    <a:pt x="157420" y="376098"/>
                    <a:pt x="163874" y="380341"/>
                  </a:cubicBezTo>
                  <a:cubicBezTo>
                    <a:pt x="164164" y="380530"/>
                    <a:pt x="164447" y="380733"/>
                    <a:pt x="164722" y="380942"/>
                  </a:cubicBezTo>
                  <a:cubicBezTo>
                    <a:pt x="170684" y="385498"/>
                    <a:pt x="179146" y="384744"/>
                    <a:pt x="184209" y="379205"/>
                  </a:cubicBezTo>
                  <a:cubicBezTo>
                    <a:pt x="190222" y="372397"/>
                    <a:pt x="213187" y="368994"/>
                    <a:pt x="218692" y="371528"/>
                  </a:cubicBezTo>
                  <a:cubicBezTo>
                    <a:pt x="224198" y="374063"/>
                    <a:pt x="237383" y="380942"/>
                    <a:pt x="232167" y="360376"/>
                  </a:cubicBezTo>
                  <a:cubicBezTo>
                    <a:pt x="226951" y="339809"/>
                    <a:pt x="243396" y="344082"/>
                    <a:pt x="245641" y="336405"/>
                  </a:cubicBezTo>
                  <a:cubicBezTo>
                    <a:pt x="247887" y="328729"/>
                    <a:pt x="267374" y="325253"/>
                    <a:pt x="264332" y="319242"/>
                  </a:cubicBezTo>
                  <a:cubicBezTo>
                    <a:pt x="261289" y="313231"/>
                    <a:pt x="236658" y="295272"/>
                    <a:pt x="229124" y="289261"/>
                  </a:cubicBezTo>
                  <a:cubicBezTo>
                    <a:pt x="221590" y="283250"/>
                    <a:pt x="221880" y="264422"/>
                    <a:pt x="217896" y="256745"/>
                  </a:cubicBezTo>
                  <a:cubicBezTo>
                    <a:pt x="213911" y="249069"/>
                    <a:pt x="205942" y="238713"/>
                    <a:pt x="215650" y="236179"/>
                  </a:cubicBezTo>
                  <a:cubicBezTo>
                    <a:pt x="225357" y="233644"/>
                    <a:pt x="242599" y="229299"/>
                    <a:pt x="250857" y="220754"/>
                  </a:cubicBezTo>
                  <a:cubicBezTo>
                    <a:pt x="259116" y="212208"/>
                    <a:pt x="274112" y="211339"/>
                    <a:pt x="278604" y="206270"/>
                  </a:cubicBezTo>
                  <a:cubicBezTo>
                    <a:pt x="283095" y="201201"/>
                    <a:pt x="293527" y="210543"/>
                    <a:pt x="296569" y="205401"/>
                  </a:cubicBezTo>
                  <a:cubicBezTo>
                    <a:pt x="300677" y="198811"/>
                    <a:pt x="300952" y="190526"/>
                    <a:pt x="297294" y="183675"/>
                  </a:cubicBezTo>
                  <a:cubicBezTo>
                    <a:pt x="291730" y="174362"/>
                    <a:pt x="288890" y="163674"/>
                    <a:pt x="289108" y="152825"/>
                  </a:cubicBezTo>
                  <a:cubicBezTo>
                    <a:pt x="288311" y="138342"/>
                    <a:pt x="284616" y="139138"/>
                    <a:pt x="284616" y="132259"/>
                  </a:cubicBezTo>
                  <a:cubicBezTo>
                    <a:pt x="285196" y="125205"/>
                    <a:pt x="282530" y="118275"/>
                    <a:pt x="277372" y="113430"/>
                  </a:cubicBezTo>
                  <a:cubicBezTo>
                    <a:pt x="272156" y="110026"/>
                    <a:pt x="270127" y="107419"/>
                    <a:pt x="275126" y="98005"/>
                  </a:cubicBezTo>
                  <a:cubicBezTo>
                    <a:pt x="280125" y="88590"/>
                    <a:pt x="278096" y="64547"/>
                    <a:pt x="275851" y="57740"/>
                  </a:cubicBezTo>
                  <a:cubicBezTo>
                    <a:pt x="275517" y="56190"/>
                    <a:pt x="275517" y="54583"/>
                    <a:pt x="275851" y="53033"/>
                  </a:cubicBezTo>
                  <a:cubicBezTo>
                    <a:pt x="274235" y="51976"/>
                    <a:pt x="273199" y="50245"/>
                    <a:pt x="273025" y="48326"/>
                  </a:cubicBezTo>
                  <a:cubicBezTo>
                    <a:pt x="271504" y="39129"/>
                    <a:pt x="265781" y="35725"/>
                    <a:pt x="253031" y="35725"/>
                  </a:cubicBezTo>
                  <a:cubicBezTo>
                    <a:pt x="240281" y="35725"/>
                    <a:pt x="261000" y="20879"/>
                    <a:pt x="256073" y="13493"/>
                  </a:cubicBezTo>
                  <a:cubicBezTo>
                    <a:pt x="251147" y="6106"/>
                    <a:pt x="238035" y="27180"/>
                    <a:pt x="226082" y="22617"/>
                  </a:cubicBezTo>
                  <a:cubicBezTo>
                    <a:pt x="214129" y="18055"/>
                    <a:pt x="198625" y="38622"/>
                    <a:pt x="188194" y="47746"/>
                  </a:cubicBezTo>
                  <a:cubicBezTo>
                    <a:pt x="183738" y="52287"/>
                    <a:pt x="176443" y="52360"/>
                    <a:pt x="171908" y="47906"/>
                  </a:cubicBezTo>
                  <a:cubicBezTo>
                    <a:pt x="167823" y="43908"/>
                    <a:pt x="167293" y="37521"/>
                    <a:pt x="170662" y="32901"/>
                  </a:cubicBezTo>
                  <a:cubicBezTo>
                    <a:pt x="178631" y="19721"/>
                    <a:pt x="170662" y="20879"/>
                    <a:pt x="158709" y="26021"/>
                  </a:cubicBezTo>
                  <a:cubicBezTo>
                    <a:pt x="146756" y="31163"/>
                    <a:pt x="132195" y="24862"/>
                    <a:pt x="133716" y="12334"/>
                  </a:cubicBezTo>
                  <a:cubicBezTo>
                    <a:pt x="133991" y="9234"/>
                    <a:pt x="133310" y="6128"/>
                    <a:pt x="131760" y="3427"/>
                  </a:cubicBezTo>
                  <a:cubicBezTo>
                    <a:pt x="127631" y="4339"/>
                    <a:pt x="123357" y="4339"/>
                    <a:pt x="119227" y="3427"/>
                  </a:cubicBezTo>
                  <a:cubicBezTo>
                    <a:pt x="109158" y="964"/>
                    <a:pt x="98805" y="-180"/>
                    <a:pt x="88439" y="23"/>
                  </a:cubicBezTo>
                  <a:cubicBezTo>
                    <a:pt x="92423" y="6685"/>
                    <a:pt x="96697" y="13131"/>
                    <a:pt x="94234" y="18345"/>
                  </a:cubicBezTo>
                  <a:cubicBezTo>
                    <a:pt x="89743" y="28049"/>
                    <a:pt x="96770" y="37173"/>
                    <a:pt x="103217" y="51440"/>
                  </a:cubicBezTo>
                  <a:cubicBezTo>
                    <a:pt x="109665" y="65706"/>
                    <a:pt x="89308" y="57740"/>
                    <a:pt x="88729" y="66865"/>
                  </a:cubicBezTo>
                  <a:cubicBezTo>
                    <a:pt x="88149" y="75990"/>
                    <a:pt x="69748" y="66285"/>
                    <a:pt x="63735" y="62882"/>
                  </a:cubicBezTo>
                  <a:cubicBezTo>
                    <a:pt x="57722" y="59478"/>
                    <a:pt x="37728" y="61723"/>
                    <a:pt x="38236" y="67444"/>
                  </a:cubicBezTo>
                  <a:cubicBezTo>
                    <a:pt x="38438" y="70182"/>
                    <a:pt x="38119" y="72934"/>
                    <a:pt x="37294" y="75555"/>
                  </a:cubicBezTo>
                  <a:cubicBezTo>
                    <a:pt x="39974" y="87070"/>
                    <a:pt x="41133" y="97281"/>
                    <a:pt x="38236" y="1022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9" name="Freeform 136">
              <a:extLst>
                <a:ext uri="{FF2B5EF4-FFF2-40B4-BE49-F238E27FC236}">
                  <a16:creationId xmlns:a16="http://schemas.microsoft.com/office/drawing/2014/main" id="{DDDAB289-E3D6-D772-9942-4A0B3937655B}"/>
                </a:ext>
              </a:extLst>
            </p:cNvPr>
            <p:cNvSpPr/>
            <p:nvPr/>
          </p:nvSpPr>
          <p:spPr>
            <a:xfrm>
              <a:off x="6425299" y="1116807"/>
              <a:ext cx="353810" cy="641291"/>
            </a:xfrm>
            <a:custGeom>
              <a:avLst/>
              <a:gdLst>
                <a:gd name="connsiteX0" fmla="*/ 342948 w 353812"/>
                <a:gd name="connsiteY0" fmla="*/ 452793 h 641287"/>
                <a:gd name="connsiteX1" fmla="*/ 300062 w 353812"/>
                <a:gd name="connsiteY1" fmla="*/ 415136 h 641287"/>
                <a:gd name="connsiteX2" fmla="*/ 320998 w 353812"/>
                <a:gd name="connsiteY2" fmla="*/ 393410 h 641287"/>
                <a:gd name="connsiteX3" fmla="*/ 303032 w 353812"/>
                <a:gd name="connsiteY3" fmla="*/ 372843 h 641287"/>
                <a:gd name="connsiteX4" fmla="*/ 308030 w 353812"/>
                <a:gd name="connsiteY4" fmla="*/ 353435 h 641287"/>
                <a:gd name="connsiteX5" fmla="*/ 291079 w 353812"/>
                <a:gd name="connsiteY5" fmla="*/ 340835 h 641287"/>
                <a:gd name="connsiteX6" fmla="*/ 299047 w 353812"/>
                <a:gd name="connsiteY6" fmla="*/ 329393 h 641287"/>
                <a:gd name="connsiteX7" fmla="*/ 294049 w 353812"/>
                <a:gd name="connsiteY7" fmla="*/ 299701 h 641287"/>
                <a:gd name="connsiteX8" fmla="*/ 304988 w 353812"/>
                <a:gd name="connsiteY8" fmla="*/ 276889 h 641287"/>
                <a:gd name="connsiteX9" fmla="*/ 273040 w 353812"/>
                <a:gd name="connsiteY9" fmla="*/ 218593 h 641287"/>
                <a:gd name="connsiteX10" fmla="*/ 283037 w 353812"/>
                <a:gd name="connsiteY10" fmla="*/ 195781 h 641287"/>
                <a:gd name="connsiteX11" fmla="*/ 304046 w 353812"/>
                <a:gd name="connsiteY11" fmla="*/ 167176 h 641287"/>
                <a:gd name="connsiteX12" fmla="*/ 280067 w 353812"/>
                <a:gd name="connsiteY12" fmla="*/ 138643 h 641287"/>
                <a:gd name="connsiteX13" fmla="*/ 259131 w 353812"/>
                <a:gd name="connsiteY13" fmla="*/ 124884 h 641287"/>
                <a:gd name="connsiteX14" fmla="*/ 254060 w 353812"/>
                <a:gd name="connsiteY14" fmla="*/ 103158 h 641287"/>
                <a:gd name="connsiteX15" fmla="*/ 259131 w 353812"/>
                <a:gd name="connsiteY15" fmla="*/ 82592 h 641287"/>
                <a:gd name="connsiteX16" fmla="*/ 272026 w 353812"/>
                <a:gd name="connsiteY16" fmla="*/ 71149 h 641287"/>
                <a:gd name="connsiteX17" fmla="*/ 279270 w 353812"/>
                <a:gd name="connsiteY17" fmla="*/ 57100 h 641287"/>
                <a:gd name="connsiteX18" fmla="*/ 279270 w 353812"/>
                <a:gd name="connsiteY18" fmla="*/ 35375 h 641287"/>
                <a:gd name="connsiteX19" fmla="*/ 243918 w 353812"/>
                <a:gd name="connsiteY19" fmla="*/ 7784 h 641287"/>
                <a:gd name="connsiteX20" fmla="*/ 216679 w 353812"/>
                <a:gd name="connsiteY20" fmla="*/ 7784 h 641287"/>
                <a:gd name="connsiteX21" fmla="*/ 182920 w 353812"/>
                <a:gd name="connsiteY21" fmla="*/ 16981 h 641287"/>
                <a:gd name="connsiteX22" fmla="*/ 162129 w 353812"/>
                <a:gd name="connsiteY22" fmla="*/ 42689 h 641287"/>
                <a:gd name="connsiteX23" fmla="*/ 155681 w 353812"/>
                <a:gd name="connsiteY23" fmla="*/ 75712 h 641287"/>
                <a:gd name="connsiteX24" fmla="*/ 141193 w 353812"/>
                <a:gd name="connsiteY24" fmla="*/ 97437 h 641287"/>
                <a:gd name="connsiteX25" fmla="*/ 121923 w 353812"/>
                <a:gd name="connsiteY25" fmla="*/ 91933 h 641287"/>
                <a:gd name="connsiteX26" fmla="*/ 96205 w 353812"/>
                <a:gd name="connsiteY26" fmla="*/ 90123 h 641287"/>
                <a:gd name="connsiteX27" fmla="*/ 59331 w 353812"/>
                <a:gd name="connsiteY27" fmla="*/ 88240 h 641287"/>
                <a:gd name="connsiteX28" fmla="*/ 22457 w 353812"/>
                <a:gd name="connsiteY28" fmla="*/ 57100 h 641287"/>
                <a:gd name="connsiteX29" fmla="*/ 0 w 353812"/>
                <a:gd name="connsiteY29" fmla="*/ 75929 h 641287"/>
                <a:gd name="connsiteX30" fmla="*/ 36874 w 353812"/>
                <a:gd name="connsiteY30" fmla="*/ 106634 h 641287"/>
                <a:gd name="connsiteX31" fmla="*/ 85049 w 353812"/>
                <a:gd name="connsiteY31" fmla="*/ 139657 h 641287"/>
                <a:gd name="connsiteX32" fmla="*/ 86642 w 353812"/>
                <a:gd name="connsiteY32" fmla="*/ 176373 h 641287"/>
                <a:gd name="connsiteX33" fmla="*/ 94684 w 353812"/>
                <a:gd name="connsiteY33" fmla="*/ 211279 h 641287"/>
                <a:gd name="connsiteX34" fmla="*/ 93017 w 353812"/>
                <a:gd name="connsiteY34" fmla="*/ 244301 h 641287"/>
                <a:gd name="connsiteX35" fmla="*/ 99465 w 353812"/>
                <a:gd name="connsiteY35" fmla="*/ 264433 h 641287"/>
                <a:gd name="connsiteX36" fmla="*/ 104247 w 353812"/>
                <a:gd name="connsiteY36" fmla="*/ 283479 h 641287"/>
                <a:gd name="connsiteX37" fmla="*/ 131413 w 353812"/>
                <a:gd name="connsiteY37" fmla="*/ 296298 h 641287"/>
                <a:gd name="connsiteX38" fmla="*/ 143366 w 353812"/>
                <a:gd name="connsiteY38" fmla="*/ 325989 h 641287"/>
                <a:gd name="connsiteX39" fmla="*/ 137353 w 353812"/>
                <a:gd name="connsiteY39" fmla="*/ 339676 h 641287"/>
                <a:gd name="connsiteX40" fmla="*/ 118880 w 353812"/>
                <a:gd name="connsiteY40" fmla="*/ 356839 h 641287"/>
                <a:gd name="connsiteX41" fmla="*/ 84469 w 353812"/>
                <a:gd name="connsiteY41" fmla="*/ 395655 h 641287"/>
                <a:gd name="connsiteX42" fmla="*/ 64475 w 353812"/>
                <a:gd name="connsiteY42" fmla="*/ 413398 h 641287"/>
                <a:gd name="connsiteX43" fmla="*/ 49986 w 353812"/>
                <a:gd name="connsiteY43" fmla="*/ 422812 h 641287"/>
                <a:gd name="connsiteX44" fmla="*/ 46943 w 353812"/>
                <a:gd name="connsiteY44" fmla="*/ 430054 h 641287"/>
                <a:gd name="connsiteX45" fmla="*/ 46581 w 353812"/>
                <a:gd name="connsiteY45" fmla="*/ 434761 h 641287"/>
                <a:gd name="connsiteX46" fmla="*/ 24341 w 353812"/>
                <a:gd name="connsiteY46" fmla="*/ 447869 h 641287"/>
                <a:gd name="connsiteX47" fmla="*/ 19922 w 353812"/>
                <a:gd name="connsiteY47" fmla="*/ 448882 h 641287"/>
                <a:gd name="connsiteX48" fmla="*/ 8114 w 353812"/>
                <a:gd name="connsiteY48" fmla="*/ 472491 h 641287"/>
                <a:gd name="connsiteX49" fmla="*/ 9128 w 353812"/>
                <a:gd name="connsiteY49" fmla="*/ 494796 h 641287"/>
                <a:gd name="connsiteX50" fmla="*/ 12605 w 353812"/>
                <a:gd name="connsiteY50" fmla="*/ 521590 h 641287"/>
                <a:gd name="connsiteX51" fmla="*/ 18618 w 353812"/>
                <a:gd name="connsiteY51" fmla="*/ 565041 h 641287"/>
                <a:gd name="connsiteX52" fmla="*/ 9635 w 353812"/>
                <a:gd name="connsiteY52" fmla="*/ 605016 h 641287"/>
                <a:gd name="connsiteX53" fmla="*/ 41075 w 353812"/>
                <a:gd name="connsiteY53" fmla="*/ 619500 h 641287"/>
                <a:gd name="connsiteX54" fmla="*/ 61577 w 353812"/>
                <a:gd name="connsiteY54" fmla="*/ 632101 h 641287"/>
                <a:gd name="connsiteX55" fmla="*/ 98523 w 353812"/>
                <a:gd name="connsiteY55" fmla="*/ 641225 h 641287"/>
                <a:gd name="connsiteX56" fmla="*/ 203349 w 353812"/>
                <a:gd name="connsiteY56" fmla="*/ 613779 h 641287"/>
                <a:gd name="connsiteX57" fmla="*/ 233631 w 353812"/>
                <a:gd name="connsiteY57" fmla="*/ 609868 h 641287"/>
                <a:gd name="connsiteX58" fmla="*/ 249786 w 353812"/>
                <a:gd name="connsiteY58" fmla="*/ 586405 h 641287"/>
                <a:gd name="connsiteX59" fmla="*/ 301728 w 353812"/>
                <a:gd name="connsiteY59" fmla="*/ 538391 h 641287"/>
                <a:gd name="connsiteX60" fmla="*/ 351714 w 353812"/>
                <a:gd name="connsiteY60" fmla="*/ 483571 h 641287"/>
                <a:gd name="connsiteX61" fmla="*/ 342948 w 353812"/>
                <a:gd name="connsiteY61" fmla="*/ 452793 h 641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53812" h="641287">
                  <a:moveTo>
                    <a:pt x="342948" y="452793"/>
                  </a:moveTo>
                  <a:cubicBezTo>
                    <a:pt x="329981" y="435630"/>
                    <a:pt x="301076" y="424260"/>
                    <a:pt x="300062" y="415136"/>
                  </a:cubicBezTo>
                  <a:cubicBezTo>
                    <a:pt x="299047" y="406011"/>
                    <a:pt x="321795" y="404780"/>
                    <a:pt x="320998" y="393410"/>
                  </a:cubicBezTo>
                  <a:cubicBezTo>
                    <a:pt x="320201" y="382041"/>
                    <a:pt x="308030" y="381968"/>
                    <a:pt x="303032" y="372843"/>
                  </a:cubicBezTo>
                  <a:cubicBezTo>
                    <a:pt x="298033" y="363719"/>
                    <a:pt x="309044" y="357925"/>
                    <a:pt x="308030" y="353435"/>
                  </a:cubicBezTo>
                  <a:cubicBezTo>
                    <a:pt x="307016" y="348946"/>
                    <a:pt x="292020" y="346556"/>
                    <a:pt x="291079" y="340835"/>
                  </a:cubicBezTo>
                  <a:cubicBezTo>
                    <a:pt x="290137" y="335114"/>
                    <a:pt x="301076" y="336272"/>
                    <a:pt x="299047" y="329393"/>
                  </a:cubicBezTo>
                  <a:cubicBezTo>
                    <a:pt x="297019" y="322513"/>
                    <a:pt x="287022" y="309985"/>
                    <a:pt x="294049" y="299701"/>
                  </a:cubicBezTo>
                  <a:cubicBezTo>
                    <a:pt x="301076" y="289418"/>
                    <a:pt x="315782" y="299701"/>
                    <a:pt x="304988" y="276889"/>
                  </a:cubicBezTo>
                  <a:cubicBezTo>
                    <a:pt x="294194" y="254078"/>
                    <a:pt x="277097" y="225473"/>
                    <a:pt x="273040" y="218593"/>
                  </a:cubicBezTo>
                  <a:cubicBezTo>
                    <a:pt x="268983" y="211713"/>
                    <a:pt x="277097" y="200271"/>
                    <a:pt x="283037" y="195781"/>
                  </a:cubicBezTo>
                  <a:cubicBezTo>
                    <a:pt x="288978" y="191291"/>
                    <a:pt x="304046" y="174056"/>
                    <a:pt x="304046" y="167176"/>
                  </a:cubicBezTo>
                  <a:cubicBezTo>
                    <a:pt x="304046" y="160296"/>
                    <a:pt x="285066" y="142047"/>
                    <a:pt x="280067" y="138643"/>
                  </a:cubicBezTo>
                  <a:cubicBezTo>
                    <a:pt x="275068" y="135239"/>
                    <a:pt x="264057" y="136326"/>
                    <a:pt x="259131" y="124884"/>
                  </a:cubicBezTo>
                  <a:cubicBezTo>
                    <a:pt x="254205" y="113442"/>
                    <a:pt x="249134" y="110400"/>
                    <a:pt x="254060" y="103158"/>
                  </a:cubicBezTo>
                  <a:cubicBezTo>
                    <a:pt x="258088" y="97104"/>
                    <a:pt x="259884" y="89826"/>
                    <a:pt x="259131" y="82592"/>
                  </a:cubicBezTo>
                  <a:cubicBezTo>
                    <a:pt x="259131" y="75712"/>
                    <a:pt x="270070" y="81433"/>
                    <a:pt x="272026" y="71149"/>
                  </a:cubicBezTo>
                  <a:cubicBezTo>
                    <a:pt x="273236" y="65935"/>
                    <a:pt x="275728" y="61112"/>
                    <a:pt x="279270" y="57100"/>
                  </a:cubicBezTo>
                  <a:cubicBezTo>
                    <a:pt x="279640" y="49866"/>
                    <a:pt x="279640" y="42609"/>
                    <a:pt x="279270" y="35375"/>
                  </a:cubicBezTo>
                  <a:cubicBezTo>
                    <a:pt x="277604" y="24295"/>
                    <a:pt x="250293" y="20891"/>
                    <a:pt x="243918" y="7784"/>
                  </a:cubicBezTo>
                  <a:cubicBezTo>
                    <a:pt x="237543" y="-5324"/>
                    <a:pt x="221460" y="542"/>
                    <a:pt x="216679" y="7784"/>
                  </a:cubicBezTo>
                  <a:cubicBezTo>
                    <a:pt x="211898" y="15025"/>
                    <a:pt x="182920" y="5973"/>
                    <a:pt x="182920" y="16981"/>
                  </a:cubicBezTo>
                  <a:cubicBezTo>
                    <a:pt x="182920" y="27988"/>
                    <a:pt x="162129" y="29871"/>
                    <a:pt x="162129" y="42689"/>
                  </a:cubicBezTo>
                  <a:cubicBezTo>
                    <a:pt x="162129" y="55507"/>
                    <a:pt x="171764" y="77522"/>
                    <a:pt x="155681" y="75712"/>
                  </a:cubicBezTo>
                  <a:cubicBezTo>
                    <a:pt x="139599" y="73901"/>
                    <a:pt x="150828" y="82954"/>
                    <a:pt x="141193" y="97437"/>
                  </a:cubicBezTo>
                  <a:cubicBezTo>
                    <a:pt x="131558" y="111921"/>
                    <a:pt x="131558" y="88240"/>
                    <a:pt x="121923" y="91933"/>
                  </a:cubicBezTo>
                  <a:cubicBezTo>
                    <a:pt x="112288" y="95627"/>
                    <a:pt x="101059" y="80926"/>
                    <a:pt x="96205" y="90123"/>
                  </a:cubicBezTo>
                  <a:cubicBezTo>
                    <a:pt x="91351" y="99320"/>
                    <a:pt x="75414" y="91933"/>
                    <a:pt x="59331" y="88240"/>
                  </a:cubicBezTo>
                  <a:cubicBezTo>
                    <a:pt x="43249" y="84547"/>
                    <a:pt x="35280" y="58911"/>
                    <a:pt x="22457" y="57100"/>
                  </a:cubicBezTo>
                  <a:cubicBezTo>
                    <a:pt x="13909" y="55869"/>
                    <a:pt x="4781" y="63618"/>
                    <a:pt x="0" y="75929"/>
                  </a:cubicBezTo>
                  <a:cubicBezTo>
                    <a:pt x="12460" y="85126"/>
                    <a:pt x="20646" y="98161"/>
                    <a:pt x="36874" y="106634"/>
                  </a:cubicBezTo>
                  <a:cubicBezTo>
                    <a:pt x="54550" y="115831"/>
                    <a:pt x="86642" y="126839"/>
                    <a:pt x="85049" y="139657"/>
                  </a:cubicBezTo>
                  <a:cubicBezTo>
                    <a:pt x="83455" y="152475"/>
                    <a:pt x="78601" y="170869"/>
                    <a:pt x="86642" y="176373"/>
                  </a:cubicBezTo>
                  <a:cubicBezTo>
                    <a:pt x="94684" y="181877"/>
                    <a:pt x="85049" y="205775"/>
                    <a:pt x="94684" y="211279"/>
                  </a:cubicBezTo>
                  <a:cubicBezTo>
                    <a:pt x="104319" y="216782"/>
                    <a:pt x="101059" y="244301"/>
                    <a:pt x="93017" y="244301"/>
                  </a:cubicBezTo>
                  <a:cubicBezTo>
                    <a:pt x="84976" y="244301"/>
                    <a:pt x="94684" y="258785"/>
                    <a:pt x="99465" y="264433"/>
                  </a:cubicBezTo>
                  <a:cubicBezTo>
                    <a:pt x="102530" y="270321"/>
                    <a:pt x="104167" y="276846"/>
                    <a:pt x="104247" y="283479"/>
                  </a:cubicBezTo>
                  <a:cubicBezTo>
                    <a:pt x="113715" y="286811"/>
                    <a:pt x="122821" y="291105"/>
                    <a:pt x="131413" y="296298"/>
                  </a:cubicBezTo>
                  <a:cubicBezTo>
                    <a:pt x="144887" y="303105"/>
                    <a:pt x="142859" y="313968"/>
                    <a:pt x="143366" y="325989"/>
                  </a:cubicBezTo>
                  <a:cubicBezTo>
                    <a:pt x="143873" y="338010"/>
                    <a:pt x="144380" y="344818"/>
                    <a:pt x="137353" y="339676"/>
                  </a:cubicBezTo>
                  <a:cubicBezTo>
                    <a:pt x="130326" y="334534"/>
                    <a:pt x="122864" y="339676"/>
                    <a:pt x="118880" y="356839"/>
                  </a:cubicBezTo>
                  <a:cubicBezTo>
                    <a:pt x="114896" y="374002"/>
                    <a:pt x="95915" y="394497"/>
                    <a:pt x="84469" y="395655"/>
                  </a:cubicBezTo>
                  <a:cubicBezTo>
                    <a:pt x="73023" y="396814"/>
                    <a:pt x="73965" y="410501"/>
                    <a:pt x="64475" y="413398"/>
                  </a:cubicBezTo>
                  <a:cubicBezTo>
                    <a:pt x="58737" y="414846"/>
                    <a:pt x="53637" y="418156"/>
                    <a:pt x="49986" y="422812"/>
                  </a:cubicBezTo>
                  <a:cubicBezTo>
                    <a:pt x="49197" y="425318"/>
                    <a:pt x="48182" y="427737"/>
                    <a:pt x="46943" y="430054"/>
                  </a:cubicBezTo>
                  <a:cubicBezTo>
                    <a:pt x="46632" y="431604"/>
                    <a:pt x="46516" y="433182"/>
                    <a:pt x="46581" y="434761"/>
                  </a:cubicBezTo>
                  <a:cubicBezTo>
                    <a:pt x="47016" y="446276"/>
                    <a:pt x="33831" y="447796"/>
                    <a:pt x="24341" y="447869"/>
                  </a:cubicBezTo>
                  <a:cubicBezTo>
                    <a:pt x="22892" y="448318"/>
                    <a:pt x="21421" y="448658"/>
                    <a:pt x="19922" y="448882"/>
                  </a:cubicBezTo>
                  <a:cubicBezTo>
                    <a:pt x="13982" y="452793"/>
                    <a:pt x="14633" y="468001"/>
                    <a:pt x="8114" y="472491"/>
                  </a:cubicBezTo>
                  <a:cubicBezTo>
                    <a:pt x="1594" y="476981"/>
                    <a:pt x="2101" y="484440"/>
                    <a:pt x="9128" y="494796"/>
                  </a:cubicBezTo>
                  <a:cubicBezTo>
                    <a:pt x="16155" y="505152"/>
                    <a:pt x="10142" y="514204"/>
                    <a:pt x="12605" y="521590"/>
                  </a:cubicBezTo>
                  <a:cubicBezTo>
                    <a:pt x="15068" y="528977"/>
                    <a:pt x="26080" y="546140"/>
                    <a:pt x="18618" y="565041"/>
                  </a:cubicBezTo>
                  <a:cubicBezTo>
                    <a:pt x="11156" y="583943"/>
                    <a:pt x="3115" y="607333"/>
                    <a:pt x="9635" y="605016"/>
                  </a:cubicBezTo>
                  <a:cubicBezTo>
                    <a:pt x="16155" y="602699"/>
                    <a:pt x="31368" y="620441"/>
                    <a:pt x="41075" y="619500"/>
                  </a:cubicBezTo>
                  <a:cubicBezTo>
                    <a:pt x="50783" y="618558"/>
                    <a:pt x="52087" y="635504"/>
                    <a:pt x="61577" y="632101"/>
                  </a:cubicBezTo>
                  <a:cubicBezTo>
                    <a:pt x="71067" y="628697"/>
                    <a:pt x="71067" y="642312"/>
                    <a:pt x="98523" y="641225"/>
                  </a:cubicBezTo>
                  <a:cubicBezTo>
                    <a:pt x="125980" y="640139"/>
                    <a:pt x="181399" y="613779"/>
                    <a:pt x="203349" y="613779"/>
                  </a:cubicBezTo>
                  <a:cubicBezTo>
                    <a:pt x="213578" y="613895"/>
                    <a:pt x="223771" y="612577"/>
                    <a:pt x="233631" y="609868"/>
                  </a:cubicBezTo>
                  <a:cubicBezTo>
                    <a:pt x="238289" y="601569"/>
                    <a:pt x="243693" y="593719"/>
                    <a:pt x="249786" y="586405"/>
                  </a:cubicBezTo>
                  <a:cubicBezTo>
                    <a:pt x="263767" y="570400"/>
                    <a:pt x="293759" y="558958"/>
                    <a:pt x="301728" y="538391"/>
                  </a:cubicBezTo>
                  <a:cubicBezTo>
                    <a:pt x="309697" y="517825"/>
                    <a:pt x="345628" y="502182"/>
                    <a:pt x="351714" y="483571"/>
                  </a:cubicBezTo>
                  <a:cubicBezTo>
                    <a:pt x="354974" y="474519"/>
                    <a:pt x="355988" y="469956"/>
                    <a:pt x="342948" y="4527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0" name="Freeform 137">
              <a:extLst>
                <a:ext uri="{FF2B5EF4-FFF2-40B4-BE49-F238E27FC236}">
                  <a16:creationId xmlns:a16="http://schemas.microsoft.com/office/drawing/2014/main" id="{5462EE4C-92D3-B06F-5515-E8D8750807F2}"/>
                </a:ext>
              </a:extLst>
            </p:cNvPr>
            <p:cNvSpPr/>
            <p:nvPr/>
          </p:nvSpPr>
          <p:spPr>
            <a:xfrm>
              <a:off x="6879953" y="3139325"/>
              <a:ext cx="711031" cy="652297"/>
            </a:xfrm>
            <a:custGeom>
              <a:avLst/>
              <a:gdLst>
                <a:gd name="connsiteX0" fmla="*/ 425099 w 711034"/>
                <a:gd name="connsiteY0" fmla="*/ 135953 h 652293"/>
                <a:gd name="connsiteX1" fmla="*/ 365116 w 711034"/>
                <a:gd name="connsiteY1" fmla="*/ 128711 h 652293"/>
                <a:gd name="connsiteX2" fmla="*/ 325127 w 711034"/>
                <a:gd name="connsiteY2" fmla="*/ 113430 h 652293"/>
                <a:gd name="connsiteX3" fmla="*/ 243773 w 711034"/>
                <a:gd name="connsiteY3" fmla="*/ 44778 h 652293"/>
                <a:gd name="connsiteX4" fmla="*/ 177052 w 711034"/>
                <a:gd name="connsiteY4" fmla="*/ 603 h 652293"/>
                <a:gd name="connsiteX5" fmla="*/ 149089 w 711034"/>
                <a:gd name="connsiteY5" fmla="*/ 603 h 652293"/>
                <a:gd name="connsiteX6" fmla="*/ 114388 w 711034"/>
                <a:gd name="connsiteY6" fmla="*/ 12769 h 652293"/>
                <a:gd name="connsiteX7" fmla="*/ 81064 w 711034"/>
                <a:gd name="connsiteY7" fmla="*/ 37174 h 652293"/>
                <a:gd name="connsiteX8" fmla="*/ 106420 w 711034"/>
                <a:gd name="connsiteY8" fmla="*/ 70704 h 652293"/>
                <a:gd name="connsiteX9" fmla="*/ 86425 w 711034"/>
                <a:gd name="connsiteY9" fmla="*/ 89025 h 652293"/>
                <a:gd name="connsiteX10" fmla="*/ 65054 w 711034"/>
                <a:gd name="connsiteY10" fmla="*/ 99743 h 652293"/>
                <a:gd name="connsiteX11" fmla="*/ 38395 w 711034"/>
                <a:gd name="connsiteY11" fmla="*/ 122627 h 652293"/>
                <a:gd name="connsiteX12" fmla="*/ 4854 w 711034"/>
                <a:gd name="connsiteY12" fmla="*/ 105537 h 652293"/>
                <a:gd name="connsiteX13" fmla="*/ 1304 w 711034"/>
                <a:gd name="connsiteY13" fmla="*/ 116617 h 652293"/>
                <a:gd name="connsiteX14" fmla="*/ 0 w 711034"/>
                <a:gd name="connsiteY14" fmla="*/ 127117 h 652293"/>
                <a:gd name="connsiteX15" fmla="*/ 5650 w 711034"/>
                <a:gd name="connsiteY15" fmla="*/ 171075 h 652293"/>
                <a:gd name="connsiteX16" fmla="*/ 33107 w 711034"/>
                <a:gd name="connsiteY16" fmla="*/ 209384 h 652293"/>
                <a:gd name="connsiteX17" fmla="*/ 82078 w 711034"/>
                <a:gd name="connsiteY17" fmla="*/ 296286 h 652293"/>
                <a:gd name="connsiteX18" fmla="*/ 108013 w 711034"/>
                <a:gd name="connsiteY18" fmla="*/ 339158 h 652293"/>
                <a:gd name="connsiteX19" fmla="*/ 138512 w 711034"/>
                <a:gd name="connsiteY19" fmla="*/ 382609 h 652293"/>
                <a:gd name="connsiteX20" fmla="*/ 146988 w 711034"/>
                <a:gd name="connsiteY20" fmla="*/ 425408 h 652293"/>
                <a:gd name="connsiteX21" fmla="*/ 174444 w 711034"/>
                <a:gd name="connsiteY21" fmla="*/ 490584 h 652293"/>
                <a:gd name="connsiteX22" fmla="*/ 213419 w 711034"/>
                <a:gd name="connsiteY22" fmla="*/ 541277 h 652293"/>
                <a:gd name="connsiteX23" fmla="*/ 244352 w 711034"/>
                <a:gd name="connsiteY23" fmla="*/ 600153 h 652293"/>
                <a:gd name="connsiteX24" fmla="*/ 255799 w 711034"/>
                <a:gd name="connsiteY24" fmla="*/ 629844 h 652293"/>
                <a:gd name="connsiteX25" fmla="*/ 266955 w 711034"/>
                <a:gd name="connsiteY25" fmla="*/ 652294 h 652293"/>
                <a:gd name="connsiteX26" fmla="*/ 282530 w 711034"/>
                <a:gd name="connsiteY26" fmla="*/ 642517 h 652293"/>
                <a:gd name="connsiteX27" fmla="*/ 281588 w 711034"/>
                <a:gd name="connsiteY27" fmla="*/ 621516 h 652293"/>
                <a:gd name="connsiteX28" fmla="*/ 296077 w 711034"/>
                <a:gd name="connsiteY28" fmla="*/ 607033 h 652293"/>
                <a:gd name="connsiteX29" fmla="*/ 321142 w 711034"/>
                <a:gd name="connsiteY29" fmla="*/ 611450 h 652293"/>
                <a:gd name="connsiteX30" fmla="*/ 362653 w 711034"/>
                <a:gd name="connsiteY30" fmla="*/ 615867 h 652293"/>
                <a:gd name="connsiteX31" fmla="*/ 409958 w 711034"/>
                <a:gd name="connsiteY31" fmla="*/ 624703 h 652293"/>
                <a:gd name="connsiteX32" fmla="*/ 433068 w 711034"/>
                <a:gd name="connsiteY32" fmla="*/ 614781 h 652293"/>
                <a:gd name="connsiteX33" fmla="*/ 485227 w 711034"/>
                <a:gd name="connsiteY33" fmla="*/ 562857 h 652293"/>
                <a:gd name="connsiteX34" fmla="*/ 551803 w 711034"/>
                <a:gd name="connsiteY34" fmla="*/ 558440 h 652293"/>
                <a:gd name="connsiteX35" fmla="*/ 687853 w 711034"/>
                <a:gd name="connsiteY35" fmla="*/ 507747 h 652293"/>
                <a:gd name="connsiteX36" fmla="*/ 711034 w 711034"/>
                <a:gd name="connsiteY36" fmla="*/ 427146 h 652293"/>
                <a:gd name="connsiteX37" fmla="*/ 693648 w 711034"/>
                <a:gd name="connsiteY37" fmla="*/ 399554 h 652293"/>
                <a:gd name="connsiteX38" fmla="*/ 608744 w 711034"/>
                <a:gd name="connsiteY38" fmla="*/ 388547 h 652293"/>
                <a:gd name="connsiteX39" fmla="*/ 583244 w 711034"/>
                <a:gd name="connsiteY39" fmla="*/ 347051 h 652293"/>
                <a:gd name="connsiteX40" fmla="*/ 569262 w 711034"/>
                <a:gd name="connsiteY40" fmla="*/ 322357 h 652293"/>
                <a:gd name="connsiteX41" fmla="*/ 541009 w 711034"/>
                <a:gd name="connsiteY41" fmla="*/ 300124 h 652293"/>
                <a:gd name="connsiteX42" fmla="*/ 522971 w 711034"/>
                <a:gd name="connsiteY42" fmla="*/ 258484 h 652293"/>
                <a:gd name="connsiteX43" fmla="*/ 507974 w 711034"/>
                <a:gd name="connsiteY43" fmla="*/ 216771 h 652293"/>
                <a:gd name="connsiteX44" fmla="*/ 473564 w 711034"/>
                <a:gd name="connsiteY44" fmla="*/ 171075 h 652293"/>
                <a:gd name="connsiteX45" fmla="*/ 469290 w 711034"/>
                <a:gd name="connsiteY45" fmla="*/ 154709 h 652293"/>
                <a:gd name="connsiteX46" fmla="*/ 442414 w 711034"/>
                <a:gd name="connsiteY46" fmla="*/ 153116 h 6522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711034" h="652293">
                  <a:moveTo>
                    <a:pt x="425099" y="135953"/>
                  </a:moveTo>
                  <a:cubicBezTo>
                    <a:pt x="425099" y="135953"/>
                    <a:pt x="373085" y="128711"/>
                    <a:pt x="365116" y="128711"/>
                  </a:cubicBezTo>
                  <a:cubicBezTo>
                    <a:pt x="350410" y="128551"/>
                    <a:pt x="336211" y="123127"/>
                    <a:pt x="325127" y="113430"/>
                  </a:cubicBezTo>
                  <a:cubicBezTo>
                    <a:pt x="299192" y="89141"/>
                    <a:pt x="272069" y="66228"/>
                    <a:pt x="243773" y="44778"/>
                  </a:cubicBezTo>
                  <a:cubicBezTo>
                    <a:pt x="233124" y="38695"/>
                    <a:pt x="189078" y="2124"/>
                    <a:pt x="177052" y="603"/>
                  </a:cubicBezTo>
                  <a:cubicBezTo>
                    <a:pt x="167751" y="-201"/>
                    <a:pt x="158390" y="-201"/>
                    <a:pt x="149089" y="603"/>
                  </a:cubicBezTo>
                  <a:cubicBezTo>
                    <a:pt x="134600" y="603"/>
                    <a:pt x="141048" y="11248"/>
                    <a:pt x="114388" y="12769"/>
                  </a:cubicBezTo>
                  <a:cubicBezTo>
                    <a:pt x="87729" y="14290"/>
                    <a:pt x="73023" y="34133"/>
                    <a:pt x="81064" y="37174"/>
                  </a:cubicBezTo>
                  <a:cubicBezTo>
                    <a:pt x="89106" y="40216"/>
                    <a:pt x="114388" y="66141"/>
                    <a:pt x="106420" y="70704"/>
                  </a:cubicBezTo>
                  <a:cubicBezTo>
                    <a:pt x="98451" y="75266"/>
                    <a:pt x="97074" y="89025"/>
                    <a:pt x="86425" y="89025"/>
                  </a:cubicBezTo>
                  <a:cubicBezTo>
                    <a:pt x="75776" y="89025"/>
                    <a:pt x="65054" y="90619"/>
                    <a:pt x="65054" y="99743"/>
                  </a:cubicBezTo>
                  <a:cubicBezTo>
                    <a:pt x="65054" y="108868"/>
                    <a:pt x="50566" y="124148"/>
                    <a:pt x="38395" y="122627"/>
                  </a:cubicBezTo>
                  <a:cubicBezTo>
                    <a:pt x="31151" y="121758"/>
                    <a:pt x="16662" y="112923"/>
                    <a:pt x="4854" y="105537"/>
                  </a:cubicBezTo>
                  <a:lnTo>
                    <a:pt x="1304" y="116617"/>
                  </a:lnTo>
                  <a:lnTo>
                    <a:pt x="0" y="127117"/>
                  </a:lnTo>
                  <a:cubicBezTo>
                    <a:pt x="2390" y="135156"/>
                    <a:pt x="-1159" y="168468"/>
                    <a:pt x="5650" y="171075"/>
                  </a:cubicBezTo>
                  <a:cubicBezTo>
                    <a:pt x="12460" y="173682"/>
                    <a:pt x="17169" y="189397"/>
                    <a:pt x="33107" y="209384"/>
                  </a:cubicBezTo>
                  <a:cubicBezTo>
                    <a:pt x="49044" y="229372"/>
                    <a:pt x="81571" y="283034"/>
                    <a:pt x="82078" y="296286"/>
                  </a:cubicBezTo>
                  <a:cubicBezTo>
                    <a:pt x="82586" y="309539"/>
                    <a:pt x="88019" y="323733"/>
                    <a:pt x="108013" y="339158"/>
                  </a:cubicBezTo>
                  <a:cubicBezTo>
                    <a:pt x="128008" y="354583"/>
                    <a:pt x="128008" y="373412"/>
                    <a:pt x="138512" y="382609"/>
                  </a:cubicBezTo>
                  <a:cubicBezTo>
                    <a:pt x="149017" y="391806"/>
                    <a:pt x="146481" y="402596"/>
                    <a:pt x="146988" y="425408"/>
                  </a:cubicBezTo>
                  <a:cubicBezTo>
                    <a:pt x="147495" y="448220"/>
                    <a:pt x="156478" y="477983"/>
                    <a:pt x="174444" y="490584"/>
                  </a:cubicBezTo>
                  <a:cubicBezTo>
                    <a:pt x="192910" y="502468"/>
                    <a:pt x="206682" y="520384"/>
                    <a:pt x="213419" y="541277"/>
                  </a:cubicBezTo>
                  <a:cubicBezTo>
                    <a:pt x="220091" y="562604"/>
                    <a:pt x="230574" y="582555"/>
                    <a:pt x="244352" y="600153"/>
                  </a:cubicBezTo>
                  <a:cubicBezTo>
                    <a:pt x="255799" y="613261"/>
                    <a:pt x="249351" y="620140"/>
                    <a:pt x="255799" y="629844"/>
                  </a:cubicBezTo>
                  <a:cubicBezTo>
                    <a:pt x="260348" y="636883"/>
                    <a:pt x="264093" y="644415"/>
                    <a:pt x="266955" y="652294"/>
                  </a:cubicBezTo>
                  <a:cubicBezTo>
                    <a:pt x="272526" y="649687"/>
                    <a:pt x="277756" y="646399"/>
                    <a:pt x="282530" y="642517"/>
                  </a:cubicBezTo>
                  <a:cubicBezTo>
                    <a:pt x="284486" y="638100"/>
                    <a:pt x="278691" y="625934"/>
                    <a:pt x="281588" y="621516"/>
                  </a:cubicBezTo>
                  <a:cubicBezTo>
                    <a:pt x="285066" y="615477"/>
                    <a:pt x="290064" y="610472"/>
                    <a:pt x="296077" y="607033"/>
                  </a:cubicBezTo>
                  <a:cubicBezTo>
                    <a:pt x="301800" y="604860"/>
                    <a:pt x="308610" y="613695"/>
                    <a:pt x="321142" y="611450"/>
                  </a:cubicBezTo>
                  <a:cubicBezTo>
                    <a:pt x="333675" y="609205"/>
                    <a:pt x="359755" y="612537"/>
                    <a:pt x="362653" y="615867"/>
                  </a:cubicBezTo>
                  <a:cubicBezTo>
                    <a:pt x="365550" y="619199"/>
                    <a:pt x="401265" y="616954"/>
                    <a:pt x="409958" y="624703"/>
                  </a:cubicBezTo>
                  <a:cubicBezTo>
                    <a:pt x="418652" y="632452"/>
                    <a:pt x="427273" y="630207"/>
                    <a:pt x="433068" y="614781"/>
                  </a:cubicBezTo>
                  <a:cubicBezTo>
                    <a:pt x="438863" y="599356"/>
                    <a:pt x="479360" y="566189"/>
                    <a:pt x="485227" y="562857"/>
                  </a:cubicBezTo>
                  <a:cubicBezTo>
                    <a:pt x="491095" y="559526"/>
                    <a:pt x="534417" y="562857"/>
                    <a:pt x="551803" y="558440"/>
                  </a:cubicBezTo>
                  <a:cubicBezTo>
                    <a:pt x="569190" y="554023"/>
                    <a:pt x="683071" y="512093"/>
                    <a:pt x="687853" y="507747"/>
                  </a:cubicBezTo>
                  <a:cubicBezTo>
                    <a:pt x="692633" y="503402"/>
                    <a:pt x="711034" y="434895"/>
                    <a:pt x="711034" y="427146"/>
                  </a:cubicBezTo>
                  <a:cubicBezTo>
                    <a:pt x="711034" y="419397"/>
                    <a:pt x="702341" y="398178"/>
                    <a:pt x="693648" y="399554"/>
                  </a:cubicBezTo>
                  <a:cubicBezTo>
                    <a:pt x="684955" y="400930"/>
                    <a:pt x="613525" y="391878"/>
                    <a:pt x="608744" y="388547"/>
                  </a:cubicBezTo>
                  <a:cubicBezTo>
                    <a:pt x="595342" y="378408"/>
                    <a:pt x="586214" y="363592"/>
                    <a:pt x="583244" y="347051"/>
                  </a:cubicBezTo>
                  <a:cubicBezTo>
                    <a:pt x="576362" y="340295"/>
                    <a:pt x="571508" y="331735"/>
                    <a:pt x="569262" y="322357"/>
                  </a:cubicBezTo>
                  <a:cubicBezTo>
                    <a:pt x="561004" y="323588"/>
                    <a:pt x="548181" y="321415"/>
                    <a:pt x="541009" y="300124"/>
                  </a:cubicBezTo>
                  <a:cubicBezTo>
                    <a:pt x="534417" y="294910"/>
                    <a:pt x="516886" y="266450"/>
                    <a:pt x="522971" y="258484"/>
                  </a:cubicBezTo>
                  <a:cubicBezTo>
                    <a:pt x="530215" y="248780"/>
                    <a:pt x="518986" y="228213"/>
                    <a:pt x="507974" y="216771"/>
                  </a:cubicBezTo>
                  <a:cubicBezTo>
                    <a:pt x="496964" y="205329"/>
                    <a:pt x="474578" y="184255"/>
                    <a:pt x="473564" y="171075"/>
                  </a:cubicBezTo>
                  <a:cubicBezTo>
                    <a:pt x="472694" y="165485"/>
                    <a:pt x="471318" y="160003"/>
                    <a:pt x="469290" y="154709"/>
                  </a:cubicBezTo>
                  <a:lnTo>
                    <a:pt x="442414" y="153116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1" name="Freeform 138">
              <a:extLst>
                <a:ext uri="{FF2B5EF4-FFF2-40B4-BE49-F238E27FC236}">
                  <a16:creationId xmlns:a16="http://schemas.microsoft.com/office/drawing/2014/main" id="{EFECABAF-1FE1-FE69-646F-1F0AC51360BC}"/>
                </a:ext>
              </a:extLst>
            </p:cNvPr>
            <p:cNvSpPr/>
            <p:nvPr/>
          </p:nvSpPr>
          <p:spPr>
            <a:xfrm>
              <a:off x="7464716" y="3438220"/>
              <a:ext cx="266664" cy="345870"/>
            </a:xfrm>
            <a:custGeom>
              <a:avLst/>
              <a:gdLst>
                <a:gd name="connsiteX0" fmla="*/ 194656 w 266664"/>
                <a:gd name="connsiteY0" fmla="*/ 199874 h 345868"/>
                <a:gd name="connsiteX1" fmla="*/ 251452 w 266664"/>
                <a:gd name="connsiteY1" fmla="*/ 121155 h 345868"/>
                <a:gd name="connsiteX2" fmla="*/ 266665 w 266664"/>
                <a:gd name="connsiteY2" fmla="*/ 107251 h 345868"/>
                <a:gd name="connsiteX3" fmla="*/ 262318 w 266664"/>
                <a:gd name="connsiteY3" fmla="*/ 105585 h 345868"/>
                <a:gd name="connsiteX4" fmla="*/ 233847 w 266664"/>
                <a:gd name="connsiteY4" fmla="*/ 65031 h 345868"/>
                <a:gd name="connsiteX5" fmla="*/ 177414 w 266664"/>
                <a:gd name="connsiteY5" fmla="*/ 41061 h 345868"/>
                <a:gd name="connsiteX6" fmla="*/ 159231 w 266664"/>
                <a:gd name="connsiteY6" fmla="*/ 0 h 345868"/>
                <a:gd name="connsiteX7" fmla="*/ 147495 w 266664"/>
                <a:gd name="connsiteY7" fmla="*/ 7676 h 345868"/>
                <a:gd name="connsiteX8" fmla="*/ 134673 w 266664"/>
                <a:gd name="connsiteY8" fmla="*/ 7676 h 345868"/>
                <a:gd name="connsiteX9" fmla="*/ 134673 w 266664"/>
                <a:gd name="connsiteY9" fmla="*/ 36644 h 345868"/>
                <a:gd name="connsiteX10" fmla="*/ 113374 w 266664"/>
                <a:gd name="connsiteY10" fmla="*/ 67566 h 345868"/>
                <a:gd name="connsiteX11" fmla="*/ 102000 w 266664"/>
                <a:gd name="connsiteY11" fmla="*/ 100082 h 345868"/>
                <a:gd name="connsiteX12" fmla="*/ 109245 w 266664"/>
                <a:gd name="connsiteY12" fmla="*/ 100082 h 345868"/>
                <a:gd name="connsiteX13" fmla="*/ 126631 w 266664"/>
                <a:gd name="connsiteY13" fmla="*/ 127673 h 345868"/>
                <a:gd name="connsiteX14" fmla="*/ 103449 w 266664"/>
                <a:gd name="connsiteY14" fmla="*/ 208274 h 345868"/>
                <a:gd name="connsiteX15" fmla="*/ 0 w 266664"/>
                <a:gd name="connsiteY15" fmla="*/ 248249 h 345868"/>
                <a:gd name="connsiteX16" fmla="*/ 41365 w 266664"/>
                <a:gd name="connsiteY16" fmla="*/ 345869 h 345868"/>
                <a:gd name="connsiteX17" fmla="*/ 49913 w 266664"/>
                <a:gd name="connsiteY17" fmla="*/ 341162 h 345868"/>
                <a:gd name="connsiteX18" fmla="*/ 60779 w 266664"/>
                <a:gd name="connsiteY18" fmla="*/ 335875 h 345868"/>
                <a:gd name="connsiteX19" fmla="*/ 67590 w 266664"/>
                <a:gd name="connsiteY19" fmla="*/ 332472 h 345868"/>
                <a:gd name="connsiteX20" fmla="*/ 112143 w 266664"/>
                <a:gd name="connsiteY20" fmla="*/ 312629 h 345868"/>
                <a:gd name="connsiteX21" fmla="*/ 117865 w 266664"/>
                <a:gd name="connsiteY21" fmla="*/ 300028 h 345868"/>
                <a:gd name="connsiteX22" fmla="*/ 134310 w 266664"/>
                <a:gd name="connsiteY22" fmla="*/ 293583 h 345868"/>
                <a:gd name="connsiteX23" fmla="*/ 144742 w 266664"/>
                <a:gd name="connsiteY23" fmla="*/ 284965 h 345868"/>
                <a:gd name="connsiteX24" fmla="*/ 152421 w 266664"/>
                <a:gd name="connsiteY24" fmla="*/ 280910 h 345868"/>
                <a:gd name="connsiteX25" fmla="*/ 159665 w 266664"/>
                <a:gd name="connsiteY25" fmla="*/ 276420 h 345868"/>
                <a:gd name="connsiteX26" fmla="*/ 165316 w 266664"/>
                <a:gd name="connsiteY26" fmla="*/ 272582 h 345868"/>
                <a:gd name="connsiteX27" fmla="*/ 176545 w 266664"/>
                <a:gd name="connsiteY27" fmla="*/ 258098 h 345868"/>
                <a:gd name="connsiteX28" fmla="*/ 182848 w 266664"/>
                <a:gd name="connsiteY28" fmla="*/ 255926 h 345868"/>
                <a:gd name="connsiteX29" fmla="*/ 190092 w 266664"/>
                <a:gd name="connsiteY29" fmla="*/ 245135 h 345868"/>
                <a:gd name="connsiteX30" fmla="*/ 194656 w 266664"/>
                <a:gd name="connsiteY30" fmla="*/ 199874 h 345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66664" h="345868">
                  <a:moveTo>
                    <a:pt x="194656" y="199874"/>
                  </a:moveTo>
                  <a:cubicBezTo>
                    <a:pt x="217113" y="176266"/>
                    <a:pt x="232978" y="147878"/>
                    <a:pt x="251452" y="121155"/>
                  </a:cubicBezTo>
                  <a:cubicBezTo>
                    <a:pt x="255436" y="115435"/>
                    <a:pt x="260580" y="110684"/>
                    <a:pt x="266665" y="107251"/>
                  </a:cubicBezTo>
                  <a:cubicBezTo>
                    <a:pt x="265361" y="106433"/>
                    <a:pt x="263839" y="105868"/>
                    <a:pt x="262318" y="105585"/>
                  </a:cubicBezTo>
                  <a:cubicBezTo>
                    <a:pt x="252828" y="103920"/>
                    <a:pt x="237832" y="73577"/>
                    <a:pt x="233847" y="65031"/>
                  </a:cubicBezTo>
                  <a:cubicBezTo>
                    <a:pt x="229864" y="56486"/>
                    <a:pt x="200886" y="62207"/>
                    <a:pt x="177414" y="41061"/>
                  </a:cubicBezTo>
                  <a:cubicBezTo>
                    <a:pt x="167851" y="32516"/>
                    <a:pt x="162563" y="16222"/>
                    <a:pt x="159231" y="0"/>
                  </a:cubicBezTo>
                  <a:lnTo>
                    <a:pt x="147495" y="7676"/>
                  </a:lnTo>
                  <a:lnTo>
                    <a:pt x="134673" y="7676"/>
                  </a:lnTo>
                  <a:lnTo>
                    <a:pt x="134673" y="36644"/>
                  </a:lnTo>
                  <a:lnTo>
                    <a:pt x="113374" y="67566"/>
                  </a:lnTo>
                  <a:lnTo>
                    <a:pt x="102000" y="100082"/>
                  </a:lnTo>
                  <a:cubicBezTo>
                    <a:pt x="104391" y="100321"/>
                    <a:pt x="106854" y="100321"/>
                    <a:pt x="109245" y="100082"/>
                  </a:cubicBezTo>
                  <a:cubicBezTo>
                    <a:pt x="117938" y="98996"/>
                    <a:pt x="126631" y="119997"/>
                    <a:pt x="126631" y="127673"/>
                  </a:cubicBezTo>
                  <a:cubicBezTo>
                    <a:pt x="126631" y="135350"/>
                    <a:pt x="108303" y="203929"/>
                    <a:pt x="103449" y="208274"/>
                  </a:cubicBezTo>
                  <a:cubicBezTo>
                    <a:pt x="99972" y="211461"/>
                    <a:pt x="39772" y="234200"/>
                    <a:pt x="0" y="248249"/>
                  </a:cubicBezTo>
                  <a:cubicBezTo>
                    <a:pt x="8620" y="268744"/>
                    <a:pt x="25862" y="309515"/>
                    <a:pt x="41365" y="345869"/>
                  </a:cubicBezTo>
                  <a:cubicBezTo>
                    <a:pt x="44335" y="344529"/>
                    <a:pt x="47160" y="342958"/>
                    <a:pt x="49913" y="341162"/>
                  </a:cubicBezTo>
                  <a:cubicBezTo>
                    <a:pt x="53246" y="338909"/>
                    <a:pt x="56941" y="337128"/>
                    <a:pt x="60779" y="335875"/>
                  </a:cubicBezTo>
                  <a:cubicBezTo>
                    <a:pt x="62953" y="334572"/>
                    <a:pt x="65271" y="333428"/>
                    <a:pt x="67590" y="332472"/>
                  </a:cubicBezTo>
                  <a:cubicBezTo>
                    <a:pt x="82803" y="326714"/>
                    <a:pt x="97654" y="320088"/>
                    <a:pt x="112143" y="312629"/>
                  </a:cubicBezTo>
                  <a:cubicBezTo>
                    <a:pt x="112288" y="307828"/>
                    <a:pt x="114315" y="303287"/>
                    <a:pt x="117865" y="300028"/>
                  </a:cubicBezTo>
                  <a:cubicBezTo>
                    <a:pt x="122357" y="295864"/>
                    <a:pt x="128225" y="293561"/>
                    <a:pt x="134310" y="293583"/>
                  </a:cubicBezTo>
                  <a:cubicBezTo>
                    <a:pt x="137063" y="289926"/>
                    <a:pt x="140613" y="286971"/>
                    <a:pt x="144742" y="284965"/>
                  </a:cubicBezTo>
                  <a:cubicBezTo>
                    <a:pt x="147495" y="283734"/>
                    <a:pt x="149886" y="282286"/>
                    <a:pt x="152421" y="280910"/>
                  </a:cubicBezTo>
                  <a:cubicBezTo>
                    <a:pt x="154667" y="279114"/>
                    <a:pt x="157057" y="277600"/>
                    <a:pt x="159665" y="276420"/>
                  </a:cubicBezTo>
                  <a:cubicBezTo>
                    <a:pt x="161549" y="275189"/>
                    <a:pt x="163577" y="273958"/>
                    <a:pt x="165316" y="272582"/>
                  </a:cubicBezTo>
                  <a:cubicBezTo>
                    <a:pt x="167417" y="266687"/>
                    <a:pt x="171329" y="261611"/>
                    <a:pt x="176545" y="258098"/>
                  </a:cubicBezTo>
                  <a:cubicBezTo>
                    <a:pt x="178573" y="257149"/>
                    <a:pt x="180674" y="256418"/>
                    <a:pt x="182848" y="255926"/>
                  </a:cubicBezTo>
                  <a:cubicBezTo>
                    <a:pt x="185528" y="252500"/>
                    <a:pt x="187918" y="248901"/>
                    <a:pt x="190092" y="245135"/>
                  </a:cubicBezTo>
                  <a:cubicBezTo>
                    <a:pt x="180529" y="230905"/>
                    <a:pt x="182485" y="211917"/>
                    <a:pt x="194656" y="1998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2" name="Freeform 139">
              <a:extLst>
                <a:ext uri="{FF2B5EF4-FFF2-40B4-BE49-F238E27FC236}">
                  <a16:creationId xmlns:a16="http://schemas.microsoft.com/office/drawing/2014/main" id="{BEDF5DD0-2CCE-7A93-87F4-6BFEBF9C8C5C}"/>
                </a:ext>
              </a:extLst>
            </p:cNvPr>
            <p:cNvSpPr/>
            <p:nvPr/>
          </p:nvSpPr>
          <p:spPr>
            <a:xfrm>
              <a:off x="7420961" y="3400427"/>
              <a:ext cx="34790" cy="61167"/>
            </a:xfrm>
            <a:custGeom>
              <a:avLst/>
              <a:gdLst>
                <a:gd name="connsiteX0" fmla="*/ 28253 w 34790"/>
                <a:gd name="connsiteY0" fmla="*/ 60894 h 61167"/>
                <a:gd name="connsiteX1" fmla="*/ 28905 w 34790"/>
                <a:gd name="connsiteY1" fmla="*/ 50176 h 61167"/>
                <a:gd name="connsiteX2" fmla="*/ 24920 w 34790"/>
                <a:gd name="connsiteY2" fmla="*/ 424 h 61167"/>
                <a:gd name="connsiteX3" fmla="*/ 2463 w 34790"/>
                <a:gd name="connsiteY3" fmla="*/ 38154 h 61167"/>
                <a:gd name="connsiteX4" fmla="*/ 0 w 34790"/>
                <a:gd name="connsiteY4" fmla="*/ 38661 h 61167"/>
                <a:gd name="connsiteX5" fmla="*/ 28253 w 34790"/>
                <a:gd name="connsiteY5" fmla="*/ 60894 h 61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4790" h="61167">
                  <a:moveTo>
                    <a:pt x="28253" y="60894"/>
                  </a:moveTo>
                  <a:cubicBezTo>
                    <a:pt x="27239" y="57353"/>
                    <a:pt x="27528" y="53572"/>
                    <a:pt x="28905" y="50176"/>
                  </a:cubicBezTo>
                  <a:cubicBezTo>
                    <a:pt x="35425" y="37575"/>
                    <a:pt x="39409" y="4987"/>
                    <a:pt x="24920" y="424"/>
                  </a:cubicBezTo>
                  <a:cubicBezTo>
                    <a:pt x="10431" y="-4138"/>
                    <a:pt x="2463" y="29392"/>
                    <a:pt x="2463" y="38154"/>
                  </a:cubicBezTo>
                  <a:cubicBezTo>
                    <a:pt x="2463" y="39820"/>
                    <a:pt x="1521" y="39820"/>
                    <a:pt x="0" y="38661"/>
                  </a:cubicBezTo>
                  <a:cubicBezTo>
                    <a:pt x="7172" y="59952"/>
                    <a:pt x="19995" y="62125"/>
                    <a:pt x="28253" y="608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3" name="Freeform 140">
              <a:extLst>
                <a:ext uri="{FF2B5EF4-FFF2-40B4-BE49-F238E27FC236}">
                  <a16:creationId xmlns:a16="http://schemas.microsoft.com/office/drawing/2014/main" id="{5ADD490E-7F32-7602-0465-5841E03247B8}"/>
                </a:ext>
              </a:extLst>
            </p:cNvPr>
            <p:cNvSpPr/>
            <p:nvPr/>
          </p:nvSpPr>
          <p:spPr>
            <a:xfrm>
              <a:off x="7462832" y="3390274"/>
              <a:ext cx="160824" cy="148175"/>
            </a:xfrm>
            <a:custGeom>
              <a:avLst/>
              <a:gdLst>
                <a:gd name="connsiteX0" fmla="*/ 25935 w 160824"/>
                <a:gd name="connsiteY0" fmla="*/ 137238 h 148173"/>
                <a:gd name="connsiteX1" fmla="*/ 103956 w 160824"/>
                <a:gd name="connsiteY1" fmla="*/ 148174 h 148173"/>
                <a:gd name="connsiteX2" fmla="*/ 115330 w 160824"/>
                <a:gd name="connsiteY2" fmla="*/ 115658 h 148173"/>
                <a:gd name="connsiteX3" fmla="*/ 136629 w 160824"/>
                <a:gd name="connsiteY3" fmla="*/ 84735 h 148173"/>
                <a:gd name="connsiteX4" fmla="*/ 136629 w 160824"/>
                <a:gd name="connsiteY4" fmla="*/ 55768 h 148173"/>
                <a:gd name="connsiteX5" fmla="*/ 149089 w 160824"/>
                <a:gd name="connsiteY5" fmla="*/ 55768 h 148173"/>
                <a:gd name="connsiteX6" fmla="*/ 160825 w 160824"/>
                <a:gd name="connsiteY6" fmla="*/ 48092 h 148173"/>
                <a:gd name="connsiteX7" fmla="*/ 151552 w 160824"/>
                <a:gd name="connsiteY7" fmla="*/ 6 h 148173"/>
                <a:gd name="connsiteX8" fmla="*/ 111128 w 160824"/>
                <a:gd name="connsiteY8" fmla="*/ 52002 h 148173"/>
                <a:gd name="connsiteX9" fmla="*/ 47161 w 160824"/>
                <a:gd name="connsiteY9" fmla="*/ 86256 h 148173"/>
                <a:gd name="connsiteX10" fmla="*/ 7244 w 160824"/>
                <a:gd name="connsiteY10" fmla="*/ 98277 h 148173"/>
                <a:gd name="connsiteX11" fmla="*/ 0 w 160824"/>
                <a:gd name="connsiteY11" fmla="*/ 96032 h 148173"/>
                <a:gd name="connsiteX12" fmla="*/ 25935 w 160824"/>
                <a:gd name="connsiteY12" fmla="*/ 137238 h 148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60824" h="148173">
                  <a:moveTo>
                    <a:pt x="25935" y="137238"/>
                  </a:moveTo>
                  <a:cubicBezTo>
                    <a:pt x="30063" y="140063"/>
                    <a:pt x="83889" y="147015"/>
                    <a:pt x="103956" y="148174"/>
                  </a:cubicBezTo>
                  <a:lnTo>
                    <a:pt x="115330" y="115658"/>
                  </a:lnTo>
                  <a:lnTo>
                    <a:pt x="136629" y="84735"/>
                  </a:lnTo>
                  <a:lnTo>
                    <a:pt x="136629" y="55768"/>
                  </a:lnTo>
                  <a:lnTo>
                    <a:pt x="149089" y="55768"/>
                  </a:lnTo>
                  <a:lnTo>
                    <a:pt x="160825" y="48092"/>
                  </a:lnTo>
                  <a:cubicBezTo>
                    <a:pt x="155898" y="24266"/>
                    <a:pt x="155101" y="368"/>
                    <a:pt x="151552" y="6"/>
                  </a:cubicBezTo>
                  <a:cubicBezTo>
                    <a:pt x="145539" y="-501"/>
                    <a:pt x="121053" y="29770"/>
                    <a:pt x="111128" y="52002"/>
                  </a:cubicBezTo>
                  <a:cubicBezTo>
                    <a:pt x="101204" y="74235"/>
                    <a:pt x="72154" y="91398"/>
                    <a:pt x="47161" y="86256"/>
                  </a:cubicBezTo>
                  <a:cubicBezTo>
                    <a:pt x="22167" y="81114"/>
                    <a:pt x="13764" y="93498"/>
                    <a:pt x="7244" y="98277"/>
                  </a:cubicBezTo>
                  <a:cubicBezTo>
                    <a:pt x="5577" y="99581"/>
                    <a:pt x="2970" y="98277"/>
                    <a:pt x="0" y="96032"/>
                  </a:cubicBezTo>
                  <a:cubicBezTo>
                    <a:pt x="3187" y="112536"/>
                    <a:pt x="12388" y="127245"/>
                    <a:pt x="25935" y="1372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4" name="Freeform 141">
              <a:extLst>
                <a:ext uri="{FF2B5EF4-FFF2-40B4-BE49-F238E27FC236}">
                  <a16:creationId xmlns:a16="http://schemas.microsoft.com/office/drawing/2014/main" id="{E7DB56B1-E39E-6AE4-36EE-7F47742ECE15}"/>
                </a:ext>
              </a:extLst>
            </p:cNvPr>
            <p:cNvSpPr/>
            <p:nvPr/>
          </p:nvSpPr>
          <p:spPr>
            <a:xfrm>
              <a:off x="9059412" y="4180004"/>
              <a:ext cx="652769" cy="227601"/>
            </a:xfrm>
            <a:custGeom>
              <a:avLst/>
              <a:gdLst>
                <a:gd name="connsiteX0" fmla="*/ 118228 w 652772"/>
                <a:gd name="connsiteY0" fmla="*/ 82774 h 227599"/>
                <a:gd name="connsiteX1" fmla="*/ 92221 w 652772"/>
                <a:gd name="connsiteY1" fmla="*/ 42292 h 227599"/>
                <a:gd name="connsiteX2" fmla="*/ 75776 w 652772"/>
                <a:gd name="connsiteY2" fmla="*/ 23391 h 227599"/>
                <a:gd name="connsiteX3" fmla="*/ 73168 w 652772"/>
                <a:gd name="connsiteY3" fmla="*/ 17887 h 227599"/>
                <a:gd name="connsiteX4" fmla="*/ 62736 w 652772"/>
                <a:gd name="connsiteY4" fmla="*/ 33457 h 227599"/>
                <a:gd name="connsiteX5" fmla="*/ 36149 w 652772"/>
                <a:gd name="connsiteY5" fmla="*/ 29691 h 227599"/>
                <a:gd name="connsiteX6" fmla="*/ 19559 w 652772"/>
                <a:gd name="connsiteY6" fmla="*/ 6880 h 227599"/>
                <a:gd name="connsiteX7" fmla="*/ 0 w 652772"/>
                <a:gd name="connsiteY7" fmla="*/ 5431 h 227599"/>
                <a:gd name="connsiteX8" fmla="*/ 9345 w 652772"/>
                <a:gd name="connsiteY8" fmla="*/ 64524 h 227599"/>
                <a:gd name="connsiteX9" fmla="*/ 43828 w 652772"/>
                <a:gd name="connsiteY9" fmla="*/ 138826 h 227599"/>
                <a:gd name="connsiteX10" fmla="*/ 76283 w 652772"/>
                <a:gd name="connsiteY10" fmla="*/ 174238 h 227599"/>
                <a:gd name="connsiteX11" fmla="*/ 141482 w 652772"/>
                <a:gd name="connsiteY11" fmla="*/ 211968 h 227599"/>
                <a:gd name="connsiteX12" fmla="*/ 119024 w 652772"/>
                <a:gd name="connsiteY12" fmla="*/ 157075 h 227599"/>
                <a:gd name="connsiteX13" fmla="*/ 118228 w 652772"/>
                <a:gd name="connsiteY13" fmla="*/ 82774 h 227599"/>
                <a:gd name="connsiteX14" fmla="*/ 629028 w 652772"/>
                <a:gd name="connsiteY14" fmla="*/ 38816 h 227599"/>
                <a:gd name="connsiteX15" fmla="*/ 599109 w 652772"/>
                <a:gd name="connsiteY15" fmla="*/ 29691 h 227599"/>
                <a:gd name="connsiteX16" fmla="*/ 568103 w 652772"/>
                <a:gd name="connsiteY16" fmla="*/ 0 h 227599"/>
                <a:gd name="connsiteX17" fmla="*/ 541154 w 652772"/>
                <a:gd name="connsiteY17" fmla="*/ 38816 h 227599"/>
                <a:gd name="connsiteX18" fmla="*/ 523188 w 652772"/>
                <a:gd name="connsiteY18" fmla="*/ 65104 h 227599"/>
                <a:gd name="connsiteX19" fmla="*/ 515944 w 652772"/>
                <a:gd name="connsiteY19" fmla="*/ 75749 h 227599"/>
                <a:gd name="connsiteX20" fmla="*/ 515944 w 652772"/>
                <a:gd name="connsiteY20" fmla="*/ 98272 h 227599"/>
                <a:gd name="connsiteX21" fmla="*/ 494210 w 652772"/>
                <a:gd name="connsiteY21" fmla="*/ 107396 h 227599"/>
                <a:gd name="connsiteX22" fmla="*/ 475882 w 652772"/>
                <a:gd name="connsiteY22" fmla="*/ 80094 h 227599"/>
                <a:gd name="connsiteX23" fmla="*/ 475230 w 652772"/>
                <a:gd name="connsiteY23" fmla="*/ 80094 h 227599"/>
                <a:gd name="connsiteX24" fmla="*/ 445311 w 652772"/>
                <a:gd name="connsiteY24" fmla="*/ 133829 h 227599"/>
                <a:gd name="connsiteX25" fmla="*/ 396339 w 652772"/>
                <a:gd name="connsiteY25" fmla="*/ 150919 h 227599"/>
                <a:gd name="connsiteX26" fmla="*/ 374606 w 652772"/>
                <a:gd name="connsiteY26" fmla="*/ 200091 h 227599"/>
                <a:gd name="connsiteX27" fmla="*/ 324547 w 652772"/>
                <a:gd name="connsiteY27" fmla="*/ 185608 h 227599"/>
                <a:gd name="connsiteX28" fmla="*/ 334617 w 652772"/>
                <a:gd name="connsiteY28" fmla="*/ 210375 h 227599"/>
                <a:gd name="connsiteX29" fmla="*/ 362580 w 652772"/>
                <a:gd name="connsiteY29" fmla="*/ 226307 h 227599"/>
                <a:gd name="connsiteX30" fmla="*/ 406554 w 652772"/>
                <a:gd name="connsiteY30" fmla="*/ 221744 h 227599"/>
                <a:gd name="connsiteX31" fmla="*/ 440529 w 652772"/>
                <a:gd name="connsiteY31" fmla="*/ 205740 h 227599"/>
                <a:gd name="connsiteX32" fmla="*/ 472477 w 652772"/>
                <a:gd name="connsiteY32" fmla="*/ 212620 h 227599"/>
                <a:gd name="connsiteX33" fmla="*/ 502397 w 652772"/>
                <a:gd name="connsiteY33" fmla="*/ 189808 h 227599"/>
                <a:gd name="connsiteX34" fmla="*/ 512394 w 652772"/>
                <a:gd name="connsiteY34" fmla="*/ 153599 h 227599"/>
                <a:gd name="connsiteX35" fmla="*/ 532388 w 652772"/>
                <a:gd name="connsiteY35" fmla="*/ 119273 h 227599"/>
                <a:gd name="connsiteX36" fmla="*/ 584330 w 652772"/>
                <a:gd name="connsiteY36" fmla="*/ 94216 h 227599"/>
                <a:gd name="connsiteX37" fmla="*/ 600268 w 652772"/>
                <a:gd name="connsiteY37" fmla="*/ 100371 h 227599"/>
                <a:gd name="connsiteX38" fmla="*/ 621276 w 652772"/>
                <a:gd name="connsiteY38" fmla="*/ 77053 h 227599"/>
                <a:gd name="connsiteX39" fmla="*/ 652210 w 652772"/>
                <a:gd name="connsiteY39" fmla="*/ 62569 h 227599"/>
                <a:gd name="connsiteX40" fmla="*/ 629028 w 652772"/>
                <a:gd name="connsiteY40" fmla="*/ 38816 h 2275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652772" h="227599">
                  <a:moveTo>
                    <a:pt x="118228" y="82774"/>
                  </a:moveTo>
                  <a:cubicBezTo>
                    <a:pt x="118734" y="57138"/>
                    <a:pt x="97219" y="59962"/>
                    <a:pt x="92221" y="42292"/>
                  </a:cubicBezTo>
                  <a:cubicBezTo>
                    <a:pt x="87222" y="24622"/>
                    <a:pt x="78746" y="35050"/>
                    <a:pt x="75776" y="23391"/>
                  </a:cubicBezTo>
                  <a:cubicBezTo>
                    <a:pt x="75196" y="21435"/>
                    <a:pt x="74326" y="19582"/>
                    <a:pt x="73168" y="17887"/>
                  </a:cubicBezTo>
                  <a:cubicBezTo>
                    <a:pt x="61866" y="22087"/>
                    <a:pt x="65924" y="32733"/>
                    <a:pt x="62736" y="33457"/>
                  </a:cubicBezTo>
                  <a:cubicBezTo>
                    <a:pt x="59548" y="34181"/>
                    <a:pt x="36149" y="37295"/>
                    <a:pt x="36149" y="29691"/>
                  </a:cubicBezTo>
                  <a:cubicBezTo>
                    <a:pt x="36946" y="19046"/>
                    <a:pt x="29918" y="9378"/>
                    <a:pt x="19559" y="6880"/>
                  </a:cubicBezTo>
                  <a:cubicBezTo>
                    <a:pt x="13112" y="5489"/>
                    <a:pt x="6519" y="5004"/>
                    <a:pt x="0" y="5431"/>
                  </a:cubicBezTo>
                  <a:cubicBezTo>
                    <a:pt x="6592" y="24427"/>
                    <a:pt x="9707" y="44429"/>
                    <a:pt x="9345" y="64524"/>
                  </a:cubicBezTo>
                  <a:cubicBezTo>
                    <a:pt x="9852" y="87409"/>
                    <a:pt x="39336" y="123980"/>
                    <a:pt x="43828" y="138826"/>
                  </a:cubicBezTo>
                  <a:cubicBezTo>
                    <a:pt x="48319" y="153671"/>
                    <a:pt x="56796" y="158234"/>
                    <a:pt x="76283" y="174238"/>
                  </a:cubicBezTo>
                  <a:cubicBezTo>
                    <a:pt x="95770" y="190242"/>
                    <a:pt x="133658" y="215879"/>
                    <a:pt x="141482" y="211968"/>
                  </a:cubicBezTo>
                  <a:cubicBezTo>
                    <a:pt x="149306" y="208057"/>
                    <a:pt x="129964" y="170183"/>
                    <a:pt x="119024" y="157075"/>
                  </a:cubicBezTo>
                  <a:cubicBezTo>
                    <a:pt x="108085" y="143967"/>
                    <a:pt x="117721" y="108482"/>
                    <a:pt x="118228" y="82774"/>
                  </a:cubicBezTo>
                  <a:close/>
                  <a:moveTo>
                    <a:pt x="629028" y="38816"/>
                  </a:moveTo>
                  <a:cubicBezTo>
                    <a:pt x="620045" y="41133"/>
                    <a:pt x="599109" y="39975"/>
                    <a:pt x="599109" y="29691"/>
                  </a:cubicBezTo>
                  <a:cubicBezTo>
                    <a:pt x="599109" y="19408"/>
                    <a:pt x="580129" y="0"/>
                    <a:pt x="568103" y="0"/>
                  </a:cubicBezTo>
                  <a:cubicBezTo>
                    <a:pt x="556077" y="0"/>
                    <a:pt x="542168" y="27374"/>
                    <a:pt x="541154" y="38816"/>
                  </a:cubicBezTo>
                  <a:cubicBezTo>
                    <a:pt x="540140" y="50258"/>
                    <a:pt x="521159" y="49099"/>
                    <a:pt x="523188" y="65104"/>
                  </a:cubicBezTo>
                  <a:cubicBezTo>
                    <a:pt x="524057" y="70035"/>
                    <a:pt x="520869" y="74764"/>
                    <a:pt x="515944" y="75749"/>
                  </a:cubicBezTo>
                  <a:cubicBezTo>
                    <a:pt x="518986" y="89581"/>
                    <a:pt x="520653" y="99502"/>
                    <a:pt x="515944" y="98272"/>
                  </a:cubicBezTo>
                  <a:cubicBezTo>
                    <a:pt x="507975" y="95954"/>
                    <a:pt x="505946" y="107396"/>
                    <a:pt x="494210" y="107396"/>
                  </a:cubicBezTo>
                  <a:cubicBezTo>
                    <a:pt x="490081" y="107396"/>
                    <a:pt x="483199" y="95592"/>
                    <a:pt x="475882" y="80094"/>
                  </a:cubicBezTo>
                  <a:lnTo>
                    <a:pt x="475230" y="80094"/>
                  </a:lnTo>
                  <a:cubicBezTo>
                    <a:pt x="467262" y="80094"/>
                    <a:pt x="449295" y="112103"/>
                    <a:pt x="445311" y="133829"/>
                  </a:cubicBezTo>
                  <a:cubicBezTo>
                    <a:pt x="441326" y="155554"/>
                    <a:pt x="423578" y="148674"/>
                    <a:pt x="396339" y="150919"/>
                  </a:cubicBezTo>
                  <a:cubicBezTo>
                    <a:pt x="369100" y="153164"/>
                    <a:pt x="380329" y="185173"/>
                    <a:pt x="374606" y="200091"/>
                  </a:cubicBezTo>
                  <a:cubicBezTo>
                    <a:pt x="369100" y="213634"/>
                    <a:pt x="339471" y="189084"/>
                    <a:pt x="324547" y="185608"/>
                  </a:cubicBezTo>
                  <a:cubicBezTo>
                    <a:pt x="327010" y="197846"/>
                    <a:pt x="330560" y="210375"/>
                    <a:pt x="334617" y="210375"/>
                  </a:cubicBezTo>
                  <a:cubicBezTo>
                    <a:pt x="342658" y="210375"/>
                    <a:pt x="354611" y="233187"/>
                    <a:pt x="362580" y="226307"/>
                  </a:cubicBezTo>
                  <a:cubicBezTo>
                    <a:pt x="370549" y="219427"/>
                    <a:pt x="394528" y="226307"/>
                    <a:pt x="406554" y="221744"/>
                  </a:cubicBezTo>
                  <a:cubicBezTo>
                    <a:pt x="418579" y="217182"/>
                    <a:pt x="420535" y="205740"/>
                    <a:pt x="440529" y="205740"/>
                  </a:cubicBezTo>
                  <a:cubicBezTo>
                    <a:pt x="460524" y="205740"/>
                    <a:pt x="452483" y="224062"/>
                    <a:pt x="472477" y="212620"/>
                  </a:cubicBezTo>
                  <a:cubicBezTo>
                    <a:pt x="492472" y="201177"/>
                    <a:pt x="504424" y="210375"/>
                    <a:pt x="502397" y="189808"/>
                  </a:cubicBezTo>
                  <a:cubicBezTo>
                    <a:pt x="500368" y="169241"/>
                    <a:pt x="514422" y="169241"/>
                    <a:pt x="512394" y="153599"/>
                  </a:cubicBezTo>
                  <a:cubicBezTo>
                    <a:pt x="510365" y="137957"/>
                    <a:pt x="534127" y="149036"/>
                    <a:pt x="532388" y="119273"/>
                  </a:cubicBezTo>
                  <a:cubicBezTo>
                    <a:pt x="530650" y="89509"/>
                    <a:pt x="568610" y="94216"/>
                    <a:pt x="584330" y="94216"/>
                  </a:cubicBezTo>
                  <a:cubicBezTo>
                    <a:pt x="590053" y="95078"/>
                    <a:pt x="595487" y="97178"/>
                    <a:pt x="600268" y="100371"/>
                  </a:cubicBezTo>
                  <a:cubicBezTo>
                    <a:pt x="612149" y="93709"/>
                    <a:pt x="629246" y="84946"/>
                    <a:pt x="621276" y="77053"/>
                  </a:cubicBezTo>
                  <a:cubicBezTo>
                    <a:pt x="612293" y="67928"/>
                    <a:pt x="648226" y="75894"/>
                    <a:pt x="652210" y="62569"/>
                  </a:cubicBezTo>
                  <a:cubicBezTo>
                    <a:pt x="656194" y="49244"/>
                    <a:pt x="638011" y="36571"/>
                    <a:pt x="629028" y="388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5" name="Freeform 142">
              <a:extLst>
                <a:ext uri="{FF2B5EF4-FFF2-40B4-BE49-F238E27FC236}">
                  <a16:creationId xmlns:a16="http://schemas.microsoft.com/office/drawing/2014/main" id="{1A6B8DBF-253F-1D9F-6DFD-6622DF56B6DB}"/>
                </a:ext>
              </a:extLst>
            </p:cNvPr>
            <p:cNvSpPr/>
            <p:nvPr/>
          </p:nvSpPr>
          <p:spPr>
            <a:xfrm>
              <a:off x="9535147" y="4255753"/>
              <a:ext cx="42713" cy="31646"/>
            </a:xfrm>
            <a:custGeom>
              <a:avLst/>
              <a:gdLst>
                <a:gd name="connsiteX0" fmla="*/ 18256 w 42713"/>
                <a:gd name="connsiteY0" fmla="*/ 31647 h 31646"/>
                <a:gd name="connsiteX1" fmla="*/ 39989 w 42713"/>
                <a:gd name="connsiteY1" fmla="*/ 22522 h 31646"/>
                <a:gd name="connsiteX2" fmla="*/ 39989 w 42713"/>
                <a:gd name="connsiteY2" fmla="*/ 0 h 31646"/>
                <a:gd name="connsiteX3" fmla="*/ 23327 w 42713"/>
                <a:gd name="connsiteY3" fmla="*/ 8763 h 31646"/>
                <a:gd name="connsiteX4" fmla="*/ 0 w 42713"/>
                <a:gd name="connsiteY4" fmla="*/ 4345 h 31646"/>
                <a:gd name="connsiteX5" fmla="*/ 18256 w 42713"/>
                <a:gd name="connsiteY5" fmla="*/ 31647 h 31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2713" h="31646">
                  <a:moveTo>
                    <a:pt x="18256" y="31647"/>
                  </a:moveTo>
                  <a:cubicBezTo>
                    <a:pt x="30209" y="31647"/>
                    <a:pt x="32238" y="20205"/>
                    <a:pt x="39989" y="22522"/>
                  </a:cubicBezTo>
                  <a:cubicBezTo>
                    <a:pt x="44408" y="23753"/>
                    <a:pt x="42742" y="13832"/>
                    <a:pt x="39989" y="0"/>
                  </a:cubicBezTo>
                  <a:cubicBezTo>
                    <a:pt x="32745" y="2607"/>
                    <a:pt x="23327" y="2535"/>
                    <a:pt x="23327" y="8763"/>
                  </a:cubicBezTo>
                  <a:cubicBezTo>
                    <a:pt x="23327" y="18829"/>
                    <a:pt x="8186" y="5069"/>
                    <a:pt x="0" y="4345"/>
                  </a:cubicBezTo>
                  <a:cubicBezTo>
                    <a:pt x="7462" y="19625"/>
                    <a:pt x="14344" y="31647"/>
                    <a:pt x="18256" y="31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6" name="Freeform 143">
              <a:extLst>
                <a:ext uri="{FF2B5EF4-FFF2-40B4-BE49-F238E27FC236}">
                  <a16:creationId xmlns:a16="http://schemas.microsoft.com/office/drawing/2014/main" id="{8ECACD6A-5687-6049-6D0B-378D8EF92C47}"/>
                </a:ext>
              </a:extLst>
            </p:cNvPr>
            <p:cNvSpPr/>
            <p:nvPr/>
          </p:nvSpPr>
          <p:spPr>
            <a:xfrm>
              <a:off x="7020349" y="2904390"/>
              <a:ext cx="330196" cy="366761"/>
            </a:xfrm>
            <a:custGeom>
              <a:avLst/>
              <a:gdLst>
                <a:gd name="connsiteX0" fmla="*/ 277894 w 330198"/>
                <a:gd name="connsiteY0" fmla="*/ 333954 h 366759"/>
                <a:gd name="connsiteX1" fmla="*/ 293324 w 330198"/>
                <a:gd name="connsiteY1" fmla="*/ 319470 h 366759"/>
                <a:gd name="connsiteX2" fmla="*/ 315709 w 330198"/>
                <a:gd name="connsiteY2" fmla="*/ 333954 h 366759"/>
                <a:gd name="connsiteX3" fmla="*/ 330198 w 330198"/>
                <a:gd name="connsiteY3" fmla="*/ 324901 h 366759"/>
                <a:gd name="connsiteX4" fmla="*/ 311145 w 330198"/>
                <a:gd name="connsiteY4" fmla="*/ 294486 h 366759"/>
                <a:gd name="connsiteX5" fmla="*/ 299120 w 330198"/>
                <a:gd name="connsiteY5" fmla="*/ 268560 h 366759"/>
                <a:gd name="connsiteX6" fmla="*/ 301800 w 330198"/>
                <a:gd name="connsiteY6" fmla="*/ 242634 h 366759"/>
                <a:gd name="connsiteX7" fmla="*/ 285862 w 330198"/>
                <a:gd name="connsiteY7" fmla="*/ 219750 h 366759"/>
                <a:gd name="connsiteX8" fmla="*/ 248482 w 330198"/>
                <a:gd name="connsiteY8" fmla="*/ 190783 h 366759"/>
                <a:gd name="connsiteX9" fmla="*/ 232471 w 330198"/>
                <a:gd name="connsiteY9" fmla="*/ 169420 h 366759"/>
                <a:gd name="connsiteX10" fmla="*/ 228487 w 330198"/>
                <a:gd name="connsiteY10" fmla="*/ 134297 h 366759"/>
                <a:gd name="connsiteX11" fmla="*/ 241817 w 330198"/>
                <a:gd name="connsiteY11" fmla="*/ 103809 h 366759"/>
                <a:gd name="connsiteX12" fmla="*/ 245801 w 330198"/>
                <a:gd name="connsiteY12" fmla="*/ 80924 h 366759"/>
                <a:gd name="connsiteX13" fmla="*/ 232471 w 330198"/>
                <a:gd name="connsiteY13" fmla="*/ 67238 h 366759"/>
                <a:gd name="connsiteX14" fmla="*/ 213781 w 330198"/>
                <a:gd name="connsiteY14" fmla="*/ 44281 h 366759"/>
                <a:gd name="connsiteX15" fmla="*/ 201828 w 330198"/>
                <a:gd name="connsiteY15" fmla="*/ 13865 h 366759"/>
                <a:gd name="connsiteX16" fmla="*/ 166186 w 330198"/>
                <a:gd name="connsiteY16" fmla="*/ 7420 h 366759"/>
                <a:gd name="connsiteX17" fmla="*/ 136194 w 330198"/>
                <a:gd name="connsiteY17" fmla="*/ 178 h 366759"/>
                <a:gd name="connsiteX18" fmla="*/ 121126 w 330198"/>
                <a:gd name="connsiteY18" fmla="*/ 13214 h 366759"/>
                <a:gd name="connsiteX19" fmla="*/ 121778 w 330198"/>
                <a:gd name="connsiteY19" fmla="*/ 13214 h 366759"/>
                <a:gd name="connsiteX20" fmla="*/ 101783 w 330198"/>
                <a:gd name="connsiteY20" fmla="*/ 29942 h 366759"/>
                <a:gd name="connsiteX21" fmla="*/ 80485 w 330198"/>
                <a:gd name="connsiteY21" fmla="*/ 48264 h 366759"/>
                <a:gd name="connsiteX22" fmla="*/ 83093 w 330198"/>
                <a:gd name="connsiteY22" fmla="*/ 80273 h 366759"/>
                <a:gd name="connsiteX23" fmla="*/ 80485 w 330198"/>
                <a:gd name="connsiteY23" fmla="*/ 110761 h 366759"/>
                <a:gd name="connsiteX24" fmla="*/ 72444 w 330198"/>
                <a:gd name="connsiteY24" fmla="*/ 133645 h 366759"/>
                <a:gd name="connsiteX25" fmla="*/ 0 w 330198"/>
                <a:gd name="connsiteY25" fmla="*/ 177096 h 366759"/>
                <a:gd name="connsiteX26" fmla="*/ 2752 w 330198"/>
                <a:gd name="connsiteY26" fmla="*/ 195997 h 366759"/>
                <a:gd name="connsiteX27" fmla="*/ 10649 w 330198"/>
                <a:gd name="connsiteY27" fmla="*/ 233944 h 366759"/>
                <a:gd name="connsiteX28" fmla="*/ 36801 w 330198"/>
                <a:gd name="connsiteY28" fmla="*/ 233944 h 366759"/>
                <a:gd name="connsiteX29" fmla="*/ 103522 w 330198"/>
                <a:gd name="connsiteY29" fmla="*/ 278119 h 366759"/>
                <a:gd name="connsiteX30" fmla="*/ 184876 w 330198"/>
                <a:gd name="connsiteY30" fmla="*/ 346772 h 366759"/>
                <a:gd name="connsiteX31" fmla="*/ 224865 w 330198"/>
                <a:gd name="connsiteY31" fmla="*/ 362052 h 366759"/>
                <a:gd name="connsiteX32" fmla="*/ 263985 w 330198"/>
                <a:gd name="connsiteY32" fmla="*/ 366759 h 366759"/>
                <a:gd name="connsiteX33" fmla="*/ 277894 w 330198"/>
                <a:gd name="connsiteY33" fmla="*/ 333954 h 366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330198" h="366759">
                  <a:moveTo>
                    <a:pt x="277894" y="333954"/>
                  </a:moveTo>
                  <a:cubicBezTo>
                    <a:pt x="282240" y="328667"/>
                    <a:pt x="282965" y="321498"/>
                    <a:pt x="293324" y="319470"/>
                  </a:cubicBezTo>
                  <a:cubicBezTo>
                    <a:pt x="301510" y="318021"/>
                    <a:pt x="306654" y="324177"/>
                    <a:pt x="315709" y="333954"/>
                  </a:cubicBezTo>
                  <a:cubicBezTo>
                    <a:pt x="319766" y="329804"/>
                    <a:pt x="324693" y="326697"/>
                    <a:pt x="330198" y="324901"/>
                  </a:cubicBezTo>
                  <a:cubicBezTo>
                    <a:pt x="321215" y="314184"/>
                    <a:pt x="310348" y="301872"/>
                    <a:pt x="311145" y="294486"/>
                  </a:cubicBezTo>
                  <a:cubicBezTo>
                    <a:pt x="312522" y="282319"/>
                    <a:pt x="300496" y="276236"/>
                    <a:pt x="299120" y="268560"/>
                  </a:cubicBezTo>
                  <a:cubicBezTo>
                    <a:pt x="297743" y="260884"/>
                    <a:pt x="307161" y="248718"/>
                    <a:pt x="301800" y="242634"/>
                  </a:cubicBezTo>
                  <a:cubicBezTo>
                    <a:pt x="296439" y="236551"/>
                    <a:pt x="295135" y="220909"/>
                    <a:pt x="285862" y="219750"/>
                  </a:cubicBezTo>
                  <a:cubicBezTo>
                    <a:pt x="276590" y="218591"/>
                    <a:pt x="247105" y="201428"/>
                    <a:pt x="248482" y="190783"/>
                  </a:cubicBezTo>
                  <a:cubicBezTo>
                    <a:pt x="249858" y="180137"/>
                    <a:pt x="237832" y="172461"/>
                    <a:pt x="232471" y="169420"/>
                  </a:cubicBezTo>
                  <a:cubicBezTo>
                    <a:pt x="227111" y="166378"/>
                    <a:pt x="221822" y="138931"/>
                    <a:pt x="228487" y="134297"/>
                  </a:cubicBezTo>
                  <a:cubicBezTo>
                    <a:pt x="235152" y="129662"/>
                    <a:pt x="233848" y="103809"/>
                    <a:pt x="241817" y="103809"/>
                  </a:cubicBezTo>
                  <a:cubicBezTo>
                    <a:pt x="249786" y="103809"/>
                    <a:pt x="243121" y="90122"/>
                    <a:pt x="245801" y="80924"/>
                  </a:cubicBezTo>
                  <a:cubicBezTo>
                    <a:pt x="248482" y="71727"/>
                    <a:pt x="239209" y="67238"/>
                    <a:pt x="232471" y="67238"/>
                  </a:cubicBezTo>
                  <a:cubicBezTo>
                    <a:pt x="225734" y="67238"/>
                    <a:pt x="213781" y="54999"/>
                    <a:pt x="213781" y="44281"/>
                  </a:cubicBezTo>
                  <a:cubicBezTo>
                    <a:pt x="213781" y="33563"/>
                    <a:pt x="200451" y="18428"/>
                    <a:pt x="201828" y="13865"/>
                  </a:cubicBezTo>
                  <a:cubicBezTo>
                    <a:pt x="199510" y="33998"/>
                    <a:pt x="174154" y="2785"/>
                    <a:pt x="166186" y="7420"/>
                  </a:cubicBezTo>
                  <a:cubicBezTo>
                    <a:pt x="158217" y="12055"/>
                    <a:pt x="152204" y="-1705"/>
                    <a:pt x="136194" y="178"/>
                  </a:cubicBezTo>
                  <a:cubicBezTo>
                    <a:pt x="125979" y="1627"/>
                    <a:pt x="126342" y="7782"/>
                    <a:pt x="121126" y="13214"/>
                  </a:cubicBezTo>
                  <a:lnTo>
                    <a:pt x="121778" y="13214"/>
                  </a:lnTo>
                  <a:lnTo>
                    <a:pt x="101783" y="29942"/>
                  </a:lnTo>
                  <a:cubicBezTo>
                    <a:pt x="101783" y="29942"/>
                    <a:pt x="84469" y="36025"/>
                    <a:pt x="80485" y="48264"/>
                  </a:cubicBezTo>
                  <a:cubicBezTo>
                    <a:pt x="76500" y="60503"/>
                    <a:pt x="88453" y="72669"/>
                    <a:pt x="83093" y="80273"/>
                  </a:cubicBezTo>
                  <a:cubicBezTo>
                    <a:pt x="77732" y="87877"/>
                    <a:pt x="79108" y="104678"/>
                    <a:pt x="80485" y="110761"/>
                  </a:cubicBezTo>
                  <a:cubicBezTo>
                    <a:pt x="81861" y="116844"/>
                    <a:pt x="72444" y="133645"/>
                    <a:pt x="72444" y="133645"/>
                  </a:cubicBezTo>
                  <a:cubicBezTo>
                    <a:pt x="72444" y="133645"/>
                    <a:pt x="32744" y="158050"/>
                    <a:pt x="0" y="177096"/>
                  </a:cubicBezTo>
                  <a:cubicBezTo>
                    <a:pt x="449" y="183454"/>
                    <a:pt x="1369" y="189776"/>
                    <a:pt x="2752" y="195997"/>
                  </a:cubicBezTo>
                  <a:cubicBezTo>
                    <a:pt x="4854" y="204470"/>
                    <a:pt x="8114" y="220619"/>
                    <a:pt x="10649" y="233944"/>
                  </a:cubicBezTo>
                  <a:cubicBezTo>
                    <a:pt x="19349" y="233184"/>
                    <a:pt x="28101" y="233184"/>
                    <a:pt x="36801" y="233944"/>
                  </a:cubicBezTo>
                  <a:cubicBezTo>
                    <a:pt x="48827" y="235465"/>
                    <a:pt x="92872" y="272036"/>
                    <a:pt x="103522" y="278119"/>
                  </a:cubicBezTo>
                  <a:cubicBezTo>
                    <a:pt x="131818" y="299569"/>
                    <a:pt x="158941" y="322483"/>
                    <a:pt x="184876" y="346772"/>
                  </a:cubicBezTo>
                  <a:cubicBezTo>
                    <a:pt x="195960" y="356468"/>
                    <a:pt x="210159" y="361893"/>
                    <a:pt x="224865" y="362052"/>
                  </a:cubicBezTo>
                  <a:cubicBezTo>
                    <a:pt x="229429" y="362052"/>
                    <a:pt x="248554" y="364587"/>
                    <a:pt x="263985" y="366759"/>
                  </a:cubicBezTo>
                  <a:cubicBezTo>
                    <a:pt x="267752" y="355484"/>
                    <a:pt x="272388" y="344512"/>
                    <a:pt x="277894" y="3339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7" name="Freeform 144">
              <a:extLst>
                <a:ext uri="{FF2B5EF4-FFF2-40B4-BE49-F238E27FC236}">
                  <a16:creationId xmlns:a16="http://schemas.microsoft.com/office/drawing/2014/main" id="{2294F8EB-7C5C-742A-6E7B-43FE36C68EC5}"/>
                </a:ext>
              </a:extLst>
            </p:cNvPr>
            <p:cNvSpPr/>
            <p:nvPr/>
          </p:nvSpPr>
          <p:spPr>
            <a:xfrm>
              <a:off x="7284187" y="3223832"/>
              <a:ext cx="65053" cy="69840"/>
            </a:xfrm>
            <a:custGeom>
              <a:avLst/>
              <a:gdLst>
                <a:gd name="connsiteX0" fmla="*/ 20864 w 65054"/>
                <a:gd name="connsiteY0" fmla="*/ 51446 h 69839"/>
                <a:gd name="connsiteX1" fmla="*/ 38178 w 65054"/>
                <a:gd name="connsiteY1" fmla="*/ 68246 h 69839"/>
                <a:gd name="connsiteX2" fmla="*/ 65054 w 65054"/>
                <a:gd name="connsiteY2" fmla="*/ 69840 h 69839"/>
                <a:gd name="connsiteX3" fmla="*/ 48827 w 65054"/>
                <a:gd name="connsiteY3" fmla="*/ 21103 h 69839"/>
                <a:gd name="connsiteX4" fmla="*/ 51869 w 65054"/>
                <a:gd name="connsiteY4" fmla="*/ 14657 h 69839"/>
                <a:gd name="connsiteX5" fmla="*/ 29485 w 65054"/>
                <a:gd name="connsiteY5" fmla="*/ 174 h 69839"/>
                <a:gd name="connsiteX6" fmla="*/ 14054 w 65054"/>
                <a:gd name="connsiteY6" fmla="*/ 14657 h 69839"/>
                <a:gd name="connsiteX7" fmla="*/ 0 w 65054"/>
                <a:gd name="connsiteY7" fmla="*/ 48694 h 69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5054" h="69839">
                  <a:moveTo>
                    <a:pt x="20864" y="51446"/>
                  </a:moveTo>
                  <a:lnTo>
                    <a:pt x="38178" y="68246"/>
                  </a:lnTo>
                  <a:lnTo>
                    <a:pt x="65054" y="69840"/>
                  </a:lnTo>
                  <a:cubicBezTo>
                    <a:pt x="59042" y="51808"/>
                    <a:pt x="48827" y="27330"/>
                    <a:pt x="48827" y="21103"/>
                  </a:cubicBezTo>
                  <a:cubicBezTo>
                    <a:pt x="48972" y="18647"/>
                    <a:pt x="50058" y="16344"/>
                    <a:pt x="51869" y="14657"/>
                  </a:cubicBezTo>
                  <a:cubicBezTo>
                    <a:pt x="42814" y="5025"/>
                    <a:pt x="37381" y="-1130"/>
                    <a:pt x="29485" y="174"/>
                  </a:cubicBezTo>
                  <a:cubicBezTo>
                    <a:pt x="19125" y="1912"/>
                    <a:pt x="18401" y="9081"/>
                    <a:pt x="14054" y="14657"/>
                  </a:cubicBezTo>
                  <a:cubicBezTo>
                    <a:pt x="8476" y="25607"/>
                    <a:pt x="3767" y="36991"/>
                    <a:pt x="0" y="486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8" name="Freeform 145">
              <a:extLst>
                <a:ext uri="{FF2B5EF4-FFF2-40B4-BE49-F238E27FC236}">
                  <a16:creationId xmlns:a16="http://schemas.microsoft.com/office/drawing/2014/main" id="{A6C9F7BF-DBE3-CF38-2E72-0F8290A6830F}"/>
                </a:ext>
              </a:extLst>
            </p:cNvPr>
            <p:cNvSpPr/>
            <p:nvPr/>
          </p:nvSpPr>
          <p:spPr>
            <a:xfrm>
              <a:off x="5564079" y="2250482"/>
              <a:ext cx="439419" cy="426096"/>
            </a:xfrm>
            <a:custGeom>
              <a:avLst/>
              <a:gdLst>
                <a:gd name="connsiteX0" fmla="*/ 397729 w 439421"/>
                <a:gd name="connsiteY0" fmla="*/ 196760 h 426094"/>
                <a:gd name="connsiteX1" fmla="*/ 414971 w 439421"/>
                <a:gd name="connsiteY1" fmla="*/ 180466 h 426094"/>
                <a:gd name="connsiteX2" fmla="*/ 422215 w 439421"/>
                <a:gd name="connsiteY2" fmla="*/ 151499 h 426094"/>
                <a:gd name="connsiteX3" fmla="*/ 435690 w 439421"/>
                <a:gd name="connsiteY3" fmla="*/ 119779 h 426094"/>
                <a:gd name="connsiteX4" fmla="*/ 428953 w 439421"/>
                <a:gd name="connsiteY4" fmla="*/ 106962 h 426094"/>
                <a:gd name="connsiteX5" fmla="*/ 410914 w 439421"/>
                <a:gd name="connsiteY5" fmla="*/ 100082 h 426094"/>
                <a:gd name="connsiteX6" fmla="*/ 389181 w 439421"/>
                <a:gd name="connsiteY6" fmla="*/ 88060 h 426094"/>
                <a:gd name="connsiteX7" fmla="*/ 353973 w 439421"/>
                <a:gd name="connsiteY7" fmla="*/ 81253 h 426094"/>
                <a:gd name="connsiteX8" fmla="*/ 336732 w 439421"/>
                <a:gd name="connsiteY8" fmla="*/ 68363 h 426094"/>
                <a:gd name="connsiteX9" fmla="*/ 326952 w 439421"/>
                <a:gd name="connsiteY9" fmla="*/ 50403 h 426094"/>
                <a:gd name="connsiteX10" fmla="*/ 312029 w 439421"/>
                <a:gd name="connsiteY10" fmla="*/ 58948 h 426094"/>
                <a:gd name="connsiteX11" fmla="*/ 302248 w 439421"/>
                <a:gd name="connsiteY11" fmla="*/ 46130 h 426094"/>
                <a:gd name="connsiteX12" fmla="*/ 281312 w 439421"/>
                <a:gd name="connsiteY12" fmla="*/ 31647 h 426094"/>
                <a:gd name="connsiteX13" fmla="*/ 264071 w 439421"/>
                <a:gd name="connsiteY13" fmla="*/ 19625 h 426094"/>
                <a:gd name="connsiteX14" fmla="*/ 252045 w 439421"/>
                <a:gd name="connsiteY14" fmla="*/ 5142 h 426094"/>
                <a:gd name="connsiteX15" fmla="*/ 247699 w 439421"/>
                <a:gd name="connsiteY15" fmla="*/ 0 h 426094"/>
                <a:gd name="connsiteX16" fmla="*/ 240454 w 439421"/>
                <a:gd name="connsiteY16" fmla="*/ 869 h 426094"/>
                <a:gd name="connsiteX17" fmla="*/ 220025 w 439421"/>
                <a:gd name="connsiteY17" fmla="*/ 33964 h 426094"/>
                <a:gd name="connsiteX18" fmla="*/ 185035 w 439421"/>
                <a:gd name="connsiteY18" fmla="*/ 60831 h 426094"/>
                <a:gd name="connsiteX19" fmla="*/ 163301 w 439421"/>
                <a:gd name="connsiteY19" fmla="*/ 88205 h 426094"/>
                <a:gd name="connsiteX20" fmla="*/ 120850 w 439421"/>
                <a:gd name="connsiteY20" fmla="*/ 71694 h 426094"/>
                <a:gd name="connsiteX21" fmla="*/ 101362 w 439421"/>
                <a:gd name="connsiteY21" fmla="*/ 86540 h 426094"/>
                <a:gd name="connsiteX22" fmla="*/ 105854 w 439421"/>
                <a:gd name="connsiteY22" fmla="*/ 127673 h 426094"/>
                <a:gd name="connsiteX23" fmla="*/ 76369 w 439421"/>
                <a:gd name="connsiteY23" fmla="*/ 125935 h 426094"/>
                <a:gd name="connsiteX24" fmla="*/ 55940 w 439421"/>
                <a:gd name="connsiteY24" fmla="*/ 114565 h 426094"/>
                <a:gd name="connsiteX25" fmla="*/ 22978 w 439421"/>
                <a:gd name="connsiteY25" fmla="*/ 118549 h 426094"/>
                <a:gd name="connsiteX26" fmla="*/ 1970 w 439421"/>
                <a:gd name="connsiteY26" fmla="*/ 136798 h 426094"/>
                <a:gd name="connsiteX27" fmla="*/ 5954 w 439421"/>
                <a:gd name="connsiteY27" fmla="*/ 160768 h 426094"/>
                <a:gd name="connsiteX28" fmla="*/ 25224 w 439421"/>
                <a:gd name="connsiteY28" fmla="*/ 168010 h 426094"/>
                <a:gd name="connsiteX29" fmla="*/ 46522 w 439421"/>
                <a:gd name="connsiteY29" fmla="*/ 167431 h 426094"/>
                <a:gd name="connsiteX30" fmla="*/ 66951 w 439421"/>
                <a:gd name="connsiteY30" fmla="*/ 182638 h 426094"/>
                <a:gd name="connsiteX31" fmla="*/ 80353 w 439421"/>
                <a:gd name="connsiteY31" fmla="*/ 186187 h 426094"/>
                <a:gd name="connsiteX32" fmla="*/ 91365 w 439421"/>
                <a:gd name="connsiteY32" fmla="*/ 203350 h 426094"/>
                <a:gd name="connsiteX33" fmla="*/ 91365 w 439421"/>
                <a:gd name="connsiteY33" fmla="*/ 205305 h 426094"/>
                <a:gd name="connsiteX34" fmla="*/ 100565 w 439421"/>
                <a:gd name="connsiteY34" fmla="*/ 216603 h 426094"/>
                <a:gd name="connsiteX35" fmla="*/ 107448 w 439421"/>
                <a:gd name="connsiteY35" fmla="*/ 231666 h 426094"/>
                <a:gd name="connsiteX36" fmla="*/ 117590 w 439421"/>
                <a:gd name="connsiteY36" fmla="*/ 236445 h 426094"/>
                <a:gd name="connsiteX37" fmla="*/ 126645 w 439421"/>
                <a:gd name="connsiteY37" fmla="*/ 266716 h 426094"/>
                <a:gd name="connsiteX38" fmla="*/ 127297 w 439421"/>
                <a:gd name="connsiteY38" fmla="*/ 278665 h 426094"/>
                <a:gd name="connsiteX39" fmla="*/ 132803 w 439421"/>
                <a:gd name="connsiteY39" fmla="*/ 295973 h 426094"/>
                <a:gd name="connsiteX40" fmla="*/ 120632 w 439421"/>
                <a:gd name="connsiteY40" fmla="*/ 334862 h 426094"/>
                <a:gd name="connsiteX41" fmla="*/ 105637 w 439421"/>
                <a:gd name="connsiteY41" fmla="*/ 382658 h 426094"/>
                <a:gd name="connsiteX42" fmla="*/ 103608 w 439421"/>
                <a:gd name="connsiteY42" fmla="*/ 383164 h 426094"/>
                <a:gd name="connsiteX43" fmla="*/ 122806 w 439421"/>
                <a:gd name="connsiteY43" fmla="*/ 394027 h 426094"/>
                <a:gd name="connsiteX44" fmla="*/ 155695 w 439421"/>
                <a:gd name="connsiteY44" fmla="*/ 412132 h 426094"/>
                <a:gd name="connsiteX45" fmla="*/ 182354 w 439421"/>
                <a:gd name="connsiteY45" fmla="*/ 409307 h 426094"/>
                <a:gd name="connsiteX46" fmla="*/ 198219 w 439421"/>
                <a:gd name="connsiteY46" fmla="*/ 413508 h 426094"/>
                <a:gd name="connsiteX47" fmla="*/ 238281 w 439421"/>
                <a:gd name="connsiteY47" fmla="*/ 424588 h 426094"/>
                <a:gd name="connsiteX48" fmla="*/ 272981 w 439421"/>
                <a:gd name="connsiteY48" fmla="*/ 425746 h 426094"/>
                <a:gd name="connsiteX49" fmla="*/ 270953 w 439421"/>
                <a:gd name="connsiteY49" fmla="*/ 415825 h 426094"/>
                <a:gd name="connsiteX50" fmla="*/ 298916 w 439421"/>
                <a:gd name="connsiteY50" fmla="*/ 377516 h 426094"/>
                <a:gd name="connsiteX51" fmla="*/ 360783 w 439421"/>
                <a:gd name="connsiteY51" fmla="*/ 392941 h 426094"/>
                <a:gd name="connsiteX52" fmla="*/ 399758 w 439421"/>
                <a:gd name="connsiteY52" fmla="*/ 378457 h 426094"/>
                <a:gd name="connsiteX53" fmla="*/ 420911 w 439421"/>
                <a:gd name="connsiteY53" fmla="*/ 362743 h 426094"/>
                <a:gd name="connsiteX54" fmla="*/ 424751 w 439421"/>
                <a:gd name="connsiteY54" fmla="*/ 349635 h 426094"/>
                <a:gd name="connsiteX55" fmla="*/ 408958 w 439421"/>
                <a:gd name="connsiteY55" fmla="*/ 343624 h 426094"/>
                <a:gd name="connsiteX56" fmla="*/ 399518 w 439421"/>
                <a:gd name="connsiteY56" fmla="*/ 329727 h 426094"/>
                <a:gd name="connsiteX57" fmla="*/ 401714 w 439421"/>
                <a:gd name="connsiteY57" fmla="*/ 324795 h 426094"/>
                <a:gd name="connsiteX58" fmla="*/ 392006 w 439421"/>
                <a:gd name="connsiteY58" fmla="*/ 305098 h 426094"/>
                <a:gd name="connsiteX59" fmla="*/ 398743 w 439421"/>
                <a:gd name="connsiteY59" fmla="*/ 295683 h 426094"/>
                <a:gd name="connsiteX60" fmla="*/ 405481 w 439421"/>
                <a:gd name="connsiteY60" fmla="*/ 280258 h 426094"/>
                <a:gd name="connsiteX61" fmla="*/ 401714 w 439421"/>
                <a:gd name="connsiteY61" fmla="*/ 261357 h 426094"/>
                <a:gd name="connsiteX62" fmla="*/ 395701 w 439421"/>
                <a:gd name="connsiteY62" fmla="*/ 242528 h 426094"/>
                <a:gd name="connsiteX63" fmla="*/ 380777 w 439421"/>
                <a:gd name="connsiteY63" fmla="*/ 240790 h 426094"/>
                <a:gd name="connsiteX64" fmla="*/ 376214 w 439421"/>
                <a:gd name="connsiteY64" fmla="*/ 227972 h 426094"/>
                <a:gd name="connsiteX65" fmla="*/ 397729 w 439421"/>
                <a:gd name="connsiteY65" fmla="*/ 196760 h 4260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439421" h="426094">
                  <a:moveTo>
                    <a:pt x="397729" y="196760"/>
                  </a:moveTo>
                  <a:cubicBezTo>
                    <a:pt x="399548" y="188280"/>
                    <a:pt x="406401" y="181806"/>
                    <a:pt x="414971" y="180466"/>
                  </a:cubicBezTo>
                  <a:cubicBezTo>
                    <a:pt x="421708" y="180466"/>
                    <a:pt x="420187" y="162506"/>
                    <a:pt x="422215" y="151499"/>
                  </a:cubicBezTo>
                  <a:cubicBezTo>
                    <a:pt x="424244" y="140491"/>
                    <a:pt x="425910" y="129194"/>
                    <a:pt x="435690" y="119779"/>
                  </a:cubicBezTo>
                  <a:cubicBezTo>
                    <a:pt x="445470" y="110365"/>
                    <a:pt x="433444" y="106093"/>
                    <a:pt x="428953" y="106962"/>
                  </a:cubicBezTo>
                  <a:cubicBezTo>
                    <a:pt x="424461" y="107831"/>
                    <a:pt x="420694" y="100082"/>
                    <a:pt x="410914" y="100082"/>
                  </a:cubicBezTo>
                  <a:cubicBezTo>
                    <a:pt x="402076" y="100111"/>
                    <a:pt x="393854" y="95563"/>
                    <a:pt x="389181" y="88060"/>
                  </a:cubicBezTo>
                  <a:cubicBezTo>
                    <a:pt x="384689" y="81253"/>
                    <a:pt x="361435" y="79515"/>
                    <a:pt x="353973" y="81253"/>
                  </a:cubicBezTo>
                  <a:cubicBezTo>
                    <a:pt x="346512" y="82991"/>
                    <a:pt x="344194" y="66769"/>
                    <a:pt x="336732" y="68363"/>
                  </a:cubicBezTo>
                  <a:cubicBezTo>
                    <a:pt x="329270" y="69956"/>
                    <a:pt x="326952" y="57210"/>
                    <a:pt x="326952" y="50403"/>
                  </a:cubicBezTo>
                  <a:cubicBezTo>
                    <a:pt x="326952" y="43596"/>
                    <a:pt x="318766" y="55545"/>
                    <a:pt x="312029" y="58948"/>
                  </a:cubicBezTo>
                  <a:cubicBezTo>
                    <a:pt x="305291" y="62352"/>
                    <a:pt x="303046" y="51272"/>
                    <a:pt x="302248" y="46130"/>
                  </a:cubicBezTo>
                  <a:cubicBezTo>
                    <a:pt x="301452" y="40988"/>
                    <a:pt x="287760" y="35847"/>
                    <a:pt x="281312" y="31647"/>
                  </a:cubicBezTo>
                  <a:cubicBezTo>
                    <a:pt x="274865" y="27446"/>
                    <a:pt x="266824" y="13614"/>
                    <a:pt x="264071" y="19625"/>
                  </a:cubicBezTo>
                  <a:cubicBezTo>
                    <a:pt x="261318" y="25636"/>
                    <a:pt x="252842" y="11080"/>
                    <a:pt x="252045" y="5142"/>
                  </a:cubicBezTo>
                  <a:cubicBezTo>
                    <a:pt x="251610" y="1158"/>
                    <a:pt x="249220" y="2390"/>
                    <a:pt x="247699" y="0"/>
                  </a:cubicBezTo>
                  <a:cubicBezTo>
                    <a:pt x="245337" y="615"/>
                    <a:pt x="242895" y="905"/>
                    <a:pt x="240454" y="869"/>
                  </a:cubicBezTo>
                  <a:cubicBezTo>
                    <a:pt x="228501" y="290"/>
                    <a:pt x="217996" y="11152"/>
                    <a:pt x="220025" y="33964"/>
                  </a:cubicBezTo>
                  <a:cubicBezTo>
                    <a:pt x="222053" y="56776"/>
                    <a:pt x="205536" y="59093"/>
                    <a:pt x="185035" y="60831"/>
                  </a:cubicBezTo>
                  <a:cubicBezTo>
                    <a:pt x="164533" y="62569"/>
                    <a:pt x="171560" y="80818"/>
                    <a:pt x="163301" y="88205"/>
                  </a:cubicBezTo>
                  <a:cubicBezTo>
                    <a:pt x="155043" y="95592"/>
                    <a:pt x="124834" y="84222"/>
                    <a:pt x="120850" y="71694"/>
                  </a:cubicBezTo>
                  <a:cubicBezTo>
                    <a:pt x="116865" y="59166"/>
                    <a:pt x="89916" y="71694"/>
                    <a:pt x="101362" y="86540"/>
                  </a:cubicBezTo>
                  <a:cubicBezTo>
                    <a:pt x="112808" y="101385"/>
                    <a:pt x="112301" y="121952"/>
                    <a:pt x="105854" y="127673"/>
                  </a:cubicBezTo>
                  <a:cubicBezTo>
                    <a:pt x="99406" y="133394"/>
                    <a:pt x="85352" y="118549"/>
                    <a:pt x="76369" y="125935"/>
                  </a:cubicBezTo>
                  <a:cubicBezTo>
                    <a:pt x="67386" y="133322"/>
                    <a:pt x="66879" y="119055"/>
                    <a:pt x="55940" y="114565"/>
                  </a:cubicBezTo>
                  <a:cubicBezTo>
                    <a:pt x="45001" y="110075"/>
                    <a:pt x="40437" y="120214"/>
                    <a:pt x="22978" y="118549"/>
                  </a:cubicBezTo>
                  <a:cubicBezTo>
                    <a:pt x="5519" y="116883"/>
                    <a:pt x="-4478" y="128253"/>
                    <a:pt x="1970" y="136798"/>
                  </a:cubicBezTo>
                  <a:cubicBezTo>
                    <a:pt x="8417" y="145343"/>
                    <a:pt x="955" y="153382"/>
                    <a:pt x="5954" y="160768"/>
                  </a:cubicBezTo>
                  <a:cubicBezTo>
                    <a:pt x="8634" y="164679"/>
                    <a:pt x="16168" y="166200"/>
                    <a:pt x="25224" y="168010"/>
                  </a:cubicBezTo>
                  <a:cubicBezTo>
                    <a:pt x="32128" y="165838"/>
                    <a:pt x="39510" y="165635"/>
                    <a:pt x="46522" y="167431"/>
                  </a:cubicBezTo>
                  <a:cubicBezTo>
                    <a:pt x="54890" y="169973"/>
                    <a:pt x="62112" y="175353"/>
                    <a:pt x="66951" y="182638"/>
                  </a:cubicBezTo>
                  <a:cubicBezTo>
                    <a:pt x="72168" y="182638"/>
                    <a:pt x="75572" y="181987"/>
                    <a:pt x="80353" y="186187"/>
                  </a:cubicBezTo>
                  <a:cubicBezTo>
                    <a:pt x="88902" y="193429"/>
                    <a:pt x="90858" y="189084"/>
                    <a:pt x="91365" y="203350"/>
                  </a:cubicBezTo>
                  <a:cubicBezTo>
                    <a:pt x="91329" y="204002"/>
                    <a:pt x="91329" y="204654"/>
                    <a:pt x="91365" y="205305"/>
                  </a:cubicBezTo>
                  <a:cubicBezTo>
                    <a:pt x="95147" y="208434"/>
                    <a:pt x="98269" y="212272"/>
                    <a:pt x="100565" y="216603"/>
                  </a:cubicBezTo>
                  <a:cubicBezTo>
                    <a:pt x="103145" y="221491"/>
                    <a:pt x="105441" y="226517"/>
                    <a:pt x="107448" y="231666"/>
                  </a:cubicBezTo>
                  <a:cubicBezTo>
                    <a:pt x="110591" y="233715"/>
                    <a:pt x="114004" y="235323"/>
                    <a:pt x="117590" y="236445"/>
                  </a:cubicBezTo>
                  <a:cubicBezTo>
                    <a:pt x="134107" y="241587"/>
                    <a:pt x="121646" y="254188"/>
                    <a:pt x="126645" y="266716"/>
                  </a:cubicBezTo>
                  <a:cubicBezTo>
                    <a:pt x="127891" y="270576"/>
                    <a:pt x="128116" y="274689"/>
                    <a:pt x="127297" y="278665"/>
                  </a:cubicBezTo>
                  <a:cubicBezTo>
                    <a:pt x="129710" y="284234"/>
                    <a:pt x="131557" y="290035"/>
                    <a:pt x="132803" y="295973"/>
                  </a:cubicBezTo>
                  <a:cubicBezTo>
                    <a:pt x="136012" y="310181"/>
                    <a:pt x="131369" y="325020"/>
                    <a:pt x="120632" y="334862"/>
                  </a:cubicBezTo>
                  <a:cubicBezTo>
                    <a:pt x="117880" y="354921"/>
                    <a:pt x="111142" y="379543"/>
                    <a:pt x="105637" y="382658"/>
                  </a:cubicBezTo>
                  <a:cubicBezTo>
                    <a:pt x="104999" y="382954"/>
                    <a:pt x="104311" y="383128"/>
                    <a:pt x="103608" y="383164"/>
                  </a:cubicBezTo>
                  <a:cubicBezTo>
                    <a:pt x="110852" y="387365"/>
                    <a:pt x="118966" y="391130"/>
                    <a:pt x="122806" y="394027"/>
                  </a:cubicBezTo>
                  <a:cubicBezTo>
                    <a:pt x="130050" y="399603"/>
                    <a:pt x="145915" y="405180"/>
                    <a:pt x="155695" y="412132"/>
                  </a:cubicBezTo>
                  <a:cubicBezTo>
                    <a:pt x="165475" y="419084"/>
                    <a:pt x="182354" y="417708"/>
                    <a:pt x="182354" y="409307"/>
                  </a:cubicBezTo>
                  <a:cubicBezTo>
                    <a:pt x="182354" y="400907"/>
                    <a:pt x="192062" y="406555"/>
                    <a:pt x="198219" y="413508"/>
                  </a:cubicBezTo>
                  <a:cubicBezTo>
                    <a:pt x="204377" y="420460"/>
                    <a:pt x="227197" y="421836"/>
                    <a:pt x="238281" y="424588"/>
                  </a:cubicBezTo>
                  <a:cubicBezTo>
                    <a:pt x="249785" y="426072"/>
                    <a:pt x="261405" y="426463"/>
                    <a:pt x="272981" y="425746"/>
                  </a:cubicBezTo>
                  <a:cubicBezTo>
                    <a:pt x="272474" y="422408"/>
                    <a:pt x="271793" y="419098"/>
                    <a:pt x="270953" y="415825"/>
                  </a:cubicBezTo>
                  <a:cubicBezTo>
                    <a:pt x="264940" y="393520"/>
                    <a:pt x="282399" y="380413"/>
                    <a:pt x="298916" y="377516"/>
                  </a:cubicBezTo>
                  <a:cubicBezTo>
                    <a:pt x="315433" y="374619"/>
                    <a:pt x="351293" y="386133"/>
                    <a:pt x="360783" y="392941"/>
                  </a:cubicBezTo>
                  <a:cubicBezTo>
                    <a:pt x="370273" y="399748"/>
                    <a:pt x="383313" y="398082"/>
                    <a:pt x="399758" y="378457"/>
                  </a:cubicBezTo>
                  <a:cubicBezTo>
                    <a:pt x="405061" y="371208"/>
                    <a:pt x="412435" y="365726"/>
                    <a:pt x="420911" y="362743"/>
                  </a:cubicBezTo>
                  <a:cubicBezTo>
                    <a:pt x="421694" y="358245"/>
                    <a:pt x="422983" y="353842"/>
                    <a:pt x="424751" y="349635"/>
                  </a:cubicBezTo>
                  <a:cubicBezTo>
                    <a:pt x="426997" y="342755"/>
                    <a:pt x="416492" y="344493"/>
                    <a:pt x="408958" y="343624"/>
                  </a:cubicBezTo>
                  <a:cubicBezTo>
                    <a:pt x="402511" y="342393"/>
                    <a:pt x="398287" y="336172"/>
                    <a:pt x="399518" y="329727"/>
                  </a:cubicBezTo>
                  <a:cubicBezTo>
                    <a:pt x="399866" y="327938"/>
                    <a:pt x="400612" y="326251"/>
                    <a:pt x="401714" y="324795"/>
                  </a:cubicBezTo>
                  <a:cubicBezTo>
                    <a:pt x="406930" y="315381"/>
                    <a:pt x="397222" y="314512"/>
                    <a:pt x="392006" y="305098"/>
                  </a:cubicBezTo>
                  <a:cubicBezTo>
                    <a:pt x="386790" y="295683"/>
                    <a:pt x="394252" y="297856"/>
                    <a:pt x="398743" y="295683"/>
                  </a:cubicBezTo>
                  <a:cubicBezTo>
                    <a:pt x="403235" y="293511"/>
                    <a:pt x="409175" y="282793"/>
                    <a:pt x="405481" y="280258"/>
                  </a:cubicBezTo>
                  <a:cubicBezTo>
                    <a:pt x="401786" y="277723"/>
                    <a:pt x="398743" y="271640"/>
                    <a:pt x="401714" y="261357"/>
                  </a:cubicBezTo>
                  <a:cubicBezTo>
                    <a:pt x="404684" y="251074"/>
                    <a:pt x="395701" y="250205"/>
                    <a:pt x="395701" y="242528"/>
                  </a:cubicBezTo>
                  <a:cubicBezTo>
                    <a:pt x="395701" y="234852"/>
                    <a:pt x="387515" y="231376"/>
                    <a:pt x="380777" y="240790"/>
                  </a:cubicBezTo>
                  <a:cubicBezTo>
                    <a:pt x="374040" y="250205"/>
                    <a:pt x="371722" y="243397"/>
                    <a:pt x="376214" y="227972"/>
                  </a:cubicBezTo>
                  <a:cubicBezTo>
                    <a:pt x="380705" y="212547"/>
                    <a:pt x="396136" y="205305"/>
                    <a:pt x="397729" y="19676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9" name="Freeform 146">
              <a:extLst>
                <a:ext uri="{FF2B5EF4-FFF2-40B4-BE49-F238E27FC236}">
                  <a16:creationId xmlns:a16="http://schemas.microsoft.com/office/drawing/2014/main" id="{733D2E03-7E35-E81F-6930-951A880B46C6}"/>
                </a:ext>
              </a:extLst>
            </p:cNvPr>
            <p:cNvSpPr/>
            <p:nvPr/>
          </p:nvSpPr>
          <p:spPr>
            <a:xfrm>
              <a:off x="6020110" y="2648040"/>
              <a:ext cx="30577" cy="72010"/>
            </a:xfrm>
            <a:custGeom>
              <a:avLst/>
              <a:gdLst>
                <a:gd name="connsiteX0" fmla="*/ 26600 w 30577"/>
                <a:gd name="connsiteY0" fmla="*/ 21 h 72010"/>
                <a:gd name="connsiteX1" fmla="*/ 5664 w 30577"/>
                <a:gd name="connsiteY1" fmla="*/ 20588 h 72010"/>
                <a:gd name="connsiteX2" fmla="*/ 19646 w 30577"/>
                <a:gd name="connsiteY2" fmla="*/ 71932 h 72010"/>
                <a:gd name="connsiteX3" fmla="*/ 26600 w 30577"/>
                <a:gd name="connsiteY3" fmla="*/ 21 h 720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577" h="72010">
                  <a:moveTo>
                    <a:pt x="26600" y="21"/>
                  </a:moveTo>
                  <a:cubicBezTo>
                    <a:pt x="21095" y="-558"/>
                    <a:pt x="19356" y="10812"/>
                    <a:pt x="5664" y="20588"/>
                  </a:cubicBezTo>
                  <a:cubicBezTo>
                    <a:pt x="-8028" y="30365"/>
                    <a:pt x="5664" y="74105"/>
                    <a:pt x="19646" y="71932"/>
                  </a:cubicBezTo>
                  <a:cubicBezTo>
                    <a:pt x="33627" y="69760"/>
                    <a:pt x="32106" y="528"/>
                    <a:pt x="26600" y="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0" name="Freeform 147">
              <a:extLst>
                <a:ext uri="{FF2B5EF4-FFF2-40B4-BE49-F238E27FC236}">
                  <a16:creationId xmlns:a16="http://schemas.microsoft.com/office/drawing/2014/main" id="{79060B98-C9DF-6434-451B-D3414132B96A}"/>
                </a:ext>
              </a:extLst>
            </p:cNvPr>
            <p:cNvSpPr/>
            <p:nvPr/>
          </p:nvSpPr>
          <p:spPr>
            <a:xfrm>
              <a:off x="2658463" y="3871645"/>
              <a:ext cx="77849" cy="49316"/>
            </a:xfrm>
            <a:custGeom>
              <a:avLst/>
              <a:gdLst>
                <a:gd name="connsiteX0" fmla="*/ 76573 w 77849"/>
                <a:gd name="connsiteY0" fmla="*/ 18974 h 49316"/>
                <a:gd name="connsiteX1" fmla="*/ 39699 w 77849"/>
                <a:gd name="connsiteY1" fmla="*/ 8256 h 49316"/>
                <a:gd name="connsiteX2" fmla="*/ 25210 w 77849"/>
                <a:gd name="connsiteY2" fmla="*/ 0 h 49316"/>
                <a:gd name="connsiteX3" fmla="*/ 23979 w 77849"/>
                <a:gd name="connsiteY3" fmla="*/ 796 h 49316"/>
                <a:gd name="connsiteX4" fmla="*/ 0 w 77849"/>
                <a:gd name="connsiteY4" fmla="*/ 23681 h 49316"/>
                <a:gd name="connsiteX5" fmla="*/ 65561 w 77849"/>
                <a:gd name="connsiteY5" fmla="*/ 49317 h 49316"/>
                <a:gd name="connsiteX6" fmla="*/ 76500 w 77849"/>
                <a:gd name="connsiteY6" fmla="*/ 44175 h 49316"/>
                <a:gd name="connsiteX7" fmla="*/ 76573 w 77849"/>
                <a:gd name="connsiteY7" fmla="*/ 18974 h 49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849" h="49316">
                  <a:moveTo>
                    <a:pt x="76573" y="18974"/>
                  </a:moveTo>
                  <a:cubicBezTo>
                    <a:pt x="70777" y="9921"/>
                    <a:pt x="55637" y="20639"/>
                    <a:pt x="39699" y="8256"/>
                  </a:cubicBezTo>
                  <a:cubicBezTo>
                    <a:pt x="35244" y="4896"/>
                    <a:pt x="30376" y="2122"/>
                    <a:pt x="25210" y="0"/>
                  </a:cubicBezTo>
                  <a:cubicBezTo>
                    <a:pt x="24841" y="326"/>
                    <a:pt x="24428" y="594"/>
                    <a:pt x="23979" y="796"/>
                  </a:cubicBezTo>
                  <a:cubicBezTo>
                    <a:pt x="15097" y="7437"/>
                    <a:pt x="7049" y="15121"/>
                    <a:pt x="0" y="23681"/>
                  </a:cubicBezTo>
                  <a:cubicBezTo>
                    <a:pt x="11446" y="34037"/>
                    <a:pt x="53970" y="49317"/>
                    <a:pt x="65561" y="49317"/>
                  </a:cubicBezTo>
                  <a:cubicBezTo>
                    <a:pt x="69770" y="49216"/>
                    <a:pt x="73740" y="47347"/>
                    <a:pt x="76500" y="44175"/>
                  </a:cubicBezTo>
                  <a:cubicBezTo>
                    <a:pt x="78022" y="32154"/>
                    <a:pt x="78529" y="22015"/>
                    <a:pt x="76573" y="189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1" name="Freeform 148">
              <a:extLst>
                <a:ext uri="{FF2B5EF4-FFF2-40B4-BE49-F238E27FC236}">
                  <a16:creationId xmlns:a16="http://schemas.microsoft.com/office/drawing/2014/main" id="{14FD5702-3314-9AB8-842F-CDD68804FF1C}"/>
                </a:ext>
              </a:extLst>
            </p:cNvPr>
            <p:cNvSpPr/>
            <p:nvPr/>
          </p:nvSpPr>
          <p:spPr>
            <a:xfrm>
              <a:off x="2683528" y="3807193"/>
              <a:ext cx="204943" cy="123401"/>
            </a:xfrm>
            <a:custGeom>
              <a:avLst/>
              <a:gdLst>
                <a:gd name="connsiteX0" fmla="*/ 172850 w 204943"/>
                <a:gd name="connsiteY0" fmla="*/ 13687 h 123400"/>
                <a:gd name="connsiteX1" fmla="*/ 154595 w 204943"/>
                <a:gd name="connsiteY1" fmla="*/ 13687 h 123400"/>
                <a:gd name="connsiteX2" fmla="*/ 145105 w 204943"/>
                <a:gd name="connsiteY2" fmla="*/ 10139 h 123400"/>
                <a:gd name="connsiteX3" fmla="*/ 141120 w 204943"/>
                <a:gd name="connsiteY3" fmla="*/ 8690 h 123400"/>
                <a:gd name="connsiteX4" fmla="*/ 126269 w 204943"/>
                <a:gd name="connsiteY4" fmla="*/ 0 h 123400"/>
                <a:gd name="connsiteX5" fmla="*/ 97292 w 204943"/>
                <a:gd name="connsiteY5" fmla="*/ 8473 h 123400"/>
                <a:gd name="connsiteX6" fmla="*/ 34411 w 204943"/>
                <a:gd name="connsiteY6" fmla="*/ 12746 h 123400"/>
                <a:gd name="connsiteX7" fmla="*/ 33614 w 204943"/>
                <a:gd name="connsiteY7" fmla="*/ 13180 h 123400"/>
                <a:gd name="connsiteX8" fmla="*/ 15431 w 204943"/>
                <a:gd name="connsiteY8" fmla="*/ 34906 h 123400"/>
                <a:gd name="connsiteX9" fmla="*/ 0 w 204943"/>
                <a:gd name="connsiteY9" fmla="*/ 64742 h 123400"/>
                <a:gd name="connsiteX10" fmla="*/ 14489 w 204943"/>
                <a:gd name="connsiteY10" fmla="*/ 72998 h 123400"/>
                <a:gd name="connsiteX11" fmla="*/ 51363 w 204943"/>
                <a:gd name="connsiteY11" fmla="*/ 83715 h 123400"/>
                <a:gd name="connsiteX12" fmla="*/ 51363 w 204943"/>
                <a:gd name="connsiteY12" fmla="*/ 108917 h 123400"/>
                <a:gd name="connsiteX13" fmla="*/ 61432 w 204943"/>
                <a:gd name="connsiteY13" fmla="*/ 108917 h 123400"/>
                <a:gd name="connsiteX14" fmla="*/ 64475 w 204943"/>
                <a:gd name="connsiteY14" fmla="*/ 123401 h 123400"/>
                <a:gd name="connsiteX15" fmla="*/ 76935 w 204943"/>
                <a:gd name="connsiteY15" fmla="*/ 120069 h 123400"/>
                <a:gd name="connsiteX16" fmla="*/ 87077 w 204943"/>
                <a:gd name="connsiteY16" fmla="*/ 109279 h 123400"/>
                <a:gd name="connsiteX17" fmla="*/ 97944 w 204943"/>
                <a:gd name="connsiteY17" fmla="*/ 85309 h 123400"/>
                <a:gd name="connsiteX18" fmla="*/ 134818 w 204943"/>
                <a:gd name="connsiteY18" fmla="*/ 67132 h 123400"/>
                <a:gd name="connsiteX19" fmla="*/ 167345 w 204943"/>
                <a:gd name="connsiteY19" fmla="*/ 58876 h 123400"/>
                <a:gd name="connsiteX20" fmla="*/ 196902 w 204943"/>
                <a:gd name="connsiteY20" fmla="*/ 42220 h 123400"/>
                <a:gd name="connsiteX21" fmla="*/ 204943 w 204943"/>
                <a:gd name="connsiteY21" fmla="*/ 32878 h 123400"/>
                <a:gd name="connsiteX22" fmla="*/ 172850 w 204943"/>
                <a:gd name="connsiteY22" fmla="*/ 13687 h 12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04943" h="123400">
                  <a:moveTo>
                    <a:pt x="172850" y="13687"/>
                  </a:moveTo>
                  <a:cubicBezTo>
                    <a:pt x="166859" y="15172"/>
                    <a:pt x="160586" y="15172"/>
                    <a:pt x="154595" y="13687"/>
                  </a:cubicBezTo>
                  <a:cubicBezTo>
                    <a:pt x="151357" y="12717"/>
                    <a:pt x="148183" y="11536"/>
                    <a:pt x="145105" y="10139"/>
                  </a:cubicBezTo>
                  <a:cubicBezTo>
                    <a:pt x="143815" y="9552"/>
                    <a:pt x="142482" y="9067"/>
                    <a:pt x="141120" y="8690"/>
                  </a:cubicBezTo>
                  <a:cubicBezTo>
                    <a:pt x="135542" y="7025"/>
                    <a:pt x="130449" y="4048"/>
                    <a:pt x="126269" y="0"/>
                  </a:cubicBezTo>
                  <a:cubicBezTo>
                    <a:pt x="116294" y="1615"/>
                    <a:pt x="106565" y="4461"/>
                    <a:pt x="97292" y="8473"/>
                  </a:cubicBezTo>
                  <a:cubicBezTo>
                    <a:pt x="77804" y="17019"/>
                    <a:pt x="55347" y="-941"/>
                    <a:pt x="34411" y="12746"/>
                  </a:cubicBezTo>
                  <a:lnTo>
                    <a:pt x="33614" y="13180"/>
                  </a:lnTo>
                  <a:cubicBezTo>
                    <a:pt x="28333" y="21038"/>
                    <a:pt x="22240" y="28323"/>
                    <a:pt x="15431" y="34906"/>
                  </a:cubicBezTo>
                  <a:cubicBezTo>
                    <a:pt x="1304" y="48013"/>
                    <a:pt x="5216" y="60976"/>
                    <a:pt x="0" y="64742"/>
                  </a:cubicBezTo>
                  <a:cubicBezTo>
                    <a:pt x="5165" y="66864"/>
                    <a:pt x="10034" y="69638"/>
                    <a:pt x="14489" y="72998"/>
                  </a:cubicBezTo>
                  <a:cubicBezTo>
                    <a:pt x="30426" y="85381"/>
                    <a:pt x="45567" y="74663"/>
                    <a:pt x="51363" y="83715"/>
                  </a:cubicBezTo>
                  <a:cubicBezTo>
                    <a:pt x="53318" y="86757"/>
                    <a:pt x="52666" y="96896"/>
                    <a:pt x="51363" y="108917"/>
                  </a:cubicBezTo>
                  <a:cubicBezTo>
                    <a:pt x="54260" y="106238"/>
                    <a:pt x="56506" y="104282"/>
                    <a:pt x="61432" y="108917"/>
                  </a:cubicBezTo>
                  <a:cubicBezTo>
                    <a:pt x="64779" y="112943"/>
                    <a:pt x="65916" y="118368"/>
                    <a:pt x="64475" y="123401"/>
                  </a:cubicBezTo>
                  <a:lnTo>
                    <a:pt x="76935" y="120069"/>
                  </a:lnTo>
                  <a:cubicBezTo>
                    <a:pt x="80760" y="116919"/>
                    <a:pt x="84172" y="113298"/>
                    <a:pt x="87077" y="109279"/>
                  </a:cubicBezTo>
                  <a:cubicBezTo>
                    <a:pt x="88526" y="106020"/>
                    <a:pt x="78384" y="86974"/>
                    <a:pt x="97944" y="85309"/>
                  </a:cubicBezTo>
                  <a:cubicBezTo>
                    <a:pt x="117504" y="83643"/>
                    <a:pt x="131920" y="81181"/>
                    <a:pt x="134818" y="67132"/>
                  </a:cubicBezTo>
                  <a:cubicBezTo>
                    <a:pt x="137715" y="53083"/>
                    <a:pt x="160825" y="59890"/>
                    <a:pt x="167345" y="58876"/>
                  </a:cubicBezTo>
                  <a:cubicBezTo>
                    <a:pt x="171692" y="58297"/>
                    <a:pt x="183645" y="46493"/>
                    <a:pt x="196902" y="42220"/>
                  </a:cubicBezTo>
                  <a:cubicBezTo>
                    <a:pt x="199010" y="38657"/>
                    <a:pt x="201734" y="35492"/>
                    <a:pt x="204943" y="32878"/>
                  </a:cubicBezTo>
                  <a:cubicBezTo>
                    <a:pt x="199800" y="24043"/>
                    <a:pt x="185021" y="24333"/>
                    <a:pt x="172850" y="136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2" name="Freeform 149">
              <a:extLst>
                <a:ext uri="{FF2B5EF4-FFF2-40B4-BE49-F238E27FC236}">
                  <a16:creationId xmlns:a16="http://schemas.microsoft.com/office/drawing/2014/main" id="{2B04227F-2EF3-6BE8-F739-6E3498E17203}"/>
                </a:ext>
              </a:extLst>
            </p:cNvPr>
            <p:cNvSpPr/>
            <p:nvPr/>
          </p:nvSpPr>
          <p:spPr>
            <a:xfrm>
              <a:off x="1744010" y="3116969"/>
              <a:ext cx="1026263" cy="731717"/>
            </a:xfrm>
            <a:custGeom>
              <a:avLst/>
              <a:gdLst>
                <a:gd name="connsiteX0" fmla="*/ 1026237 w 1026268"/>
                <a:gd name="connsiteY0" fmla="*/ 477670 h 731713"/>
                <a:gd name="connsiteX1" fmla="*/ 997259 w 1026268"/>
                <a:gd name="connsiteY1" fmla="*/ 469053 h 731713"/>
                <a:gd name="connsiteX2" fmla="*/ 944303 w 1026268"/>
                <a:gd name="connsiteY2" fmla="*/ 471587 h 731713"/>
                <a:gd name="connsiteX3" fmla="*/ 937421 w 1026268"/>
                <a:gd name="connsiteY3" fmla="*/ 481581 h 731713"/>
                <a:gd name="connsiteX4" fmla="*/ 923874 w 1026268"/>
                <a:gd name="connsiteY4" fmla="*/ 490054 h 731713"/>
                <a:gd name="connsiteX5" fmla="*/ 902141 w 1026268"/>
                <a:gd name="connsiteY5" fmla="*/ 501786 h 731713"/>
                <a:gd name="connsiteX6" fmla="*/ 901272 w 1026268"/>
                <a:gd name="connsiteY6" fmla="*/ 506783 h 731713"/>
                <a:gd name="connsiteX7" fmla="*/ 908951 w 1026268"/>
                <a:gd name="connsiteY7" fmla="*/ 521266 h 731713"/>
                <a:gd name="connsiteX8" fmla="*/ 905256 w 1026268"/>
                <a:gd name="connsiteY8" fmla="*/ 550234 h 731713"/>
                <a:gd name="connsiteX9" fmla="*/ 889463 w 1026268"/>
                <a:gd name="connsiteY9" fmla="*/ 566455 h 731713"/>
                <a:gd name="connsiteX10" fmla="*/ 882219 w 1026268"/>
                <a:gd name="connsiteY10" fmla="*/ 569497 h 731713"/>
                <a:gd name="connsiteX11" fmla="*/ 868237 w 1026268"/>
                <a:gd name="connsiteY11" fmla="*/ 586370 h 731713"/>
                <a:gd name="connsiteX12" fmla="*/ 846939 w 1026268"/>
                <a:gd name="connsiteY12" fmla="*/ 584849 h 731713"/>
                <a:gd name="connsiteX13" fmla="*/ 840129 w 1026268"/>
                <a:gd name="connsiteY13" fmla="*/ 589919 h 731713"/>
                <a:gd name="connsiteX14" fmla="*/ 816585 w 1026268"/>
                <a:gd name="connsiteY14" fmla="*/ 596291 h 731713"/>
                <a:gd name="connsiteX15" fmla="*/ 798764 w 1026268"/>
                <a:gd name="connsiteY15" fmla="*/ 591295 h 731713"/>
                <a:gd name="connsiteX16" fmla="*/ 763339 w 1026268"/>
                <a:gd name="connsiteY16" fmla="*/ 601795 h 731713"/>
                <a:gd name="connsiteX17" fmla="*/ 725161 w 1026268"/>
                <a:gd name="connsiteY17" fmla="*/ 581228 h 731713"/>
                <a:gd name="connsiteX18" fmla="*/ 705674 w 1026268"/>
                <a:gd name="connsiteY18" fmla="*/ 541833 h 731713"/>
                <a:gd name="connsiteX19" fmla="*/ 705239 w 1026268"/>
                <a:gd name="connsiteY19" fmla="*/ 539008 h 731713"/>
                <a:gd name="connsiteX20" fmla="*/ 682926 w 1026268"/>
                <a:gd name="connsiteY20" fmla="*/ 507145 h 731713"/>
                <a:gd name="connsiteX21" fmla="*/ 669742 w 1026268"/>
                <a:gd name="connsiteY21" fmla="*/ 491285 h 731713"/>
                <a:gd name="connsiteX22" fmla="*/ 656992 w 1026268"/>
                <a:gd name="connsiteY22" fmla="*/ 415825 h 731713"/>
                <a:gd name="connsiteX23" fmla="*/ 668220 w 1026268"/>
                <a:gd name="connsiteY23" fmla="*/ 307922 h 731713"/>
                <a:gd name="connsiteX24" fmla="*/ 671263 w 1026268"/>
                <a:gd name="connsiteY24" fmla="*/ 291773 h 731713"/>
                <a:gd name="connsiteX25" fmla="*/ 657209 w 1026268"/>
                <a:gd name="connsiteY25" fmla="*/ 285762 h 731713"/>
                <a:gd name="connsiteX26" fmla="*/ 609976 w 1026268"/>
                <a:gd name="connsiteY26" fmla="*/ 266571 h 731713"/>
                <a:gd name="connsiteX27" fmla="*/ 600413 w 1026268"/>
                <a:gd name="connsiteY27" fmla="*/ 242746 h 731713"/>
                <a:gd name="connsiteX28" fmla="*/ 592372 w 1026268"/>
                <a:gd name="connsiteY28" fmla="*/ 213779 h 731713"/>
                <a:gd name="connsiteX29" fmla="*/ 560352 w 1026268"/>
                <a:gd name="connsiteY29" fmla="*/ 161637 h 731713"/>
                <a:gd name="connsiteX30" fmla="*/ 500368 w 1026268"/>
                <a:gd name="connsiteY30" fmla="*/ 122314 h 731713"/>
                <a:gd name="connsiteX31" fmla="*/ 473927 w 1026268"/>
                <a:gd name="connsiteY31" fmla="*/ 157944 h 731713"/>
                <a:gd name="connsiteX32" fmla="*/ 434734 w 1026268"/>
                <a:gd name="connsiteY32" fmla="*/ 135133 h 731713"/>
                <a:gd name="connsiteX33" fmla="*/ 422781 w 1026268"/>
                <a:gd name="connsiteY33" fmla="*/ 110366 h 731713"/>
                <a:gd name="connsiteX34" fmla="*/ 401048 w 1026268"/>
                <a:gd name="connsiteY34" fmla="*/ 80167 h 731713"/>
                <a:gd name="connsiteX35" fmla="*/ 362653 w 1026268"/>
                <a:gd name="connsiteY35" fmla="*/ 40844 h 731713"/>
                <a:gd name="connsiteX36" fmla="*/ 309841 w 1026268"/>
                <a:gd name="connsiteY36" fmla="*/ 40844 h 731713"/>
                <a:gd name="connsiteX37" fmla="*/ 298613 w 1026268"/>
                <a:gd name="connsiteY37" fmla="*/ 57283 h 731713"/>
                <a:gd name="connsiteX38" fmla="*/ 202842 w 1026268"/>
                <a:gd name="connsiteY38" fmla="*/ 57645 h 731713"/>
                <a:gd name="connsiteX39" fmla="*/ 115910 w 1026268"/>
                <a:gd name="connsiteY39" fmla="*/ 22884 h 731713"/>
                <a:gd name="connsiteX40" fmla="*/ 78312 w 1026268"/>
                <a:gd name="connsiteY40" fmla="*/ 0 h 731713"/>
                <a:gd name="connsiteX41" fmla="*/ 0 w 1026268"/>
                <a:gd name="connsiteY41" fmla="*/ 11877 h 731713"/>
                <a:gd name="connsiteX42" fmla="*/ 17821 w 1026268"/>
                <a:gd name="connsiteY42" fmla="*/ 44030 h 731713"/>
                <a:gd name="connsiteX43" fmla="*/ 46002 w 1026268"/>
                <a:gd name="connsiteY43" fmla="*/ 116956 h 731713"/>
                <a:gd name="connsiteX44" fmla="*/ 62954 w 1026268"/>
                <a:gd name="connsiteY44" fmla="*/ 140274 h 731713"/>
                <a:gd name="connsiteX45" fmla="*/ 88236 w 1026268"/>
                <a:gd name="connsiteY45" fmla="*/ 158016 h 731713"/>
                <a:gd name="connsiteX46" fmla="*/ 104753 w 1026268"/>
                <a:gd name="connsiteY46" fmla="*/ 209361 h 731713"/>
                <a:gd name="connsiteX47" fmla="*/ 77804 w 1026268"/>
                <a:gd name="connsiteY47" fmla="*/ 211968 h 731713"/>
                <a:gd name="connsiteX48" fmla="*/ 78312 w 1026268"/>
                <a:gd name="connsiteY48" fmla="*/ 214793 h 731713"/>
                <a:gd name="connsiteX49" fmla="*/ 78312 w 1026268"/>
                <a:gd name="connsiteY49" fmla="*/ 214793 h 731713"/>
                <a:gd name="connsiteX50" fmla="*/ 126487 w 1026268"/>
                <a:gd name="connsiteY50" fmla="*/ 248250 h 731713"/>
                <a:gd name="connsiteX51" fmla="*/ 156261 w 1026268"/>
                <a:gd name="connsiteY51" fmla="*/ 273596 h 731713"/>
                <a:gd name="connsiteX52" fmla="*/ 169156 w 1026268"/>
                <a:gd name="connsiteY52" fmla="*/ 317047 h 731713"/>
                <a:gd name="connsiteX53" fmla="*/ 178936 w 1026268"/>
                <a:gd name="connsiteY53" fmla="*/ 327258 h 731713"/>
                <a:gd name="connsiteX54" fmla="*/ 194584 w 1026268"/>
                <a:gd name="connsiteY54" fmla="*/ 353401 h 731713"/>
                <a:gd name="connsiteX55" fmla="*/ 204943 w 1026268"/>
                <a:gd name="connsiteY55" fmla="*/ 361077 h 731713"/>
                <a:gd name="connsiteX56" fmla="*/ 241165 w 1026268"/>
                <a:gd name="connsiteY56" fmla="*/ 410756 h 731713"/>
                <a:gd name="connsiteX57" fmla="*/ 257610 w 1026268"/>
                <a:gd name="connsiteY57" fmla="*/ 398807 h 731713"/>
                <a:gd name="connsiteX58" fmla="*/ 250365 w 1026268"/>
                <a:gd name="connsiteY58" fmla="*/ 367957 h 731713"/>
                <a:gd name="connsiteX59" fmla="*/ 221895 w 1026268"/>
                <a:gd name="connsiteY59" fmla="*/ 354270 h 731713"/>
                <a:gd name="connsiteX60" fmla="*/ 213636 w 1026268"/>
                <a:gd name="connsiteY60" fmla="*/ 320016 h 731713"/>
                <a:gd name="connsiteX61" fmla="*/ 191903 w 1026268"/>
                <a:gd name="connsiteY61" fmla="*/ 265123 h 731713"/>
                <a:gd name="connsiteX62" fmla="*/ 154450 w 1026268"/>
                <a:gd name="connsiteY62" fmla="*/ 207189 h 731713"/>
                <a:gd name="connsiteX63" fmla="*/ 127501 w 1026268"/>
                <a:gd name="connsiteY63" fmla="*/ 165186 h 731713"/>
                <a:gd name="connsiteX64" fmla="*/ 131268 w 1026268"/>
                <a:gd name="connsiteY64" fmla="*/ 144619 h 731713"/>
                <a:gd name="connsiteX65" fmla="*/ 105043 w 1026268"/>
                <a:gd name="connsiteY65" fmla="*/ 131729 h 731713"/>
                <a:gd name="connsiteX66" fmla="*/ 86280 w 1026268"/>
                <a:gd name="connsiteY66" fmla="*/ 101820 h 731713"/>
                <a:gd name="connsiteX67" fmla="*/ 75052 w 1026268"/>
                <a:gd name="connsiteY67" fmla="*/ 44392 h 731713"/>
                <a:gd name="connsiteX68" fmla="*/ 87077 w 1026268"/>
                <a:gd name="connsiteY68" fmla="*/ 40120 h 731713"/>
                <a:gd name="connsiteX69" fmla="*/ 99031 w 1026268"/>
                <a:gd name="connsiteY69" fmla="*/ 46927 h 731713"/>
                <a:gd name="connsiteX70" fmla="*/ 116214 w 1026268"/>
                <a:gd name="connsiteY70" fmla="*/ 53329 h 731713"/>
                <a:gd name="connsiteX71" fmla="*/ 116996 w 1026268"/>
                <a:gd name="connsiteY71" fmla="*/ 55545 h 731713"/>
                <a:gd name="connsiteX72" fmla="*/ 139454 w 1026268"/>
                <a:gd name="connsiteY72" fmla="*/ 60686 h 731713"/>
                <a:gd name="connsiteX73" fmla="*/ 145467 w 1026268"/>
                <a:gd name="connsiteY73" fmla="*/ 109496 h 731713"/>
                <a:gd name="connsiteX74" fmla="*/ 151480 w 1026268"/>
                <a:gd name="connsiteY74" fmla="*/ 152947 h 731713"/>
                <a:gd name="connsiteX75" fmla="*/ 167200 w 1026268"/>
                <a:gd name="connsiteY75" fmla="*/ 163231 h 731713"/>
                <a:gd name="connsiteX76" fmla="*/ 191179 w 1026268"/>
                <a:gd name="connsiteY76" fmla="*/ 185535 h 731713"/>
                <a:gd name="connsiteX77" fmla="*/ 219649 w 1026268"/>
                <a:gd name="connsiteY77" fmla="*/ 207840 h 731713"/>
                <a:gd name="connsiteX78" fmla="*/ 236094 w 1026268"/>
                <a:gd name="connsiteY78" fmla="*/ 233549 h 731713"/>
                <a:gd name="connsiteX79" fmla="*/ 259348 w 1026268"/>
                <a:gd name="connsiteY79" fmla="*/ 254116 h 731713"/>
                <a:gd name="connsiteX80" fmla="*/ 264564 w 1026268"/>
                <a:gd name="connsiteY80" fmla="*/ 277217 h 731713"/>
                <a:gd name="connsiteX81" fmla="*/ 285573 w 1026268"/>
                <a:gd name="connsiteY81" fmla="*/ 307198 h 731713"/>
                <a:gd name="connsiteX82" fmla="*/ 313246 w 1026268"/>
                <a:gd name="connsiteY82" fmla="*/ 336165 h 731713"/>
                <a:gd name="connsiteX83" fmla="*/ 385690 w 1026268"/>
                <a:gd name="connsiteY83" fmla="*/ 428716 h 731713"/>
                <a:gd name="connsiteX84" fmla="*/ 402207 w 1026268"/>
                <a:gd name="connsiteY84" fmla="*/ 470718 h 731713"/>
                <a:gd name="connsiteX85" fmla="*/ 402207 w 1026268"/>
                <a:gd name="connsiteY85" fmla="*/ 479626 h 731713"/>
                <a:gd name="connsiteX86" fmla="*/ 420825 w 1026268"/>
                <a:gd name="connsiteY86" fmla="*/ 521194 h 731713"/>
                <a:gd name="connsiteX87" fmla="*/ 417565 w 1026268"/>
                <a:gd name="connsiteY87" fmla="*/ 542919 h 731713"/>
                <a:gd name="connsiteX88" fmla="*/ 417928 w 1026268"/>
                <a:gd name="connsiteY88" fmla="*/ 544223 h 731713"/>
                <a:gd name="connsiteX89" fmla="*/ 460597 w 1026268"/>
                <a:gd name="connsiteY89" fmla="*/ 565948 h 731713"/>
                <a:gd name="connsiteX90" fmla="*/ 491168 w 1026268"/>
                <a:gd name="connsiteY90" fmla="*/ 600419 h 731713"/>
                <a:gd name="connsiteX91" fmla="*/ 529781 w 1026268"/>
                <a:gd name="connsiteY91" fmla="*/ 618306 h 731713"/>
                <a:gd name="connsiteX92" fmla="*/ 579622 w 1026268"/>
                <a:gd name="connsiteY92" fmla="*/ 645753 h 731713"/>
                <a:gd name="connsiteX93" fmla="*/ 637577 w 1026268"/>
                <a:gd name="connsiteY93" fmla="*/ 659440 h 731713"/>
                <a:gd name="connsiteX94" fmla="*/ 689157 w 1026268"/>
                <a:gd name="connsiteY94" fmla="*/ 701153 h 731713"/>
                <a:gd name="connsiteX95" fmla="*/ 730739 w 1026268"/>
                <a:gd name="connsiteY95" fmla="*/ 689059 h 731713"/>
                <a:gd name="connsiteX96" fmla="*/ 792172 w 1026268"/>
                <a:gd name="connsiteY96" fmla="*/ 699342 h 731713"/>
                <a:gd name="connsiteX97" fmla="*/ 828393 w 1026268"/>
                <a:gd name="connsiteY97" fmla="*/ 731713 h 731713"/>
                <a:gd name="connsiteX98" fmla="*/ 856067 w 1026268"/>
                <a:gd name="connsiteY98" fmla="*/ 689928 h 731713"/>
                <a:gd name="connsiteX99" fmla="*/ 900837 w 1026268"/>
                <a:gd name="connsiteY99" fmla="*/ 684135 h 731713"/>
                <a:gd name="connsiteX100" fmla="*/ 876278 w 1026268"/>
                <a:gd name="connsiteY100" fmla="*/ 646984 h 731713"/>
                <a:gd name="connsiteX101" fmla="*/ 887145 w 1026268"/>
                <a:gd name="connsiteY101" fmla="*/ 618017 h 731713"/>
                <a:gd name="connsiteX102" fmla="*/ 948577 w 1026268"/>
                <a:gd name="connsiteY102" fmla="*/ 618017 h 731713"/>
                <a:gd name="connsiteX103" fmla="*/ 970310 w 1026268"/>
                <a:gd name="connsiteY103" fmla="*/ 594046 h 731713"/>
                <a:gd name="connsiteX104" fmla="*/ 986031 w 1026268"/>
                <a:gd name="connsiteY104" fmla="*/ 605271 h 731713"/>
                <a:gd name="connsiteX105" fmla="*/ 992913 w 1026268"/>
                <a:gd name="connsiteY105" fmla="*/ 593539 h 731713"/>
                <a:gd name="connsiteX106" fmla="*/ 990595 w 1026268"/>
                <a:gd name="connsiteY106" fmla="*/ 590064 h 731713"/>
                <a:gd name="connsiteX107" fmla="*/ 986828 w 1026268"/>
                <a:gd name="connsiteY107" fmla="*/ 561096 h 731713"/>
                <a:gd name="connsiteX108" fmla="*/ 990088 w 1026268"/>
                <a:gd name="connsiteY108" fmla="*/ 547264 h 731713"/>
                <a:gd name="connsiteX109" fmla="*/ 985524 w 1026268"/>
                <a:gd name="connsiteY109" fmla="*/ 529812 h 731713"/>
                <a:gd name="connsiteX110" fmla="*/ 1011314 w 1026268"/>
                <a:gd name="connsiteY110" fmla="*/ 494109 h 731713"/>
                <a:gd name="connsiteX111" fmla="*/ 1026164 w 1026268"/>
                <a:gd name="connsiteY111" fmla="*/ 481364 h 731713"/>
                <a:gd name="connsiteX112" fmla="*/ 1026237 w 1026268"/>
                <a:gd name="connsiteY112" fmla="*/ 477670 h 731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</a:cxnLst>
              <a:rect l="l" t="t" r="r" b="b"/>
              <a:pathLst>
                <a:path w="1026268" h="731713">
                  <a:moveTo>
                    <a:pt x="1026237" y="477670"/>
                  </a:moveTo>
                  <a:cubicBezTo>
                    <a:pt x="1023267" y="459638"/>
                    <a:pt x="1009068" y="477670"/>
                    <a:pt x="997259" y="469053"/>
                  </a:cubicBezTo>
                  <a:cubicBezTo>
                    <a:pt x="985451" y="460435"/>
                    <a:pt x="974802" y="466446"/>
                    <a:pt x="944303" y="471587"/>
                  </a:cubicBezTo>
                  <a:cubicBezTo>
                    <a:pt x="942528" y="475252"/>
                    <a:pt x="940210" y="478619"/>
                    <a:pt x="937421" y="481581"/>
                  </a:cubicBezTo>
                  <a:cubicBezTo>
                    <a:pt x="933596" y="485376"/>
                    <a:pt x="928967" y="488272"/>
                    <a:pt x="923874" y="490054"/>
                  </a:cubicBezTo>
                  <a:cubicBezTo>
                    <a:pt x="918187" y="496340"/>
                    <a:pt x="910515" y="500482"/>
                    <a:pt x="902141" y="501786"/>
                  </a:cubicBezTo>
                  <a:cubicBezTo>
                    <a:pt x="901743" y="503430"/>
                    <a:pt x="901453" y="505103"/>
                    <a:pt x="901272" y="506783"/>
                  </a:cubicBezTo>
                  <a:cubicBezTo>
                    <a:pt x="904792" y="511033"/>
                    <a:pt x="907408" y="515965"/>
                    <a:pt x="908951" y="521266"/>
                  </a:cubicBezTo>
                  <a:cubicBezTo>
                    <a:pt x="911464" y="531043"/>
                    <a:pt x="910139" y="541406"/>
                    <a:pt x="905256" y="550234"/>
                  </a:cubicBezTo>
                  <a:cubicBezTo>
                    <a:pt x="901474" y="556910"/>
                    <a:pt x="896034" y="562494"/>
                    <a:pt x="889463" y="566455"/>
                  </a:cubicBezTo>
                  <a:cubicBezTo>
                    <a:pt x="887152" y="567701"/>
                    <a:pt x="884726" y="568715"/>
                    <a:pt x="882219" y="569497"/>
                  </a:cubicBezTo>
                  <a:cubicBezTo>
                    <a:pt x="875482" y="575362"/>
                    <a:pt x="867730" y="578838"/>
                    <a:pt x="868237" y="586370"/>
                  </a:cubicBezTo>
                  <a:cubicBezTo>
                    <a:pt x="869469" y="597015"/>
                    <a:pt x="855197" y="589991"/>
                    <a:pt x="846939" y="584849"/>
                  </a:cubicBezTo>
                  <a:cubicBezTo>
                    <a:pt x="844997" y="586942"/>
                    <a:pt x="842694" y="588666"/>
                    <a:pt x="840129" y="589919"/>
                  </a:cubicBezTo>
                  <a:cubicBezTo>
                    <a:pt x="832928" y="593959"/>
                    <a:pt x="824836" y="596146"/>
                    <a:pt x="816585" y="596291"/>
                  </a:cubicBezTo>
                  <a:cubicBezTo>
                    <a:pt x="810304" y="596262"/>
                    <a:pt x="804146" y="594539"/>
                    <a:pt x="798764" y="591295"/>
                  </a:cubicBezTo>
                  <a:cubicBezTo>
                    <a:pt x="782681" y="596074"/>
                    <a:pt x="767396" y="600999"/>
                    <a:pt x="763339" y="601795"/>
                  </a:cubicBezTo>
                  <a:cubicBezTo>
                    <a:pt x="754356" y="603533"/>
                    <a:pt x="737911" y="580070"/>
                    <a:pt x="725161" y="581228"/>
                  </a:cubicBezTo>
                  <a:cubicBezTo>
                    <a:pt x="712411" y="582387"/>
                    <a:pt x="707195" y="559503"/>
                    <a:pt x="705674" y="541833"/>
                  </a:cubicBezTo>
                  <a:cubicBezTo>
                    <a:pt x="705674" y="540891"/>
                    <a:pt x="705674" y="539950"/>
                    <a:pt x="705239" y="539008"/>
                  </a:cubicBezTo>
                  <a:cubicBezTo>
                    <a:pt x="692148" y="533737"/>
                    <a:pt x="683397" y="521245"/>
                    <a:pt x="682926" y="507145"/>
                  </a:cubicBezTo>
                  <a:cubicBezTo>
                    <a:pt x="678065" y="502264"/>
                    <a:pt x="673654" y="496956"/>
                    <a:pt x="669742" y="491285"/>
                  </a:cubicBezTo>
                  <a:cubicBezTo>
                    <a:pt x="659237" y="474991"/>
                    <a:pt x="657716" y="438999"/>
                    <a:pt x="656992" y="415825"/>
                  </a:cubicBezTo>
                  <a:cubicBezTo>
                    <a:pt x="654297" y="379478"/>
                    <a:pt x="658100" y="342937"/>
                    <a:pt x="668220" y="307922"/>
                  </a:cubicBezTo>
                  <a:cubicBezTo>
                    <a:pt x="669923" y="302694"/>
                    <a:pt x="670944" y="297262"/>
                    <a:pt x="671263" y="291773"/>
                  </a:cubicBezTo>
                  <a:cubicBezTo>
                    <a:pt x="667300" y="288384"/>
                    <a:pt x="662396" y="286284"/>
                    <a:pt x="657209" y="285762"/>
                  </a:cubicBezTo>
                  <a:cubicBezTo>
                    <a:pt x="644386" y="286704"/>
                    <a:pt x="615626" y="266571"/>
                    <a:pt x="609976" y="266571"/>
                  </a:cubicBezTo>
                  <a:cubicBezTo>
                    <a:pt x="604325" y="266571"/>
                    <a:pt x="605194" y="251002"/>
                    <a:pt x="600413" y="242746"/>
                  </a:cubicBezTo>
                  <a:cubicBezTo>
                    <a:pt x="595632" y="234490"/>
                    <a:pt x="598747" y="218920"/>
                    <a:pt x="592372" y="213779"/>
                  </a:cubicBezTo>
                  <a:cubicBezTo>
                    <a:pt x="577217" y="199577"/>
                    <a:pt x="566162" y="181574"/>
                    <a:pt x="560352" y="161637"/>
                  </a:cubicBezTo>
                  <a:cubicBezTo>
                    <a:pt x="553977" y="136002"/>
                    <a:pt x="514785" y="123183"/>
                    <a:pt x="500368" y="122314"/>
                  </a:cubicBezTo>
                  <a:cubicBezTo>
                    <a:pt x="485952" y="121445"/>
                    <a:pt x="477983" y="156206"/>
                    <a:pt x="473927" y="157944"/>
                  </a:cubicBezTo>
                  <a:cubicBezTo>
                    <a:pt x="469869" y="159682"/>
                    <a:pt x="442776" y="139695"/>
                    <a:pt x="434734" y="135133"/>
                  </a:cubicBezTo>
                  <a:cubicBezTo>
                    <a:pt x="426556" y="129650"/>
                    <a:pt x="421984" y="120178"/>
                    <a:pt x="422781" y="110366"/>
                  </a:cubicBezTo>
                  <a:cubicBezTo>
                    <a:pt x="422781" y="99358"/>
                    <a:pt x="405902" y="81977"/>
                    <a:pt x="401048" y="80167"/>
                  </a:cubicBezTo>
                  <a:cubicBezTo>
                    <a:pt x="396194" y="78357"/>
                    <a:pt x="362653" y="40844"/>
                    <a:pt x="362653" y="40844"/>
                  </a:cubicBezTo>
                  <a:lnTo>
                    <a:pt x="309841" y="40844"/>
                  </a:lnTo>
                  <a:lnTo>
                    <a:pt x="298613" y="57283"/>
                  </a:lnTo>
                  <a:lnTo>
                    <a:pt x="202842" y="57645"/>
                  </a:lnTo>
                  <a:cubicBezTo>
                    <a:pt x="202842" y="57645"/>
                    <a:pt x="129239" y="26505"/>
                    <a:pt x="115910" y="22884"/>
                  </a:cubicBezTo>
                  <a:cubicBezTo>
                    <a:pt x="102580" y="19263"/>
                    <a:pt x="78312" y="0"/>
                    <a:pt x="78312" y="0"/>
                  </a:cubicBezTo>
                  <a:lnTo>
                    <a:pt x="0" y="11877"/>
                  </a:lnTo>
                  <a:cubicBezTo>
                    <a:pt x="4709" y="23232"/>
                    <a:pt x="10693" y="34015"/>
                    <a:pt x="17821" y="44030"/>
                  </a:cubicBezTo>
                  <a:cubicBezTo>
                    <a:pt x="31687" y="66364"/>
                    <a:pt x="41242" y="91102"/>
                    <a:pt x="46002" y="116956"/>
                  </a:cubicBezTo>
                  <a:cubicBezTo>
                    <a:pt x="52913" y="123734"/>
                    <a:pt x="58643" y="131613"/>
                    <a:pt x="62954" y="140274"/>
                  </a:cubicBezTo>
                  <a:cubicBezTo>
                    <a:pt x="70198" y="145995"/>
                    <a:pt x="79688" y="151716"/>
                    <a:pt x="88236" y="158016"/>
                  </a:cubicBezTo>
                  <a:cubicBezTo>
                    <a:pt x="106999" y="171704"/>
                    <a:pt x="106999" y="201467"/>
                    <a:pt x="104753" y="209361"/>
                  </a:cubicBezTo>
                  <a:cubicBezTo>
                    <a:pt x="102508" y="217254"/>
                    <a:pt x="79253" y="204219"/>
                    <a:pt x="77804" y="211968"/>
                  </a:cubicBezTo>
                  <a:cubicBezTo>
                    <a:pt x="77718" y="212938"/>
                    <a:pt x="77892" y="213916"/>
                    <a:pt x="78312" y="214793"/>
                  </a:cubicBezTo>
                  <a:lnTo>
                    <a:pt x="78312" y="214793"/>
                  </a:lnTo>
                  <a:cubicBezTo>
                    <a:pt x="97154" y="221281"/>
                    <a:pt x="113831" y="232861"/>
                    <a:pt x="126487" y="248250"/>
                  </a:cubicBezTo>
                  <a:cubicBezTo>
                    <a:pt x="134600" y="250277"/>
                    <a:pt x="141482" y="258678"/>
                    <a:pt x="156261" y="273596"/>
                  </a:cubicBezTo>
                  <a:cubicBezTo>
                    <a:pt x="171039" y="288514"/>
                    <a:pt x="173430" y="307343"/>
                    <a:pt x="169156" y="317047"/>
                  </a:cubicBezTo>
                  <a:cubicBezTo>
                    <a:pt x="172930" y="319915"/>
                    <a:pt x="176234" y="323362"/>
                    <a:pt x="178936" y="327258"/>
                  </a:cubicBezTo>
                  <a:cubicBezTo>
                    <a:pt x="184731" y="335615"/>
                    <a:pt x="189962" y="344349"/>
                    <a:pt x="194584" y="353401"/>
                  </a:cubicBezTo>
                  <a:lnTo>
                    <a:pt x="204943" y="361077"/>
                  </a:lnTo>
                  <a:cubicBezTo>
                    <a:pt x="222091" y="373265"/>
                    <a:pt x="234804" y="390704"/>
                    <a:pt x="241165" y="410756"/>
                  </a:cubicBezTo>
                  <a:cubicBezTo>
                    <a:pt x="243411" y="420243"/>
                    <a:pt x="253843" y="411698"/>
                    <a:pt x="257610" y="398807"/>
                  </a:cubicBezTo>
                  <a:cubicBezTo>
                    <a:pt x="261377" y="385917"/>
                    <a:pt x="250365" y="382513"/>
                    <a:pt x="250365" y="367957"/>
                  </a:cubicBezTo>
                  <a:cubicBezTo>
                    <a:pt x="250365" y="353401"/>
                    <a:pt x="230878" y="355935"/>
                    <a:pt x="221895" y="354270"/>
                  </a:cubicBezTo>
                  <a:cubicBezTo>
                    <a:pt x="212912" y="352604"/>
                    <a:pt x="222619" y="330300"/>
                    <a:pt x="213636" y="320016"/>
                  </a:cubicBezTo>
                  <a:cubicBezTo>
                    <a:pt x="204653" y="309733"/>
                    <a:pt x="196395" y="283807"/>
                    <a:pt x="191903" y="265123"/>
                  </a:cubicBezTo>
                  <a:cubicBezTo>
                    <a:pt x="187412" y="246439"/>
                    <a:pt x="164230" y="227466"/>
                    <a:pt x="154450" y="207189"/>
                  </a:cubicBezTo>
                  <a:cubicBezTo>
                    <a:pt x="144670" y="186911"/>
                    <a:pt x="134238" y="170328"/>
                    <a:pt x="127501" y="165186"/>
                  </a:cubicBezTo>
                  <a:cubicBezTo>
                    <a:pt x="120764" y="160044"/>
                    <a:pt x="137208" y="152296"/>
                    <a:pt x="131268" y="144619"/>
                  </a:cubicBezTo>
                  <a:cubicBezTo>
                    <a:pt x="125327" y="136943"/>
                    <a:pt x="116272" y="137377"/>
                    <a:pt x="105043" y="131729"/>
                  </a:cubicBezTo>
                  <a:cubicBezTo>
                    <a:pt x="93532" y="126218"/>
                    <a:pt x="86230" y="114573"/>
                    <a:pt x="86280" y="101820"/>
                  </a:cubicBezTo>
                  <a:cubicBezTo>
                    <a:pt x="84607" y="82332"/>
                    <a:pt x="80847" y="63076"/>
                    <a:pt x="75052" y="44392"/>
                  </a:cubicBezTo>
                  <a:cubicBezTo>
                    <a:pt x="71357" y="33240"/>
                    <a:pt x="83310" y="34978"/>
                    <a:pt x="87077" y="40120"/>
                  </a:cubicBezTo>
                  <a:cubicBezTo>
                    <a:pt x="90844" y="45261"/>
                    <a:pt x="93815" y="50403"/>
                    <a:pt x="99031" y="46927"/>
                  </a:cubicBezTo>
                  <a:cubicBezTo>
                    <a:pt x="105543" y="43951"/>
                    <a:pt x="113237" y="46811"/>
                    <a:pt x="116214" y="53329"/>
                  </a:cubicBezTo>
                  <a:cubicBezTo>
                    <a:pt x="116540" y="54039"/>
                    <a:pt x="116801" y="54784"/>
                    <a:pt x="116996" y="55545"/>
                  </a:cubicBezTo>
                  <a:cubicBezTo>
                    <a:pt x="120764" y="64959"/>
                    <a:pt x="133514" y="56342"/>
                    <a:pt x="139454" y="60686"/>
                  </a:cubicBezTo>
                  <a:cubicBezTo>
                    <a:pt x="145394" y="65032"/>
                    <a:pt x="125980" y="70101"/>
                    <a:pt x="145467" y="109496"/>
                  </a:cubicBezTo>
                  <a:cubicBezTo>
                    <a:pt x="164954" y="148892"/>
                    <a:pt x="151480" y="126660"/>
                    <a:pt x="151480" y="152947"/>
                  </a:cubicBezTo>
                  <a:cubicBezTo>
                    <a:pt x="151480" y="179235"/>
                    <a:pt x="163433" y="167431"/>
                    <a:pt x="167200" y="163231"/>
                  </a:cubicBezTo>
                  <a:cubicBezTo>
                    <a:pt x="170967" y="159030"/>
                    <a:pt x="181689" y="171849"/>
                    <a:pt x="191179" y="185535"/>
                  </a:cubicBezTo>
                  <a:cubicBezTo>
                    <a:pt x="200669" y="199222"/>
                    <a:pt x="219649" y="200019"/>
                    <a:pt x="219649" y="207840"/>
                  </a:cubicBezTo>
                  <a:cubicBezTo>
                    <a:pt x="219649" y="215662"/>
                    <a:pt x="223344" y="230942"/>
                    <a:pt x="236094" y="233549"/>
                  </a:cubicBezTo>
                  <a:cubicBezTo>
                    <a:pt x="248844" y="236156"/>
                    <a:pt x="251090" y="252378"/>
                    <a:pt x="259348" y="254116"/>
                  </a:cubicBezTo>
                  <a:cubicBezTo>
                    <a:pt x="267607" y="255854"/>
                    <a:pt x="269056" y="266065"/>
                    <a:pt x="264564" y="277217"/>
                  </a:cubicBezTo>
                  <a:cubicBezTo>
                    <a:pt x="260073" y="288369"/>
                    <a:pt x="264564" y="297783"/>
                    <a:pt x="285573" y="307198"/>
                  </a:cubicBezTo>
                  <a:cubicBezTo>
                    <a:pt x="306582" y="316612"/>
                    <a:pt x="296802" y="318350"/>
                    <a:pt x="313246" y="336165"/>
                  </a:cubicBezTo>
                  <a:cubicBezTo>
                    <a:pt x="339058" y="365675"/>
                    <a:pt x="363247" y="396569"/>
                    <a:pt x="385690" y="428716"/>
                  </a:cubicBezTo>
                  <a:cubicBezTo>
                    <a:pt x="393065" y="441910"/>
                    <a:pt x="398621" y="456039"/>
                    <a:pt x="402207" y="470718"/>
                  </a:cubicBezTo>
                  <a:cubicBezTo>
                    <a:pt x="403033" y="473630"/>
                    <a:pt x="403033" y="476714"/>
                    <a:pt x="402207" y="479626"/>
                  </a:cubicBezTo>
                  <a:cubicBezTo>
                    <a:pt x="417297" y="487497"/>
                    <a:pt x="425005" y="504697"/>
                    <a:pt x="420825" y="521194"/>
                  </a:cubicBezTo>
                  <a:cubicBezTo>
                    <a:pt x="419521" y="526987"/>
                    <a:pt x="420246" y="538139"/>
                    <a:pt x="417565" y="542919"/>
                  </a:cubicBezTo>
                  <a:cubicBezTo>
                    <a:pt x="417710" y="543346"/>
                    <a:pt x="417833" y="543781"/>
                    <a:pt x="417928" y="544223"/>
                  </a:cubicBezTo>
                  <a:cubicBezTo>
                    <a:pt x="431402" y="542485"/>
                    <a:pt x="451469" y="557185"/>
                    <a:pt x="460597" y="565948"/>
                  </a:cubicBezTo>
                  <a:cubicBezTo>
                    <a:pt x="471826" y="576593"/>
                    <a:pt x="479215" y="590426"/>
                    <a:pt x="491168" y="600419"/>
                  </a:cubicBezTo>
                  <a:cubicBezTo>
                    <a:pt x="503121" y="610413"/>
                    <a:pt x="515799" y="612585"/>
                    <a:pt x="529781" y="618306"/>
                  </a:cubicBezTo>
                  <a:cubicBezTo>
                    <a:pt x="547529" y="625548"/>
                    <a:pt x="561873" y="639163"/>
                    <a:pt x="579622" y="645753"/>
                  </a:cubicBezTo>
                  <a:cubicBezTo>
                    <a:pt x="597370" y="652343"/>
                    <a:pt x="619031" y="651184"/>
                    <a:pt x="637577" y="659440"/>
                  </a:cubicBezTo>
                  <a:cubicBezTo>
                    <a:pt x="657571" y="668348"/>
                    <a:pt x="672639" y="686380"/>
                    <a:pt x="689157" y="701153"/>
                  </a:cubicBezTo>
                  <a:cubicBezTo>
                    <a:pt x="703660" y="699806"/>
                    <a:pt x="717779" y="695700"/>
                    <a:pt x="730739" y="689059"/>
                  </a:cubicBezTo>
                  <a:cubicBezTo>
                    <a:pt x="756964" y="677038"/>
                    <a:pt x="777176" y="692462"/>
                    <a:pt x="792172" y="699342"/>
                  </a:cubicBezTo>
                  <a:cubicBezTo>
                    <a:pt x="799416" y="702674"/>
                    <a:pt x="813905" y="716868"/>
                    <a:pt x="828393" y="731713"/>
                  </a:cubicBezTo>
                  <a:cubicBezTo>
                    <a:pt x="836572" y="717121"/>
                    <a:pt x="845823" y="703151"/>
                    <a:pt x="856067" y="689928"/>
                  </a:cubicBezTo>
                  <a:cubicBezTo>
                    <a:pt x="859617" y="689132"/>
                    <a:pt x="897215" y="694925"/>
                    <a:pt x="900837" y="684135"/>
                  </a:cubicBezTo>
                  <a:cubicBezTo>
                    <a:pt x="904459" y="673344"/>
                    <a:pt x="872656" y="649446"/>
                    <a:pt x="876278" y="646984"/>
                  </a:cubicBezTo>
                  <a:cubicBezTo>
                    <a:pt x="879901" y="644522"/>
                    <a:pt x="881350" y="618017"/>
                    <a:pt x="887145" y="618017"/>
                  </a:cubicBezTo>
                  <a:cubicBezTo>
                    <a:pt x="892941" y="618017"/>
                    <a:pt x="945680" y="619682"/>
                    <a:pt x="948577" y="618017"/>
                  </a:cubicBezTo>
                  <a:cubicBezTo>
                    <a:pt x="951475" y="616351"/>
                    <a:pt x="961617" y="594843"/>
                    <a:pt x="970310" y="594046"/>
                  </a:cubicBezTo>
                  <a:cubicBezTo>
                    <a:pt x="974222" y="593684"/>
                    <a:pt x="980453" y="599188"/>
                    <a:pt x="986031" y="605271"/>
                  </a:cubicBezTo>
                  <a:cubicBezTo>
                    <a:pt x="989008" y="601802"/>
                    <a:pt x="991341" y="597834"/>
                    <a:pt x="992913" y="593539"/>
                  </a:cubicBezTo>
                  <a:cubicBezTo>
                    <a:pt x="992036" y="592453"/>
                    <a:pt x="991254" y="591295"/>
                    <a:pt x="990595" y="590064"/>
                  </a:cubicBezTo>
                  <a:cubicBezTo>
                    <a:pt x="985842" y="581192"/>
                    <a:pt x="984502" y="570887"/>
                    <a:pt x="986828" y="561096"/>
                  </a:cubicBezTo>
                  <a:cubicBezTo>
                    <a:pt x="987639" y="556425"/>
                    <a:pt x="988733" y="551805"/>
                    <a:pt x="990088" y="547264"/>
                  </a:cubicBezTo>
                  <a:cubicBezTo>
                    <a:pt x="987414" y="541811"/>
                    <a:pt x="985864" y="535873"/>
                    <a:pt x="985524" y="529812"/>
                  </a:cubicBezTo>
                  <a:cubicBezTo>
                    <a:pt x="985603" y="513626"/>
                    <a:pt x="995970" y="499280"/>
                    <a:pt x="1011314" y="494109"/>
                  </a:cubicBezTo>
                  <a:cubicBezTo>
                    <a:pt x="1014834" y="488432"/>
                    <a:pt x="1020021" y="483985"/>
                    <a:pt x="1026164" y="481364"/>
                  </a:cubicBezTo>
                  <a:cubicBezTo>
                    <a:pt x="1026273" y="480133"/>
                    <a:pt x="1026295" y="478901"/>
                    <a:pt x="1026237" y="4776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3" name="Freeform 150">
              <a:extLst>
                <a:ext uri="{FF2B5EF4-FFF2-40B4-BE49-F238E27FC236}">
                  <a16:creationId xmlns:a16="http://schemas.microsoft.com/office/drawing/2014/main" id="{AF95EDB6-B543-C542-2D76-053A6AEC8409}"/>
                </a:ext>
              </a:extLst>
            </p:cNvPr>
            <p:cNvSpPr/>
            <p:nvPr/>
          </p:nvSpPr>
          <p:spPr>
            <a:xfrm>
              <a:off x="2572908" y="3734919"/>
              <a:ext cx="144161" cy="160262"/>
            </a:xfrm>
            <a:custGeom>
              <a:avLst/>
              <a:gdLst>
                <a:gd name="connsiteX0" fmla="*/ 125979 w 144162"/>
                <a:gd name="connsiteY0" fmla="*/ 106889 h 160261"/>
                <a:gd name="connsiteX1" fmla="*/ 144163 w 144162"/>
                <a:gd name="connsiteY1" fmla="*/ 85164 h 160261"/>
                <a:gd name="connsiteX2" fmla="*/ 130616 w 144162"/>
                <a:gd name="connsiteY2" fmla="*/ 75967 h 160261"/>
                <a:gd name="connsiteX3" fmla="*/ 113664 w 144162"/>
                <a:gd name="connsiteY3" fmla="*/ 78574 h 160261"/>
                <a:gd name="connsiteX4" fmla="*/ 115403 w 144162"/>
                <a:gd name="connsiteY4" fmla="*/ 507 h 160261"/>
                <a:gd name="connsiteX5" fmla="*/ 58752 w 144162"/>
                <a:gd name="connsiteY5" fmla="*/ 0 h 160261"/>
                <a:gd name="connsiteX6" fmla="*/ 47885 w 144162"/>
                <a:gd name="connsiteY6" fmla="*/ 28967 h 160261"/>
                <a:gd name="connsiteX7" fmla="*/ 72444 w 144162"/>
                <a:gd name="connsiteY7" fmla="*/ 66118 h 160261"/>
                <a:gd name="connsiteX8" fmla="*/ 27673 w 144162"/>
                <a:gd name="connsiteY8" fmla="*/ 71911 h 160261"/>
                <a:gd name="connsiteX9" fmla="*/ 0 w 144162"/>
                <a:gd name="connsiteY9" fmla="*/ 113697 h 160261"/>
                <a:gd name="connsiteX10" fmla="*/ 37091 w 144162"/>
                <a:gd name="connsiteY10" fmla="*/ 149906 h 160261"/>
                <a:gd name="connsiteX11" fmla="*/ 84252 w 144162"/>
                <a:gd name="connsiteY11" fmla="*/ 159392 h 160261"/>
                <a:gd name="connsiteX12" fmla="*/ 85339 w 144162"/>
                <a:gd name="connsiteY12" fmla="*/ 160261 h 160261"/>
                <a:gd name="connsiteX13" fmla="*/ 109317 w 144162"/>
                <a:gd name="connsiteY13" fmla="*/ 137377 h 160261"/>
                <a:gd name="connsiteX14" fmla="*/ 125979 w 144162"/>
                <a:gd name="connsiteY14" fmla="*/ 106889 h 1602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44162" h="160261">
                  <a:moveTo>
                    <a:pt x="125979" y="106889"/>
                  </a:moveTo>
                  <a:cubicBezTo>
                    <a:pt x="132789" y="100306"/>
                    <a:pt x="138882" y="93021"/>
                    <a:pt x="144163" y="85164"/>
                  </a:cubicBezTo>
                  <a:cubicBezTo>
                    <a:pt x="132427" y="92406"/>
                    <a:pt x="128877" y="85164"/>
                    <a:pt x="130616" y="75967"/>
                  </a:cubicBezTo>
                  <a:lnTo>
                    <a:pt x="113664" y="78574"/>
                  </a:lnTo>
                  <a:lnTo>
                    <a:pt x="115403" y="507"/>
                  </a:lnTo>
                  <a:cubicBezTo>
                    <a:pt x="101783" y="1159"/>
                    <a:pt x="63606" y="0"/>
                    <a:pt x="58752" y="0"/>
                  </a:cubicBezTo>
                  <a:cubicBezTo>
                    <a:pt x="53898" y="0"/>
                    <a:pt x="51507" y="26433"/>
                    <a:pt x="47885" y="28967"/>
                  </a:cubicBezTo>
                  <a:cubicBezTo>
                    <a:pt x="44263" y="31502"/>
                    <a:pt x="76066" y="55400"/>
                    <a:pt x="72444" y="66118"/>
                  </a:cubicBezTo>
                  <a:cubicBezTo>
                    <a:pt x="68821" y="76836"/>
                    <a:pt x="31223" y="71115"/>
                    <a:pt x="27673" y="71911"/>
                  </a:cubicBezTo>
                  <a:cubicBezTo>
                    <a:pt x="17430" y="85135"/>
                    <a:pt x="8179" y="99104"/>
                    <a:pt x="0" y="113697"/>
                  </a:cubicBezTo>
                  <a:cubicBezTo>
                    <a:pt x="11721" y="126406"/>
                    <a:pt x="24102" y="138493"/>
                    <a:pt x="37091" y="149906"/>
                  </a:cubicBezTo>
                  <a:cubicBezTo>
                    <a:pt x="51580" y="160189"/>
                    <a:pt x="74544" y="149037"/>
                    <a:pt x="84252" y="159392"/>
                  </a:cubicBezTo>
                  <a:lnTo>
                    <a:pt x="85339" y="160261"/>
                  </a:lnTo>
                  <a:cubicBezTo>
                    <a:pt x="92387" y="151702"/>
                    <a:pt x="100436" y="144018"/>
                    <a:pt x="109317" y="137377"/>
                  </a:cubicBezTo>
                  <a:cubicBezTo>
                    <a:pt x="116562" y="134915"/>
                    <a:pt x="110766" y="121011"/>
                    <a:pt x="125979" y="1068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4" name="Freeform 151">
              <a:extLst>
                <a:ext uri="{FF2B5EF4-FFF2-40B4-BE49-F238E27FC236}">
                  <a16:creationId xmlns:a16="http://schemas.microsoft.com/office/drawing/2014/main" id="{E43FD338-CE1D-4135-3B32-A1FC5439D494}"/>
                </a:ext>
              </a:extLst>
            </p:cNvPr>
            <p:cNvSpPr/>
            <p:nvPr/>
          </p:nvSpPr>
          <p:spPr>
            <a:xfrm>
              <a:off x="2686498" y="3711149"/>
              <a:ext cx="43755" cy="102562"/>
            </a:xfrm>
            <a:custGeom>
              <a:avLst/>
              <a:gdLst>
                <a:gd name="connsiteX0" fmla="*/ 6520 w 43756"/>
                <a:gd name="connsiteY0" fmla="*/ 23988 h 102561"/>
                <a:gd name="connsiteX1" fmla="*/ 1739 w 43756"/>
                <a:gd name="connsiteY1" fmla="*/ 24494 h 102561"/>
                <a:gd name="connsiteX2" fmla="*/ 0 w 43756"/>
                <a:gd name="connsiteY2" fmla="*/ 102561 h 102561"/>
                <a:gd name="connsiteX3" fmla="*/ 16952 w 43756"/>
                <a:gd name="connsiteY3" fmla="*/ 99954 h 102561"/>
                <a:gd name="connsiteX4" fmla="*/ 27529 w 43756"/>
                <a:gd name="connsiteY4" fmla="*/ 80474 h 102561"/>
                <a:gd name="connsiteX5" fmla="*/ 36512 w 43756"/>
                <a:gd name="connsiteY5" fmla="*/ 16166 h 102561"/>
                <a:gd name="connsiteX6" fmla="*/ 43756 w 43756"/>
                <a:gd name="connsiteY6" fmla="*/ 11169 h 102561"/>
                <a:gd name="connsiteX7" fmla="*/ 28036 w 43756"/>
                <a:gd name="connsiteY7" fmla="*/ 17 h 102561"/>
                <a:gd name="connsiteX8" fmla="*/ 6520 w 43756"/>
                <a:gd name="connsiteY8" fmla="*/ 23988 h 102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3756" h="102561">
                  <a:moveTo>
                    <a:pt x="6520" y="23988"/>
                  </a:moveTo>
                  <a:cubicBezTo>
                    <a:pt x="4962" y="24400"/>
                    <a:pt x="3347" y="24567"/>
                    <a:pt x="1739" y="24494"/>
                  </a:cubicBezTo>
                  <a:lnTo>
                    <a:pt x="0" y="102561"/>
                  </a:lnTo>
                  <a:lnTo>
                    <a:pt x="16952" y="99954"/>
                  </a:lnTo>
                  <a:cubicBezTo>
                    <a:pt x="18314" y="92502"/>
                    <a:pt x="22023" y="85680"/>
                    <a:pt x="27529" y="80474"/>
                  </a:cubicBezTo>
                  <a:cubicBezTo>
                    <a:pt x="41003" y="68452"/>
                    <a:pt x="20791" y="20439"/>
                    <a:pt x="36512" y="16166"/>
                  </a:cubicBezTo>
                  <a:cubicBezTo>
                    <a:pt x="39337" y="15189"/>
                    <a:pt x="41843" y="13465"/>
                    <a:pt x="43756" y="11169"/>
                  </a:cubicBezTo>
                  <a:cubicBezTo>
                    <a:pt x="38178" y="5086"/>
                    <a:pt x="31948" y="-345"/>
                    <a:pt x="28036" y="17"/>
                  </a:cubicBezTo>
                  <a:cubicBezTo>
                    <a:pt x="19632" y="814"/>
                    <a:pt x="9490" y="22322"/>
                    <a:pt x="6520" y="23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5" name="Freeform 152">
              <a:extLst>
                <a:ext uri="{FF2B5EF4-FFF2-40B4-BE49-F238E27FC236}">
                  <a16:creationId xmlns:a16="http://schemas.microsoft.com/office/drawing/2014/main" id="{65951D87-1B78-6738-FB9F-8627810FF11D}"/>
                </a:ext>
              </a:extLst>
            </p:cNvPr>
            <p:cNvSpPr/>
            <p:nvPr/>
          </p:nvSpPr>
          <p:spPr>
            <a:xfrm>
              <a:off x="3185443" y="3643165"/>
              <a:ext cx="97263" cy="88855"/>
            </a:xfrm>
            <a:custGeom>
              <a:avLst/>
              <a:gdLst>
                <a:gd name="connsiteX0" fmla="*/ 43656 w 97264"/>
                <a:gd name="connsiteY0" fmla="*/ 2824 h 88855"/>
                <a:gd name="connsiteX1" fmla="*/ 66186 w 97264"/>
                <a:gd name="connsiteY1" fmla="*/ 55906 h 88855"/>
                <a:gd name="connsiteX2" fmla="*/ 262 w 97264"/>
                <a:gd name="connsiteY2" fmla="*/ 69593 h 88855"/>
                <a:gd name="connsiteX3" fmla="*/ 43728 w 97264"/>
                <a:gd name="connsiteY3" fmla="*/ 81614 h 88855"/>
                <a:gd name="connsiteX4" fmla="*/ 90600 w 97264"/>
                <a:gd name="connsiteY4" fmla="*/ 88856 h 88855"/>
                <a:gd name="connsiteX5" fmla="*/ 97264 w 97264"/>
                <a:gd name="connsiteY5" fmla="*/ 13758 h 88855"/>
                <a:gd name="connsiteX6" fmla="*/ 43656 w 97264"/>
                <a:gd name="connsiteY6" fmla="*/ 2824 h 888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7264" h="88855">
                  <a:moveTo>
                    <a:pt x="43656" y="2824"/>
                  </a:moveTo>
                  <a:cubicBezTo>
                    <a:pt x="28733" y="14772"/>
                    <a:pt x="66186" y="40481"/>
                    <a:pt x="66186" y="55906"/>
                  </a:cubicBezTo>
                  <a:cubicBezTo>
                    <a:pt x="66186" y="71331"/>
                    <a:pt x="6058" y="53009"/>
                    <a:pt x="262" y="69593"/>
                  </a:cubicBezTo>
                  <a:cubicBezTo>
                    <a:pt x="-2780" y="78211"/>
                    <a:pt x="21198" y="90160"/>
                    <a:pt x="43728" y="81614"/>
                  </a:cubicBezTo>
                  <a:cubicBezTo>
                    <a:pt x="64665" y="73648"/>
                    <a:pt x="79009" y="81614"/>
                    <a:pt x="90600" y="88856"/>
                  </a:cubicBezTo>
                  <a:cubicBezTo>
                    <a:pt x="92266" y="62931"/>
                    <a:pt x="94874" y="33673"/>
                    <a:pt x="97264" y="13758"/>
                  </a:cubicBezTo>
                  <a:cubicBezTo>
                    <a:pt x="78501" y="7965"/>
                    <a:pt x="54885" y="-5939"/>
                    <a:pt x="43656" y="28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6" name="Freeform 153">
              <a:extLst>
                <a:ext uri="{FF2B5EF4-FFF2-40B4-BE49-F238E27FC236}">
                  <a16:creationId xmlns:a16="http://schemas.microsoft.com/office/drawing/2014/main" id="{C51985CC-63F1-7E4E-384E-4F7FE18D8BB8}"/>
                </a:ext>
              </a:extLst>
            </p:cNvPr>
            <p:cNvSpPr/>
            <p:nvPr/>
          </p:nvSpPr>
          <p:spPr>
            <a:xfrm>
              <a:off x="3276259" y="3656707"/>
              <a:ext cx="114968" cy="78477"/>
            </a:xfrm>
            <a:custGeom>
              <a:avLst/>
              <a:gdLst>
                <a:gd name="connsiteX0" fmla="*/ 44553 w 114968"/>
                <a:gd name="connsiteY0" fmla="*/ 59455 h 78476"/>
                <a:gd name="connsiteX1" fmla="*/ 114968 w 114968"/>
                <a:gd name="connsiteY1" fmla="*/ 44102 h 78476"/>
                <a:gd name="connsiteX2" fmla="*/ 25065 w 114968"/>
                <a:gd name="connsiteY2" fmla="*/ 1231 h 78476"/>
                <a:gd name="connsiteX3" fmla="*/ 6665 w 114968"/>
                <a:gd name="connsiteY3" fmla="*/ 0 h 78476"/>
                <a:gd name="connsiteX4" fmla="*/ 0 w 114968"/>
                <a:gd name="connsiteY4" fmla="*/ 75098 h 78476"/>
                <a:gd name="connsiteX5" fmla="*/ 2608 w 114968"/>
                <a:gd name="connsiteY5" fmla="*/ 76619 h 78476"/>
                <a:gd name="connsiteX6" fmla="*/ 44553 w 114968"/>
                <a:gd name="connsiteY6" fmla="*/ 59455 h 784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4968" h="78476">
                  <a:moveTo>
                    <a:pt x="44553" y="59455"/>
                  </a:moveTo>
                  <a:cubicBezTo>
                    <a:pt x="71502" y="49172"/>
                    <a:pt x="114968" y="68073"/>
                    <a:pt x="114968" y="44102"/>
                  </a:cubicBezTo>
                  <a:cubicBezTo>
                    <a:pt x="114968" y="20132"/>
                    <a:pt x="43032" y="-5649"/>
                    <a:pt x="25065" y="1231"/>
                  </a:cubicBezTo>
                  <a:cubicBezTo>
                    <a:pt x="18951" y="2759"/>
                    <a:pt x="12518" y="2325"/>
                    <a:pt x="6665" y="0"/>
                  </a:cubicBezTo>
                  <a:cubicBezTo>
                    <a:pt x="4274" y="19915"/>
                    <a:pt x="1666" y="49172"/>
                    <a:pt x="0" y="75098"/>
                  </a:cubicBezTo>
                  <a:lnTo>
                    <a:pt x="2608" y="76619"/>
                  </a:lnTo>
                  <a:cubicBezTo>
                    <a:pt x="14561" y="83498"/>
                    <a:pt x="17531" y="69811"/>
                    <a:pt x="44553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7" name="Freeform 154">
              <a:extLst>
                <a:ext uri="{FF2B5EF4-FFF2-40B4-BE49-F238E27FC236}">
                  <a16:creationId xmlns:a16="http://schemas.microsoft.com/office/drawing/2014/main" id="{7D72EF35-E0A0-695C-D248-099A1AAA7DC3}"/>
                </a:ext>
              </a:extLst>
            </p:cNvPr>
            <p:cNvSpPr/>
            <p:nvPr/>
          </p:nvSpPr>
          <p:spPr>
            <a:xfrm>
              <a:off x="2747314" y="3849196"/>
              <a:ext cx="132970" cy="167268"/>
            </a:xfrm>
            <a:custGeom>
              <a:avLst/>
              <a:gdLst>
                <a:gd name="connsiteX0" fmla="*/ 125437 w 132971"/>
                <a:gd name="connsiteY0" fmla="*/ 126587 h 167267"/>
                <a:gd name="connsiteX1" fmla="*/ 123916 w 132971"/>
                <a:gd name="connsiteY1" fmla="*/ 113045 h 167267"/>
                <a:gd name="connsiteX2" fmla="*/ 127755 w 132971"/>
                <a:gd name="connsiteY2" fmla="*/ 68580 h 167267"/>
                <a:gd name="connsiteX3" fmla="*/ 126234 w 132971"/>
                <a:gd name="connsiteY3" fmla="*/ 28533 h 167267"/>
                <a:gd name="connsiteX4" fmla="*/ 128914 w 132971"/>
                <a:gd name="connsiteY4" fmla="*/ 9269 h 167267"/>
                <a:gd name="connsiteX5" fmla="*/ 132971 w 132971"/>
                <a:gd name="connsiteY5" fmla="*/ 0 h 167267"/>
                <a:gd name="connsiteX6" fmla="*/ 103414 w 132971"/>
                <a:gd name="connsiteY6" fmla="*/ 16656 h 167267"/>
                <a:gd name="connsiteX7" fmla="*/ 70887 w 132971"/>
                <a:gd name="connsiteY7" fmla="*/ 24912 h 167267"/>
                <a:gd name="connsiteX8" fmla="*/ 34013 w 132971"/>
                <a:gd name="connsiteY8" fmla="*/ 43088 h 167267"/>
                <a:gd name="connsiteX9" fmla="*/ 23147 w 132971"/>
                <a:gd name="connsiteY9" fmla="*/ 67059 h 167267"/>
                <a:gd name="connsiteX10" fmla="*/ 13005 w 132971"/>
                <a:gd name="connsiteY10" fmla="*/ 77850 h 167267"/>
                <a:gd name="connsiteX11" fmla="*/ 544 w 132971"/>
                <a:gd name="connsiteY11" fmla="*/ 81180 h 167267"/>
                <a:gd name="connsiteX12" fmla="*/ 5760 w 132971"/>
                <a:gd name="connsiteY12" fmla="*/ 95664 h 167267"/>
                <a:gd name="connsiteX13" fmla="*/ 46908 w 132971"/>
                <a:gd name="connsiteY13" fmla="*/ 140998 h 167267"/>
                <a:gd name="connsiteX14" fmla="*/ 58499 w 132971"/>
                <a:gd name="connsiteY14" fmla="*/ 156713 h 167267"/>
                <a:gd name="connsiteX15" fmla="*/ 77117 w 132971"/>
                <a:gd name="connsiteY15" fmla="*/ 157944 h 167267"/>
                <a:gd name="connsiteX16" fmla="*/ 110514 w 132971"/>
                <a:gd name="connsiteY16" fmla="*/ 164317 h 167267"/>
                <a:gd name="connsiteX17" fmla="*/ 127248 w 132971"/>
                <a:gd name="connsiteY17" fmla="*/ 166417 h 167267"/>
                <a:gd name="connsiteX18" fmla="*/ 122539 w 132971"/>
                <a:gd name="connsiteY18" fmla="*/ 158161 h 167267"/>
                <a:gd name="connsiteX19" fmla="*/ 125437 w 132971"/>
                <a:gd name="connsiteY19" fmla="*/ 126587 h 167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2971" h="167267">
                  <a:moveTo>
                    <a:pt x="125437" y="126587"/>
                  </a:moveTo>
                  <a:cubicBezTo>
                    <a:pt x="124119" y="122198"/>
                    <a:pt x="123604" y="117614"/>
                    <a:pt x="123916" y="113045"/>
                  </a:cubicBezTo>
                  <a:cubicBezTo>
                    <a:pt x="124785" y="98561"/>
                    <a:pt x="126306" y="83425"/>
                    <a:pt x="127755" y="68580"/>
                  </a:cubicBezTo>
                  <a:cubicBezTo>
                    <a:pt x="119968" y="56508"/>
                    <a:pt x="119388" y="41155"/>
                    <a:pt x="126234" y="28533"/>
                  </a:cubicBezTo>
                  <a:cubicBezTo>
                    <a:pt x="126104" y="22008"/>
                    <a:pt x="127009" y="15512"/>
                    <a:pt x="128914" y="9269"/>
                  </a:cubicBezTo>
                  <a:cubicBezTo>
                    <a:pt x="129856" y="6018"/>
                    <a:pt x="131218" y="2896"/>
                    <a:pt x="132971" y="0"/>
                  </a:cubicBezTo>
                  <a:cubicBezTo>
                    <a:pt x="119714" y="4272"/>
                    <a:pt x="107761" y="16077"/>
                    <a:pt x="103414" y="16656"/>
                  </a:cubicBezTo>
                  <a:cubicBezTo>
                    <a:pt x="96894" y="17453"/>
                    <a:pt x="73785" y="10863"/>
                    <a:pt x="70887" y="24912"/>
                  </a:cubicBezTo>
                  <a:cubicBezTo>
                    <a:pt x="67989" y="38961"/>
                    <a:pt x="53501" y="41423"/>
                    <a:pt x="34013" y="43088"/>
                  </a:cubicBezTo>
                  <a:cubicBezTo>
                    <a:pt x="14526" y="44754"/>
                    <a:pt x="24596" y="63800"/>
                    <a:pt x="23147" y="67059"/>
                  </a:cubicBezTo>
                  <a:cubicBezTo>
                    <a:pt x="20242" y="71071"/>
                    <a:pt x="16830" y="74699"/>
                    <a:pt x="13005" y="77850"/>
                  </a:cubicBezTo>
                  <a:lnTo>
                    <a:pt x="544" y="81180"/>
                  </a:lnTo>
                  <a:cubicBezTo>
                    <a:pt x="-1086" y="86626"/>
                    <a:pt x="1030" y="92499"/>
                    <a:pt x="5760" y="95664"/>
                  </a:cubicBezTo>
                  <a:cubicBezTo>
                    <a:pt x="17713" y="103340"/>
                    <a:pt x="34158" y="133322"/>
                    <a:pt x="46908" y="140998"/>
                  </a:cubicBezTo>
                  <a:cubicBezTo>
                    <a:pt x="52595" y="144612"/>
                    <a:pt x="56731" y="150210"/>
                    <a:pt x="58499" y="156713"/>
                  </a:cubicBezTo>
                  <a:cubicBezTo>
                    <a:pt x="64708" y="155569"/>
                    <a:pt x="71112" y="155989"/>
                    <a:pt x="77117" y="157944"/>
                  </a:cubicBezTo>
                  <a:cubicBezTo>
                    <a:pt x="84362" y="162216"/>
                    <a:pt x="103052" y="157944"/>
                    <a:pt x="110514" y="164317"/>
                  </a:cubicBezTo>
                  <a:cubicBezTo>
                    <a:pt x="115563" y="167300"/>
                    <a:pt x="121619" y="168061"/>
                    <a:pt x="127248" y="166417"/>
                  </a:cubicBezTo>
                  <a:cubicBezTo>
                    <a:pt x="125075" y="162868"/>
                    <a:pt x="123409" y="159971"/>
                    <a:pt x="122539" y="158161"/>
                  </a:cubicBezTo>
                  <a:cubicBezTo>
                    <a:pt x="119135" y="150992"/>
                    <a:pt x="121887" y="138753"/>
                    <a:pt x="125437" y="1265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8" name="Freeform 155">
              <a:extLst>
                <a:ext uri="{FF2B5EF4-FFF2-40B4-BE49-F238E27FC236}">
                  <a16:creationId xmlns:a16="http://schemas.microsoft.com/office/drawing/2014/main" id="{0AA6F9C6-3564-DD44-3EB3-EAA216258AF8}"/>
                </a:ext>
              </a:extLst>
            </p:cNvPr>
            <p:cNvSpPr/>
            <p:nvPr/>
          </p:nvSpPr>
          <p:spPr>
            <a:xfrm>
              <a:off x="3207087" y="4235152"/>
              <a:ext cx="1324386" cy="1568259"/>
            </a:xfrm>
            <a:custGeom>
              <a:avLst/>
              <a:gdLst>
                <a:gd name="connsiteX0" fmla="*/ 1319841 w 1324392"/>
                <a:gd name="connsiteY0" fmla="*/ 444030 h 1568249"/>
                <a:gd name="connsiteX1" fmla="*/ 1287604 w 1324392"/>
                <a:gd name="connsiteY1" fmla="*/ 403041 h 1568249"/>
                <a:gd name="connsiteX2" fmla="*/ 1211755 w 1324392"/>
                <a:gd name="connsiteY2" fmla="*/ 353290 h 1568249"/>
                <a:gd name="connsiteX3" fmla="*/ 1112942 w 1324392"/>
                <a:gd name="connsiteY3" fmla="*/ 318167 h 1568249"/>
                <a:gd name="connsiteX4" fmla="*/ 1077227 w 1324392"/>
                <a:gd name="connsiteY4" fmla="*/ 313967 h 1568249"/>
                <a:gd name="connsiteX5" fmla="*/ 1026517 w 1324392"/>
                <a:gd name="connsiteY5" fmla="*/ 321209 h 1568249"/>
                <a:gd name="connsiteX6" fmla="*/ 1014491 w 1324392"/>
                <a:gd name="connsiteY6" fmla="*/ 315415 h 1568249"/>
                <a:gd name="connsiteX7" fmla="*/ 1001741 w 1324392"/>
                <a:gd name="connsiteY7" fmla="*/ 324685 h 1568249"/>
                <a:gd name="connsiteX8" fmla="*/ 1004349 w 1324392"/>
                <a:gd name="connsiteY8" fmla="*/ 304118 h 1568249"/>
                <a:gd name="connsiteX9" fmla="*/ 1004349 w 1324392"/>
                <a:gd name="connsiteY9" fmla="*/ 303683 h 1568249"/>
                <a:gd name="connsiteX10" fmla="*/ 999640 w 1324392"/>
                <a:gd name="connsiteY10" fmla="*/ 289200 h 1568249"/>
                <a:gd name="connsiteX11" fmla="*/ 995946 w 1324392"/>
                <a:gd name="connsiteY11" fmla="*/ 287389 h 1568249"/>
                <a:gd name="connsiteX12" fmla="*/ 972909 w 1324392"/>
                <a:gd name="connsiteY12" fmla="*/ 288765 h 1568249"/>
                <a:gd name="connsiteX13" fmla="*/ 883006 w 1324392"/>
                <a:gd name="connsiteY13" fmla="*/ 245314 h 1568249"/>
                <a:gd name="connsiteX14" fmla="*/ 880615 w 1324392"/>
                <a:gd name="connsiteY14" fmla="*/ 241983 h 1568249"/>
                <a:gd name="connsiteX15" fmla="*/ 879891 w 1324392"/>
                <a:gd name="connsiteY15" fmla="*/ 249877 h 1568249"/>
                <a:gd name="connsiteX16" fmla="*/ 855912 w 1324392"/>
                <a:gd name="connsiteY16" fmla="*/ 268705 h 1568249"/>
                <a:gd name="connsiteX17" fmla="*/ 838670 w 1324392"/>
                <a:gd name="connsiteY17" fmla="*/ 269574 h 1568249"/>
                <a:gd name="connsiteX18" fmla="*/ 866271 w 1324392"/>
                <a:gd name="connsiteY18" fmla="*/ 230034 h 1568249"/>
                <a:gd name="connsiteX19" fmla="*/ 837294 w 1324392"/>
                <a:gd name="connsiteY19" fmla="*/ 213668 h 1568249"/>
                <a:gd name="connsiteX20" fmla="*/ 825413 w 1324392"/>
                <a:gd name="connsiteY20" fmla="*/ 202226 h 1568249"/>
                <a:gd name="connsiteX21" fmla="*/ 799986 w 1324392"/>
                <a:gd name="connsiteY21" fmla="*/ 204470 h 1568249"/>
                <a:gd name="connsiteX22" fmla="*/ 778252 w 1324392"/>
                <a:gd name="connsiteY22" fmla="*/ 234452 h 1568249"/>
                <a:gd name="connsiteX23" fmla="*/ 787235 w 1324392"/>
                <a:gd name="connsiteY23" fmla="*/ 202732 h 1568249"/>
                <a:gd name="connsiteX24" fmla="*/ 818386 w 1324392"/>
                <a:gd name="connsiteY24" fmla="*/ 160947 h 1568249"/>
                <a:gd name="connsiteX25" fmla="*/ 789771 w 1324392"/>
                <a:gd name="connsiteY25" fmla="*/ 124738 h 1568249"/>
                <a:gd name="connsiteX26" fmla="*/ 754563 w 1324392"/>
                <a:gd name="connsiteY26" fmla="*/ 87298 h 1568249"/>
                <a:gd name="connsiteX27" fmla="*/ 758185 w 1324392"/>
                <a:gd name="connsiteY27" fmla="*/ 52537 h 1568249"/>
                <a:gd name="connsiteX28" fmla="*/ 758185 w 1324392"/>
                <a:gd name="connsiteY28" fmla="*/ 52537 h 1568249"/>
                <a:gd name="connsiteX29" fmla="*/ 729208 w 1324392"/>
                <a:gd name="connsiteY29" fmla="*/ 101130 h 1568249"/>
                <a:gd name="connsiteX30" fmla="*/ 693710 w 1324392"/>
                <a:gd name="connsiteY30" fmla="*/ 118510 h 1568249"/>
                <a:gd name="connsiteX31" fmla="*/ 660241 w 1324392"/>
                <a:gd name="connsiteY31" fmla="*/ 106923 h 1568249"/>
                <a:gd name="connsiteX32" fmla="*/ 622716 w 1324392"/>
                <a:gd name="connsiteY32" fmla="*/ 105764 h 1568249"/>
                <a:gd name="connsiteX33" fmla="*/ 608227 w 1324392"/>
                <a:gd name="connsiteY33" fmla="*/ 130097 h 1568249"/>
                <a:gd name="connsiteX34" fmla="*/ 567659 w 1324392"/>
                <a:gd name="connsiteY34" fmla="*/ 128938 h 1568249"/>
                <a:gd name="connsiteX35" fmla="*/ 550417 w 1324392"/>
                <a:gd name="connsiteY35" fmla="*/ 138208 h 1568249"/>
                <a:gd name="connsiteX36" fmla="*/ 528104 w 1324392"/>
                <a:gd name="connsiteY36" fmla="*/ 147477 h 1568249"/>
                <a:gd name="connsiteX37" fmla="*/ 491882 w 1324392"/>
                <a:gd name="connsiteY37" fmla="*/ 133573 h 1568249"/>
                <a:gd name="connsiteX38" fmla="*/ 484638 w 1324392"/>
                <a:gd name="connsiteY38" fmla="*/ 65138 h 1568249"/>
                <a:gd name="connsiteX39" fmla="*/ 481596 w 1324392"/>
                <a:gd name="connsiteY39" fmla="*/ 32695 h 1568249"/>
                <a:gd name="connsiteX40" fmla="*/ 467107 w 1324392"/>
                <a:gd name="connsiteY40" fmla="*/ 179 h 1568249"/>
                <a:gd name="connsiteX41" fmla="*/ 445808 w 1324392"/>
                <a:gd name="connsiteY41" fmla="*/ 21904 h 1568249"/>
                <a:gd name="connsiteX42" fmla="*/ 404226 w 1324392"/>
                <a:gd name="connsiteY42" fmla="*/ 40516 h 1568249"/>
                <a:gd name="connsiteX43" fmla="*/ 380899 w 1324392"/>
                <a:gd name="connsiteY43" fmla="*/ 55579 h 1568249"/>
                <a:gd name="connsiteX44" fmla="*/ 367714 w 1324392"/>
                <a:gd name="connsiteY44" fmla="*/ 54420 h 1568249"/>
                <a:gd name="connsiteX45" fmla="*/ 338302 w 1324392"/>
                <a:gd name="connsiteY45" fmla="*/ 42833 h 1568249"/>
                <a:gd name="connsiteX46" fmla="*/ 315989 w 1324392"/>
                <a:gd name="connsiteY46" fmla="*/ 47468 h 1568249"/>
                <a:gd name="connsiteX47" fmla="*/ 329174 w 1324392"/>
                <a:gd name="connsiteY47" fmla="*/ 76435 h 1568249"/>
                <a:gd name="connsiteX48" fmla="*/ 338302 w 1324392"/>
                <a:gd name="connsiteY48" fmla="*/ 100840 h 1568249"/>
                <a:gd name="connsiteX49" fmla="*/ 355544 w 1324392"/>
                <a:gd name="connsiteY49" fmla="*/ 105475 h 1568249"/>
                <a:gd name="connsiteX50" fmla="*/ 351487 w 1324392"/>
                <a:gd name="connsiteY50" fmla="*/ 121697 h 1568249"/>
                <a:gd name="connsiteX51" fmla="*/ 332217 w 1324392"/>
                <a:gd name="connsiteY51" fmla="*/ 142553 h 1568249"/>
                <a:gd name="connsiteX52" fmla="*/ 309904 w 1324392"/>
                <a:gd name="connsiteY52" fmla="*/ 155299 h 1568249"/>
                <a:gd name="connsiteX53" fmla="*/ 286577 w 1324392"/>
                <a:gd name="connsiteY53" fmla="*/ 169275 h 1568249"/>
                <a:gd name="connsiteX54" fmla="*/ 268321 w 1324392"/>
                <a:gd name="connsiteY54" fmla="*/ 172751 h 1568249"/>
                <a:gd name="connsiteX55" fmla="*/ 248037 w 1324392"/>
                <a:gd name="connsiteY55" fmla="*/ 163482 h 1568249"/>
                <a:gd name="connsiteX56" fmla="*/ 222247 w 1324392"/>
                <a:gd name="connsiteY56" fmla="*/ 124448 h 1568249"/>
                <a:gd name="connsiteX57" fmla="*/ 189213 w 1324392"/>
                <a:gd name="connsiteY57" fmla="*/ 135528 h 1568249"/>
                <a:gd name="connsiteX58" fmla="*/ 138502 w 1324392"/>
                <a:gd name="connsiteY58" fmla="*/ 139801 h 1568249"/>
                <a:gd name="connsiteX59" fmla="*/ 147268 w 1324392"/>
                <a:gd name="connsiteY59" fmla="*/ 161020 h 1568249"/>
                <a:gd name="connsiteX60" fmla="*/ 154005 w 1324392"/>
                <a:gd name="connsiteY60" fmla="*/ 176879 h 1568249"/>
                <a:gd name="connsiteX61" fmla="*/ 131041 w 1324392"/>
                <a:gd name="connsiteY61" fmla="*/ 197736 h 1568249"/>
                <a:gd name="connsiteX62" fmla="*/ 152774 w 1324392"/>
                <a:gd name="connsiteY62" fmla="*/ 260378 h 1568249"/>
                <a:gd name="connsiteX63" fmla="*/ 145892 w 1324392"/>
                <a:gd name="connsiteY63" fmla="*/ 313098 h 1568249"/>
                <a:gd name="connsiteX64" fmla="*/ 132924 w 1324392"/>
                <a:gd name="connsiteY64" fmla="*/ 365601 h 1568249"/>
                <a:gd name="connsiteX65" fmla="*/ 103947 w 1324392"/>
                <a:gd name="connsiteY65" fmla="*/ 367918 h 1568249"/>
                <a:gd name="connsiteX66" fmla="*/ 63016 w 1324392"/>
                <a:gd name="connsiteY66" fmla="*/ 385081 h 1568249"/>
                <a:gd name="connsiteX67" fmla="*/ 33024 w 1324392"/>
                <a:gd name="connsiteY67" fmla="*/ 407893 h 1568249"/>
                <a:gd name="connsiteX68" fmla="*/ 22085 w 1324392"/>
                <a:gd name="connsiteY68" fmla="*/ 444102 h 1568249"/>
                <a:gd name="connsiteX69" fmla="*/ 7090 w 1324392"/>
                <a:gd name="connsiteY69" fmla="*/ 464669 h 1568249"/>
                <a:gd name="connsiteX70" fmla="*/ 2091 w 1324392"/>
                <a:gd name="connsiteY70" fmla="*/ 489871 h 1568249"/>
                <a:gd name="connsiteX71" fmla="*/ 11074 w 1324392"/>
                <a:gd name="connsiteY71" fmla="*/ 522965 h 1568249"/>
                <a:gd name="connsiteX72" fmla="*/ 25056 w 1324392"/>
                <a:gd name="connsiteY72" fmla="*/ 556061 h 1568249"/>
                <a:gd name="connsiteX73" fmla="*/ 42007 w 1324392"/>
                <a:gd name="connsiteY73" fmla="*/ 570544 h 1568249"/>
                <a:gd name="connsiteX74" fmla="*/ 59973 w 1324392"/>
                <a:gd name="connsiteY74" fmla="*/ 592270 h 1568249"/>
                <a:gd name="connsiteX75" fmla="*/ 96195 w 1324392"/>
                <a:gd name="connsiteY75" fmla="*/ 586621 h 1568249"/>
                <a:gd name="connsiteX76" fmla="*/ 111119 w 1324392"/>
                <a:gd name="connsiteY76" fmla="*/ 583145 h 1568249"/>
                <a:gd name="connsiteX77" fmla="*/ 119160 w 1324392"/>
                <a:gd name="connsiteY77" fmla="*/ 633403 h 1568249"/>
                <a:gd name="connsiteX78" fmla="*/ 163061 w 1324392"/>
                <a:gd name="connsiteY78" fmla="*/ 634562 h 1568249"/>
                <a:gd name="connsiteX79" fmla="*/ 192038 w 1324392"/>
                <a:gd name="connsiteY79" fmla="*/ 626596 h 1568249"/>
                <a:gd name="connsiteX80" fmla="*/ 221016 w 1324392"/>
                <a:gd name="connsiteY80" fmla="*/ 609433 h 1568249"/>
                <a:gd name="connsiteX81" fmla="*/ 260932 w 1324392"/>
                <a:gd name="connsiteY81" fmla="*/ 588866 h 1568249"/>
                <a:gd name="connsiteX82" fmla="*/ 292880 w 1324392"/>
                <a:gd name="connsiteY82" fmla="*/ 591111 h 1568249"/>
                <a:gd name="connsiteX83" fmla="*/ 303891 w 1324392"/>
                <a:gd name="connsiteY83" fmla="*/ 666498 h 1568249"/>
                <a:gd name="connsiteX84" fmla="*/ 343808 w 1324392"/>
                <a:gd name="connsiteY84" fmla="*/ 693945 h 1568249"/>
                <a:gd name="connsiteX85" fmla="*/ 367787 w 1324392"/>
                <a:gd name="connsiteY85" fmla="*/ 699738 h 1568249"/>
                <a:gd name="connsiteX86" fmla="*/ 381768 w 1324392"/>
                <a:gd name="connsiteY86" fmla="*/ 713353 h 1568249"/>
                <a:gd name="connsiteX87" fmla="*/ 409731 w 1324392"/>
                <a:gd name="connsiteY87" fmla="*/ 728199 h 1568249"/>
                <a:gd name="connsiteX88" fmla="*/ 446678 w 1324392"/>
                <a:gd name="connsiteY88" fmla="*/ 737396 h 1568249"/>
                <a:gd name="connsiteX89" fmla="*/ 459717 w 1324392"/>
                <a:gd name="connsiteY89" fmla="*/ 763611 h 1568249"/>
                <a:gd name="connsiteX90" fmla="*/ 464716 w 1324392"/>
                <a:gd name="connsiteY90" fmla="*/ 793375 h 1568249"/>
                <a:gd name="connsiteX91" fmla="*/ 468700 w 1324392"/>
                <a:gd name="connsiteY91" fmla="*/ 825384 h 1568249"/>
                <a:gd name="connsiteX92" fmla="*/ 505647 w 1324392"/>
                <a:gd name="connsiteY92" fmla="*/ 844720 h 1568249"/>
                <a:gd name="connsiteX93" fmla="*/ 533610 w 1324392"/>
                <a:gd name="connsiteY93" fmla="*/ 864200 h 1568249"/>
                <a:gd name="connsiteX94" fmla="*/ 553532 w 1324392"/>
                <a:gd name="connsiteY94" fmla="*/ 901930 h 1568249"/>
                <a:gd name="connsiteX95" fmla="*/ 549548 w 1324392"/>
                <a:gd name="connsiteY95" fmla="*/ 952116 h 1568249"/>
                <a:gd name="connsiteX96" fmla="*/ 539261 w 1324392"/>
                <a:gd name="connsiteY96" fmla="*/ 978476 h 1568249"/>
                <a:gd name="connsiteX97" fmla="*/ 540709 w 1324392"/>
                <a:gd name="connsiteY97" fmla="*/ 999043 h 1568249"/>
                <a:gd name="connsiteX98" fmla="*/ 546795 w 1324392"/>
                <a:gd name="connsiteY98" fmla="*/ 1046621 h 1568249"/>
                <a:gd name="connsiteX99" fmla="*/ 564109 w 1324392"/>
                <a:gd name="connsiteY99" fmla="*/ 1077906 h 1568249"/>
                <a:gd name="connsiteX100" fmla="*/ 593449 w 1324392"/>
                <a:gd name="connsiteY100" fmla="*/ 1081382 h 1568249"/>
                <a:gd name="connsiteX101" fmla="*/ 616775 w 1324392"/>
                <a:gd name="connsiteY101" fmla="*/ 1113898 h 1568249"/>
                <a:gd name="connsiteX102" fmla="*/ 633003 w 1324392"/>
                <a:gd name="connsiteY102" fmla="*/ 1156769 h 1568249"/>
                <a:gd name="connsiteX103" fmla="*/ 661401 w 1324392"/>
                <a:gd name="connsiteY103" fmla="*/ 1149528 h 1568249"/>
                <a:gd name="connsiteX104" fmla="*/ 658213 w 1324392"/>
                <a:gd name="connsiteY104" fmla="*/ 1218687 h 1568249"/>
                <a:gd name="connsiteX105" fmla="*/ 680454 w 1324392"/>
                <a:gd name="connsiteY105" fmla="*/ 1220353 h 1568249"/>
                <a:gd name="connsiteX106" fmla="*/ 686539 w 1324392"/>
                <a:gd name="connsiteY106" fmla="*/ 1279373 h 1568249"/>
                <a:gd name="connsiteX107" fmla="*/ 645536 w 1324392"/>
                <a:gd name="connsiteY107" fmla="*/ 1305372 h 1568249"/>
                <a:gd name="connsiteX108" fmla="*/ 587074 w 1324392"/>
                <a:gd name="connsiteY108" fmla="*/ 1375689 h 1568249"/>
                <a:gd name="connsiteX109" fmla="*/ 557299 w 1324392"/>
                <a:gd name="connsiteY109" fmla="*/ 1416389 h 1568249"/>
                <a:gd name="connsiteX110" fmla="*/ 567369 w 1324392"/>
                <a:gd name="connsiteY110" fmla="*/ 1415664 h 1568249"/>
                <a:gd name="connsiteX111" fmla="*/ 596347 w 1324392"/>
                <a:gd name="connsiteY111" fmla="*/ 1427758 h 1568249"/>
                <a:gd name="connsiteX112" fmla="*/ 611560 w 1324392"/>
                <a:gd name="connsiteY112" fmla="*/ 1454698 h 1568249"/>
                <a:gd name="connsiteX113" fmla="*/ 630540 w 1324392"/>
                <a:gd name="connsiteY113" fmla="*/ 1448614 h 1568249"/>
                <a:gd name="connsiteX114" fmla="*/ 668428 w 1324392"/>
                <a:gd name="connsiteY114" fmla="*/ 1481637 h 1568249"/>
                <a:gd name="connsiteX115" fmla="*/ 691175 w 1324392"/>
                <a:gd name="connsiteY115" fmla="*/ 1511980 h 1568249"/>
                <a:gd name="connsiteX116" fmla="*/ 693928 w 1324392"/>
                <a:gd name="connsiteY116" fmla="*/ 1568249 h 1568249"/>
                <a:gd name="connsiteX117" fmla="*/ 697115 w 1324392"/>
                <a:gd name="connsiteY117" fmla="*/ 1567308 h 1568249"/>
                <a:gd name="connsiteX118" fmla="*/ 710517 w 1324392"/>
                <a:gd name="connsiteY118" fmla="*/ 1552824 h 1568249"/>
                <a:gd name="connsiteX119" fmla="*/ 735945 w 1324392"/>
                <a:gd name="connsiteY119" fmla="*/ 1504884 h 1568249"/>
                <a:gd name="connsiteX120" fmla="*/ 753984 w 1324392"/>
                <a:gd name="connsiteY120" fmla="*/ 1457739 h 1568249"/>
                <a:gd name="connsiteX121" fmla="*/ 771950 w 1324392"/>
                <a:gd name="connsiteY121" fmla="*/ 1416606 h 1568249"/>
                <a:gd name="connsiteX122" fmla="*/ 786439 w 1324392"/>
                <a:gd name="connsiteY122" fmla="*/ 1423848 h 1568249"/>
                <a:gd name="connsiteX123" fmla="*/ 789119 w 1324392"/>
                <a:gd name="connsiteY123" fmla="*/ 1420806 h 1568249"/>
                <a:gd name="connsiteX124" fmla="*/ 828094 w 1324392"/>
                <a:gd name="connsiteY124" fmla="*/ 1359178 h 1568249"/>
                <a:gd name="connsiteX125" fmla="*/ 850769 w 1324392"/>
                <a:gd name="connsiteY125" fmla="*/ 1324852 h 1568249"/>
                <a:gd name="connsiteX126" fmla="*/ 862649 w 1324392"/>
                <a:gd name="connsiteY126" fmla="*/ 1316451 h 1568249"/>
                <a:gd name="connsiteX127" fmla="*/ 861997 w 1324392"/>
                <a:gd name="connsiteY127" fmla="*/ 1292626 h 1568249"/>
                <a:gd name="connsiteX128" fmla="*/ 862794 w 1324392"/>
                <a:gd name="connsiteY128" fmla="*/ 1235198 h 1568249"/>
                <a:gd name="connsiteX129" fmla="*/ 873299 w 1324392"/>
                <a:gd name="connsiteY129" fmla="*/ 1206955 h 1568249"/>
                <a:gd name="connsiteX130" fmla="*/ 915968 w 1324392"/>
                <a:gd name="connsiteY130" fmla="*/ 1170094 h 1568249"/>
                <a:gd name="connsiteX131" fmla="*/ 957985 w 1324392"/>
                <a:gd name="connsiteY131" fmla="*/ 1148007 h 1568249"/>
                <a:gd name="connsiteX132" fmla="*/ 973778 w 1324392"/>
                <a:gd name="connsiteY132" fmla="*/ 1136927 h 1568249"/>
                <a:gd name="connsiteX133" fmla="*/ 987252 w 1324392"/>
                <a:gd name="connsiteY133" fmla="*/ 1131351 h 1568249"/>
                <a:gd name="connsiteX134" fmla="*/ 1005074 w 1324392"/>
                <a:gd name="connsiteY134" fmla="*/ 1112667 h 1568249"/>
                <a:gd name="connsiteX135" fmla="*/ 1032820 w 1324392"/>
                <a:gd name="connsiteY135" fmla="*/ 1110639 h 1568249"/>
                <a:gd name="connsiteX136" fmla="*/ 1081502 w 1324392"/>
                <a:gd name="connsiteY136" fmla="*/ 1094055 h 1568249"/>
                <a:gd name="connsiteX137" fmla="*/ 1093310 w 1324392"/>
                <a:gd name="connsiteY137" fmla="*/ 1091883 h 1568249"/>
                <a:gd name="connsiteX138" fmla="*/ 1109972 w 1324392"/>
                <a:gd name="connsiteY138" fmla="*/ 1079209 h 1568249"/>
                <a:gd name="connsiteX139" fmla="*/ 1124968 w 1324392"/>
                <a:gd name="connsiteY139" fmla="*/ 1058715 h 1568249"/>
                <a:gd name="connsiteX140" fmla="*/ 1138442 w 1324392"/>
                <a:gd name="connsiteY140" fmla="*/ 1023592 h 1568249"/>
                <a:gd name="connsiteX141" fmla="*/ 1139529 w 1324392"/>
                <a:gd name="connsiteY141" fmla="*/ 1022289 h 1568249"/>
                <a:gd name="connsiteX142" fmla="*/ 1167347 w 1324392"/>
                <a:gd name="connsiteY142" fmla="*/ 941543 h 1568249"/>
                <a:gd name="connsiteX143" fmla="*/ 1169883 w 1324392"/>
                <a:gd name="connsiteY143" fmla="*/ 919817 h 1568249"/>
                <a:gd name="connsiteX144" fmla="*/ 1187125 w 1324392"/>
                <a:gd name="connsiteY144" fmla="*/ 899250 h 1568249"/>
                <a:gd name="connsiteX145" fmla="*/ 1190819 w 1324392"/>
                <a:gd name="connsiteY145" fmla="*/ 851237 h 1568249"/>
                <a:gd name="connsiteX146" fmla="*/ 1190819 w 1324392"/>
                <a:gd name="connsiteY146" fmla="*/ 775850 h 1568249"/>
                <a:gd name="connsiteX147" fmla="*/ 1190819 w 1324392"/>
                <a:gd name="connsiteY147" fmla="*/ 770853 h 1568249"/>
                <a:gd name="connsiteX148" fmla="*/ 1183575 w 1324392"/>
                <a:gd name="connsiteY148" fmla="*/ 724360 h 1568249"/>
                <a:gd name="connsiteX149" fmla="*/ 1197122 w 1324392"/>
                <a:gd name="connsiteY149" fmla="*/ 704735 h 1568249"/>
                <a:gd name="connsiteX150" fmla="*/ 1195818 w 1324392"/>
                <a:gd name="connsiteY150" fmla="*/ 703866 h 1568249"/>
                <a:gd name="connsiteX151" fmla="*/ 1201758 w 1324392"/>
                <a:gd name="connsiteY151" fmla="*/ 692786 h 1568249"/>
                <a:gd name="connsiteX152" fmla="*/ 1204511 w 1324392"/>
                <a:gd name="connsiteY152" fmla="*/ 694452 h 1568249"/>
                <a:gd name="connsiteX153" fmla="*/ 1231460 w 1324392"/>
                <a:gd name="connsiteY153" fmla="*/ 654912 h 1568249"/>
                <a:gd name="connsiteX154" fmla="*/ 1250223 w 1324392"/>
                <a:gd name="connsiteY154" fmla="*/ 639197 h 1568249"/>
                <a:gd name="connsiteX155" fmla="*/ 1281953 w 1324392"/>
                <a:gd name="connsiteY155" fmla="*/ 612257 h 1568249"/>
                <a:gd name="connsiteX156" fmla="*/ 1292385 w 1324392"/>
                <a:gd name="connsiteY156" fmla="*/ 603350 h 1568249"/>
                <a:gd name="connsiteX157" fmla="*/ 1292385 w 1324392"/>
                <a:gd name="connsiteY157" fmla="*/ 583217 h 1568249"/>
                <a:gd name="connsiteX158" fmla="*/ 1295428 w 1324392"/>
                <a:gd name="connsiteY158" fmla="*/ 573007 h 1568249"/>
                <a:gd name="connsiteX159" fmla="*/ 1296080 w 1324392"/>
                <a:gd name="connsiteY159" fmla="*/ 568155 h 1568249"/>
                <a:gd name="connsiteX160" fmla="*/ 1310931 w 1324392"/>
                <a:gd name="connsiteY160" fmla="*/ 547153 h 1568249"/>
                <a:gd name="connsiteX161" fmla="*/ 1322377 w 1324392"/>
                <a:gd name="connsiteY161" fmla="*/ 512900 h 1568249"/>
                <a:gd name="connsiteX162" fmla="*/ 1323826 w 1324392"/>
                <a:gd name="connsiteY162" fmla="*/ 503195 h 1568249"/>
                <a:gd name="connsiteX163" fmla="*/ 1320566 w 1324392"/>
                <a:gd name="connsiteY163" fmla="*/ 442509 h 1568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</a:cxnLst>
              <a:rect l="l" t="t" r="r" b="b"/>
              <a:pathLst>
                <a:path w="1324392" h="1568249">
                  <a:moveTo>
                    <a:pt x="1319841" y="444030"/>
                  </a:moveTo>
                  <a:cubicBezTo>
                    <a:pt x="1304940" y="434217"/>
                    <a:pt x="1293631" y="419835"/>
                    <a:pt x="1287604" y="403041"/>
                  </a:cubicBezTo>
                  <a:cubicBezTo>
                    <a:pt x="1271739" y="402462"/>
                    <a:pt x="1245369" y="394786"/>
                    <a:pt x="1211755" y="353290"/>
                  </a:cubicBezTo>
                  <a:cubicBezTo>
                    <a:pt x="1174302" y="307015"/>
                    <a:pt x="1137645" y="310418"/>
                    <a:pt x="1112942" y="318167"/>
                  </a:cubicBezTo>
                  <a:cubicBezTo>
                    <a:pt x="1100916" y="321042"/>
                    <a:pt x="1088260" y="319558"/>
                    <a:pt x="1077227" y="313967"/>
                  </a:cubicBezTo>
                  <a:cubicBezTo>
                    <a:pt x="1061783" y="322520"/>
                    <a:pt x="1043737" y="325097"/>
                    <a:pt x="1026517" y="321209"/>
                  </a:cubicBezTo>
                  <a:cubicBezTo>
                    <a:pt x="1022098" y="320289"/>
                    <a:pt x="1017968" y="318297"/>
                    <a:pt x="1014491" y="315415"/>
                  </a:cubicBezTo>
                  <a:cubicBezTo>
                    <a:pt x="1010702" y="319094"/>
                    <a:pt x="1006414" y="322215"/>
                    <a:pt x="1001741" y="324685"/>
                  </a:cubicBezTo>
                  <a:cubicBezTo>
                    <a:pt x="993410" y="328306"/>
                    <a:pt x="999568" y="316864"/>
                    <a:pt x="1004349" y="304118"/>
                  </a:cubicBezTo>
                  <a:lnTo>
                    <a:pt x="1004349" y="303683"/>
                  </a:lnTo>
                  <a:cubicBezTo>
                    <a:pt x="1001625" y="299309"/>
                    <a:pt x="1000010" y="294342"/>
                    <a:pt x="999640" y="289200"/>
                  </a:cubicBezTo>
                  <a:cubicBezTo>
                    <a:pt x="998351" y="288714"/>
                    <a:pt x="997119" y="288106"/>
                    <a:pt x="995946" y="287389"/>
                  </a:cubicBezTo>
                  <a:cubicBezTo>
                    <a:pt x="988643" y="290431"/>
                    <a:pt x="980522" y="290916"/>
                    <a:pt x="972909" y="288765"/>
                  </a:cubicBezTo>
                  <a:cubicBezTo>
                    <a:pt x="942193" y="280872"/>
                    <a:pt x="904522" y="270806"/>
                    <a:pt x="883006" y="245314"/>
                  </a:cubicBezTo>
                  <a:cubicBezTo>
                    <a:pt x="882151" y="244250"/>
                    <a:pt x="881354" y="243134"/>
                    <a:pt x="880615" y="241983"/>
                  </a:cubicBezTo>
                  <a:cubicBezTo>
                    <a:pt x="880137" y="244590"/>
                    <a:pt x="879898" y="247226"/>
                    <a:pt x="879891" y="249877"/>
                  </a:cubicBezTo>
                  <a:cubicBezTo>
                    <a:pt x="879891" y="274716"/>
                    <a:pt x="866416" y="242200"/>
                    <a:pt x="855912" y="268705"/>
                  </a:cubicBezTo>
                  <a:cubicBezTo>
                    <a:pt x="845407" y="295211"/>
                    <a:pt x="825920" y="278120"/>
                    <a:pt x="838670" y="269574"/>
                  </a:cubicBezTo>
                  <a:cubicBezTo>
                    <a:pt x="851508" y="259342"/>
                    <a:pt x="861092" y="245604"/>
                    <a:pt x="866271" y="230034"/>
                  </a:cubicBezTo>
                  <a:cubicBezTo>
                    <a:pt x="856347" y="224965"/>
                    <a:pt x="846567" y="219606"/>
                    <a:pt x="837294" y="213668"/>
                  </a:cubicBezTo>
                  <a:cubicBezTo>
                    <a:pt x="832534" y="210778"/>
                    <a:pt x="828478" y="206875"/>
                    <a:pt x="825413" y="202226"/>
                  </a:cubicBezTo>
                  <a:cubicBezTo>
                    <a:pt x="816879" y="200886"/>
                    <a:pt x="808150" y="201661"/>
                    <a:pt x="799986" y="204470"/>
                  </a:cubicBezTo>
                  <a:cubicBezTo>
                    <a:pt x="781222" y="213016"/>
                    <a:pt x="793248" y="243866"/>
                    <a:pt x="778252" y="234452"/>
                  </a:cubicBezTo>
                  <a:cubicBezTo>
                    <a:pt x="763257" y="225037"/>
                    <a:pt x="775210" y="201936"/>
                    <a:pt x="787235" y="202732"/>
                  </a:cubicBezTo>
                  <a:cubicBezTo>
                    <a:pt x="798029" y="203529"/>
                    <a:pt x="810055" y="180573"/>
                    <a:pt x="818386" y="160947"/>
                  </a:cubicBezTo>
                  <a:cubicBezTo>
                    <a:pt x="803405" y="154401"/>
                    <a:pt x="792676" y="140822"/>
                    <a:pt x="789771" y="124738"/>
                  </a:cubicBezTo>
                  <a:cubicBezTo>
                    <a:pt x="770066" y="123340"/>
                    <a:pt x="754737" y="107046"/>
                    <a:pt x="754563" y="87298"/>
                  </a:cubicBezTo>
                  <a:cubicBezTo>
                    <a:pt x="754317" y="75602"/>
                    <a:pt x="755534" y="63929"/>
                    <a:pt x="758185" y="52537"/>
                  </a:cubicBezTo>
                  <a:lnTo>
                    <a:pt x="758185" y="52537"/>
                  </a:lnTo>
                  <a:cubicBezTo>
                    <a:pt x="745863" y="66992"/>
                    <a:pt x="736069" y="83416"/>
                    <a:pt x="729208" y="101130"/>
                  </a:cubicBezTo>
                  <a:cubicBezTo>
                    <a:pt x="721964" y="125462"/>
                    <a:pt x="712981" y="111558"/>
                    <a:pt x="693710" y="118510"/>
                  </a:cubicBezTo>
                  <a:cubicBezTo>
                    <a:pt x="674441" y="125462"/>
                    <a:pt x="665313" y="116193"/>
                    <a:pt x="660241" y="106923"/>
                  </a:cubicBezTo>
                  <a:cubicBezTo>
                    <a:pt x="655171" y="97654"/>
                    <a:pt x="635901" y="106923"/>
                    <a:pt x="622716" y="105764"/>
                  </a:cubicBezTo>
                  <a:cubicBezTo>
                    <a:pt x="609531" y="104606"/>
                    <a:pt x="617645" y="124304"/>
                    <a:pt x="608227" y="130097"/>
                  </a:cubicBezTo>
                  <a:cubicBezTo>
                    <a:pt x="598809" y="135891"/>
                    <a:pt x="575772" y="118510"/>
                    <a:pt x="567659" y="128938"/>
                  </a:cubicBezTo>
                  <a:cubicBezTo>
                    <a:pt x="559545" y="139367"/>
                    <a:pt x="554474" y="128938"/>
                    <a:pt x="550417" y="138208"/>
                  </a:cubicBezTo>
                  <a:cubicBezTo>
                    <a:pt x="546360" y="147477"/>
                    <a:pt x="532234" y="141684"/>
                    <a:pt x="528104" y="147477"/>
                  </a:cubicBezTo>
                  <a:cubicBezTo>
                    <a:pt x="523975" y="153271"/>
                    <a:pt x="509921" y="156819"/>
                    <a:pt x="491882" y="133573"/>
                  </a:cubicBezTo>
                  <a:cubicBezTo>
                    <a:pt x="473844" y="110327"/>
                    <a:pt x="476669" y="72090"/>
                    <a:pt x="484638" y="65138"/>
                  </a:cubicBezTo>
                  <a:cubicBezTo>
                    <a:pt x="492607" y="58186"/>
                    <a:pt x="492752" y="38488"/>
                    <a:pt x="481596" y="32695"/>
                  </a:cubicBezTo>
                  <a:cubicBezTo>
                    <a:pt x="470439" y="26901"/>
                    <a:pt x="481596" y="2496"/>
                    <a:pt x="467107" y="179"/>
                  </a:cubicBezTo>
                  <a:cubicBezTo>
                    <a:pt x="452618" y="-2138"/>
                    <a:pt x="454936" y="18790"/>
                    <a:pt x="445808" y="21904"/>
                  </a:cubicBezTo>
                  <a:cubicBezTo>
                    <a:pt x="436680" y="25018"/>
                    <a:pt x="414368" y="42833"/>
                    <a:pt x="404226" y="40516"/>
                  </a:cubicBezTo>
                  <a:cubicBezTo>
                    <a:pt x="394084" y="38198"/>
                    <a:pt x="380899" y="42833"/>
                    <a:pt x="380899" y="55579"/>
                  </a:cubicBezTo>
                  <a:cubicBezTo>
                    <a:pt x="380899" y="68324"/>
                    <a:pt x="369743" y="64848"/>
                    <a:pt x="367714" y="54420"/>
                  </a:cubicBezTo>
                  <a:cubicBezTo>
                    <a:pt x="365686" y="43992"/>
                    <a:pt x="344387" y="49785"/>
                    <a:pt x="338302" y="42833"/>
                  </a:cubicBezTo>
                  <a:cubicBezTo>
                    <a:pt x="332217" y="35881"/>
                    <a:pt x="303819" y="39357"/>
                    <a:pt x="315989" y="47468"/>
                  </a:cubicBezTo>
                  <a:cubicBezTo>
                    <a:pt x="328160" y="55579"/>
                    <a:pt x="329174" y="63690"/>
                    <a:pt x="329174" y="76435"/>
                  </a:cubicBezTo>
                  <a:cubicBezTo>
                    <a:pt x="329174" y="89181"/>
                    <a:pt x="338302" y="85777"/>
                    <a:pt x="338302" y="100840"/>
                  </a:cubicBezTo>
                  <a:cubicBezTo>
                    <a:pt x="338302" y="115903"/>
                    <a:pt x="348444" y="105475"/>
                    <a:pt x="355544" y="105475"/>
                  </a:cubicBezTo>
                  <a:cubicBezTo>
                    <a:pt x="362643" y="105475"/>
                    <a:pt x="362788" y="119379"/>
                    <a:pt x="351487" y="121697"/>
                  </a:cubicBezTo>
                  <a:cubicBezTo>
                    <a:pt x="340186" y="124014"/>
                    <a:pt x="335259" y="130966"/>
                    <a:pt x="332217" y="142553"/>
                  </a:cubicBezTo>
                  <a:cubicBezTo>
                    <a:pt x="329174" y="154140"/>
                    <a:pt x="319032" y="146029"/>
                    <a:pt x="309904" y="155299"/>
                  </a:cubicBezTo>
                  <a:cubicBezTo>
                    <a:pt x="300776" y="164568"/>
                    <a:pt x="292662" y="173910"/>
                    <a:pt x="286577" y="169275"/>
                  </a:cubicBezTo>
                  <a:cubicBezTo>
                    <a:pt x="280492" y="164640"/>
                    <a:pt x="275421" y="168116"/>
                    <a:pt x="268321" y="172751"/>
                  </a:cubicBezTo>
                  <a:cubicBezTo>
                    <a:pt x="261222" y="177386"/>
                    <a:pt x="258179" y="172751"/>
                    <a:pt x="248037" y="163482"/>
                  </a:cubicBezTo>
                  <a:cubicBezTo>
                    <a:pt x="240793" y="156240"/>
                    <a:pt x="235722" y="139729"/>
                    <a:pt x="222247" y="124448"/>
                  </a:cubicBezTo>
                  <a:cubicBezTo>
                    <a:pt x="212018" y="130162"/>
                    <a:pt x="200818" y="133921"/>
                    <a:pt x="189213" y="135528"/>
                  </a:cubicBezTo>
                  <a:cubicBezTo>
                    <a:pt x="177332" y="135528"/>
                    <a:pt x="140241" y="132487"/>
                    <a:pt x="138502" y="139801"/>
                  </a:cubicBezTo>
                  <a:cubicBezTo>
                    <a:pt x="136764" y="147115"/>
                    <a:pt x="141183" y="159499"/>
                    <a:pt x="147268" y="161020"/>
                  </a:cubicBezTo>
                  <a:cubicBezTo>
                    <a:pt x="153353" y="162541"/>
                    <a:pt x="166176" y="166885"/>
                    <a:pt x="154005" y="176879"/>
                  </a:cubicBezTo>
                  <a:cubicBezTo>
                    <a:pt x="141835" y="186873"/>
                    <a:pt x="131041" y="173403"/>
                    <a:pt x="131041" y="197736"/>
                  </a:cubicBezTo>
                  <a:cubicBezTo>
                    <a:pt x="131041" y="222068"/>
                    <a:pt x="158352" y="237855"/>
                    <a:pt x="152774" y="260378"/>
                  </a:cubicBezTo>
                  <a:cubicBezTo>
                    <a:pt x="149065" y="277736"/>
                    <a:pt x="146761" y="295370"/>
                    <a:pt x="145892" y="313098"/>
                  </a:cubicBezTo>
                  <a:cubicBezTo>
                    <a:pt x="145892" y="324467"/>
                    <a:pt x="141907" y="363283"/>
                    <a:pt x="132924" y="365601"/>
                  </a:cubicBezTo>
                  <a:cubicBezTo>
                    <a:pt x="123941" y="367918"/>
                    <a:pt x="115900" y="356476"/>
                    <a:pt x="103947" y="367918"/>
                  </a:cubicBezTo>
                  <a:cubicBezTo>
                    <a:pt x="91994" y="379361"/>
                    <a:pt x="76998" y="372481"/>
                    <a:pt x="63016" y="385081"/>
                  </a:cubicBezTo>
                  <a:cubicBezTo>
                    <a:pt x="49035" y="397682"/>
                    <a:pt x="34039" y="393047"/>
                    <a:pt x="33024" y="407893"/>
                  </a:cubicBezTo>
                  <a:cubicBezTo>
                    <a:pt x="32010" y="422739"/>
                    <a:pt x="19043" y="430705"/>
                    <a:pt x="22085" y="444102"/>
                  </a:cubicBezTo>
                  <a:cubicBezTo>
                    <a:pt x="25128" y="457500"/>
                    <a:pt x="16073" y="454386"/>
                    <a:pt x="7090" y="464669"/>
                  </a:cubicBezTo>
                  <a:cubicBezTo>
                    <a:pt x="-1893" y="474953"/>
                    <a:pt x="8031" y="481832"/>
                    <a:pt x="2091" y="489871"/>
                  </a:cubicBezTo>
                  <a:cubicBezTo>
                    <a:pt x="-3849" y="497909"/>
                    <a:pt x="4047" y="510365"/>
                    <a:pt x="11074" y="522965"/>
                  </a:cubicBezTo>
                  <a:cubicBezTo>
                    <a:pt x="18101" y="535567"/>
                    <a:pt x="26070" y="544691"/>
                    <a:pt x="25056" y="556061"/>
                  </a:cubicBezTo>
                  <a:cubicBezTo>
                    <a:pt x="24041" y="567430"/>
                    <a:pt x="32300" y="572138"/>
                    <a:pt x="42007" y="570544"/>
                  </a:cubicBezTo>
                  <a:cubicBezTo>
                    <a:pt x="51715" y="568951"/>
                    <a:pt x="44036" y="592270"/>
                    <a:pt x="59973" y="592270"/>
                  </a:cubicBezTo>
                  <a:cubicBezTo>
                    <a:pt x="75911" y="592270"/>
                    <a:pt x="91921" y="596905"/>
                    <a:pt x="96195" y="586621"/>
                  </a:cubicBezTo>
                  <a:cubicBezTo>
                    <a:pt x="100469" y="576338"/>
                    <a:pt x="111119" y="568299"/>
                    <a:pt x="111119" y="583145"/>
                  </a:cubicBezTo>
                  <a:cubicBezTo>
                    <a:pt x="111119" y="597991"/>
                    <a:pt x="108149" y="638038"/>
                    <a:pt x="119160" y="633403"/>
                  </a:cubicBezTo>
                  <a:cubicBezTo>
                    <a:pt x="133562" y="629239"/>
                    <a:pt x="148898" y="629645"/>
                    <a:pt x="163061" y="634562"/>
                  </a:cubicBezTo>
                  <a:cubicBezTo>
                    <a:pt x="173420" y="638530"/>
                    <a:pt x="185163" y="635301"/>
                    <a:pt x="192038" y="626596"/>
                  </a:cubicBezTo>
                  <a:cubicBezTo>
                    <a:pt x="199283" y="618557"/>
                    <a:pt x="207034" y="618630"/>
                    <a:pt x="221016" y="609433"/>
                  </a:cubicBezTo>
                  <a:cubicBezTo>
                    <a:pt x="234997" y="600236"/>
                    <a:pt x="247965" y="588866"/>
                    <a:pt x="260932" y="588866"/>
                  </a:cubicBezTo>
                  <a:cubicBezTo>
                    <a:pt x="273900" y="588866"/>
                    <a:pt x="295922" y="579741"/>
                    <a:pt x="292880" y="591111"/>
                  </a:cubicBezTo>
                  <a:cubicBezTo>
                    <a:pt x="289837" y="602481"/>
                    <a:pt x="287954" y="644845"/>
                    <a:pt x="303891" y="666498"/>
                  </a:cubicBezTo>
                  <a:cubicBezTo>
                    <a:pt x="319829" y="688151"/>
                    <a:pt x="328884" y="696262"/>
                    <a:pt x="343808" y="693945"/>
                  </a:cubicBezTo>
                  <a:cubicBezTo>
                    <a:pt x="358731" y="691628"/>
                    <a:pt x="356848" y="700824"/>
                    <a:pt x="367787" y="699738"/>
                  </a:cubicBezTo>
                  <a:cubicBezTo>
                    <a:pt x="378726" y="698652"/>
                    <a:pt x="371843" y="713353"/>
                    <a:pt x="381768" y="713353"/>
                  </a:cubicBezTo>
                  <a:cubicBezTo>
                    <a:pt x="391693" y="713353"/>
                    <a:pt x="409731" y="715670"/>
                    <a:pt x="409731" y="728199"/>
                  </a:cubicBezTo>
                  <a:cubicBezTo>
                    <a:pt x="409731" y="740727"/>
                    <a:pt x="439723" y="730516"/>
                    <a:pt x="446678" y="737396"/>
                  </a:cubicBezTo>
                  <a:cubicBezTo>
                    <a:pt x="453632" y="744275"/>
                    <a:pt x="461674" y="749924"/>
                    <a:pt x="459717" y="763611"/>
                  </a:cubicBezTo>
                  <a:cubicBezTo>
                    <a:pt x="457762" y="777298"/>
                    <a:pt x="474713" y="787654"/>
                    <a:pt x="464716" y="793375"/>
                  </a:cubicBezTo>
                  <a:cubicBezTo>
                    <a:pt x="454719" y="799096"/>
                    <a:pt x="467687" y="810466"/>
                    <a:pt x="468700" y="825384"/>
                  </a:cubicBezTo>
                  <a:cubicBezTo>
                    <a:pt x="469715" y="840302"/>
                    <a:pt x="483624" y="845951"/>
                    <a:pt x="505647" y="844720"/>
                  </a:cubicBezTo>
                  <a:cubicBezTo>
                    <a:pt x="527670" y="843488"/>
                    <a:pt x="533610" y="845951"/>
                    <a:pt x="533610" y="864200"/>
                  </a:cubicBezTo>
                  <a:cubicBezTo>
                    <a:pt x="533610" y="882449"/>
                    <a:pt x="548606" y="884767"/>
                    <a:pt x="553532" y="901930"/>
                  </a:cubicBezTo>
                  <a:cubicBezTo>
                    <a:pt x="558458" y="919093"/>
                    <a:pt x="547592" y="938139"/>
                    <a:pt x="549548" y="952116"/>
                  </a:cubicBezTo>
                  <a:cubicBezTo>
                    <a:pt x="550794" y="962073"/>
                    <a:pt x="546925" y="971994"/>
                    <a:pt x="539261" y="978476"/>
                  </a:cubicBezTo>
                  <a:cubicBezTo>
                    <a:pt x="547012" y="989628"/>
                    <a:pt x="547592" y="994697"/>
                    <a:pt x="540709" y="999043"/>
                  </a:cubicBezTo>
                  <a:cubicBezTo>
                    <a:pt x="531582" y="1004836"/>
                    <a:pt x="551866" y="1020768"/>
                    <a:pt x="546795" y="1046621"/>
                  </a:cubicBezTo>
                  <a:cubicBezTo>
                    <a:pt x="541724" y="1072475"/>
                    <a:pt x="540709" y="1076747"/>
                    <a:pt x="564109" y="1077906"/>
                  </a:cubicBezTo>
                  <a:cubicBezTo>
                    <a:pt x="587508" y="1079065"/>
                    <a:pt x="585335" y="1087248"/>
                    <a:pt x="593449" y="1081382"/>
                  </a:cubicBezTo>
                  <a:cubicBezTo>
                    <a:pt x="601562" y="1075516"/>
                    <a:pt x="613733" y="1101152"/>
                    <a:pt x="616775" y="1113898"/>
                  </a:cubicBezTo>
                  <a:cubicBezTo>
                    <a:pt x="619818" y="1126644"/>
                    <a:pt x="628946" y="1156769"/>
                    <a:pt x="633003" y="1156769"/>
                  </a:cubicBezTo>
                  <a:cubicBezTo>
                    <a:pt x="637060" y="1156769"/>
                    <a:pt x="649230" y="1142865"/>
                    <a:pt x="661401" y="1149528"/>
                  </a:cubicBezTo>
                  <a:cubicBezTo>
                    <a:pt x="673571" y="1156190"/>
                    <a:pt x="658648" y="1199569"/>
                    <a:pt x="658213" y="1218687"/>
                  </a:cubicBezTo>
                  <a:cubicBezTo>
                    <a:pt x="665668" y="1217862"/>
                    <a:pt x="673209" y="1218426"/>
                    <a:pt x="680454" y="1220353"/>
                  </a:cubicBezTo>
                  <a:cubicBezTo>
                    <a:pt x="686466" y="1223829"/>
                    <a:pt x="689509" y="1270683"/>
                    <a:pt x="686539" y="1279373"/>
                  </a:cubicBezTo>
                  <a:cubicBezTo>
                    <a:pt x="683569" y="1288064"/>
                    <a:pt x="658430" y="1295812"/>
                    <a:pt x="645536" y="1305372"/>
                  </a:cubicBezTo>
                  <a:cubicBezTo>
                    <a:pt x="622339" y="1325460"/>
                    <a:pt x="602591" y="1349221"/>
                    <a:pt x="587074" y="1375689"/>
                  </a:cubicBezTo>
                  <a:cubicBezTo>
                    <a:pt x="578308" y="1390072"/>
                    <a:pt x="568347" y="1403686"/>
                    <a:pt x="557299" y="1416389"/>
                  </a:cubicBezTo>
                  <a:cubicBezTo>
                    <a:pt x="560654" y="1417134"/>
                    <a:pt x="564152" y="1416881"/>
                    <a:pt x="567369" y="1415664"/>
                  </a:cubicBezTo>
                  <a:cubicBezTo>
                    <a:pt x="574178" y="1412188"/>
                    <a:pt x="584828" y="1412188"/>
                    <a:pt x="596347" y="1427758"/>
                  </a:cubicBezTo>
                  <a:cubicBezTo>
                    <a:pt x="607865" y="1443328"/>
                    <a:pt x="606996" y="1455567"/>
                    <a:pt x="611560" y="1454698"/>
                  </a:cubicBezTo>
                  <a:cubicBezTo>
                    <a:pt x="616124" y="1453829"/>
                    <a:pt x="621412" y="1433914"/>
                    <a:pt x="630540" y="1448614"/>
                  </a:cubicBezTo>
                  <a:cubicBezTo>
                    <a:pt x="639668" y="1463316"/>
                    <a:pt x="663139" y="1474685"/>
                    <a:pt x="668428" y="1481637"/>
                  </a:cubicBezTo>
                  <a:cubicBezTo>
                    <a:pt x="673716" y="1488589"/>
                    <a:pt x="691175" y="1493803"/>
                    <a:pt x="691175" y="1511980"/>
                  </a:cubicBezTo>
                  <a:cubicBezTo>
                    <a:pt x="691175" y="1524581"/>
                    <a:pt x="686394" y="1547827"/>
                    <a:pt x="693928" y="1568249"/>
                  </a:cubicBezTo>
                  <a:cubicBezTo>
                    <a:pt x="694971" y="1567873"/>
                    <a:pt x="696036" y="1567554"/>
                    <a:pt x="697115" y="1567308"/>
                  </a:cubicBezTo>
                  <a:cubicBezTo>
                    <a:pt x="700933" y="1561920"/>
                    <a:pt x="705439" y="1557053"/>
                    <a:pt x="710517" y="1552824"/>
                  </a:cubicBezTo>
                  <a:cubicBezTo>
                    <a:pt x="731454" y="1535661"/>
                    <a:pt x="726238" y="1525450"/>
                    <a:pt x="735945" y="1504884"/>
                  </a:cubicBezTo>
                  <a:cubicBezTo>
                    <a:pt x="745653" y="1484317"/>
                    <a:pt x="737467" y="1475916"/>
                    <a:pt x="753984" y="1457739"/>
                  </a:cubicBezTo>
                  <a:cubicBezTo>
                    <a:pt x="770501" y="1439562"/>
                    <a:pt x="750941" y="1427758"/>
                    <a:pt x="771950" y="1416606"/>
                  </a:cubicBezTo>
                  <a:cubicBezTo>
                    <a:pt x="783758" y="1410378"/>
                    <a:pt x="787887" y="1414433"/>
                    <a:pt x="786439" y="1423848"/>
                  </a:cubicBezTo>
                  <a:lnTo>
                    <a:pt x="789119" y="1420806"/>
                  </a:lnTo>
                  <a:cubicBezTo>
                    <a:pt x="795711" y="1396111"/>
                    <a:pt x="805781" y="1369461"/>
                    <a:pt x="828094" y="1359178"/>
                  </a:cubicBezTo>
                  <a:cubicBezTo>
                    <a:pt x="833694" y="1346556"/>
                    <a:pt x="841358" y="1334954"/>
                    <a:pt x="850769" y="1324852"/>
                  </a:cubicBezTo>
                  <a:cubicBezTo>
                    <a:pt x="854122" y="1321274"/>
                    <a:pt x="858165" y="1318421"/>
                    <a:pt x="862649" y="1316451"/>
                  </a:cubicBezTo>
                  <a:cubicBezTo>
                    <a:pt x="862649" y="1308413"/>
                    <a:pt x="862649" y="1300013"/>
                    <a:pt x="861997" y="1292626"/>
                  </a:cubicBezTo>
                  <a:cubicBezTo>
                    <a:pt x="860548" y="1270321"/>
                    <a:pt x="854753" y="1249754"/>
                    <a:pt x="862794" y="1235198"/>
                  </a:cubicBezTo>
                  <a:cubicBezTo>
                    <a:pt x="870835" y="1220642"/>
                    <a:pt x="862794" y="1206955"/>
                    <a:pt x="873299" y="1206955"/>
                  </a:cubicBezTo>
                  <a:cubicBezTo>
                    <a:pt x="883803" y="1206955"/>
                    <a:pt x="899451" y="1188923"/>
                    <a:pt x="915968" y="1170094"/>
                  </a:cubicBezTo>
                  <a:cubicBezTo>
                    <a:pt x="925769" y="1156596"/>
                    <a:pt x="941301" y="1148434"/>
                    <a:pt x="957985" y="1148007"/>
                  </a:cubicBezTo>
                  <a:cubicBezTo>
                    <a:pt x="962216" y="1143024"/>
                    <a:pt x="967649" y="1139208"/>
                    <a:pt x="973778" y="1136927"/>
                  </a:cubicBezTo>
                  <a:cubicBezTo>
                    <a:pt x="978342" y="1135116"/>
                    <a:pt x="982761" y="1133306"/>
                    <a:pt x="987252" y="1131351"/>
                  </a:cubicBezTo>
                  <a:cubicBezTo>
                    <a:pt x="993685" y="1125615"/>
                    <a:pt x="999647" y="1119366"/>
                    <a:pt x="1005074" y="1112667"/>
                  </a:cubicBezTo>
                  <a:cubicBezTo>
                    <a:pt x="1009275" y="1108394"/>
                    <a:pt x="1020504" y="1109118"/>
                    <a:pt x="1032820" y="1110639"/>
                  </a:cubicBezTo>
                  <a:cubicBezTo>
                    <a:pt x="1048409" y="1103390"/>
                    <a:pt x="1064731" y="1097835"/>
                    <a:pt x="1081502" y="1094055"/>
                  </a:cubicBezTo>
                  <a:cubicBezTo>
                    <a:pt x="1085413" y="1093258"/>
                    <a:pt x="1089398" y="1092607"/>
                    <a:pt x="1093310" y="1091883"/>
                  </a:cubicBezTo>
                  <a:cubicBezTo>
                    <a:pt x="1095722" y="1084627"/>
                    <a:pt x="1102336" y="1079593"/>
                    <a:pt x="1109972" y="1079209"/>
                  </a:cubicBezTo>
                  <a:cubicBezTo>
                    <a:pt x="1120404" y="1079209"/>
                    <a:pt x="1124968" y="1075806"/>
                    <a:pt x="1124968" y="1058715"/>
                  </a:cubicBezTo>
                  <a:cubicBezTo>
                    <a:pt x="1124968" y="1041625"/>
                    <a:pt x="1129459" y="1031269"/>
                    <a:pt x="1138442" y="1023592"/>
                  </a:cubicBezTo>
                  <a:lnTo>
                    <a:pt x="1139529" y="1022289"/>
                  </a:lnTo>
                  <a:cubicBezTo>
                    <a:pt x="1143441" y="992018"/>
                    <a:pt x="1142644" y="957112"/>
                    <a:pt x="1167347" y="941543"/>
                  </a:cubicBezTo>
                  <a:cubicBezTo>
                    <a:pt x="1168746" y="934373"/>
                    <a:pt x="1169593" y="927117"/>
                    <a:pt x="1169883" y="919817"/>
                  </a:cubicBezTo>
                  <a:cubicBezTo>
                    <a:pt x="1169883" y="906999"/>
                    <a:pt x="1181836" y="908665"/>
                    <a:pt x="1187125" y="899250"/>
                  </a:cubicBezTo>
                  <a:cubicBezTo>
                    <a:pt x="1192413" y="889836"/>
                    <a:pt x="1182633" y="877525"/>
                    <a:pt x="1190819" y="851237"/>
                  </a:cubicBezTo>
                  <a:cubicBezTo>
                    <a:pt x="1199005" y="824949"/>
                    <a:pt x="1190819" y="799893"/>
                    <a:pt x="1190819" y="775850"/>
                  </a:cubicBezTo>
                  <a:lnTo>
                    <a:pt x="1190819" y="770853"/>
                  </a:lnTo>
                  <a:cubicBezTo>
                    <a:pt x="1177924" y="758904"/>
                    <a:pt x="1174925" y="739663"/>
                    <a:pt x="1183575" y="724360"/>
                  </a:cubicBezTo>
                  <a:cubicBezTo>
                    <a:pt x="1187921" y="717698"/>
                    <a:pt x="1192485" y="711181"/>
                    <a:pt x="1197122" y="704735"/>
                  </a:cubicBezTo>
                  <a:lnTo>
                    <a:pt x="1195818" y="703866"/>
                  </a:lnTo>
                  <a:cubicBezTo>
                    <a:pt x="1189805" y="700462"/>
                    <a:pt x="1196542" y="691048"/>
                    <a:pt x="1201758" y="692786"/>
                  </a:cubicBezTo>
                  <a:cubicBezTo>
                    <a:pt x="1202780" y="693148"/>
                    <a:pt x="1203714" y="693721"/>
                    <a:pt x="1204511" y="694452"/>
                  </a:cubicBezTo>
                  <a:cubicBezTo>
                    <a:pt x="1213784" y="681489"/>
                    <a:pt x="1223056" y="668526"/>
                    <a:pt x="1231460" y="654912"/>
                  </a:cubicBezTo>
                  <a:cubicBezTo>
                    <a:pt x="1235850" y="647786"/>
                    <a:pt x="1242435" y="642275"/>
                    <a:pt x="1250223" y="639197"/>
                  </a:cubicBezTo>
                  <a:cubicBezTo>
                    <a:pt x="1258481" y="616602"/>
                    <a:pt x="1271956" y="617471"/>
                    <a:pt x="1281953" y="612257"/>
                  </a:cubicBezTo>
                  <a:cubicBezTo>
                    <a:pt x="1285916" y="609903"/>
                    <a:pt x="1289444" y="606891"/>
                    <a:pt x="1292385" y="603350"/>
                  </a:cubicBezTo>
                  <a:cubicBezTo>
                    <a:pt x="1290429" y="596782"/>
                    <a:pt x="1290429" y="589786"/>
                    <a:pt x="1292385" y="583217"/>
                  </a:cubicBezTo>
                  <a:cubicBezTo>
                    <a:pt x="1293609" y="579879"/>
                    <a:pt x="1294624" y="576468"/>
                    <a:pt x="1295428" y="573007"/>
                  </a:cubicBezTo>
                  <a:lnTo>
                    <a:pt x="1296080" y="568155"/>
                  </a:lnTo>
                  <a:cubicBezTo>
                    <a:pt x="1298122" y="559493"/>
                    <a:pt x="1303447" y="551962"/>
                    <a:pt x="1310931" y="547153"/>
                  </a:cubicBezTo>
                  <a:cubicBezTo>
                    <a:pt x="1307548" y="534473"/>
                    <a:pt x="1312054" y="521003"/>
                    <a:pt x="1322377" y="512900"/>
                  </a:cubicBezTo>
                  <a:cubicBezTo>
                    <a:pt x="1322377" y="509930"/>
                    <a:pt x="1323536" y="506165"/>
                    <a:pt x="1323826" y="503195"/>
                  </a:cubicBezTo>
                  <a:cubicBezTo>
                    <a:pt x="1325188" y="482911"/>
                    <a:pt x="1324094" y="462533"/>
                    <a:pt x="1320566" y="4425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9" name="Freeform 156">
              <a:extLst>
                <a:ext uri="{FF2B5EF4-FFF2-40B4-BE49-F238E27FC236}">
                  <a16:creationId xmlns:a16="http://schemas.microsoft.com/office/drawing/2014/main" id="{37A710EC-0FE5-CF6A-44F3-03A245F2598F}"/>
                </a:ext>
              </a:extLst>
            </p:cNvPr>
            <p:cNvSpPr/>
            <p:nvPr/>
          </p:nvSpPr>
          <p:spPr>
            <a:xfrm>
              <a:off x="3732812" y="5650603"/>
              <a:ext cx="167620" cy="204056"/>
            </a:xfrm>
            <a:custGeom>
              <a:avLst/>
              <a:gdLst>
                <a:gd name="connsiteX0" fmla="*/ 76631 w 167620"/>
                <a:gd name="connsiteY0" fmla="*/ 203500 h 204055"/>
                <a:gd name="connsiteX1" fmla="*/ 107130 w 167620"/>
                <a:gd name="connsiteY1" fmla="*/ 186844 h 204055"/>
                <a:gd name="connsiteX2" fmla="*/ 130964 w 167620"/>
                <a:gd name="connsiteY2" fmla="*/ 186844 h 204055"/>
                <a:gd name="connsiteX3" fmla="*/ 135166 w 167620"/>
                <a:gd name="connsiteY3" fmla="*/ 182282 h 204055"/>
                <a:gd name="connsiteX4" fmla="*/ 160376 w 167620"/>
                <a:gd name="connsiteY4" fmla="*/ 158239 h 204055"/>
                <a:gd name="connsiteX5" fmla="*/ 167620 w 167620"/>
                <a:gd name="connsiteY5" fmla="*/ 154473 h 204055"/>
                <a:gd name="connsiteX6" fmla="*/ 164867 w 167620"/>
                <a:gd name="connsiteY6" fmla="*/ 98205 h 204055"/>
                <a:gd name="connsiteX7" fmla="*/ 142120 w 167620"/>
                <a:gd name="connsiteY7" fmla="*/ 67861 h 204055"/>
                <a:gd name="connsiteX8" fmla="*/ 104232 w 167620"/>
                <a:gd name="connsiteY8" fmla="*/ 34839 h 204055"/>
                <a:gd name="connsiteX9" fmla="*/ 85252 w 167620"/>
                <a:gd name="connsiteY9" fmla="*/ 40922 h 204055"/>
                <a:gd name="connsiteX10" fmla="*/ 70039 w 167620"/>
                <a:gd name="connsiteY10" fmla="*/ 13982 h 204055"/>
                <a:gd name="connsiteX11" fmla="*/ 41061 w 167620"/>
                <a:gd name="connsiteY11" fmla="*/ 1888 h 204055"/>
                <a:gd name="connsiteX12" fmla="*/ 30992 w 167620"/>
                <a:gd name="connsiteY12" fmla="*/ 2613 h 204055"/>
                <a:gd name="connsiteX13" fmla="*/ 20560 w 167620"/>
                <a:gd name="connsiteY13" fmla="*/ 24338 h 204055"/>
                <a:gd name="connsiteX14" fmla="*/ 9186 w 167620"/>
                <a:gd name="connsiteY14" fmla="*/ 90311 h 204055"/>
                <a:gd name="connsiteX15" fmla="*/ 58 w 167620"/>
                <a:gd name="connsiteY15" fmla="*/ 141004 h 204055"/>
                <a:gd name="connsiteX16" fmla="*/ 9911 w 167620"/>
                <a:gd name="connsiteY16" fmla="*/ 164467 h 204055"/>
                <a:gd name="connsiteX17" fmla="*/ 7448 w 167620"/>
                <a:gd name="connsiteY17" fmla="*/ 180616 h 204055"/>
                <a:gd name="connsiteX18" fmla="*/ 20777 w 167620"/>
                <a:gd name="connsiteY18" fmla="*/ 187858 h 204055"/>
                <a:gd name="connsiteX19" fmla="*/ 64244 w 167620"/>
                <a:gd name="connsiteY19" fmla="*/ 200676 h 204055"/>
                <a:gd name="connsiteX20" fmla="*/ 76631 w 167620"/>
                <a:gd name="connsiteY20" fmla="*/ 203500 h 204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67620" h="204055">
                  <a:moveTo>
                    <a:pt x="76631" y="203500"/>
                  </a:moveTo>
                  <a:cubicBezTo>
                    <a:pt x="83543" y="193384"/>
                    <a:pt x="94880" y="187192"/>
                    <a:pt x="107130" y="186844"/>
                  </a:cubicBezTo>
                  <a:lnTo>
                    <a:pt x="130964" y="186844"/>
                  </a:lnTo>
                  <a:cubicBezTo>
                    <a:pt x="132413" y="185323"/>
                    <a:pt x="133862" y="183803"/>
                    <a:pt x="135166" y="182282"/>
                  </a:cubicBezTo>
                  <a:cubicBezTo>
                    <a:pt x="142453" y="173179"/>
                    <a:pt x="150937" y="165090"/>
                    <a:pt x="160376" y="158239"/>
                  </a:cubicBezTo>
                  <a:cubicBezTo>
                    <a:pt x="162600" y="156646"/>
                    <a:pt x="165042" y="155378"/>
                    <a:pt x="167620" y="154473"/>
                  </a:cubicBezTo>
                  <a:cubicBezTo>
                    <a:pt x="160376" y="134051"/>
                    <a:pt x="164867" y="111022"/>
                    <a:pt x="164867" y="98205"/>
                  </a:cubicBezTo>
                  <a:cubicBezTo>
                    <a:pt x="164867" y="80028"/>
                    <a:pt x="147481" y="74813"/>
                    <a:pt x="142120" y="67861"/>
                  </a:cubicBezTo>
                  <a:cubicBezTo>
                    <a:pt x="136759" y="60909"/>
                    <a:pt x="113143" y="49612"/>
                    <a:pt x="104232" y="34839"/>
                  </a:cubicBezTo>
                  <a:cubicBezTo>
                    <a:pt x="95322" y="20065"/>
                    <a:pt x="89743" y="40053"/>
                    <a:pt x="85252" y="40922"/>
                  </a:cubicBezTo>
                  <a:cubicBezTo>
                    <a:pt x="80760" y="41791"/>
                    <a:pt x="81413" y="29624"/>
                    <a:pt x="70039" y="13982"/>
                  </a:cubicBezTo>
                  <a:cubicBezTo>
                    <a:pt x="58665" y="-1660"/>
                    <a:pt x="48306" y="-1588"/>
                    <a:pt x="41061" y="1888"/>
                  </a:cubicBezTo>
                  <a:cubicBezTo>
                    <a:pt x="37845" y="3105"/>
                    <a:pt x="34346" y="3351"/>
                    <a:pt x="30992" y="2613"/>
                  </a:cubicBezTo>
                  <a:cubicBezTo>
                    <a:pt x="25355" y="8609"/>
                    <a:pt x="21712" y="16191"/>
                    <a:pt x="20560" y="24338"/>
                  </a:cubicBezTo>
                  <a:cubicBezTo>
                    <a:pt x="20560" y="40777"/>
                    <a:pt x="9911" y="59026"/>
                    <a:pt x="9186" y="90311"/>
                  </a:cubicBezTo>
                  <a:cubicBezTo>
                    <a:pt x="8462" y="121596"/>
                    <a:pt x="855" y="116309"/>
                    <a:pt x="58" y="141004"/>
                  </a:cubicBezTo>
                  <a:cubicBezTo>
                    <a:pt x="-739" y="165698"/>
                    <a:pt x="6868" y="160919"/>
                    <a:pt x="9911" y="164467"/>
                  </a:cubicBezTo>
                  <a:cubicBezTo>
                    <a:pt x="11649" y="166350"/>
                    <a:pt x="9911" y="174099"/>
                    <a:pt x="7448" y="180616"/>
                  </a:cubicBezTo>
                  <a:cubicBezTo>
                    <a:pt x="10635" y="183875"/>
                    <a:pt x="13750" y="188944"/>
                    <a:pt x="20777" y="187858"/>
                  </a:cubicBezTo>
                  <a:cubicBezTo>
                    <a:pt x="34252" y="186120"/>
                    <a:pt x="47726" y="192131"/>
                    <a:pt x="64244" y="200676"/>
                  </a:cubicBezTo>
                  <a:cubicBezTo>
                    <a:pt x="71415" y="204442"/>
                    <a:pt x="74313" y="204514"/>
                    <a:pt x="76631" y="203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0" name="Freeform 157">
              <a:extLst>
                <a:ext uri="{FF2B5EF4-FFF2-40B4-BE49-F238E27FC236}">
                  <a16:creationId xmlns:a16="http://schemas.microsoft.com/office/drawing/2014/main" id="{50F31AC2-F17C-A627-4A44-8B2C7097A308}"/>
                </a:ext>
              </a:extLst>
            </p:cNvPr>
            <p:cNvSpPr/>
            <p:nvPr/>
          </p:nvSpPr>
          <p:spPr>
            <a:xfrm>
              <a:off x="3214357" y="5306362"/>
              <a:ext cx="678815" cy="1383347"/>
            </a:xfrm>
            <a:custGeom>
              <a:avLst/>
              <a:gdLst>
                <a:gd name="connsiteX0" fmla="*/ 672749 w 678817"/>
                <a:gd name="connsiteY0" fmla="*/ 150888 h 1383338"/>
                <a:gd name="connsiteX1" fmla="*/ 650508 w 678817"/>
                <a:gd name="connsiteY1" fmla="*/ 149222 h 1383338"/>
                <a:gd name="connsiteX2" fmla="*/ 650508 w 678817"/>
                <a:gd name="connsiteY2" fmla="*/ 153205 h 1383338"/>
                <a:gd name="connsiteX3" fmla="*/ 633267 w 678817"/>
                <a:gd name="connsiteY3" fmla="*/ 209981 h 1383338"/>
                <a:gd name="connsiteX4" fmla="*/ 606897 w 678817"/>
                <a:gd name="connsiteY4" fmla="*/ 225044 h 1383338"/>
                <a:gd name="connsiteX5" fmla="*/ 577485 w 678817"/>
                <a:gd name="connsiteY5" fmla="*/ 232286 h 1383338"/>
                <a:gd name="connsiteX6" fmla="*/ 545030 w 678817"/>
                <a:gd name="connsiteY6" fmla="*/ 228810 h 1383338"/>
                <a:gd name="connsiteX7" fmla="*/ 513590 w 678817"/>
                <a:gd name="connsiteY7" fmla="*/ 220771 h 1383338"/>
                <a:gd name="connsiteX8" fmla="*/ 524818 w 678817"/>
                <a:gd name="connsiteY8" fmla="*/ 195207 h 1383338"/>
                <a:gd name="connsiteX9" fmla="*/ 551115 w 678817"/>
                <a:gd name="connsiteY9" fmla="*/ 143066 h 1383338"/>
                <a:gd name="connsiteX10" fmla="*/ 488307 w 678817"/>
                <a:gd name="connsiteY10" fmla="*/ 106857 h 1383338"/>
                <a:gd name="connsiteX11" fmla="*/ 450781 w 678817"/>
                <a:gd name="connsiteY11" fmla="*/ 85132 h 1383338"/>
                <a:gd name="connsiteX12" fmla="*/ 413255 w 678817"/>
                <a:gd name="connsiteY12" fmla="*/ 58409 h 1383338"/>
                <a:gd name="connsiteX13" fmla="*/ 366312 w 678817"/>
                <a:gd name="connsiteY13" fmla="*/ 3516 h 1383338"/>
                <a:gd name="connsiteX14" fmla="*/ 332988 w 678817"/>
                <a:gd name="connsiteY14" fmla="*/ 3879 h 1383338"/>
                <a:gd name="connsiteX15" fmla="*/ 312993 w 678817"/>
                <a:gd name="connsiteY15" fmla="*/ 26690 h 1383338"/>
                <a:gd name="connsiteX16" fmla="*/ 274091 w 678817"/>
                <a:gd name="connsiteY16" fmla="*/ 8369 h 1383338"/>
                <a:gd name="connsiteX17" fmla="*/ 244099 w 678817"/>
                <a:gd name="connsiteY17" fmla="*/ 9527 h 1383338"/>
                <a:gd name="connsiteX18" fmla="*/ 219396 w 678817"/>
                <a:gd name="connsiteY18" fmla="*/ 32918 h 1383338"/>
                <a:gd name="connsiteX19" fmla="*/ 212152 w 678817"/>
                <a:gd name="connsiteY19" fmla="*/ 78107 h 1383338"/>
                <a:gd name="connsiteX20" fmla="*/ 173684 w 678817"/>
                <a:gd name="connsiteY20" fmla="*/ 112941 h 1383338"/>
                <a:gd name="connsiteX21" fmla="*/ 171656 w 678817"/>
                <a:gd name="connsiteY21" fmla="*/ 140749 h 1383338"/>
                <a:gd name="connsiteX22" fmla="*/ 174698 w 678817"/>
                <a:gd name="connsiteY22" fmla="*/ 182534 h 1383338"/>
                <a:gd name="connsiteX23" fmla="*/ 175712 w 678817"/>
                <a:gd name="connsiteY23" fmla="*/ 208026 h 1383338"/>
                <a:gd name="connsiteX24" fmla="*/ 155428 w 678817"/>
                <a:gd name="connsiteY24" fmla="*/ 226565 h 1383338"/>
                <a:gd name="connsiteX25" fmla="*/ 145286 w 678817"/>
                <a:gd name="connsiteY25" fmla="*/ 259080 h 1383338"/>
                <a:gd name="connsiteX26" fmla="*/ 130073 w 678817"/>
                <a:gd name="connsiteY26" fmla="*/ 293841 h 1383338"/>
                <a:gd name="connsiteX27" fmla="*/ 120945 w 678817"/>
                <a:gd name="connsiteY27" fmla="*/ 314697 h 1383338"/>
                <a:gd name="connsiteX28" fmla="*/ 120945 w 678817"/>
                <a:gd name="connsiteY28" fmla="*/ 354165 h 1383338"/>
                <a:gd name="connsiteX29" fmla="*/ 106456 w 678817"/>
                <a:gd name="connsiteY29" fmla="*/ 384364 h 1383338"/>
                <a:gd name="connsiteX30" fmla="*/ 106456 w 678817"/>
                <a:gd name="connsiteY30" fmla="*/ 426077 h 1383338"/>
                <a:gd name="connsiteX31" fmla="*/ 117613 w 678817"/>
                <a:gd name="connsiteY31" fmla="*/ 464386 h 1383338"/>
                <a:gd name="connsiteX32" fmla="*/ 125726 w 678817"/>
                <a:gd name="connsiteY32" fmla="*/ 497988 h 1383338"/>
                <a:gd name="connsiteX33" fmla="*/ 116598 w 678817"/>
                <a:gd name="connsiteY33" fmla="*/ 530504 h 1383338"/>
                <a:gd name="connsiteX34" fmla="*/ 106456 w 678817"/>
                <a:gd name="connsiteY34" fmla="*/ 558312 h 1383338"/>
                <a:gd name="connsiteX35" fmla="*/ 106456 w 678817"/>
                <a:gd name="connsiteY35" fmla="*/ 607050 h 1383338"/>
                <a:gd name="connsiteX36" fmla="*/ 81101 w 678817"/>
                <a:gd name="connsiteY36" fmla="*/ 645286 h 1383338"/>
                <a:gd name="connsiteX37" fmla="*/ 82115 w 678817"/>
                <a:gd name="connsiteY37" fmla="*/ 696341 h 1383338"/>
                <a:gd name="connsiteX38" fmla="*/ 90229 w 678817"/>
                <a:gd name="connsiteY38" fmla="*/ 718067 h 1383338"/>
                <a:gd name="connsiteX39" fmla="*/ 70959 w 678817"/>
                <a:gd name="connsiteY39" fmla="*/ 733129 h 1383338"/>
                <a:gd name="connsiteX40" fmla="*/ 68931 w 678817"/>
                <a:gd name="connsiteY40" fmla="*/ 762097 h 1383338"/>
                <a:gd name="connsiteX41" fmla="*/ 59803 w 678817"/>
                <a:gd name="connsiteY41" fmla="*/ 786429 h 1383338"/>
                <a:gd name="connsiteX42" fmla="*/ 50675 w 678817"/>
                <a:gd name="connsiteY42" fmla="*/ 813152 h 1383338"/>
                <a:gd name="connsiteX43" fmla="*/ 57919 w 678817"/>
                <a:gd name="connsiteY43" fmla="*/ 839802 h 1383338"/>
                <a:gd name="connsiteX44" fmla="*/ 55891 w 678817"/>
                <a:gd name="connsiteY44" fmla="*/ 881587 h 1383338"/>
                <a:gd name="connsiteX45" fmla="*/ 50820 w 678817"/>
                <a:gd name="connsiteY45" fmla="*/ 922141 h 1383338"/>
                <a:gd name="connsiteX46" fmla="*/ 53862 w 678817"/>
                <a:gd name="connsiteY46" fmla="*/ 942998 h 1383338"/>
                <a:gd name="connsiteX47" fmla="*/ 58933 w 678817"/>
                <a:gd name="connsiteY47" fmla="*/ 967402 h 1383338"/>
                <a:gd name="connsiteX48" fmla="*/ 69075 w 678817"/>
                <a:gd name="connsiteY48" fmla="*/ 987100 h 1383338"/>
                <a:gd name="connsiteX49" fmla="*/ 74146 w 678817"/>
                <a:gd name="connsiteY49" fmla="*/ 1004480 h 1383338"/>
                <a:gd name="connsiteX50" fmla="*/ 60962 w 678817"/>
                <a:gd name="connsiteY50" fmla="*/ 1012664 h 1383338"/>
                <a:gd name="connsiteX51" fmla="*/ 66033 w 678817"/>
                <a:gd name="connsiteY51" fmla="*/ 1038155 h 1383338"/>
                <a:gd name="connsiteX52" fmla="*/ 60962 w 678817"/>
                <a:gd name="connsiteY52" fmla="*/ 1068281 h 1383338"/>
                <a:gd name="connsiteX53" fmla="*/ 59947 w 678817"/>
                <a:gd name="connsiteY53" fmla="*/ 1098479 h 1383338"/>
                <a:gd name="connsiteX54" fmla="*/ 49805 w 678817"/>
                <a:gd name="connsiteY54" fmla="*/ 1125129 h 1383338"/>
                <a:gd name="connsiteX55" fmla="*/ 35317 w 678817"/>
                <a:gd name="connsiteY55" fmla="*/ 1150693 h 1383338"/>
                <a:gd name="connsiteX56" fmla="*/ 36331 w 678817"/>
                <a:gd name="connsiteY56" fmla="*/ 1180819 h 1383338"/>
                <a:gd name="connsiteX57" fmla="*/ 21842 w 678817"/>
                <a:gd name="connsiteY57" fmla="*/ 1207468 h 1383338"/>
                <a:gd name="connsiteX58" fmla="*/ 3586 w 678817"/>
                <a:gd name="connsiteY58" fmla="*/ 1232960 h 1383338"/>
                <a:gd name="connsiteX59" fmla="*/ 4601 w 678817"/>
                <a:gd name="connsiteY59" fmla="*/ 1269169 h 1383338"/>
                <a:gd name="connsiteX60" fmla="*/ 10686 w 678817"/>
                <a:gd name="connsiteY60" fmla="*/ 1294660 h 1383338"/>
                <a:gd name="connsiteX61" fmla="*/ 42126 w 678817"/>
                <a:gd name="connsiteY61" fmla="*/ 1306247 h 1383338"/>
                <a:gd name="connsiteX62" fmla="*/ 44155 w 678817"/>
                <a:gd name="connsiteY62" fmla="*/ 1350350 h 1383338"/>
                <a:gd name="connsiteX63" fmla="*/ 60382 w 678817"/>
                <a:gd name="connsiteY63" fmla="*/ 1366571 h 1383338"/>
                <a:gd name="connsiteX64" fmla="*/ 120221 w 678817"/>
                <a:gd name="connsiteY64" fmla="*/ 1365412 h 1383338"/>
                <a:gd name="connsiteX65" fmla="*/ 138404 w 678817"/>
                <a:gd name="connsiteY65" fmla="*/ 1377434 h 1383338"/>
                <a:gd name="connsiteX66" fmla="*/ 170424 w 678817"/>
                <a:gd name="connsiteY66" fmla="*/ 1382286 h 1383338"/>
                <a:gd name="connsiteX67" fmla="*/ 152458 w 678817"/>
                <a:gd name="connsiteY67" fmla="*/ 1346077 h 1383338"/>
                <a:gd name="connsiteX68" fmla="*/ 148691 w 678817"/>
                <a:gd name="connsiteY68" fmla="*/ 1317110 h 1383338"/>
                <a:gd name="connsiteX69" fmla="*/ 155428 w 678817"/>
                <a:gd name="connsiteY69" fmla="*/ 1280900 h 1383338"/>
                <a:gd name="connsiteX70" fmla="*/ 171583 w 678817"/>
                <a:gd name="connsiteY70" fmla="*/ 1265331 h 1383338"/>
                <a:gd name="connsiteX71" fmla="*/ 193823 w 678817"/>
                <a:gd name="connsiteY71" fmla="*/ 1243098 h 1383338"/>
                <a:gd name="connsiteX72" fmla="*/ 194403 w 678817"/>
                <a:gd name="connsiteY72" fmla="*/ 1238102 h 1383338"/>
                <a:gd name="connsiteX73" fmla="*/ 213528 w 678817"/>
                <a:gd name="connsiteY73" fmla="*/ 1199937 h 1383338"/>
                <a:gd name="connsiteX74" fmla="*/ 220193 w 678817"/>
                <a:gd name="connsiteY74" fmla="*/ 1192695 h 1383338"/>
                <a:gd name="connsiteX75" fmla="*/ 232436 w 678817"/>
                <a:gd name="connsiteY75" fmla="*/ 1174953 h 1383338"/>
                <a:gd name="connsiteX76" fmla="*/ 233015 w 678817"/>
                <a:gd name="connsiteY76" fmla="*/ 1174156 h 1383338"/>
                <a:gd name="connsiteX77" fmla="*/ 233595 w 678817"/>
                <a:gd name="connsiteY77" fmla="*/ 1173360 h 1383338"/>
                <a:gd name="connsiteX78" fmla="*/ 238738 w 678817"/>
                <a:gd name="connsiteY78" fmla="*/ 1165683 h 1383338"/>
                <a:gd name="connsiteX79" fmla="*/ 258226 w 678817"/>
                <a:gd name="connsiteY79" fmla="*/ 1145189 h 1383338"/>
                <a:gd name="connsiteX80" fmla="*/ 264094 w 678817"/>
                <a:gd name="connsiteY80" fmla="*/ 1119770 h 1383338"/>
                <a:gd name="connsiteX81" fmla="*/ 230335 w 678817"/>
                <a:gd name="connsiteY81" fmla="*/ 1109487 h 1383338"/>
                <a:gd name="connsiteX82" fmla="*/ 207153 w 678817"/>
                <a:gd name="connsiteY82" fmla="*/ 1050393 h 1383338"/>
                <a:gd name="connsiteX83" fmla="*/ 230118 w 678817"/>
                <a:gd name="connsiteY83" fmla="*/ 1024540 h 1383338"/>
                <a:gd name="connsiteX84" fmla="*/ 237362 w 678817"/>
                <a:gd name="connsiteY84" fmla="*/ 1013678 h 1383338"/>
                <a:gd name="connsiteX85" fmla="*/ 257356 w 678817"/>
                <a:gd name="connsiteY85" fmla="*/ 1003611 h 1383338"/>
                <a:gd name="connsiteX86" fmla="*/ 269020 w 678817"/>
                <a:gd name="connsiteY86" fmla="*/ 995718 h 1383338"/>
                <a:gd name="connsiteX87" fmla="*/ 270758 w 678817"/>
                <a:gd name="connsiteY87" fmla="*/ 993835 h 1383338"/>
                <a:gd name="connsiteX88" fmla="*/ 279741 w 678817"/>
                <a:gd name="connsiteY88" fmla="*/ 967257 h 1383338"/>
                <a:gd name="connsiteX89" fmla="*/ 293216 w 678817"/>
                <a:gd name="connsiteY89" fmla="*/ 927862 h 1383338"/>
                <a:gd name="connsiteX90" fmla="*/ 302199 w 678817"/>
                <a:gd name="connsiteY90" fmla="*/ 914972 h 1383338"/>
                <a:gd name="connsiteX91" fmla="*/ 303720 w 678817"/>
                <a:gd name="connsiteY91" fmla="*/ 899547 h 1383338"/>
                <a:gd name="connsiteX92" fmla="*/ 322411 w 678817"/>
                <a:gd name="connsiteY92" fmla="*/ 912437 h 1383338"/>
                <a:gd name="connsiteX93" fmla="*/ 335885 w 678817"/>
                <a:gd name="connsiteY93" fmla="*/ 882456 h 1383338"/>
                <a:gd name="connsiteX94" fmla="*/ 312703 w 678817"/>
                <a:gd name="connsiteY94" fmla="*/ 889697 h 1383338"/>
                <a:gd name="connsiteX95" fmla="*/ 293941 w 678817"/>
                <a:gd name="connsiteY95" fmla="*/ 879342 h 1383338"/>
                <a:gd name="connsiteX96" fmla="*/ 288725 w 678817"/>
                <a:gd name="connsiteY96" fmla="*/ 850374 h 1383338"/>
                <a:gd name="connsiteX97" fmla="*/ 287203 w 678817"/>
                <a:gd name="connsiteY97" fmla="*/ 814165 h 1383338"/>
                <a:gd name="connsiteX98" fmla="*/ 341174 w 678817"/>
                <a:gd name="connsiteY98" fmla="*/ 830459 h 1383338"/>
                <a:gd name="connsiteX99" fmla="*/ 380076 w 678817"/>
                <a:gd name="connsiteY99" fmla="*/ 808155 h 1383338"/>
                <a:gd name="connsiteX100" fmla="*/ 383119 w 678817"/>
                <a:gd name="connsiteY100" fmla="*/ 771366 h 1383338"/>
                <a:gd name="connsiteX101" fmla="*/ 381597 w 678817"/>
                <a:gd name="connsiteY101" fmla="*/ 743920 h 1383338"/>
                <a:gd name="connsiteX102" fmla="*/ 393551 w 678817"/>
                <a:gd name="connsiteY102" fmla="*/ 728495 h 1383338"/>
                <a:gd name="connsiteX103" fmla="*/ 449260 w 678817"/>
                <a:gd name="connsiteY103" fmla="*/ 728495 h 1383338"/>
                <a:gd name="connsiteX104" fmla="*/ 459909 w 678817"/>
                <a:gd name="connsiteY104" fmla="*/ 722195 h 1383338"/>
                <a:gd name="connsiteX105" fmla="*/ 503375 w 678817"/>
                <a:gd name="connsiteY105" fmla="*/ 702714 h 1383338"/>
                <a:gd name="connsiteX106" fmla="*/ 531121 w 678817"/>
                <a:gd name="connsiteY106" fmla="*/ 686710 h 1383338"/>
                <a:gd name="connsiteX107" fmla="*/ 537858 w 678817"/>
                <a:gd name="connsiteY107" fmla="*/ 681785 h 1383338"/>
                <a:gd name="connsiteX108" fmla="*/ 538945 w 678817"/>
                <a:gd name="connsiteY108" fmla="*/ 677512 h 1383338"/>
                <a:gd name="connsiteX109" fmla="*/ 555969 w 678817"/>
                <a:gd name="connsiteY109" fmla="*/ 652818 h 1383338"/>
                <a:gd name="connsiteX110" fmla="*/ 568937 w 678817"/>
                <a:gd name="connsiteY110" fmla="*/ 646373 h 1383338"/>
                <a:gd name="connsiteX111" fmla="*/ 575529 w 678817"/>
                <a:gd name="connsiteY111" fmla="*/ 635944 h 1383338"/>
                <a:gd name="connsiteX112" fmla="*/ 568437 w 678817"/>
                <a:gd name="connsiteY112" fmla="*/ 612300 h 1383338"/>
                <a:gd name="connsiteX113" fmla="*/ 561040 w 678817"/>
                <a:gd name="connsiteY113" fmla="*/ 610236 h 1383338"/>
                <a:gd name="connsiteX114" fmla="*/ 555100 w 678817"/>
                <a:gd name="connsiteY114" fmla="*/ 576851 h 1383338"/>
                <a:gd name="connsiteX115" fmla="*/ 536337 w 678817"/>
                <a:gd name="connsiteY115" fmla="*/ 553750 h 1383338"/>
                <a:gd name="connsiteX116" fmla="*/ 512358 w 678817"/>
                <a:gd name="connsiteY116" fmla="*/ 527172 h 1383338"/>
                <a:gd name="connsiteX117" fmla="*/ 524529 w 678817"/>
                <a:gd name="connsiteY117" fmla="*/ 524855 h 1383338"/>
                <a:gd name="connsiteX118" fmla="*/ 526992 w 678817"/>
                <a:gd name="connsiteY118" fmla="*/ 508706 h 1383338"/>
                <a:gd name="connsiteX119" fmla="*/ 517139 w 678817"/>
                <a:gd name="connsiteY119" fmla="*/ 485242 h 1383338"/>
                <a:gd name="connsiteX120" fmla="*/ 526267 w 678817"/>
                <a:gd name="connsiteY120" fmla="*/ 434549 h 1383338"/>
                <a:gd name="connsiteX121" fmla="*/ 537641 w 678817"/>
                <a:gd name="connsiteY121" fmla="*/ 368577 h 1383338"/>
                <a:gd name="connsiteX122" fmla="*/ 577847 w 678817"/>
                <a:gd name="connsiteY122" fmla="*/ 306007 h 1383338"/>
                <a:gd name="connsiteX123" fmla="*/ 636309 w 678817"/>
                <a:gd name="connsiteY123" fmla="*/ 235689 h 1383338"/>
                <a:gd name="connsiteX124" fmla="*/ 677312 w 678817"/>
                <a:gd name="connsiteY124" fmla="*/ 209691 h 1383338"/>
                <a:gd name="connsiteX125" fmla="*/ 672749 w 678817"/>
                <a:gd name="connsiteY125" fmla="*/ 150888 h 1383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</a:cxnLst>
              <a:rect l="l" t="t" r="r" b="b"/>
              <a:pathLst>
                <a:path w="678817" h="1383338">
                  <a:moveTo>
                    <a:pt x="672749" y="150888"/>
                  </a:moveTo>
                  <a:cubicBezTo>
                    <a:pt x="665504" y="148961"/>
                    <a:pt x="657963" y="148396"/>
                    <a:pt x="650508" y="149222"/>
                  </a:cubicBezTo>
                  <a:cubicBezTo>
                    <a:pt x="650429" y="150547"/>
                    <a:pt x="650429" y="151879"/>
                    <a:pt x="650508" y="153205"/>
                  </a:cubicBezTo>
                  <a:cubicBezTo>
                    <a:pt x="652536" y="169427"/>
                    <a:pt x="643264" y="211140"/>
                    <a:pt x="633267" y="209981"/>
                  </a:cubicBezTo>
                  <a:cubicBezTo>
                    <a:pt x="623269" y="208822"/>
                    <a:pt x="615011" y="227361"/>
                    <a:pt x="606897" y="225044"/>
                  </a:cubicBezTo>
                  <a:cubicBezTo>
                    <a:pt x="598783" y="222726"/>
                    <a:pt x="587627" y="239020"/>
                    <a:pt x="577485" y="232286"/>
                  </a:cubicBezTo>
                  <a:cubicBezTo>
                    <a:pt x="567343" y="225551"/>
                    <a:pt x="553216" y="234675"/>
                    <a:pt x="545030" y="228810"/>
                  </a:cubicBezTo>
                  <a:cubicBezTo>
                    <a:pt x="536844" y="222944"/>
                    <a:pt x="513590" y="227651"/>
                    <a:pt x="513590" y="220771"/>
                  </a:cubicBezTo>
                  <a:cubicBezTo>
                    <a:pt x="513590" y="213891"/>
                    <a:pt x="524818" y="216136"/>
                    <a:pt x="524818" y="195207"/>
                  </a:cubicBezTo>
                  <a:cubicBezTo>
                    <a:pt x="524818" y="174279"/>
                    <a:pt x="555172" y="151105"/>
                    <a:pt x="551115" y="143066"/>
                  </a:cubicBezTo>
                  <a:cubicBezTo>
                    <a:pt x="547058" y="135028"/>
                    <a:pt x="495334" y="117503"/>
                    <a:pt x="488307" y="106857"/>
                  </a:cubicBezTo>
                  <a:cubicBezTo>
                    <a:pt x="479983" y="94047"/>
                    <a:pt x="466038" y="85972"/>
                    <a:pt x="450781" y="85132"/>
                  </a:cubicBezTo>
                  <a:cubicBezTo>
                    <a:pt x="430497" y="82742"/>
                    <a:pt x="431511" y="71228"/>
                    <a:pt x="413255" y="58409"/>
                  </a:cubicBezTo>
                  <a:cubicBezTo>
                    <a:pt x="394376" y="43136"/>
                    <a:pt x="378468" y="24532"/>
                    <a:pt x="366312" y="3516"/>
                  </a:cubicBezTo>
                  <a:cubicBezTo>
                    <a:pt x="353996" y="2068"/>
                    <a:pt x="336465" y="-901"/>
                    <a:pt x="332988" y="3879"/>
                  </a:cubicBezTo>
                  <a:cubicBezTo>
                    <a:pt x="327989" y="10758"/>
                    <a:pt x="320020" y="42695"/>
                    <a:pt x="312993" y="26690"/>
                  </a:cubicBezTo>
                  <a:cubicBezTo>
                    <a:pt x="305966" y="10686"/>
                    <a:pt x="289087" y="10758"/>
                    <a:pt x="274091" y="8369"/>
                  </a:cubicBezTo>
                  <a:cubicBezTo>
                    <a:pt x="259095" y="5979"/>
                    <a:pt x="260109" y="-9881"/>
                    <a:pt x="244099" y="9527"/>
                  </a:cubicBezTo>
                  <a:cubicBezTo>
                    <a:pt x="236819" y="18275"/>
                    <a:pt x="228524" y="26125"/>
                    <a:pt x="219396" y="32918"/>
                  </a:cubicBezTo>
                  <a:cubicBezTo>
                    <a:pt x="218969" y="48235"/>
                    <a:pt x="216534" y="63428"/>
                    <a:pt x="212152" y="78107"/>
                  </a:cubicBezTo>
                  <a:cubicBezTo>
                    <a:pt x="208095" y="86291"/>
                    <a:pt x="174698" y="103671"/>
                    <a:pt x="173684" y="112941"/>
                  </a:cubicBezTo>
                  <a:cubicBezTo>
                    <a:pt x="172670" y="122210"/>
                    <a:pt x="177741" y="134666"/>
                    <a:pt x="171656" y="140749"/>
                  </a:cubicBezTo>
                  <a:cubicBezTo>
                    <a:pt x="165570" y="146832"/>
                    <a:pt x="186144" y="175510"/>
                    <a:pt x="174698" y="182534"/>
                  </a:cubicBezTo>
                  <a:cubicBezTo>
                    <a:pt x="163252" y="189559"/>
                    <a:pt x="182812" y="201073"/>
                    <a:pt x="175712" y="208026"/>
                  </a:cubicBezTo>
                  <a:cubicBezTo>
                    <a:pt x="168613" y="214977"/>
                    <a:pt x="155428" y="218454"/>
                    <a:pt x="155428" y="226565"/>
                  </a:cubicBezTo>
                  <a:cubicBezTo>
                    <a:pt x="155428" y="234675"/>
                    <a:pt x="154414" y="254445"/>
                    <a:pt x="145286" y="259080"/>
                  </a:cubicBezTo>
                  <a:cubicBezTo>
                    <a:pt x="136158" y="263715"/>
                    <a:pt x="130073" y="280806"/>
                    <a:pt x="130073" y="293841"/>
                  </a:cubicBezTo>
                  <a:cubicBezTo>
                    <a:pt x="130073" y="306876"/>
                    <a:pt x="115584" y="298476"/>
                    <a:pt x="120945" y="314697"/>
                  </a:cubicBezTo>
                  <a:cubicBezTo>
                    <a:pt x="126306" y="330919"/>
                    <a:pt x="132101" y="350907"/>
                    <a:pt x="120945" y="354165"/>
                  </a:cubicBezTo>
                  <a:cubicBezTo>
                    <a:pt x="109789" y="357424"/>
                    <a:pt x="112831" y="384364"/>
                    <a:pt x="106456" y="384364"/>
                  </a:cubicBezTo>
                  <a:cubicBezTo>
                    <a:pt x="100081" y="384364"/>
                    <a:pt x="97328" y="412172"/>
                    <a:pt x="106456" y="426077"/>
                  </a:cubicBezTo>
                  <a:cubicBezTo>
                    <a:pt x="114157" y="437338"/>
                    <a:pt x="118069" y="450756"/>
                    <a:pt x="117613" y="464386"/>
                  </a:cubicBezTo>
                  <a:cubicBezTo>
                    <a:pt x="117613" y="477131"/>
                    <a:pt x="129783" y="484084"/>
                    <a:pt x="125726" y="497988"/>
                  </a:cubicBezTo>
                  <a:cubicBezTo>
                    <a:pt x="121669" y="511892"/>
                    <a:pt x="123698" y="524710"/>
                    <a:pt x="116598" y="530504"/>
                  </a:cubicBezTo>
                  <a:cubicBezTo>
                    <a:pt x="109499" y="536297"/>
                    <a:pt x="115584" y="553677"/>
                    <a:pt x="106456" y="558312"/>
                  </a:cubicBezTo>
                  <a:cubicBezTo>
                    <a:pt x="97328" y="562947"/>
                    <a:pt x="113701" y="600025"/>
                    <a:pt x="106456" y="607050"/>
                  </a:cubicBezTo>
                  <a:cubicBezTo>
                    <a:pt x="99212" y="614074"/>
                    <a:pt x="81101" y="619795"/>
                    <a:pt x="81101" y="645286"/>
                  </a:cubicBezTo>
                  <a:cubicBezTo>
                    <a:pt x="81101" y="670777"/>
                    <a:pt x="84506" y="685261"/>
                    <a:pt x="82115" y="696341"/>
                  </a:cubicBezTo>
                  <a:cubicBezTo>
                    <a:pt x="80087" y="705611"/>
                    <a:pt x="92257" y="703583"/>
                    <a:pt x="90229" y="718067"/>
                  </a:cubicBezTo>
                  <a:cubicBezTo>
                    <a:pt x="88201" y="732550"/>
                    <a:pt x="71973" y="723860"/>
                    <a:pt x="70959" y="733129"/>
                  </a:cubicBezTo>
                  <a:cubicBezTo>
                    <a:pt x="69945" y="742399"/>
                    <a:pt x="75016" y="761011"/>
                    <a:pt x="68931" y="762097"/>
                  </a:cubicBezTo>
                  <a:cubicBezTo>
                    <a:pt x="62845" y="763183"/>
                    <a:pt x="59803" y="770207"/>
                    <a:pt x="59803" y="786429"/>
                  </a:cubicBezTo>
                  <a:cubicBezTo>
                    <a:pt x="59803" y="802651"/>
                    <a:pt x="51689" y="804969"/>
                    <a:pt x="50675" y="813152"/>
                  </a:cubicBezTo>
                  <a:cubicBezTo>
                    <a:pt x="49660" y="821335"/>
                    <a:pt x="57919" y="830532"/>
                    <a:pt x="57919" y="839802"/>
                  </a:cubicBezTo>
                  <a:cubicBezTo>
                    <a:pt x="57919" y="849071"/>
                    <a:pt x="62990" y="880356"/>
                    <a:pt x="55891" y="881587"/>
                  </a:cubicBezTo>
                  <a:cubicBezTo>
                    <a:pt x="48791" y="882818"/>
                    <a:pt x="44734" y="917796"/>
                    <a:pt x="50820" y="922141"/>
                  </a:cubicBezTo>
                  <a:cubicBezTo>
                    <a:pt x="56347" y="927652"/>
                    <a:pt x="57586" y="936139"/>
                    <a:pt x="53862" y="942998"/>
                  </a:cubicBezTo>
                  <a:cubicBezTo>
                    <a:pt x="50820" y="950239"/>
                    <a:pt x="68351" y="956902"/>
                    <a:pt x="58933" y="967402"/>
                  </a:cubicBezTo>
                  <a:cubicBezTo>
                    <a:pt x="49515" y="977903"/>
                    <a:pt x="57050" y="991228"/>
                    <a:pt x="69075" y="987100"/>
                  </a:cubicBezTo>
                  <a:cubicBezTo>
                    <a:pt x="79217" y="983624"/>
                    <a:pt x="85303" y="1004480"/>
                    <a:pt x="74146" y="1004480"/>
                  </a:cubicBezTo>
                  <a:cubicBezTo>
                    <a:pt x="62990" y="1004480"/>
                    <a:pt x="51834" y="1004480"/>
                    <a:pt x="60962" y="1012664"/>
                  </a:cubicBezTo>
                  <a:cubicBezTo>
                    <a:pt x="70090" y="1020847"/>
                    <a:pt x="79217" y="1032361"/>
                    <a:pt x="66033" y="1038155"/>
                  </a:cubicBezTo>
                  <a:cubicBezTo>
                    <a:pt x="52848" y="1043948"/>
                    <a:pt x="64004" y="1054377"/>
                    <a:pt x="60962" y="1068281"/>
                  </a:cubicBezTo>
                  <a:cubicBezTo>
                    <a:pt x="57919" y="1082185"/>
                    <a:pt x="70090" y="1095003"/>
                    <a:pt x="59947" y="1098479"/>
                  </a:cubicBezTo>
                  <a:cubicBezTo>
                    <a:pt x="49805" y="1101956"/>
                    <a:pt x="64004" y="1122812"/>
                    <a:pt x="49805" y="1125129"/>
                  </a:cubicBezTo>
                  <a:cubicBezTo>
                    <a:pt x="35606" y="1127446"/>
                    <a:pt x="44734" y="1142509"/>
                    <a:pt x="35317" y="1150693"/>
                  </a:cubicBezTo>
                  <a:cubicBezTo>
                    <a:pt x="25899" y="1158876"/>
                    <a:pt x="47487" y="1172418"/>
                    <a:pt x="36331" y="1180819"/>
                  </a:cubicBezTo>
                  <a:cubicBezTo>
                    <a:pt x="25174" y="1189219"/>
                    <a:pt x="33288" y="1207468"/>
                    <a:pt x="21842" y="1207468"/>
                  </a:cubicBezTo>
                  <a:cubicBezTo>
                    <a:pt x="10396" y="1207468"/>
                    <a:pt x="4601" y="1224849"/>
                    <a:pt x="3586" y="1232960"/>
                  </a:cubicBezTo>
                  <a:cubicBezTo>
                    <a:pt x="2572" y="1241071"/>
                    <a:pt x="-4527" y="1257365"/>
                    <a:pt x="4601" y="1269169"/>
                  </a:cubicBezTo>
                  <a:cubicBezTo>
                    <a:pt x="13728" y="1280973"/>
                    <a:pt x="2572" y="1290025"/>
                    <a:pt x="10686" y="1294660"/>
                  </a:cubicBezTo>
                  <a:cubicBezTo>
                    <a:pt x="18799" y="1299295"/>
                    <a:pt x="46183" y="1292343"/>
                    <a:pt x="42126" y="1306247"/>
                  </a:cubicBezTo>
                  <a:cubicBezTo>
                    <a:pt x="38069" y="1320151"/>
                    <a:pt x="39084" y="1350350"/>
                    <a:pt x="44155" y="1350350"/>
                  </a:cubicBezTo>
                  <a:cubicBezTo>
                    <a:pt x="49226" y="1350350"/>
                    <a:pt x="52268" y="1367730"/>
                    <a:pt x="60382" y="1366571"/>
                  </a:cubicBezTo>
                  <a:cubicBezTo>
                    <a:pt x="68496" y="1365412"/>
                    <a:pt x="105007" y="1360778"/>
                    <a:pt x="120221" y="1365412"/>
                  </a:cubicBezTo>
                  <a:cubicBezTo>
                    <a:pt x="127182" y="1367875"/>
                    <a:pt x="133427" y="1372003"/>
                    <a:pt x="138404" y="1377434"/>
                  </a:cubicBezTo>
                  <a:cubicBezTo>
                    <a:pt x="147097" y="1373017"/>
                    <a:pt x="166150" y="1387210"/>
                    <a:pt x="170424" y="1382286"/>
                  </a:cubicBezTo>
                  <a:cubicBezTo>
                    <a:pt x="174698" y="1377362"/>
                    <a:pt x="151734" y="1354043"/>
                    <a:pt x="152458" y="1346077"/>
                  </a:cubicBezTo>
                  <a:cubicBezTo>
                    <a:pt x="153182" y="1338111"/>
                    <a:pt x="148691" y="1325438"/>
                    <a:pt x="148691" y="1317110"/>
                  </a:cubicBezTo>
                  <a:cubicBezTo>
                    <a:pt x="148691" y="1308782"/>
                    <a:pt x="144996" y="1289736"/>
                    <a:pt x="155428" y="1280900"/>
                  </a:cubicBezTo>
                  <a:cubicBezTo>
                    <a:pt x="165860" y="1272066"/>
                    <a:pt x="166440" y="1265620"/>
                    <a:pt x="171583" y="1265331"/>
                  </a:cubicBezTo>
                  <a:cubicBezTo>
                    <a:pt x="177987" y="1256973"/>
                    <a:pt x="185463" y="1249500"/>
                    <a:pt x="193823" y="1243098"/>
                  </a:cubicBezTo>
                  <a:cubicBezTo>
                    <a:pt x="194099" y="1241447"/>
                    <a:pt x="194294" y="1239774"/>
                    <a:pt x="194403" y="1238102"/>
                  </a:cubicBezTo>
                  <a:cubicBezTo>
                    <a:pt x="195055" y="1219852"/>
                    <a:pt x="201647" y="1211741"/>
                    <a:pt x="213528" y="1199937"/>
                  </a:cubicBezTo>
                  <a:cubicBezTo>
                    <a:pt x="215701" y="1197403"/>
                    <a:pt x="217875" y="1195013"/>
                    <a:pt x="220193" y="1192695"/>
                  </a:cubicBezTo>
                  <a:cubicBezTo>
                    <a:pt x="222772" y="1185873"/>
                    <a:pt x="226973" y="1179783"/>
                    <a:pt x="232436" y="1174953"/>
                  </a:cubicBezTo>
                  <a:lnTo>
                    <a:pt x="233015" y="1174156"/>
                  </a:lnTo>
                  <a:cubicBezTo>
                    <a:pt x="233015" y="1174156"/>
                    <a:pt x="233015" y="1174156"/>
                    <a:pt x="233595" y="1173360"/>
                  </a:cubicBezTo>
                  <a:cubicBezTo>
                    <a:pt x="235189" y="1170680"/>
                    <a:pt x="237000" y="1168145"/>
                    <a:pt x="238738" y="1165683"/>
                  </a:cubicBezTo>
                  <a:cubicBezTo>
                    <a:pt x="244085" y="1157840"/>
                    <a:pt x="250663" y="1150924"/>
                    <a:pt x="258226" y="1145189"/>
                  </a:cubicBezTo>
                  <a:cubicBezTo>
                    <a:pt x="260725" y="1136854"/>
                    <a:pt x="262688" y="1128359"/>
                    <a:pt x="264094" y="1119770"/>
                  </a:cubicBezTo>
                  <a:cubicBezTo>
                    <a:pt x="264094" y="1111225"/>
                    <a:pt x="238593" y="1112528"/>
                    <a:pt x="230335" y="1109487"/>
                  </a:cubicBezTo>
                  <a:cubicBezTo>
                    <a:pt x="222076" y="1106445"/>
                    <a:pt x="192157" y="1082041"/>
                    <a:pt x="207153" y="1050393"/>
                  </a:cubicBezTo>
                  <a:cubicBezTo>
                    <a:pt x="212072" y="1039690"/>
                    <a:pt x="220070" y="1030689"/>
                    <a:pt x="230118" y="1024540"/>
                  </a:cubicBezTo>
                  <a:cubicBezTo>
                    <a:pt x="231878" y="1020528"/>
                    <a:pt x="234334" y="1016850"/>
                    <a:pt x="237362" y="1013678"/>
                  </a:cubicBezTo>
                  <a:cubicBezTo>
                    <a:pt x="242744" y="1008224"/>
                    <a:pt x="249772" y="1004690"/>
                    <a:pt x="257356" y="1003611"/>
                  </a:cubicBezTo>
                  <a:cubicBezTo>
                    <a:pt x="260725" y="1000288"/>
                    <a:pt x="264681" y="997615"/>
                    <a:pt x="269020" y="995718"/>
                  </a:cubicBezTo>
                  <a:cubicBezTo>
                    <a:pt x="269462" y="994972"/>
                    <a:pt x="270056" y="994335"/>
                    <a:pt x="270758" y="993835"/>
                  </a:cubicBezTo>
                  <a:cubicBezTo>
                    <a:pt x="278003" y="988693"/>
                    <a:pt x="279741" y="980148"/>
                    <a:pt x="279741" y="967257"/>
                  </a:cubicBezTo>
                  <a:cubicBezTo>
                    <a:pt x="279741" y="952774"/>
                    <a:pt x="279741" y="929527"/>
                    <a:pt x="293216" y="927862"/>
                  </a:cubicBezTo>
                  <a:cubicBezTo>
                    <a:pt x="306690" y="926196"/>
                    <a:pt x="310458" y="917579"/>
                    <a:pt x="302199" y="914972"/>
                  </a:cubicBezTo>
                  <a:cubicBezTo>
                    <a:pt x="293941" y="912364"/>
                    <a:pt x="290246" y="901285"/>
                    <a:pt x="303720" y="899547"/>
                  </a:cubicBezTo>
                  <a:cubicBezTo>
                    <a:pt x="317195" y="897809"/>
                    <a:pt x="312703" y="912437"/>
                    <a:pt x="322411" y="912437"/>
                  </a:cubicBezTo>
                  <a:cubicBezTo>
                    <a:pt x="332118" y="912437"/>
                    <a:pt x="348635" y="893536"/>
                    <a:pt x="335885" y="882456"/>
                  </a:cubicBezTo>
                  <a:cubicBezTo>
                    <a:pt x="323135" y="871376"/>
                    <a:pt x="319441" y="887597"/>
                    <a:pt x="312703" y="889697"/>
                  </a:cubicBezTo>
                  <a:cubicBezTo>
                    <a:pt x="305966" y="891798"/>
                    <a:pt x="300678" y="879342"/>
                    <a:pt x="293941" y="879342"/>
                  </a:cubicBezTo>
                  <a:cubicBezTo>
                    <a:pt x="287203" y="879342"/>
                    <a:pt x="291695" y="857616"/>
                    <a:pt x="288725" y="850374"/>
                  </a:cubicBezTo>
                  <a:cubicBezTo>
                    <a:pt x="285754" y="843133"/>
                    <a:pt x="281480" y="823797"/>
                    <a:pt x="287203" y="814165"/>
                  </a:cubicBezTo>
                  <a:cubicBezTo>
                    <a:pt x="292926" y="804534"/>
                    <a:pt x="318644" y="828649"/>
                    <a:pt x="341174" y="830459"/>
                  </a:cubicBezTo>
                  <a:cubicBezTo>
                    <a:pt x="363704" y="832270"/>
                    <a:pt x="380076" y="817642"/>
                    <a:pt x="380076" y="808155"/>
                  </a:cubicBezTo>
                  <a:cubicBezTo>
                    <a:pt x="380076" y="798668"/>
                    <a:pt x="369572" y="781650"/>
                    <a:pt x="383119" y="771366"/>
                  </a:cubicBezTo>
                  <a:cubicBezTo>
                    <a:pt x="396666" y="761083"/>
                    <a:pt x="385364" y="757607"/>
                    <a:pt x="381597" y="743920"/>
                  </a:cubicBezTo>
                  <a:cubicBezTo>
                    <a:pt x="377830" y="730233"/>
                    <a:pt x="387610" y="721615"/>
                    <a:pt x="393551" y="728495"/>
                  </a:cubicBezTo>
                  <a:cubicBezTo>
                    <a:pt x="397897" y="733492"/>
                    <a:pt x="422528" y="732550"/>
                    <a:pt x="449260" y="728495"/>
                  </a:cubicBezTo>
                  <a:cubicBezTo>
                    <a:pt x="452455" y="725844"/>
                    <a:pt x="456048" y="723723"/>
                    <a:pt x="459909" y="722195"/>
                  </a:cubicBezTo>
                  <a:cubicBezTo>
                    <a:pt x="474398" y="716184"/>
                    <a:pt x="488886" y="709956"/>
                    <a:pt x="503375" y="702714"/>
                  </a:cubicBezTo>
                  <a:cubicBezTo>
                    <a:pt x="513003" y="698058"/>
                    <a:pt x="522276" y="692713"/>
                    <a:pt x="531121" y="686710"/>
                  </a:cubicBezTo>
                  <a:cubicBezTo>
                    <a:pt x="529382" y="687941"/>
                    <a:pt x="534815" y="684175"/>
                    <a:pt x="537858" y="681785"/>
                  </a:cubicBezTo>
                  <a:cubicBezTo>
                    <a:pt x="537895" y="680300"/>
                    <a:pt x="538271" y="678838"/>
                    <a:pt x="538945" y="677512"/>
                  </a:cubicBezTo>
                  <a:cubicBezTo>
                    <a:pt x="540640" y="667149"/>
                    <a:pt x="546885" y="658090"/>
                    <a:pt x="555969" y="652818"/>
                  </a:cubicBezTo>
                  <a:cubicBezTo>
                    <a:pt x="560243" y="650428"/>
                    <a:pt x="564590" y="648328"/>
                    <a:pt x="568937" y="646373"/>
                  </a:cubicBezTo>
                  <a:cubicBezTo>
                    <a:pt x="571327" y="643027"/>
                    <a:pt x="573529" y="639544"/>
                    <a:pt x="575529" y="635944"/>
                  </a:cubicBezTo>
                  <a:cubicBezTo>
                    <a:pt x="580100" y="627457"/>
                    <a:pt x="576927" y="616877"/>
                    <a:pt x="568437" y="612300"/>
                  </a:cubicBezTo>
                  <a:cubicBezTo>
                    <a:pt x="566155" y="611069"/>
                    <a:pt x="563627" y="610366"/>
                    <a:pt x="561040" y="610236"/>
                  </a:cubicBezTo>
                  <a:cubicBezTo>
                    <a:pt x="546117" y="607702"/>
                    <a:pt x="546551" y="588004"/>
                    <a:pt x="555100" y="576851"/>
                  </a:cubicBezTo>
                  <a:cubicBezTo>
                    <a:pt x="563648" y="565699"/>
                    <a:pt x="550608" y="555126"/>
                    <a:pt x="536337" y="553750"/>
                  </a:cubicBezTo>
                  <a:cubicBezTo>
                    <a:pt x="522066" y="552374"/>
                    <a:pt x="499680" y="540859"/>
                    <a:pt x="512358" y="527172"/>
                  </a:cubicBezTo>
                  <a:cubicBezTo>
                    <a:pt x="518516" y="520510"/>
                    <a:pt x="521486" y="521886"/>
                    <a:pt x="524529" y="524855"/>
                  </a:cubicBezTo>
                  <a:cubicBezTo>
                    <a:pt x="526629" y="518337"/>
                    <a:pt x="528730" y="510371"/>
                    <a:pt x="526992" y="508706"/>
                  </a:cubicBezTo>
                  <a:cubicBezTo>
                    <a:pt x="523949" y="505157"/>
                    <a:pt x="516415" y="509502"/>
                    <a:pt x="517139" y="485242"/>
                  </a:cubicBezTo>
                  <a:cubicBezTo>
                    <a:pt x="517864" y="460982"/>
                    <a:pt x="525470" y="466124"/>
                    <a:pt x="526267" y="434549"/>
                  </a:cubicBezTo>
                  <a:cubicBezTo>
                    <a:pt x="527064" y="402975"/>
                    <a:pt x="537641" y="385016"/>
                    <a:pt x="537641" y="368577"/>
                  </a:cubicBezTo>
                  <a:cubicBezTo>
                    <a:pt x="537641" y="352138"/>
                    <a:pt x="563431" y="332947"/>
                    <a:pt x="577847" y="306007"/>
                  </a:cubicBezTo>
                  <a:cubicBezTo>
                    <a:pt x="593365" y="279539"/>
                    <a:pt x="613113" y="255778"/>
                    <a:pt x="636309" y="235689"/>
                  </a:cubicBezTo>
                  <a:cubicBezTo>
                    <a:pt x="649204" y="226130"/>
                    <a:pt x="674270" y="218381"/>
                    <a:pt x="677312" y="209691"/>
                  </a:cubicBezTo>
                  <a:cubicBezTo>
                    <a:pt x="680355" y="201001"/>
                    <a:pt x="678761" y="154364"/>
                    <a:pt x="672749" y="1508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1" name="Freeform 158">
              <a:extLst>
                <a:ext uri="{FF2B5EF4-FFF2-40B4-BE49-F238E27FC236}">
                  <a16:creationId xmlns:a16="http://schemas.microsoft.com/office/drawing/2014/main" id="{A10FB798-B3EE-684B-E31D-85B965015B8C}"/>
                </a:ext>
              </a:extLst>
            </p:cNvPr>
            <p:cNvSpPr/>
            <p:nvPr/>
          </p:nvSpPr>
          <p:spPr>
            <a:xfrm>
              <a:off x="3377582" y="6704300"/>
              <a:ext cx="121030" cy="133682"/>
            </a:xfrm>
            <a:custGeom>
              <a:avLst/>
              <a:gdLst>
                <a:gd name="connsiteX0" fmla="*/ 94492 w 121031"/>
                <a:gd name="connsiteY0" fmla="*/ 105730 h 133681"/>
                <a:gd name="connsiteX1" fmla="*/ 87899 w 121031"/>
                <a:gd name="connsiteY1" fmla="*/ 104210 h 133681"/>
                <a:gd name="connsiteX2" fmla="*/ 54792 w 121031"/>
                <a:gd name="connsiteY2" fmla="*/ 97910 h 133681"/>
                <a:gd name="connsiteX3" fmla="*/ 24149 w 121031"/>
                <a:gd name="connsiteY3" fmla="*/ 55183 h 133681"/>
                <a:gd name="connsiteX4" fmla="*/ 22845 w 121031"/>
                <a:gd name="connsiteY4" fmla="*/ 48592 h 133681"/>
                <a:gd name="connsiteX5" fmla="*/ 11399 w 121031"/>
                <a:gd name="connsiteY5" fmla="*/ 37223 h 133681"/>
                <a:gd name="connsiteX6" fmla="*/ 14369 w 121031"/>
                <a:gd name="connsiteY6" fmla="*/ 20929 h 133681"/>
                <a:gd name="connsiteX7" fmla="*/ 2560 w 121031"/>
                <a:gd name="connsiteY7" fmla="*/ 0 h 133681"/>
                <a:gd name="connsiteX8" fmla="*/ 2560 w 121031"/>
                <a:gd name="connsiteY8" fmla="*/ 127238 h 133681"/>
                <a:gd name="connsiteX9" fmla="*/ 59429 w 121031"/>
                <a:gd name="connsiteY9" fmla="*/ 130714 h 133681"/>
                <a:gd name="connsiteX10" fmla="*/ 74787 w 121031"/>
                <a:gd name="connsiteY10" fmla="*/ 130714 h 133681"/>
                <a:gd name="connsiteX11" fmla="*/ 116804 w 121031"/>
                <a:gd name="connsiteY11" fmla="*/ 117824 h 133681"/>
                <a:gd name="connsiteX12" fmla="*/ 94492 w 121031"/>
                <a:gd name="connsiteY12" fmla="*/ 105730 h 1336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1031" h="133681">
                  <a:moveTo>
                    <a:pt x="94492" y="105730"/>
                  </a:moveTo>
                  <a:cubicBezTo>
                    <a:pt x="92231" y="105585"/>
                    <a:pt x="90007" y="105079"/>
                    <a:pt x="87899" y="104210"/>
                  </a:cubicBezTo>
                  <a:cubicBezTo>
                    <a:pt x="76467" y="106744"/>
                    <a:pt x="64485" y="104499"/>
                    <a:pt x="54792" y="97910"/>
                  </a:cubicBezTo>
                  <a:cubicBezTo>
                    <a:pt x="40130" y="87481"/>
                    <a:pt x="29357" y="72418"/>
                    <a:pt x="24149" y="55183"/>
                  </a:cubicBezTo>
                  <a:cubicBezTo>
                    <a:pt x="23547" y="53010"/>
                    <a:pt x="23113" y="50837"/>
                    <a:pt x="22845" y="48592"/>
                  </a:cubicBezTo>
                  <a:cubicBezTo>
                    <a:pt x="19222" y="41350"/>
                    <a:pt x="21903" y="35195"/>
                    <a:pt x="11399" y="37223"/>
                  </a:cubicBezTo>
                  <a:cubicBezTo>
                    <a:pt x="-2076" y="39758"/>
                    <a:pt x="6907" y="25201"/>
                    <a:pt x="14369" y="20929"/>
                  </a:cubicBezTo>
                  <a:cubicBezTo>
                    <a:pt x="21831" y="16656"/>
                    <a:pt x="11688" y="2389"/>
                    <a:pt x="2560" y="0"/>
                  </a:cubicBezTo>
                  <a:cubicBezTo>
                    <a:pt x="1546" y="23029"/>
                    <a:pt x="-2655" y="126224"/>
                    <a:pt x="2560" y="127238"/>
                  </a:cubicBezTo>
                  <a:cubicBezTo>
                    <a:pt x="7776" y="128252"/>
                    <a:pt x="47765" y="121952"/>
                    <a:pt x="59429" y="130714"/>
                  </a:cubicBezTo>
                  <a:cubicBezTo>
                    <a:pt x="63993" y="132308"/>
                    <a:pt x="70150" y="136508"/>
                    <a:pt x="74787" y="130714"/>
                  </a:cubicBezTo>
                  <a:cubicBezTo>
                    <a:pt x="82031" y="121228"/>
                    <a:pt x="104778" y="126369"/>
                    <a:pt x="116804" y="117824"/>
                  </a:cubicBezTo>
                  <a:cubicBezTo>
                    <a:pt x="128830" y="109279"/>
                    <a:pt x="113254" y="106672"/>
                    <a:pt x="94492" y="1057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2" name="Freeform 159">
              <a:extLst>
                <a:ext uri="{FF2B5EF4-FFF2-40B4-BE49-F238E27FC236}">
                  <a16:creationId xmlns:a16="http://schemas.microsoft.com/office/drawing/2014/main" id="{87905FF8-8E40-55D8-6789-5AAEF416D54F}"/>
                </a:ext>
              </a:extLst>
            </p:cNvPr>
            <p:cNvSpPr/>
            <p:nvPr/>
          </p:nvSpPr>
          <p:spPr>
            <a:xfrm>
              <a:off x="3155134" y="5127980"/>
              <a:ext cx="282890" cy="1725240"/>
            </a:xfrm>
            <a:custGeom>
              <a:avLst/>
              <a:gdLst>
                <a:gd name="connsiteX0" fmla="*/ 225227 w 282892"/>
                <a:gd name="connsiteY0" fmla="*/ 1703765 h 1725230"/>
                <a:gd name="connsiteX1" fmla="*/ 225227 w 282892"/>
                <a:gd name="connsiteY1" fmla="*/ 1576526 h 1725230"/>
                <a:gd name="connsiteX2" fmla="*/ 222837 w 282892"/>
                <a:gd name="connsiteY2" fmla="*/ 1576019 h 1725230"/>
                <a:gd name="connsiteX3" fmla="*/ 195091 w 282892"/>
                <a:gd name="connsiteY3" fmla="*/ 1561535 h 1725230"/>
                <a:gd name="connsiteX4" fmla="*/ 199003 w 282892"/>
                <a:gd name="connsiteY4" fmla="*/ 1555815 h 1725230"/>
                <a:gd name="connsiteX5" fmla="*/ 180819 w 282892"/>
                <a:gd name="connsiteY5" fmla="*/ 1543793 h 1725230"/>
                <a:gd name="connsiteX6" fmla="*/ 120981 w 282892"/>
                <a:gd name="connsiteY6" fmla="*/ 1544952 h 1725230"/>
                <a:gd name="connsiteX7" fmla="*/ 104753 w 282892"/>
                <a:gd name="connsiteY7" fmla="*/ 1528730 h 1725230"/>
                <a:gd name="connsiteX8" fmla="*/ 102725 w 282892"/>
                <a:gd name="connsiteY8" fmla="*/ 1484627 h 1725230"/>
                <a:gd name="connsiteX9" fmla="*/ 71285 w 282892"/>
                <a:gd name="connsiteY9" fmla="*/ 1473041 h 1725230"/>
                <a:gd name="connsiteX10" fmla="*/ 65199 w 282892"/>
                <a:gd name="connsiteY10" fmla="*/ 1447549 h 1725230"/>
                <a:gd name="connsiteX11" fmla="*/ 64185 w 282892"/>
                <a:gd name="connsiteY11" fmla="*/ 1411340 h 1725230"/>
                <a:gd name="connsiteX12" fmla="*/ 82441 w 282892"/>
                <a:gd name="connsiteY12" fmla="*/ 1385849 h 1725230"/>
                <a:gd name="connsiteX13" fmla="*/ 96930 w 282892"/>
                <a:gd name="connsiteY13" fmla="*/ 1359199 h 1725230"/>
                <a:gd name="connsiteX14" fmla="*/ 95915 w 282892"/>
                <a:gd name="connsiteY14" fmla="*/ 1329073 h 1725230"/>
                <a:gd name="connsiteX15" fmla="*/ 110404 w 282892"/>
                <a:gd name="connsiteY15" fmla="*/ 1303509 h 1725230"/>
                <a:gd name="connsiteX16" fmla="*/ 120546 w 282892"/>
                <a:gd name="connsiteY16" fmla="*/ 1276860 h 1725230"/>
                <a:gd name="connsiteX17" fmla="*/ 121560 w 282892"/>
                <a:gd name="connsiteY17" fmla="*/ 1246661 h 1725230"/>
                <a:gd name="connsiteX18" fmla="*/ 126631 w 282892"/>
                <a:gd name="connsiteY18" fmla="*/ 1216535 h 1725230"/>
                <a:gd name="connsiteX19" fmla="*/ 121560 w 282892"/>
                <a:gd name="connsiteY19" fmla="*/ 1191044 h 1725230"/>
                <a:gd name="connsiteX20" fmla="*/ 134745 w 282892"/>
                <a:gd name="connsiteY20" fmla="*/ 1182861 h 1725230"/>
                <a:gd name="connsiteX21" fmla="*/ 129674 w 282892"/>
                <a:gd name="connsiteY21" fmla="*/ 1165480 h 1725230"/>
                <a:gd name="connsiteX22" fmla="*/ 119532 w 282892"/>
                <a:gd name="connsiteY22" fmla="*/ 1145783 h 1725230"/>
                <a:gd name="connsiteX23" fmla="*/ 114461 w 282892"/>
                <a:gd name="connsiteY23" fmla="*/ 1121378 h 1725230"/>
                <a:gd name="connsiteX24" fmla="*/ 111418 w 282892"/>
                <a:gd name="connsiteY24" fmla="*/ 1100522 h 1725230"/>
                <a:gd name="connsiteX25" fmla="*/ 116489 w 282892"/>
                <a:gd name="connsiteY25" fmla="*/ 1059967 h 1725230"/>
                <a:gd name="connsiteX26" fmla="*/ 118518 w 282892"/>
                <a:gd name="connsiteY26" fmla="*/ 1018182 h 1725230"/>
                <a:gd name="connsiteX27" fmla="*/ 111273 w 282892"/>
                <a:gd name="connsiteY27" fmla="*/ 991532 h 1725230"/>
                <a:gd name="connsiteX28" fmla="*/ 120401 w 282892"/>
                <a:gd name="connsiteY28" fmla="*/ 964810 h 1725230"/>
                <a:gd name="connsiteX29" fmla="*/ 129529 w 282892"/>
                <a:gd name="connsiteY29" fmla="*/ 940477 h 1725230"/>
                <a:gd name="connsiteX30" fmla="*/ 131558 w 282892"/>
                <a:gd name="connsiteY30" fmla="*/ 911510 h 1725230"/>
                <a:gd name="connsiteX31" fmla="*/ 150828 w 282892"/>
                <a:gd name="connsiteY31" fmla="*/ 896447 h 1725230"/>
                <a:gd name="connsiteX32" fmla="*/ 142714 w 282892"/>
                <a:gd name="connsiteY32" fmla="*/ 874722 h 1725230"/>
                <a:gd name="connsiteX33" fmla="*/ 141700 w 282892"/>
                <a:gd name="connsiteY33" fmla="*/ 823667 h 1725230"/>
                <a:gd name="connsiteX34" fmla="*/ 167055 w 282892"/>
                <a:gd name="connsiteY34" fmla="*/ 785430 h 1725230"/>
                <a:gd name="connsiteX35" fmla="*/ 167055 w 282892"/>
                <a:gd name="connsiteY35" fmla="*/ 736693 h 1725230"/>
                <a:gd name="connsiteX36" fmla="*/ 177197 w 282892"/>
                <a:gd name="connsiteY36" fmla="*/ 708884 h 1725230"/>
                <a:gd name="connsiteX37" fmla="*/ 186325 w 282892"/>
                <a:gd name="connsiteY37" fmla="*/ 676368 h 1725230"/>
                <a:gd name="connsiteX38" fmla="*/ 178211 w 282892"/>
                <a:gd name="connsiteY38" fmla="*/ 642766 h 1725230"/>
                <a:gd name="connsiteX39" fmla="*/ 167055 w 282892"/>
                <a:gd name="connsiteY39" fmla="*/ 604457 h 1725230"/>
                <a:gd name="connsiteX40" fmla="*/ 167055 w 282892"/>
                <a:gd name="connsiteY40" fmla="*/ 562744 h 1725230"/>
                <a:gd name="connsiteX41" fmla="*/ 181544 w 282892"/>
                <a:gd name="connsiteY41" fmla="*/ 532546 h 1725230"/>
                <a:gd name="connsiteX42" fmla="*/ 181544 w 282892"/>
                <a:gd name="connsiteY42" fmla="*/ 493078 h 1725230"/>
                <a:gd name="connsiteX43" fmla="*/ 190672 w 282892"/>
                <a:gd name="connsiteY43" fmla="*/ 472222 h 1725230"/>
                <a:gd name="connsiteX44" fmla="*/ 205885 w 282892"/>
                <a:gd name="connsiteY44" fmla="*/ 437461 h 1725230"/>
                <a:gd name="connsiteX45" fmla="*/ 216027 w 282892"/>
                <a:gd name="connsiteY45" fmla="*/ 404945 h 1725230"/>
                <a:gd name="connsiteX46" fmla="*/ 236311 w 282892"/>
                <a:gd name="connsiteY46" fmla="*/ 386406 h 1725230"/>
                <a:gd name="connsiteX47" fmla="*/ 235297 w 282892"/>
                <a:gd name="connsiteY47" fmla="*/ 360915 h 1725230"/>
                <a:gd name="connsiteX48" fmla="*/ 232254 w 282892"/>
                <a:gd name="connsiteY48" fmla="*/ 319129 h 1725230"/>
                <a:gd name="connsiteX49" fmla="*/ 234283 w 282892"/>
                <a:gd name="connsiteY49" fmla="*/ 291321 h 1725230"/>
                <a:gd name="connsiteX50" fmla="*/ 272750 w 282892"/>
                <a:gd name="connsiteY50" fmla="*/ 256488 h 1725230"/>
                <a:gd name="connsiteX51" fmla="*/ 279995 w 282892"/>
                <a:gd name="connsiteY51" fmla="*/ 211299 h 1725230"/>
                <a:gd name="connsiteX52" fmla="*/ 258769 w 282892"/>
                <a:gd name="connsiteY52" fmla="*/ 218540 h 1725230"/>
                <a:gd name="connsiteX53" fmla="*/ 250800 w 282892"/>
                <a:gd name="connsiteY53" fmla="*/ 176249 h 1725230"/>
                <a:gd name="connsiteX54" fmla="*/ 238774 w 282892"/>
                <a:gd name="connsiteY54" fmla="*/ 140836 h 1725230"/>
                <a:gd name="connsiteX55" fmla="*/ 226821 w 282892"/>
                <a:gd name="connsiteY55" fmla="*/ 108827 h 1725230"/>
                <a:gd name="connsiteX56" fmla="*/ 234065 w 282892"/>
                <a:gd name="connsiteY56" fmla="*/ 81453 h 1725230"/>
                <a:gd name="connsiteX57" fmla="*/ 220084 w 282892"/>
                <a:gd name="connsiteY57" fmla="*/ 59727 h 1725230"/>
                <a:gd name="connsiteX58" fmla="*/ 212115 w 282892"/>
                <a:gd name="connsiteY58" fmla="*/ 18594 h 1725230"/>
                <a:gd name="connsiteX59" fmla="*/ 197119 w 282892"/>
                <a:gd name="connsiteY59" fmla="*/ 1431 h 1725230"/>
                <a:gd name="connsiteX60" fmla="*/ 183138 w 282892"/>
                <a:gd name="connsiteY60" fmla="*/ 32281 h 1725230"/>
                <a:gd name="connsiteX61" fmla="*/ 175893 w 282892"/>
                <a:gd name="connsiteY61" fmla="*/ 38364 h 1725230"/>
                <a:gd name="connsiteX62" fmla="*/ 175893 w 282892"/>
                <a:gd name="connsiteY62" fmla="*/ 73125 h 1725230"/>
                <a:gd name="connsiteX63" fmla="*/ 178139 w 282892"/>
                <a:gd name="connsiteY63" fmla="*/ 172555 h 1725230"/>
                <a:gd name="connsiteX64" fmla="*/ 164664 w 282892"/>
                <a:gd name="connsiteY64" fmla="*/ 230490 h 1725230"/>
                <a:gd name="connsiteX65" fmla="*/ 169156 w 282892"/>
                <a:gd name="connsiteY65" fmla="*/ 252795 h 1725230"/>
                <a:gd name="connsiteX66" fmla="*/ 165389 w 282892"/>
                <a:gd name="connsiteY66" fmla="*/ 304211 h 1725230"/>
                <a:gd name="connsiteX67" fmla="*/ 150393 w 282892"/>
                <a:gd name="connsiteY67" fmla="*/ 392417 h 1725230"/>
                <a:gd name="connsiteX68" fmla="*/ 141410 w 282892"/>
                <a:gd name="connsiteY68" fmla="*/ 432681 h 1725230"/>
                <a:gd name="connsiteX69" fmla="*/ 136991 w 282892"/>
                <a:gd name="connsiteY69" fmla="*/ 453610 h 1725230"/>
                <a:gd name="connsiteX70" fmla="*/ 143294 w 282892"/>
                <a:gd name="connsiteY70" fmla="*/ 486633 h 1725230"/>
                <a:gd name="connsiteX71" fmla="*/ 137643 w 282892"/>
                <a:gd name="connsiteY71" fmla="*/ 503941 h 1725230"/>
                <a:gd name="connsiteX72" fmla="*/ 139164 w 282892"/>
                <a:gd name="connsiteY72" fmla="*/ 512414 h 1725230"/>
                <a:gd name="connsiteX73" fmla="*/ 126414 w 282892"/>
                <a:gd name="connsiteY73" fmla="*/ 554344 h 1725230"/>
                <a:gd name="connsiteX74" fmla="*/ 126414 w 282892"/>
                <a:gd name="connsiteY74" fmla="*/ 639218 h 1725230"/>
                <a:gd name="connsiteX75" fmla="*/ 119170 w 282892"/>
                <a:gd name="connsiteY75" fmla="*/ 665723 h 1725230"/>
                <a:gd name="connsiteX76" fmla="*/ 111056 w 282892"/>
                <a:gd name="connsiteY76" fmla="*/ 695921 h 1725230"/>
                <a:gd name="connsiteX77" fmla="*/ 66141 w 282892"/>
                <a:gd name="connsiteY77" fmla="*/ 860890 h 1725230"/>
                <a:gd name="connsiteX78" fmla="*/ 62954 w 282892"/>
                <a:gd name="connsiteY78" fmla="*/ 865742 h 1725230"/>
                <a:gd name="connsiteX79" fmla="*/ 65272 w 282892"/>
                <a:gd name="connsiteY79" fmla="*/ 903979 h 1725230"/>
                <a:gd name="connsiteX80" fmla="*/ 66721 w 282892"/>
                <a:gd name="connsiteY80" fmla="*/ 943374 h 1725230"/>
                <a:gd name="connsiteX81" fmla="*/ 56216 w 282892"/>
                <a:gd name="connsiteY81" fmla="*/ 975890 h 1725230"/>
                <a:gd name="connsiteX82" fmla="*/ 51797 w 282892"/>
                <a:gd name="connsiteY82" fmla="*/ 1021296 h 1725230"/>
                <a:gd name="connsiteX83" fmla="*/ 48754 w 282892"/>
                <a:gd name="connsiteY83" fmla="*/ 1044470 h 1725230"/>
                <a:gd name="connsiteX84" fmla="*/ 34266 w 282892"/>
                <a:gd name="connsiteY84" fmla="*/ 1086472 h 1725230"/>
                <a:gd name="connsiteX85" fmla="*/ 49986 w 282892"/>
                <a:gd name="connsiteY85" fmla="*/ 1112181 h 1725230"/>
                <a:gd name="connsiteX86" fmla="*/ 64982 w 282892"/>
                <a:gd name="connsiteY86" fmla="*/ 1042732 h 1725230"/>
                <a:gd name="connsiteX87" fmla="*/ 77660 w 282892"/>
                <a:gd name="connsiteY87" fmla="*/ 1028248 h 1725230"/>
                <a:gd name="connsiteX88" fmla="*/ 86643 w 282892"/>
                <a:gd name="connsiteY88" fmla="*/ 1042732 h 1725230"/>
                <a:gd name="connsiteX89" fmla="*/ 88961 w 282892"/>
                <a:gd name="connsiteY89" fmla="*/ 1059895 h 1725230"/>
                <a:gd name="connsiteX90" fmla="*/ 85918 w 282892"/>
                <a:gd name="connsiteY90" fmla="*/ 1092411 h 1725230"/>
                <a:gd name="connsiteX91" fmla="*/ 77660 w 282892"/>
                <a:gd name="connsiteY91" fmla="*/ 1123261 h 1725230"/>
                <a:gd name="connsiteX92" fmla="*/ 71719 w 282892"/>
                <a:gd name="connsiteY92" fmla="*/ 1148173 h 1725230"/>
                <a:gd name="connsiteX93" fmla="*/ 73168 w 282892"/>
                <a:gd name="connsiteY93" fmla="*/ 1167001 h 1725230"/>
                <a:gd name="connsiteX94" fmla="*/ 72444 w 282892"/>
                <a:gd name="connsiteY94" fmla="*/ 1183296 h 1725230"/>
                <a:gd name="connsiteX95" fmla="*/ 73965 w 282892"/>
                <a:gd name="connsiteY95" fmla="*/ 1206397 h 1725230"/>
                <a:gd name="connsiteX96" fmla="*/ 56723 w 282892"/>
                <a:gd name="connsiteY96" fmla="*/ 1217549 h 1725230"/>
                <a:gd name="connsiteX97" fmla="*/ 59694 w 282892"/>
                <a:gd name="connsiteY97" fmla="*/ 1243258 h 1725230"/>
                <a:gd name="connsiteX98" fmla="*/ 37960 w 282892"/>
                <a:gd name="connsiteY98" fmla="*/ 1232974 h 1725230"/>
                <a:gd name="connsiteX99" fmla="*/ 52956 w 282892"/>
                <a:gd name="connsiteY99" fmla="*/ 1207266 h 1725230"/>
                <a:gd name="connsiteX100" fmla="*/ 34990 w 282892"/>
                <a:gd name="connsiteY100" fmla="*/ 1178951 h 1725230"/>
                <a:gd name="connsiteX101" fmla="*/ 46219 w 282892"/>
                <a:gd name="connsiteY101" fmla="*/ 1209800 h 1725230"/>
                <a:gd name="connsiteX102" fmla="*/ 28253 w 282892"/>
                <a:gd name="connsiteY102" fmla="*/ 1219215 h 1725230"/>
                <a:gd name="connsiteX103" fmla="*/ 8766 w 282892"/>
                <a:gd name="connsiteY103" fmla="*/ 1235509 h 1725230"/>
                <a:gd name="connsiteX104" fmla="*/ 10287 w 282892"/>
                <a:gd name="connsiteY104" fmla="*/ 1254410 h 1725230"/>
                <a:gd name="connsiteX105" fmla="*/ 145 w 282892"/>
                <a:gd name="connsiteY105" fmla="*/ 1260928 h 1725230"/>
                <a:gd name="connsiteX106" fmla="*/ 1087 w 282892"/>
                <a:gd name="connsiteY106" fmla="*/ 1272877 h 1725230"/>
                <a:gd name="connsiteX107" fmla="*/ 13257 w 282892"/>
                <a:gd name="connsiteY107" fmla="*/ 1279250 h 1725230"/>
                <a:gd name="connsiteX108" fmla="*/ 32744 w 282892"/>
                <a:gd name="connsiteY108" fmla="*/ 1281784 h 1725230"/>
                <a:gd name="connsiteX109" fmla="*/ 35715 w 282892"/>
                <a:gd name="connsiteY109" fmla="*/ 1301482 h 1725230"/>
                <a:gd name="connsiteX110" fmla="*/ 25283 w 282892"/>
                <a:gd name="connsiteY110" fmla="*/ 1325452 h 1725230"/>
                <a:gd name="connsiteX111" fmla="*/ 56723 w 282892"/>
                <a:gd name="connsiteY111" fmla="*/ 1328928 h 1725230"/>
                <a:gd name="connsiteX112" fmla="*/ 57448 w 282892"/>
                <a:gd name="connsiteY112" fmla="*/ 1344353 h 1725230"/>
                <a:gd name="connsiteX113" fmla="*/ 34990 w 282892"/>
                <a:gd name="connsiteY113" fmla="*/ 1338343 h 1725230"/>
                <a:gd name="connsiteX114" fmla="*/ 14778 w 282892"/>
                <a:gd name="connsiteY114" fmla="*/ 1340081 h 1725230"/>
                <a:gd name="connsiteX115" fmla="*/ 1014 w 282892"/>
                <a:gd name="connsiteY115" fmla="*/ 1344571 h 1725230"/>
                <a:gd name="connsiteX116" fmla="*/ 9707 w 282892"/>
                <a:gd name="connsiteY116" fmla="*/ 1377231 h 1725230"/>
                <a:gd name="connsiteX117" fmla="*/ 21516 w 282892"/>
                <a:gd name="connsiteY117" fmla="*/ 1366658 h 1725230"/>
                <a:gd name="connsiteX118" fmla="*/ 36005 w 282892"/>
                <a:gd name="connsiteY118" fmla="*/ 1368324 h 1725230"/>
                <a:gd name="connsiteX119" fmla="*/ 18835 w 282892"/>
                <a:gd name="connsiteY119" fmla="*/ 1384618 h 1725230"/>
                <a:gd name="connsiteX120" fmla="*/ 4347 w 282892"/>
                <a:gd name="connsiteY120" fmla="*/ 1404388 h 1725230"/>
                <a:gd name="connsiteX121" fmla="*/ 724 w 282892"/>
                <a:gd name="connsiteY121" fmla="*/ 1412861 h 1725230"/>
                <a:gd name="connsiteX122" fmla="*/ 0 w 282892"/>
                <a:gd name="connsiteY122" fmla="*/ 1422637 h 1725230"/>
                <a:gd name="connsiteX123" fmla="*/ 8186 w 282892"/>
                <a:gd name="connsiteY123" fmla="*/ 1424013 h 1725230"/>
                <a:gd name="connsiteX124" fmla="*/ 16445 w 282892"/>
                <a:gd name="connsiteY124" fmla="*/ 1436035 h 1725230"/>
                <a:gd name="connsiteX125" fmla="*/ 26877 w 282892"/>
                <a:gd name="connsiteY125" fmla="*/ 1420610 h 1725230"/>
                <a:gd name="connsiteX126" fmla="*/ 41365 w 282892"/>
                <a:gd name="connsiteY126" fmla="*/ 1402577 h 1725230"/>
                <a:gd name="connsiteX127" fmla="*/ 36874 w 282892"/>
                <a:gd name="connsiteY127" fmla="*/ 1430024 h 1725230"/>
                <a:gd name="connsiteX128" fmla="*/ 31585 w 282892"/>
                <a:gd name="connsiteY128" fmla="*/ 1458992 h 1725230"/>
                <a:gd name="connsiteX129" fmla="*/ 22602 w 282892"/>
                <a:gd name="connsiteY129" fmla="*/ 1473475 h 1725230"/>
                <a:gd name="connsiteX130" fmla="*/ 13112 w 282892"/>
                <a:gd name="connsiteY130" fmla="*/ 1479920 h 1725230"/>
                <a:gd name="connsiteX131" fmla="*/ 16083 w 282892"/>
                <a:gd name="connsiteY131" fmla="*/ 1491652 h 1725230"/>
                <a:gd name="connsiteX132" fmla="*/ 28036 w 282892"/>
                <a:gd name="connsiteY132" fmla="*/ 1500704 h 1725230"/>
                <a:gd name="connsiteX133" fmla="*/ 28615 w 282892"/>
                <a:gd name="connsiteY133" fmla="*/ 1500704 h 1725230"/>
                <a:gd name="connsiteX134" fmla="*/ 45857 w 282892"/>
                <a:gd name="connsiteY134" fmla="*/ 1501573 h 1725230"/>
                <a:gd name="connsiteX135" fmla="*/ 52594 w 282892"/>
                <a:gd name="connsiteY135" fmla="*/ 1514391 h 1725230"/>
                <a:gd name="connsiteX136" fmla="*/ 43466 w 282892"/>
                <a:gd name="connsiteY136" fmla="*/ 1520040 h 1725230"/>
                <a:gd name="connsiteX137" fmla="*/ 44698 w 282892"/>
                <a:gd name="connsiteY137" fmla="*/ 1522140 h 1725230"/>
                <a:gd name="connsiteX138" fmla="*/ 47885 w 282892"/>
                <a:gd name="connsiteY138" fmla="*/ 1530106 h 1725230"/>
                <a:gd name="connsiteX139" fmla="*/ 57086 w 282892"/>
                <a:gd name="connsiteY139" fmla="*/ 1534958 h 1725230"/>
                <a:gd name="connsiteX140" fmla="*/ 68314 w 282892"/>
                <a:gd name="connsiteY140" fmla="*/ 1530685 h 1725230"/>
                <a:gd name="connsiteX141" fmla="*/ 90047 w 282892"/>
                <a:gd name="connsiteY141" fmla="*/ 1539231 h 1725230"/>
                <a:gd name="connsiteX142" fmla="*/ 60056 w 282892"/>
                <a:gd name="connsiteY142" fmla="*/ 1552990 h 1725230"/>
                <a:gd name="connsiteX143" fmla="*/ 50928 w 282892"/>
                <a:gd name="connsiteY143" fmla="*/ 1555453 h 1725230"/>
                <a:gd name="connsiteX144" fmla="*/ 50928 w 282892"/>
                <a:gd name="connsiteY144" fmla="*/ 1577178 h 1725230"/>
                <a:gd name="connsiteX145" fmla="*/ 74979 w 282892"/>
                <a:gd name="connsiteY145" fmla="*/ 1566894 h 1725230"/>
                <a:gd name="connsiteX146" fmla="*/ 126631 w 282892"/>
                <a:gd name="connsiteY146" fmla="*/ 1570371 h 1725230"/>
                <a:gd name="connsiteX147" fmla="*/ 105695 w 282892"/>
                <a:gd name="connsiteY147" fmla="*/ 1578047 h 1725230"/>
                <a:gd name="connsiteX148" fmla="*/ 84687 w 282892"/>
                <a:gd name="connsiteY148" fmla="*/ 1582319 h 1725230"/>
                <a:gd name="connsiteX149" fmla="*/ 65996 w 282892"/>
                <a:gd name="connsiteY149" fmla="*/ 1596007 h 1725230"/>
                <a:gd name="connsiteX150" fmla="*/ 66721 w 282892"/>
                <a:gd name="connsiteY150" fmla="*/ 1611432 h 1725230"/>
                <a:gd name="connsiteX151" fmla="*/ 97437 w 282892"/>
                <a:gd name="connsiteY151" fmla="*/ 1596948 h 1725230"/>
                <a:gd name="connsiteX152" fmla="*/ 135687 w 282892"/>
                <a:gd name="connsiteY152" fmla="*/ 1588403 h 1725230"/>
                <a:gd name="connsiteX153" fmla="*/ 110187 w 282892"/>
                <a:gd name="connsiteY153" fmla="*/ 1604624 h 1725230"/>
                <a:gd name="connsiteX154" fmla="*/ 92945 w 282892"/>
                <a:gd name="connsiteY154" fmla="*/ 1623525 h 1725230"/>
                <a:gd name="connsiteX155" fmla="*/ 67010 w 282892"/>
                <a:gd name="connsiteY155" fmla="*/ 1621425 h 1725230"/>
                <a:gd name="connsiteX156" fmla="*/ 67590 w 282892"/>
                <a:gd name="connsiteY156" fmla="*/ 1622367 h 1725230"/>
                <a:gd name="connsiteX157" fmla="*/ 93162 w 282892"/>
                <a:gd name="connsiteY157" fmla="*/ 1654448 h 1725230"/>
                <a:gd name="connsiteX158" fmla="*/ 111708 w 282892"/>
                <a:gd name="connsiteY158" fmla="*/ 1661689 h 1725230"/>
                <a:gd name="connsiteX159" fmla="*/ 105695 w 282892"/>
                <a:gd name="connsiteY159" fmla="*/ 1648872 h 1725230"/>
                <a:gd name="connsiteX160" fmla="*/ 119170 w 282892"/>
                <a:gd name="connsiteY160" fmla="*/ 1637719 h 1725230"/>
                <a:gd name="connsiteX161" fmla="*/ 145394 w 282892"/>
                <a:gd name="connsiteY161" fmla="*/ 1610345 h 1725230"/>
                <a:gd name="connsiteX162" fmla="*/ 175314 w 282892"/>
                <a:gd name="connsiteY162" fmla="*/ 1573485 h 1725230"/>
                <a:gd name="connsiteX163" fmla="*/ 170895 w 282892"/>
                <a:gd name="connsiteY163" fmla="*/ 1592313 h 1725230"/>
                <a:gd name="connsiteX164" fmla="*/ 165606 w 282892"/>
                <a:gd name="connsiteY164" fmla="*/ 1614618 h 1725230"/>
                <a:gd name="connsiteX165" fmla="*/ 196322 w 282892"/>
                <a:gd name="connsiteY165" fmla="*/ 1616284 h 1725230"/>
                <a:gd name="connsiteX166" fmla="*/ 177559 w 282892"/>
                <a:gd name="connsiteY166" fmla="*/ 1633447 h 1725230"/>
                <a:gd name="connsiteX167" fmla="*/ 179081 w 282892"/>
                <a:gd name="connsiteY167" fmla="*/ 1660820 h 1725230"/>
                <a:gd name="connsiteX168" fmla="*/ 164592 w 282892"/>
                <a:gd name="connsiteY168" fmla="*/ 1629174 h 1725230"/>
                <a:gd name="connsiteX169" fmla="*/ 157855 w 282892"/>
                <a:gd name="connsiteY169" fmla="*/ 1653145 h 1725230"/>
                <a:gd name="connsiteX170" fmla="*/ 141337 w 282892"/>
                <a:gd name="connsiteY170" fmla="*/ 1646265 h 1725230"/>
                <a:gd name="connsiteX171" fmla="*/ 132354 w 282892"/>
                <a:gd name="connsiteY171" fmla="*/ 1660749 h 1725230"/>
                <a:gd name="connsiteX172" fmla="*/ 115113 w 282892"/>
                <a:gd name="connsiteY172" fmla="*/ 1676173 h 1725230"/>
                <a:gd name="connsiteX173" fmla="*/ 139816 w 282892"/>
                <a:gd name="connsiteY173" fmla="*/ 1682184 h 1725230"/>
                <a:gd name="connsiteX174" fmla="*/ 152349 w 282892"/>
                <a:gd name="connsiteY174" fmla="*/ 1708545 h 1725230"/>
                <a:gd name="connsiteX175" fmla="*/ 161912 w 282892"/>
                <a:gd name="connsiteY175" fmla="*/ 1712238 h 1725230"/>
                <a:gd name="connsiteX176" fmla="*/ 161912 w 282892"/>
                <a:gd name="connsiteY176" fmla="*/ 1712238 h 1725230"/>
                <a:gd name="connsiteX177" fmla="*/ 168721 w 282892"/>
                <a:gd name="connsiteY177" fmla="*/ 1686239 h 1725230"/>
                <a:gd name="connsiteX178" fmla="*/ 192700 w 282892"/>
                <a:gd name="connsiteY178" fmla="*/ 1722448 h 1725230"/>
                <a:gd name="connsiteX179" fmla="*/ 204653 w 282892"/>
                <a:gd name="connsiteY179" fmla="*/ 1708690 h 1725230"/>
                <a:gd name="connsiteX180" fmla="*/ 225010 w 282892"/>
                <a:gd name="connsiteY180" fmla="*/ 1723173 h 1725230"/>
                <a:gd name="connsiteX181" fmla="*/ 231313 w 282892"/>
                <a:gd name="connsiteY181" fmla="*/ 1722376 h 1725230"/>
                <a:gd name="connsiteX182" fmla="*/ 242034 w 282892"/>
                <a:gd name="connsiteY182" fmla="*/ 1723173 h 1725230"/>
                <a:gd name="connsiteX183" fmla="*/ 235369 w 282892"/>
                <a:gd name="connsiteY183" fmla="*/ 1712455 h 1725230"/>
                <a:gd name="connsiteX184" fmla="*/ 254857 w 282892"/>
                <a:gd name="connsiteY184" fmla="*/ 1712455 h 1725230"/>
                <a:gd name="connsiteX185" fmla="*/ 277314 w 282892"/>
                <a:gd name="connsiteY185" fmla="*/ 1709051 h 1725230"/>
                <a:gd name="connsiteX186" fmla="*/ 282892 w 282892"/>
                <a:gd name="connsiteY186" fmla="*/ 1706589 h 1725230"/>
                <a:gd name="connsiteX187" fmla="*/ 225227 w 282892"/>
                <a:gd name="connsiteY187" fmla="*/ 1703765 h 1725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</a:cxnLst>
              <a:rect l="l" t="t" r="r" b="b"/>
              <a:pathLst>
                <a:path w="282892" h="1725230">
                  <a:moveTo>
                    <a:pt x="225227" y="1703765"/>
                  </a:moveTo>
                  <a:cubicBezTo>
                    <a:pt x="219794" y="1702751"/>
                    <a:pt x="223996" y="1600062"/>
                    <a:pt x="225227" y="1576526"/>
                  </a:cubicBezTo>
                  <a:cubicBezTo>
                    <a:pt x="224452" y="1576237"/>
                    <a:pt x="223648" y="1576092"/>
                    <a:pt x="222837" y="1576019"/>
                  </a:cubicBezTo>
                  <a:cubicBezTo>
                    <a:pt x="213057" y="1576019"/>
                    <a:pt x="191324" y="1578626"/>
                    <a:pt x="195091" y="1561535"/>
                  </a:cubicBezTo>
                  <a:cubicBezTo>
                    <a:pt x="195424" y="1559146"/>
                    <a:pt x="196873" y="1556973"/>
                    <a:pt x="199003" y="1555815"/>
                  </a:cubicBezTo>
                  <a:cubicBezTo>
                    <a:pt x="194026" y="1550383"/>
                    <a:pt x="187781" y="1546255"/>
                    <a:pt x="180819" y="1543793"/>
                  </a:cubicBezTo>
                  <a:cubicBezTo>
                    <a:pt x="165606" y="1539158"/>
                    <a:pt x="129094" y="1543793"/>
                    <a:pt x="120981" y="1544952"/>
                  </a:cubicBezTo>
                  <a:cubicBezTo>
                    <a:pt x="112867" y="1546110"/>
                    <a:pt x="109825" y="1528730"/>
                    <a:pt x="104753" y="1528730"/>
                  </a:cubicBezTo>
                  <a:cubicBezTo>
                    <a:pt x="99682" y="1528730"/>
                    <a:pt x="98668" y="1498532"/>
                    <a:pt x="102725" y="1484627"/>
                  </a:cubicBezTo>
                  <a:cubicBezTo>
                    <a:pt x="106782" y="1470723"/>
                    <a:pt x="79398" y="1477386"/>
                    <a:pt x="71285" y="1473041"/>
                  </a:cubicBezTo>
                  <a:cubicBezTo>
                    <a:pt x="63171" y="1468695"/>
                    <a:pt x="74327" y="1459136"/>
                    <a:pt x="65199" y="1447549"/>
                  </a:cubicBezTo>
                  <a:cubicBezTo>
                    <a:pt x="56071" y="1435963"/>
                    <a:pt x="63171" y="1419669"/>
                    <a:pt x="64185" y="1411340"/>
                  </a:cubicBezTo>
                  <a:cubicBezTo>
                    <a:pt x="65199" y="1403012"/>
                    <a:pt x="71429" y="1385849"/>
                    <a:pt x="82441" y="1385849"/>
                  </a:cubicBezTo>
                  <a:cubicBezTo>
                    <a:pt x="93452" y="1385849"/>
                    <a:pt x="85483" y="1367238"/>
                    <a:pt x="96930" y="1359199"/>
                  </a:cubicBezTo>
                  <a:cubicBezTo>
                    <a:pt x="108376" y="1351161"/>
                    <a:pt x="86787" y="1337474"/>
                    <a:pt x="95915" y="1329073"/>
                  </a:cubicBezTo>
                  <a:cubicBezTo>
                    <a:pt x="105043" y="1320673"/>
                    <a:pt x="95915" y="1305827"/>
                    <a:pt x="110404" y="1303509"/>
                  </a:cubicBezTo>
                  <a:cubicBezTo>
                    <a:pt x="124893" y="1301192"/>
                    <a:pt x="110404" y="1280264"/>
                    <a:pt x="120546" y="1276860"/>
                  </a:cubicBezTo>
                  <a:cubicBezTo>
                    <a:pt x="130688" y="1273456"/>
                    <a:pt x="118518" y="1260566"/>
                    <a:pt x="121560" y="1246661"/>
                  </a:cubicBezTo>
                  <a:cubicBezTo>
                    <a:pt x="124603" y="1232757"/>
                    <a:pt x="113447" y="1222329"/>
                    <a:pt x="126631" y="1216535"/>
                  </a:cubicBezTo>
                  <a:cubicBezTo>
                    <a:pt x="139816" y="1210742"/>
                    <a:pt x="130688" y="1199155"/>
                    <a:pt x="121560" y="1191044"/>
                  </a:cubicBezTo>
                  <a:cubicBezTo>
                    <a:pt x="112432" y="1182934"/>
                    <a:pt x="123589" y="1182861"/>
                    <a:pt x="134745" y="1182861"/>
                  </a:cubicBezTo>
                  <a:cubicBezTo>
                    <a:pt x="145901" y="1182861"/>
                    <a:pt x="139816" y="1162005"/>
                    <a:pt x="129674" y="1165480"/>
                  </a:cubicBezTo>
                  <a:cubicBezTo>
                    <a:pt x="117648" y="1169608"/>
                    <a:pt x="110404" y="1156211"/>
                    <a:pt x="119532" y="1145783"/>
                  </a:cubicBezTo>
                  <a:cubicBezTo>
                    <a:pt x="128660" y="1135355"/>
                    <a:pt x="111418" y="1128330"/>
                    <a:pt x="114461" y="1121378"/>
                  </a:cubicBezTo>
                  <a:cubicBezTo>
                    <a:pt x="118185" y="1114520"/>
                    <a:pt x="116946" y="1106033"/>
                    <a:pt x="111418" y="1100522"/>
                  </a:cubicBezTo>
                  <a:cubicBezTo>
                    <a:pt x="105333" y="1095887"/>
                    <a:pt x="109390" y="1061126"/>
                    <a:pt x="116489" y="1059967"/>
                  </a:cubicBezTo>
                  <a:cubicBezTo>
                    <a:pt x="123589" y="1058809"/>
                    <a:pt x="118518" y="1027451"/>
                    <a:pt x="118518" y="1018182"/>
                  </a:cubicBezTo>
                  <a:cubicBezTo>
                    <a:pt x="118518" y="1008912"/>
                    <a:pt x="110404" y="999643"/>
                    <a:pt x="111273" y="991532"/>
                  </a:cubicBezTo>
                  <a:cubicBezTo>
                    <a:pt x="112143" y="983422"/>
                    <a:pt x="120401" y="981032"/>
                    <a:pt x="120401" y="964810"/>
                  </a:cubicBezTo>
                  <a:cubicBezTo>
                    <a:pt x="120401" y="948588"/>
                    <a:pt x="123444" y="941636"/>
                    <a:pt x="129529" y="940477"/>
                  </a:cubicBezTo>
                  <a:cubicBezTo>
                    <a:pt x="135615" y="939319"/>
                    <a:pt x="130543" y="920707"/>
                    <a:pt x="131558" y="911510"/>
                  </a:cubicBezTo>
                  <a:cubicBezTo>
                    <a:pt x="132572" y="902313"/>
                    <a:pt x="148799" y="911510"/>
                    <a:pt x="150828" y="896447"/>
                  </a:cubicBezTo>
                  <a:cubicBezTo>
                    <a:pt x="152856" y="881384"/>
                    <a:pt x="140685" y="883702"/>
                    <a:pt x="142714" y="874722"/>
                  </a:cubicBezTo>
                  <a:cubicBezTo>
                    <a:pt x="145105" y="863642"/>
                    <a:pt x="141700" y="849230"/>
                    <a:pt x="141700" y="823667"/>
                  </a:cubicBezTo>
                  <a:cubicBezTo>
                    <a:pt x="141700" y="798103"/>
                    <a:pt x="159956" y="792382"/>
                    <a:pt x="167055" y="785430"/>
                  </a:cubicBezTo>
                  <a:cubicBezTo>
                    <a:pt x="174154" y="778478"/>
                    <a:pt x="157927" y="741327"/>
                    <a:pt x="167055" y="736693"/>
                  </a:cubicBezTo>
                  <a:cubicBezTo>
                    <a:pt x="176183" y="732058"/>
                    <a:pt x="170098" y="714967"/>
                    <a:pt x="177197" y="708884"/>
                  </a:cubicBezTo>
                  <a:cubicBezTo>
                    <a:pt x="184297" y="702801"/>
                    <a:pt x="182268" y="690273"/>
                    <a:pt x="186325" y="676368"/>
                  </a:cubicBezTo>
                  <a:cubicBezTo>
                    <a:pt x="190382" y="662464"/>
                    <a:pt x="178211" y="655512"/>
                    <a:pt x="178211" y="642766"/>
                  </a:cubicBezTo>
                  <a:cubicBezTo>
                    <a:pt x="178668" y="629137"/>
                    <a:pt x="174756" y="615718"/>
                    <a:pt x="167055" y="604457"/>
                  </a:cubicBezTo>
                  <a:cubicBezTo>
                    <a:pt x="157927" y="590553"/>
                    <a:pt x="160970" y="562744"/>
                    <a:pt x="167055" y="562744"/>
                  </a:cubicBezTo>
                  <a:cubicBezTo>
                    <a:pt x="173140" y="562744"/>
                    <a:pt x="170098" y="536022"/>
                    <a:pt x="181544" y="532546"/>
                  </a:cubicBezTo>
                  <a:cubicBezTo>
                    <a:pt x="192990" y="529070"/>
                    <a:pt x="186615" y="509372"/>
                    <a:pt x="181544" y="493078"/>
                  </a:cubicBezTo>
                  <a:cubicBezTo>
                    <a:pt x="176473" y="476784"/>
                    <a:pt x="190672" y="484967"/>
                    <a:pt x="190672" y="472222"/>
                  </a:cubicBezTo>
                  <a:cubicBezTo>
                    <a:pt x="190672" y="459476"/>
                    <a:pt x="196757" y="442096"/>
                    <a:pt x="205885" y="437461"/>
                  </a:cubicBezTo>
                  <a:cubicBezTo>
                    <a:pt x="215013" y="432826"/>
                    <a:pt x="216027" y="413128"/>
                    <a:pt x="216027" y="404945"/>
                  </a:cubicBezTo>
                  <a:cubicBezTo>
                    <a:pt x="216027" y="396762"/>
                    <a:pt x="229212" y="393358"/>
                    <a:pt x="236311" y="386406"/>
                  </a:cubicBezTo>
                  <a:cubicBezTo>
                    <a:pt x="243411" y="379454"/>
                    <a:pt x="224141" y="367867"/>
                    <a:pt x="235297" y="360915"/>
                  </a:cubicBezTo>
                  <a:cubicBezTo>
                    <a:pt x="246453" y="353963"/>
                    <a:pt x="226169" y="324706"/>
                    <a:pt x="232254" y="319129"/>
                  </a:cubicBezTo>
                  <a:cubicBezTo>
                    <a:pt x="238340" y="313554"/>
                    <a:pt x="233268" y="300590"/>
                    <a:pt x="234283" y="291321"/>
                  </a:cubicBezTo>
                  <a:cubicBezTo>
                    <a:pt x="235297" y="282051"/>
                    <a:pt x="268694" y="264671"/>
                    <a:pt x="272750" y="256488"/>
                  </a:cubicBezTo>
                  <a:cubicBezTo>
                    <a:pt x="277133" y="241809"/>
                    <a:pt x="279567" y="226615"/>
                    <a:pt x="279995" y="211299"/>
                  </a:cubicBezTo>
                  <a:cubicBezTo>
                    <a:pt x="269563" y="219047"/>
                    <a:pt x="260435" y="223248"/>
                    <a:pt x="258769" y="218540"/>
                  </a:cubicBezTo>
                  <a:cubicBezTo>
                    <a:pt x="255799" y="210502"/>
                    <a:pt x="259783" y="186459"/>
                    <a:pt x="250800" y="176249"/>
                  </a:cubicBezTo>
                  <a:cubicBezTo>
                    <a:pt x="241817" y="166037"/>
                    <a:pt x="247757" y="145398"/>
                    <a:pt x="238774" y="140836"/>
                  </a:cubicBezTo>
                  <a:cubicBezTo>
                    <a:pt x="229791" y="136274"/>
                    <a:pt x="218852" y="115707"/>
                    <a:pt x="226821" y="108827"/>
                  </a:cubicBezTo>
                  <a:cubicBezTo>
                    <a:pt x="234790" y="101947"/>
                    <a:pt x="226821" y="88260"/>
                    <a:pt x="234065" y="81453"/>
                  </a:cubicBezTo>
                  <a:cubicBezTo>
                    <a:pt x="241310" y="74646"/>
                    <a:pt x="230081" y="73415"/>
                    <a:pt x="220084" y="59727"/>
                  </a:cubicBezTo>
                  <a:cubicBezTo>
                    <a:pt x="210087" y="46041"/>
                    <a:pt x="224141" y="28877"/>
                    <a:pt x="212115" y="18594"/>
                  </a:cubicBezTo>
                  <a:cubicBezTo>
                    <a:pt x="200089" y="8311"/>
                    <a:pt x="200162" y="-4290"/>
                    <a:pt x="197119" y="1431"/>
                  </a:cubicBezTo>
                  <a:cubicBezTo>
                    <a:pt x="194076" y="7152"/>
                    <a:pt x="193135" y="26560"/>
                    <a:pt x="183138" y="32281"/>
                  </a:cubicBezTo>
                  <a:cubicBezTo>
                    <a:pt x="180551" y="34099"/>
                    <a:pt x="178132" y="36134"/>
                    <a:pt x="175893" y="38364"/>
                  </a:cubicBezTo>
                  <a:cubicBezTo>
                    <a:pt x="175893" y="47851"/>
                    <a:pt x="172996" y="63783"/>
                    <a:pt x="175893" y="73125"/>
                  </a:cubicBezTo>
                  <a:cubicBezTo>
                    <a:pt x="180385" y="86015"/>
                    <a:pt x="182630" y="148512"/>
                    <a:pt x="178139" y="172555"/>
                  </a:cubicBezTo>
                  <a:cubicBezTo>
                    <a:pt x="174691" y="192094"/>
                    <a:pt x="170192" y="211437"/>
                    <a:pt x="164664" y="230490"/>
                  </a:cubicBezTo>
                  <a:cubicBezTo>
                    <a:pt x="160173" y="244973"/>
                    <a:pt x="175096" y="245915"/>
                    <a:pt x="169156" y="252795"/>
                  </a:cubicBezTo>
                  <a:cubicBezTo>
                    <a:pt x="163216" y="259674"/>
                    <a:pt x="165389" y="276765"/>
                    <a:pt x="165389" y="304211"/>
                  </a:cubicBezTo>
                  <a:cubicBezTo>
                    <a:pt x="165389" y="331658"/>
                    <a:pt x="150900" y="377860"/>
                    <a:pt x="150393" y="392417"/>
                  </a:cubicBezTo>
                  <a:cubicBezTo>
                    <a:pt x="149886" y="406973"/>
                    <a:pt x="139889" y="416459"/>
                    <a:pt x="141410" y="432681"/>
                  </a:cubicBezTo>
                  <a:cubicBezTo>
                    <a:pt x="142243" y="439952"/>
                    <a:pt x="140693" y="447295"/>
                    <a:pt x="136991" y="453610"/>
                  </a:cubicBezTo>
                  <a:cubicBezTo>
                    <a:pt x="144916" y="462662"/>
                    <a:pt x="147329" y="475299"/>
                    <a:pt x="143294" y="486633"/>
                  </a:cubicBezTo>
                  <a:cubicBezTo>
                    <a:pt x="141482" y="492571"/>
                    <a:pt x="139599" y="498292"/>
                    <a:pt x="137643" y="503941"/>
                  </a:cubicBezTo>
                  <a:cubicBezTo>
                    <a:pt x="138693" y="506642"/>
                    <a:pt x="139208" y="509517"/>
                    <a:pt x="139164" y="512414"/>
                  </a:cubicBezTo>
                  <a:cubicBezTo>
                    <a:pt x="138440" y="526101"/>
                    <a:pt x="122720" y="532111"/>
                    <a:pt x="126414" y="554344"/>
                  </a:cubicBezTo>
                  <a:cubicBezTo>
                    <a:pt x="131123" y="582225"/>
                    <a:pt x="126414" y="629731"/>
                    <a:pt x="126414" y="639218"/>
                  </a:cubicBezTo>
                  <a:cubicBezTo>
                    <a:pt x="126414" y="648705"/>
                    <a:pt x="116707" y="647763"/>
                    <a:pt x="119170" y="665723"/>
                  </a:cubicBezTo>
                  <a:cubicBezTo>
                    <a:pt x="120763" y="678541"/>
                    <a:pt x="115185" y="684407"/>
                    <a:pt x="111056" y="695921"/>
                  </a:cubicBezTo>
                  <a:cubicBezTo>
                    <a:pt x="103015" y="752842"/>
                    <a:pt x="94322" y="810124"/>
                    <a:pt x="66141" y="860890"/>
                  </a:cubicBezTo>
                  <a:cubicBezTo>
                    <a:pt x="65170" y="862563"/>
                    <a:pt x="64105" y="864185"/>
                    <a:pt x="62954" y="865742"/>
                  </a:cubicBezTo>
                  <a:cubicBezTo>
                    <a:pt x="63606" y="878560"/>
                    <a:pt x="58172" y="890436"/>
                    <a:pt x="65272" y="903979"/>
                  </a:cubicBezTo>
                  <a:cubicBezTo>
                    <a:pt x="74255" y="921069"/>
                    <a:pt x="71212" y="927080"/>
                    <a:pt x="66721" y="943374"/>
                  </a:cubicBezTo>
                  <a:cubicBezTo>
                    <a:pt x="62229" y="959668"/>
                    <a:pt x="56216" y="960465"/>
                    <a:pt x="56216" y="975890"/>
                  </a:cubicBezTo>
                  <a:cubicBezTo>
                    <a:pt x="56216" y="991315"/>
                    <a:pt x="45784" y="1004206"/>
                    <a:pt x="51797" y="1021296"/>
                  </a:cubicBezTo>
                  <a:cubicBezTo>
                    <a:pt x="57810" y="1038387"/>
                    <a:pt x="56216" y="1044470"/>
                    <a:pt x="48754" y="1044470"/>
                  </a:cubicBezTo>
                  <a:cubicBezTo>
                    <a:pt x="41293" y="1044470"/>
                    <a:pt x="37526" y="1058157"/>
                    <a:pt x="34266" y="1086472"/>
                  </a:cubicBezTo>
                  <a:cubicBezTo>
                    <a:pt x="31006" y="1114788"/>
                    <a:pt x="32020" y="1113846"/>
                    <a:pt x="49986" y="1112181"/>
                  </a:cubicBezTo>
                  <a:cubicBezTo>
                    <a:pt x="67952" y="1110515"/>
                    <a:pt x="53753" y="1042732"/>
                    <a:pt x="64982" y="1042732"/>
                  </a:cubicBezTo>
                  <a:cubicBezTo>
                    <a:pt x="76211" y="1042732"/>
                    <a:pt x="66431" y="1031579"/>
                    <a:pt x="77660" y="1028248"/>
                  </a:cubicBezTo>
                  <a:cubicBezTo>
                    <a:pt x="88888" y="1024917"/>
                    <a:pt x="79181" y="1040270"/>
                    <a:pt x="86643" y="1042732"/>
                  </a:cubicBezTo>
                  <a:cubicBezTo>
                    <a:pt x="94104" y="1045194"/>
                    <a:pt x="99393" y="1052146"/>
                    <a:pt x="88961" y="1059895"/>
                  </a:cubicBezTo>
                  <a:cubicBezTo>
                    <a:pt x="78529" y="1067643"/>
                    <a:pt x="91134" y="1082997"/>
                    <a:pt x="85918" y="1092411"/>
                  </a:cubicBezTo>
                  <a:cubicBezTo>
                    <a:pt x="80702" y="1101825"/>
                    <a:pt x="73168" y="1112181"/>
                    <a:pt x="77660" y="1123261"/>
                  </a:cubicBezTo>
                  <a:cubicBezTo>
                    <a:pt x="82151" y="1134341"/>
                    <a:pt x="72444" y="1133544"/>
                    <a:pt x="71719" y="1148173"/>
                  </a:cubicBezTo>
                  <a:cubicBezTo>
                    <a:pt x="70995" y="1162801"/>
                    <a:pt x="78456" y="1163598"/>
                    <a:pt x="73168" y="1167001"/>
                  </a:cubicBezTo>
                  <a:cubicBezTo>
                    <a:pt x="67880" y="1170405"/>
                    <a:pt x="79905" y="1181485"/>
                    <a:pt x="72444" y="1183296"/>
                  </a:cubicBezTo>
                  <a:cubicBezTo>
                    <a:pt x="64982" y="1185106"/>
                    <a:pt x="69473" y="1196114"/>
                    <a:pt x="73965" y="1206397"/>
                  </a:cubicBezTo>
                  <a:cubicBezTo>
                    <a:pt x="78456" y="1216680"/>
                    <a:pt x="64185" y="1210669"/>
                    <a:pt x="56723" y="1217549"/>
                  </a:cubicBezTo>
                  <a:cubicBezTo>
                    <a:pt x="49262" y="1224429"/>
                    <a:pt x="63968" y="1233843"/>
                    <a:pt x="59694" y="1243258"/>
                  </a:cubicBezTo>
                  <a:cubicBezTo>
                    <a:pt x="55419" y="1252672"/>
                    <a:pt x="43249" y="1238116"/>
                    <a:pt x="37960" y="1232974"/>
                  </a:cubicBezTo>
                  <a:cubicBezTo>
                    <a:pt x="32672" y="1227833"/>
                    <a:pt x="46219" y="1217549"/>
                    <a:pt x="52956" y="1207266"/>
                  </a:cubicBezTo>
                  <a:cubicBezTo>
                    <a:pt x="59694" y="1196983"/>
                    <a:pt x="46219" y="1173881"/>
                    <a:pt x="34990" y="1178951"/>
                  </a:cubicBezTo>
                  <a:cubicBezTo>
                    <a:pt x="23762" y="1184020"/>
                    <a:pt x="46219" y="1198648"/>
                    <a:pt x="46219" y="1209800"/>
                  </a:cubicBezTo>
                  <a:cubicBezTo>
                    <a:pt x="46219" y="1220953"/>
                    <a:pt x="27529" y="1207266"/>
                    <a:pt x="28253" y="1219215"/>
                  </a:cubicBezTo>
                  <a:cubicBezTo>
                    <a:pt x="28977" y="1231164"/>
                    <a:pt x="15503" y="1226963"/>
                    <a:pt x="8766" y="1235509"/>
                  </a:cubicBezTo>
                  <a:cubicBezTo>
                    <a:pt x="2028" y="1244054"/>
                    <a:pt x="17749" y="1251803"/>
                    <a:pt x="10287" y="1254410"/>
                  </a:cubicBezTo>
                  <a:cubicBezTo>
                    <a:pt x="6527" y="1255931"/>
                    <a:pt x="3086" y="1258140"/>
                    <a:pt x="145" y="1260928"/>
                  </a:cubicBezTo>
                  <a:cubicBezTo>
                    <a:pt x="507" y="1264983"/>
                    <a:pt x="869" y="1268966"/>
                    <a:pt x="1087" y="1272877"/>
                  </a:cubicBezTo>
                  <a:cubicBezTo>
                    <a:pt x="4926" y="1270632"/>
                    <a:pt x="10794" y="1271935"/>
                    <a:pt x="13257" y="1279250"/>
                  </a:cubicBezTo>
                  <a:cubicBezTo>
                    <a:pt x="17024" y="1290402"/>
                    <a:pt x="22240" y="1279250"/>
                    <a:pt x="32744" y="1281784"/>
                  </a:cubicBezTo>
                  <a:cubicBezTo>
                    <a:pt x="43249" y="1284319"/>
                    <a:pt x="41727" y="1302351"/>
                    <a:pt x="35715" y="1301482"/>
                  </a:cubicBezTo>
                  <a:cubicBezTo>
                    <a:pt x="29702" y="1300613"/>
                    <a:pt x="23762" y="1312634"/>
                    <a:pt x="25283" y="1325452"/>
                  </a:cubicBezTo>
                  <a:cubicBezTo>
                    <a:pt x="26804" y="1338271"/>
                    <a:pt x="47740" y="1325452"/>
                    <a:pt x="56723" y="1328928"/>
                  </a:cubicBezTo>
                  <a:cubicBezTo>
                    <a:pt x="65706" y="1332404"/>
                    <a:pt x="62736" y="1350654"/>
                    <a:pt x="57448" y="1344353"/>
                  </a:cubicBezTo>
                  <a:cubicBezTo>
                    <a:pt x="52159" y="1338053"/>
                    <a:pt x="40206" y="1328059"/>
                    <a:pt x="34990" y="1338343"/>
                  </a:cubicBezTo>
                  <a:cubicBezTo>
                    <a:pt x="29774" y="1348626"/>
                    <a:pt x="21516" y="1343484"/>
                    <a:pt x="14778" y="1340081"/>
                  </a:cubicBezTo>
                  <a:cubicBezTo>
                    <a:pt x="11953" y="1338633"/>
                    <a:pt x="6230" y="1340950"/>
                    <a:pt x="1014" y="1344571"/>
                  </a:cubicBezTo>
                  <a:cubicBezTo>
                    <a:pt x="7136" y="1354333"/>
                    <a:pt x="10164" y="1365717"/>
                    <a:pt x="9707" y="1377231"/>
                  </a:cubicBezTo>
                  <a:cubicBezTo>
                    <a:pt x="14800" y="1375262"/>
                    <a:pt x="19002" y="1371503"/>
                    <a:pt x="21516" y="1366658"/>
                  </a:cubicBezTo>
                  <a:cubicBezTo>
                    <a:pt x="24486" y="1359417"/>
                    <a:pt x="34990" y="1352899"/>
                    <a:pt x="36005" y="1368324"/>
                  </a:cubicBezTo>
                  <a:cubicBezTo>
                    <a:pt x="37019" y="1383749"/>
                    <a:pt x="21516" y="1376073"/>
                    <a:pt x="18835" y="1384618"/>
                  </a:cubicBezTo>
                  <a:cubicBezTo>
                    <a:pt x="15713" y="1392302"/>
                    <a:pt x="10736" y="1399094"/>
                    <a:pt x="4347" y="1404388"/>
                  </a:cubicBezTo>
                  <a:cubicBezTo>
                    <a:pt x="3188" y="1407285"/>
                    <a:pt x="2028" y="1410109"/>
                    <a:pt x="724" y="1412861"/>
                  </a:cubicBezTo>
                  <a:cubicBezTo>
                    <a:pt x="724" y="1415903"/>
                    <a:pt x="290" y="1419162"/>
                    <a:pt x="0" y="1422637"/>
                  </a:cubicBezTo>
                  <a:cubicBezTo>
                    <a:pt x="2057" y="1424969"/>
                    <a:pt x="5477" y="1425549"/>
                    <a:pt x="8186" y="1424013"/>
                  </a:cubicBezTo>
                  <a:cubicBezTo>
                    <a:pt x="15431" y="1419741"/>
                    <a:pt x="5940" y="1434297"/>
                    <a:pt x="16445" y="1436035"/>
                  </a:cubicBezTo>
                  <a:cubicBezTo>
                    <a:pt x="26949" y="1437773"/>
                    <a:pt x="29122" y="1429155"/>
                    <a:pt x="26877" y="1420610"/>
                  </a:cubicBezTo>
                  <a:cubicBezTo>
                    <a:pt x="24631" y="1412064"/>
                    <a:pt x="32165" y="1393163"/>
                    <a:pt x="41365" y="1402577"/>
                  </a:cubicBezTo>
                  <a:cubicBezTo>
                    <a:pt x="50566" y="1411992"/>
                    <a:pt x="36874" y="1421479"/>
                    <a:pt x="36874" y="1430024"/>
                  </a:cubicBezTo>
                  <a:cubicBezTo>
                    <a:pt x="36874" y="1438570"/>
                    <a:pt x="31585" y="1449722"/>
                    <a:pt x="31585" y="1458992"/>
                  </a:cubicBezTo>
                  <a:cubicBezTo>
                    <a:pt x="31585" y="1468261"/>
                    <a:pt x="21878" y="1463264"/>
                    <a:pt x="22602" y="1473475"/>
                  </a:cubicBezTo>
                  <a:cubicBezTo>
                    <a:pt x="23037" y="1478834"/>
                    <a:pt x="17314" y="1479486"/>
                    <a:pt x="13112" y="1479920"/>
                  </a:cubicBezTo>
                  <a:cubicBezTo>
                    <a:pt x="14402" y="1483758"/>
                    <a:pt x="15394" y="1487669"/>
                    <a:pt x="16083" y="1491652"/>
                  </a:cubicBezTo>
                  <a:cubicBezTo>
                    <a:pt x="20349" y="1494259"/>
                    <a:pt x="24356" y="1497301"/>
                    <a:pt x="28036" y="1500704"/>
                  </a:cubicBezTo>
                  <a:lnTo>
                    <a:pt x="28615" y="1500704"/>
                  </a:lnTo>
                  <a:cubicBezTo>
                    <a:pt x="36874" y="1504108"/>
                    <a:pt x="35353" y="1506715"/>
                    <a:pt x="45857" y="1501573"/>
                  </a:cubicBezTo>
                  <a:cubicBezTo>
                    <a:pt x="56361" y="1496432"/>
                    <a:pt x="62302" y="1510988"/>
                    <a:pt x="52594" y="1514391"/>
                  </a:cubicBezTo>
                  <a:cubicBezTo>
                    <a:pt x="49240" y="1515695"/>
                    <a:pt x="46147" y="1517650"/>
                    <a:pt x="43466" y="1520040"/>
                  </a:cubicBezTo>
                  <a:cubicBezTo>
                    <a:pt x="43828" y="1520764"/>
                    <a:pt x="44335" y="1521343"/>
                    <a:pt x="44698" y="1522140"/>
                  </a:cubicBezTo>
                  <a:cubicBezTo>
                    <a:pt x="45937" y="1524747"/>
                    <a:pt x="47001" y="1527354"/>
                    <a:pt x="47885" y="1530106"/>
                  </a:cubicBezTo>
                  <a:cubicBezTo>
                    <a:pt x="51870" y="1529237"/>
                    <a:pt x="55637" y="1529599"/>
                    <a:pt x="57086" y="1534958"/>
                  </a:cubicBezTo>
                  <a:cubicBezTo>
                    <a:pt x="60056" y="1546110"/>
                    <a:pt x="67590" y="1542707"/>
                    <a:pt x="68314" y="1530685"/>
                  </a:cubicBezTo>
                  <a:cubicBezTo>
                    <a:pt x="69039" y="1518664"/>
                    <a:pt x="87005" y="1528947"/>
                    <a:pt x="90047" y="1539231"/>
                  </a:cubicBezTo>
                  <a:cubicBezTo>
                    <a:pt x="93090" y="1549514"/>
                    <a:pt x="71285" y="1555525"/>
                    <a:pt x="60056" y="1552990"/>
                  </a:cubicBezTo>
                  <a:cubicBezTo>
                    <a:pt x="56789" y="1552121"/>
                    <a:pt x="53326" y="1553063"/>
                    <a:pt x="50928" y="1555453"/>
                  </a:cubicBezTo>
                  <a:cubicBezTo>
                    <a:pt x="50928" y="1562694"/>
                    <a:pt x="50566" y="1569502"/>
                    <a:pt x="50928" y="1577178"/>
                  </a:cubicBezTo>
                  <a:cubicBezTo>
                    <a:pt x="58172" y="1586737"/>
                    <a:pt x="67010" y="1576019"/>
                    <a:pt x="74979" y="1566894"/>
                  </a:cubicBezTo>
                  <a:cubicBezTo>
                    <a:pt x="82948" y="1557770"/>
                    <a:pt x="123661" y="1560015"/>
                    <a:pt x="126631" y="1570371"/>
                  </a:cubicBezTo>
                  <a:cubicBezTo>
                    <a:pt x="129602" y="1580726"/>
                    <a:pt x="107941" y="1572036"/>
                    <a:pt x="105695" y="1578047"/>
                  </a:cubicBezTo>
                  <a:cubicBezTo>
                    <a:pt x="103450" y="1584057"/>
                    <a:pt x="86932" y="1589199"/>
                    <a:pt x="84687" y="1582319"/>
                  </a:cubicBezTo>
                  <a:cubicBezTo>
                    <a:pt x="82441" y="1575440"/>
                    <a:pt x="66721" y="1584927"/>
                    <a:pt x="65996" y="1596007"/>
                  </a:cubicBezTo>
                  <a:cubicBezTo>
                    <a:pt x="65272" y="1607087"/>
                    <a:pt x="53246" y="1607159"/>
                    <a:pt x="66721" y="1611432"/>
                  </a:cubicBezTo>
                  <a:cubicBezTo>
                    <a:pt x="80195" y="1615705"/>
                    <a:pt x="76500" y="1595138"/>
                    <a:pt x="97437" y="1596948"/>
                  </a:cubicBezTo>
                  <a:cubicBezTo>
                    <a:pt x="118373" y="1598758"/>
                    <a:pt x="129674" y="1574716"/>
                    <a:pt x="135687" y="1588403"/>
                  </a:cubicBezTo>
                  <a:cubicBezTo>
                    <a:pt x="141700" y="1602090"/>
                    <a:pt x="118445" y="1613242"/>
                    <a:pt x="110187" y="1604624"/>
                  </a:cubicBezTo>
                  <a:cubicBezTo>
                    <a:pt x="101928" y="1596007"/>
                    <a:pt x="92221" y="1610708"/>
                    <a:pt x="92945" y="1623525"/>
                  </a:cubicBezTo>
                  <a:cubicBezTo>
                    <a:pt x="93525" y="1633375"/>
                    <a:pt x="79181" y="1626133"/>
                    <a:pt x="67010" y="1621425"/>
                  </a:cubicBezTo>
                  <a:lnTo>
                    <a:pt x="67590" y="1622367"/>
                  </a:lnTo>
                  <a:cubicBezTo>
                    <a:pt x="82897" y="1625263"/>
                    <a:pt x="93785" y="1638878"/>
                    <a:pt x="93162" y="1654448"/>
                  </a:cubicBezTo>
                  <a:cubicBezTo>
                    <a:pt x="102725" y="1662993"/>
                    <a:pt x="103522" y="1670598"/>
                    <a:pt x="111708" y="1661689"/>
                  </a:cubicBezTo>
                  <a:cubicBezTo>
                    <a:pt x="119894" y="1652783"/>
                    <a:pt x="111708" y="1653145"/>
                    <a:pt x="105695" y="1648872"/>
                  </a:cubicBezTo>
                  <a:cubicBezTo>
                    <a:pt x="99682" y="1644599"/>
                    <a:pt x="104971" y="1629971"/>
                    <a:pt x="119170" y="1637719"/>
                  </a:cubicBezTo>
                  <a:cubicBezTo>
                    <a:pt x="133369" y="1645468"/>
                    <a:pt x="149886" y="1630912"/>
                    <a:pt x="145394" y="1610345"/>
                  </a:cubicBezTo>
                  <a:cubicBezTo>
                    <a:pt x="140903" y="1589779"/>
                    <a:pt x="158144" y="1580292"/>
                    <a:pt x="175314" y="1573485"/>
                  </a:cubicBezTo>
                  <a:cubicBezTo>
                    <a:pt x="192483" y="1566677"/>
                    <a:pt x="183572" y="1586303"/>
                    <a:pt x="170895" y="1592313"/>
                  </a:cubicBezTo>
                  <a:cubicBezTo>
                    <a:pt x="158217" y="1598324"/>
                    <a:pt x="155899" y="1602597"/>
                    <a:pt x="165606" y="1614618"/>
                  </a:cubicBezTo>
                  <a:cubicBezTo>
                    <a:pt x="175314" y="1626639"/>
                    <a:pt x="188064" y="1606869"/>
                    <a:pt x="196322" y="1616284"/>
                  </a:cubicBezTo>
                  <a:cubicBezTo>
                    <a:pt x="204581" y="1625698"/>
                    <a:pt x="181326" y="1624032"/>
                    <a:pt x="177559" y="1633447"/>
                  </a:cubicBezTo>
                  <a:cubicBezTo>
                    <a:pt x="173792" y="1642861"/>
                    <a:pt x="192048" y="1654014"/>
                    <a:pt x="179081" y="1660820"/>
                  </a:cubicBezTo>
                  <a:cubicBezTo>
                    <a:pt x="166113" y="1667628"/>
                    <a:pt x="172343" y="1632578"/>
                    <a:pt x="164592" y="1629174"/>
                  </a:cubicBezTo>
                  <a:cubicBezTo>
                    <a:pt x="156840" y="1625770"/>
                    <a:pt x="150103" y="1633447"/>
                    <a:pt x="157855" y="1653145"/>
                  </a:cubicBezTo>
                  <a:cubicBezTo>
                    <a:pt x="165606" y="1672842"/>
                    <a:pt x="148872" y="1655679"/>
                    <a:pt x="141337" y="1646265"/>
                  </a:cubicBezTo>
                  <a:cubicBezTo>
                    <a:pt x="133803" y="1636851"/>
                    <a:pt x="123372" y="1650610"/>
                    <a:pt x="132354" y="1660749"/>
                  </a:cubicBezTo>
                  <a:cubicBezTo>
                    <a:pt x="141337" y="1670887"/>
                    <a:pt x="115113" y="1659951"/>
                    <a:pt x="115113" y="1676173"/>
                  </a:cubicBezTo>
                  <a:cubicBezTo>
                    <a:pt x="115113" y="1692396"/>
                    <a:pt x="126342" y="1678781"/>
                    <a:pt x="139816" y="1682184"/>
                  </a:cubicBezTo>
                  <a:cubicBezTo>
                    <a:pt x="150176" y="1684791"/>
                    <a:pt x="149089" y="1698478"/>
                    <a:pt x="152349" y="1708545"/>
                  </a:cubicBezTo>
                  <a:cubicBezTo>
                    <a:pt x="155681" y="1709341"/>
                    <a:pt x="158898" y="1710572"/>
                    <a:pt x="161912" y="1712238"/>
                  </a:cubicBezTo>
                  <a:lnTo>
                    <a:pt x="161912" y="1712238"/>
                  </a:lnTo>
                  <a:cubicBezTo>
                    <a:pt x="162998" y="1703765"/>
                    <a:pt x="161912" y="1687977"/>
                    <a:pt x="168721" y="1686239"/>
                  </a:cubicBezTo>
                  <a:cubicBezTo>
                    <a:pt x="179153" y="1683705"/>
                    <a:pt x="169446" y="1713686"/>
                    <a:pt x="192700" y="1722448"/>
                  </a:cubicBezTo>
                  <a:cubicBezTo>
                    <a:pt x="215955" y="1731212"/>
                    <a:pt x="194149" y="1717234"/>
                    <a:pt x="204653" y="1708690"/>
                  </a:cubicBezTo>
                  <a:cubicBezTo>
                    <a:pt x="210739" y="1703692"/>
                    <a:pt x="217910" y="1713252"/>
                    <a:pt x="225010" y="1723173"/>
                  </a:cubicBezTo>
                  <a:cubicBezTo>
                    <a:pt x="227082" y="1722738"/>
                    <a:pt x="229190" y="1722448"/>
                    <a:pt x="231313" y="1722376"/>
                  </a:cubicBezTo>
                  <a:cubicBezTo>
                    <a:pt x="234906" y="1722304"/>
                    <a:pt x="238492" y="1722593"/>
                    <a:pt x="242034" y="1723173"/>
                  </a:cubicBezTo>
                  <a:cubicBezTo>
                    <a:pt x="240201" y="1719407"/>
                    <a:pt x="237963" y="1715786"/>
                    <a:pt x="235369" y="1712455"/>
                  </a:cubicBezTo>
                  <a:cubicBezTo>
                    <a:pt x="227111" y="1702172"/>
                    <a:pt x="243628" y="1708182"/>
                    <a:pt x="254857" y="1712455"/>
                  </a:cubicBezTo>
                  <a:cubicBezTo>
                    <a:pt x="266085" y="1716728"/>
                    <a:pt x="275069" y="1718466"/>
                    <a:pt x="277314" y="1709051"/>
                  </a:cubicBezTo>
                  <a:cubicBezTo>
                    <a:pt x="278184" y="1705503"/>
                    <a:pt x="280212" y="1705575"/>
                    <a:pt x="282892" y="1706589"/>
                  </a:cubicBezTo>
                  <a:cubicBezTo>
                    <a:pt x="270432" y="1698333"/>
                    <a:pt x="230661" y="1704706"/>
                    <a:pt x="225227" y="17037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3" name="Freeform 160">
              <a:extLst>
                <a:ext uri="{FF2B5EF4-FFF2-40B4-BE49-F238E27FC236}">
                  <a16:creationId xmlns:a16="http://schemas.microsoft.com/office/drawing/2014/main" id="{6122E831-23B3-4BDF-BD39-60A674925E20}"/>
                </a:ext>
              </a:extLst>
            </p:cNvPr>
            <p:cNvSpPr/>
            <p:nvPr/>
          </p:nvSpPr>
          <p:spPr>
            <a:xfrm>
              <a:off x="3580811" y="5201518"/>
              <a:ext cx="291623" cy="338514"/>
            </a:xfrm>
            <a:custGeom>
              <a:avLst/>
              <a:gdLst>
                <a:gd name="connsiteX0" fmla="*/ 287239 w 291624"/>
                <a:gd name="connsiteY0" fmla="*/ 184907 h 338511"/>
                <a:gd name="connsiteX1" fmla="*/ 258842 w 291624"/>
                <a:gd name="connsiteY1" fmla="*/ 192149 h 338511"/>
                <a:gd name="connsiteX2" fmla="*/ 242614 w 291624"/>
                <a:gd name="connsiteY2" fmla="*/ 149278 h 338511"/>
                <a:gd name="connsiteX3" fmla="*/ 219287 w 291624"/>
                <a:gd name="connsiteY3" fmla="*/ 116762 h 338511"/>
                <a:gd name="connsiteX4" fmla="*/ 189948 w 291624"/>
                <a:gd name="connsiteY4" fmla="*/ 113286 h 338511"/>
                <a:gd name="connsiteX5" fmla="*/ 172633 w 291624"/>
                <a:gd name="connsiteY5" fmla="*/ 82001 h 338511"/>
                <a:gd name="connsiteX6" fmla="*/ 166548 w 291624"/>
                <a:gd name="connsiteY6" fmla="*/ 34422 h 338511"/>
                <a:gd name="connsiteX7" fmla="*/ 165099 w 291624"/>
                <a:gd name="connsiteY7" fmla="*/ 13856 h 338511"/>
                <a:gd name="connsiteX8" fmla="*/ 159449 w 291624"/>
                <a:gd name="connsiteY8" fmla="*/ 16100 h 338511"/>
                <a:gd name="connsiteX9" fmla="*/ 127501 w 291624"/>
                <a:gd name="connsiteY9" fmla="*/ 96 h 338511"/>
                <a:gd name="connsiteX10" fmla="*/ 88526 w 291624"/>
                <a:gd name="connsiteY10" fmla="*/ 4659 h 338511"/>
                <a:gd name="connsiteX11" fmla="*/ 47596 w 291624"/>
                <a:gd name="connsiteY11" fmla="*/ 12697 h 338511"/>
                <a:gd name="connsiteX12" fmla="*/ 21588 w 291624"/>
                <a:gd name="connsiteY12" fmla="*/ 48906 h 338511"/>
                <a:gd name="connsiteX13" fmla="*/ 11591 w 291624"/>
                <a:gd name="connsiteY13" fmla="*/ 108361 h 338511"/>
                <a:gd name="connsiteX14" fmla="*/ 0 w 291624"/>
                <a:gd name="connsiteY14" fmla="*/ 107999 h 338511"/>
                <a:gd name="connsiteX15" fmla="*/ 46944 w 291624"/>
                <a:gd name="connsiteY15" fmla="*/ 162892 h 338511"/>
                <a:gd name="connsiteX16" fmla="*/ 84470 w 291624"/>
                <a:gd name="connsiteY16" fmla="*/ 189615 h 338511"/>
                <a:gd name="connsiteX17" fmla="*/ 121995 w 291624"/>
                <a:gd name="connsiteY17" fmla="*/ 211340 h 338511"/>
                <a:gd name="connsiteX18" fmla="*/ 184804 w 291624"/>
                <a:gd name="connsiteY18" fmla="*/ 247549 h 338511"/>
                <a:gd name="connsiteX19" fmla="*/ 158507 w 291624"/>
                <a:gd name="connsiteY19" fmla="*/ 299690 h 338511"/>
                <a:gd name="connsiteX20" fmla="*/ 147278 w 291624"/>
                <a:gd name="connsiteY20" fmla="*/ 325254 h 338511"/>
                <a:gd name="connsiteX21" fmla="*/ 178718 w 291624"/>
                <a:gd name="connsiteY21" fmla="*/ 333292 h 338511"/>
                <a:gd name="connsiteX22" fmla="*/ 211173 w 291624"/>
                <a:gd name="connsiteY22" fmla="*/ 336768 h 338511"/>
                <a:gd name="connsiteX23" fmla="*/ 240586 w 291624"/>
                <a:gd name="connsiteY23" fmla="*/ 329527 h 338511"/>
                <a:gd name="connsiteX24" fmla="*/ 266955 w 291624"/>
                <a:gd name="connsiteY24" fmla="*/ 314463 h 338511"/>
                <a:gd name="connsiteX25" fmla="*/ 284197 w 291624"/>
                <a:gd name="connsiteY25" fmla="*/ 257687 h 338511"/>
                <a:gd name="connsiteX26" fmla="*/ 287239 w 291624"/>
                <a:gd name="connsiteY26" fmla="*/ 184907 h 3385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91624" h="338511">
                  <a:moveTo>
                    <a:pt x="287239" y="184907"/>
                  </a:moveTo>
                  <a:cubicBezTo>
                    <a:pt x="275069" y="177665"/>
                    <a:pt x="262898" y="192149"/>
                    <a:pt x="258842" y="192149"/>
                  </a:cubicBezTo>
                  <a:cubicBezTo>
                    <a:pt x="254784" y="192149"/>
                    <a:pt x="245657" y="162023"/>
                    <a:pt x="242614" y="149278"/>
                  </a:cubicBezTo>
                  <a:cubicBezTo>
                    <a:pt x="239571" y="136532"/>
                    <a:pt x="227401" y="110969"/>
                    <a:pt x="219287" y="116762"/>
                  </a:cubicBezTo>
                  <a:cubicBezTo>
                    <a:pt x="211173" y="122555"/>
                    <a:pt x="213202" y="114517"/>
                    <a:pt x="189948" y="113286"/>
                  </a:cubicBezTo>
                  <a:cubicBezTo>
                    <a:pt x="166693" y="112055"/>
                    <a:pt x="167635" y="107492"/>
                    <a:pt x="172633" y="82001"/>
                  </a:cubicBezTo>
                  <a:cubicBezTo>
                    <a:pt x="177632" y="56510"/>
                    <a:pt x="157420" y="40216"/>
                    <a:pt x="166548" y="34422"/>
                  </a:cubicBezTo>
                  <a:cubicBezTo>
                    <a:pt x="173792" y="30077"/>
                    <a:pt x="172850" y="25008"/>
                    <a:pt x="165099" y="13856"/>
                  </a:cubicBezTo>
                  <a:cubicBezTo>
                    <a:pt x="163498" y="15174"/>
                    <a:pt x="161521" y="15956"/>
                    <a:pt x="159449" y="16100"/>
                  </a:cubicBezTo>
                  <a:cubicBezTo>
                    <a:pt x="151480" y="16100"/>
                    <a:pt x="141483" y="96"/>
                    <a:pt x="127501" y="96"/>
                  </a:cubicBezTo>
                  <a:cubicBezTo>
                    <a:pt x="113519" y="96"/>
                    <a:pt x="98524" y="-1063"/>
                    <a:pt x="88526" y="4659"/>
                  </a:cubicBezTo>
                  <a:cubicBezTo>
                    <a:pt x="78529" y="10380"/>
                    <a:pt x="59549" y="3500"/>
                    <a:pt x="47596" y="12697"/>
                  </a:cubicBezTo>
                  <a:cubicBezTo>
                    <a:pt x="35642" y="21894"/>
                    <a:pt x="20574" y="41230"/>
                    <a:pt x="21588" y="48906"/>
                  </a:cubicBezTo>
                  <a:cubicBezTo>
                    <a:pt x="22603" y="56582"/>
                    <a:pt x="17604" y="106044"/>
                    <a:pt x="11591" y="108361"/>
                  </a:cubicBezTo>
                  <a:cubicBezTo>
                    <a:pt x="7730" y="108868"/>
                    <a:pt x="3818" y="108752"/>
                    <a:pt x="0" y="107999"/>
                  </a:cubicBezTo>
                  <a:cubicBezTo>
                    <a:pt x="12156" y="129015"/>
                    <a:pt x="28065" y="147619"/>
                    <a:pt x="46944" y="162892"/>
                  </a:cubicBezTo>
                  <a:cubicBezTo>
                    <a:pt x="65199" y="175710"/>
                    <a:pt x="64185" y="187225"/>
                    <a:pt x="84470" y="189615"/>
                  </a:cubicBezTo>
                  <a:cubicBezTo>
                    <a:pt x="99726" y="190454"/>
                    <a:pt x="113672" y="198529"/>
                    <a:pt x="121995" y="211340"/>
                  </a:cubicBezTo>
                  <a:cubicBezTo>
                    <a:pt x="129240" y="221768"/>
                    <a:pt x="180747" y="239148"/>
                    <a:pt x="184804" y="247549"/>
                  </a:cubicBezTo>
                  <a:cubicBezTo>
                    <a:pt x="188861" y="255949"/>
                    <a:pt x="158507" y="278834"/>
                    <a:pt x="158507" y="299690"/>
                  </a:cubicBezTo>
                  <a:cubicBezTo>
                    <a:pt x="158507" y="320547"/>
                    <a:pt x="147278" y="318229"/>
                    <a:pt x="147278" y="325254"/>
                  </a:cubicBezTo>
                  <a:cubicBezTo>
                    <a:pt x="147278" y="332278"/>
                    <a:pt x="170605" y="327499"/>
                    <a:pt x="178718" y="333292"/>
                  </a:cubicBezTo>
                  <a:cubicBezTo>
                    <a:pt x="186832" y="339086"/>
                    <a:pt x="201031" y="329816"/>
                    <a:pt x="211173" y="336768"/>
                  </a:cubicBezTo>
                  <a:cubicBezTo>
                    <a:pt x="221315" y="343720"/>
                    <a:pt x="232472" y="327499"/>
                    <a:pt x="240586" y="329527"/>
                  </a:cubicBezTo>
                  <a:cubicBezTo>
                    <a:pt x="248699" y="331554"/>
                    <a:pt x="256813" y="313305"/>
                    <a:pt x="266955" y="314463"/>
                  </a:cubicBezTo>
                  <a:cubicBezTo>
                    <a:pt x="277097" y="315622"/>
                    <a:pt x="286225" y="273909"/>
                    <a:pt x="284197" y="257687"/>
                  </a:cubicBezTo>
                  <a:cubicBezTo>
                    <a:pt x="282168" y="241466"/>
                    <a:pt x="299410" y="191860"/>
                    <a:pt x="287239" y="1849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4" name="Freeform 161">
              <a:extLst>
                <a:ext uri="{FF2B5EF4-FFF2-40B4-BE49-F238E27FC236}">
                  <a16:creationId xmlns:a16="http://schemas.microsoft.com/office/drawing/2014/main" id="{D5511C7A-CDBF-CCEA-40CA-E82F959B1B06}"/>
                </a:ext>
              </a:extLst>
            </p:cNvPr>
            <p:cNvSpPr/>
            <p:nvPr/>
          </p:nvSpPr>
          <p:spPr>
            <a:xfrm>
              <a:off x="2799072" y="4005425"/>
              <a:ext cx="109175" cy="103825"/>
            </a:xfrm>
            <a:custGeom>
              <a:avLst/>
              <a:gdLst>
                <a:gd name="connsiteX0" fmla="*/ 104032 w 109175"/>
                <a:gd name="connsiteY0" fmla="*/ 82607 h 103825"/>
                <a:gd name="connsiteX1" fmla="*/ 109176 w 109175"/>
                <a:gd name="connsiteY1" fmla="*/ 58057 h 103825"/>
                <a:gd name="connsiteX2" fmla="*/ 75779 w 109175"/>
                <a:gd name="connsiteY2" fmla="*/ 10333 h 103825"/>
                <a:gd name="connsiteX3" fmla="*/ 59045 w 109175"/>
                <a:gd name="connsiteY3" fmla="*/ 8233 h 103825"/>
                <a:gd name="connsiteX4" fmla="*/ 25648 w 109175"/>
                <a:gd name="connsiteY4" fmla="*/ 1860 h 103825"/>
                <a:gd name="connsiteX5" fmla="*/ 7030 w 109175"/>
                <a:gd name="connsiteY5" fmla="*/ 629 h 103825"/>
                <a:gd name="connsiteX6" fmla="*/ 4422 w 109175"/>
                <a:gd name="connsiteY6" fmla="*/ 15837 h 103825"/>
                <a:gd name="connsiteX7" fmla="*/ 13405 w 109175"/>
                <a:gd name="connsiteY7" fmla="*/ 49222 h 103825"/>
                <a:gd name="connsiteX8" fmla="*/ 32893 w 109175"/>
                <a:gd name="connsiteY8" fmla="*/ 44949 h 103825"/>
                <a:gd name="connsiteX9" fmla="*/ 47889 w 109175"/>
                <a:gd name="connsiteY9" fmla="*/ 59433 h 103825"/>
                <a:gd name="connsiteX10" fmla="*/ 71867 w 109175"/>
                <a:gd name="connsiteY10" fmla="*/ 83403 h 103825"/>
                <a:gd name="connsiteX11" fmla="*/ 91355 w 109175"/>
                <a:gd name="connsiteY11" fmla="*/ 103101 h 103825"/>
                <a:gd name="connsiteX12" fmla="*/ 99468 w 109175"/>
                <a:gd name="connsiteY12" fmla="*/ 103825 h 103825"/>
                <a:gd name="connsiteX13" fmla="*/ 104032 w 109175"/>
                <a:gd name="connsiteY13" fmla="*/ 82607 h 103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9175" h="103825">
                  <a:moveTo>
                    <a:pt x="104032" y="82607"/>
                  </a:moveTo>
                  <a:cubicBezTo>
                    <a:pt x="102808" y="74076"/>
                    <a:pt x="104634" y="65386"/>
                    <a:pt x="109176" y="58057"/>
                  </a:cubicBezTo>
                  <a:cubicBezTo>
                    <a:pt x="97092" y="42835"/>
                    <a:pt x="85943" y="26895"/>
                    <a:pt x="75779" y="10333"/>
                  </a:cubicBezTo>
                  <a:cubicBezTo>
                    <a:pt x="70150" y="11970"/>
                    <a:pt x="64094" y="11217"/>
                    <a:pt x="59045" y="8233"/>
                  </a:cubicBezTo>
                  <a:cubicBezTo>
                    <a:pt x="51801" y="1860"/>
                    <a:pt x="33038" y="6133"/>
                    <a:pt x="25648" y="1860"/>
                  </a:cubicBezTo>
                  <a:cubicBezTo>
                    <a:pt x="19643" y="-95"/>
                    <a:pt x="13239" y="-515"/>
                    <a:pt x="7030" y="629"/>
                  </a:cubicBezTo>
                  <a:cubicBezTo>
                    <a:pt x="9160" y="5778"/>
                    <a:pt x="8146" y="11695"/>
                    <a:pt x="4422" y="15837"/>
                  </a:cubicBezTo>
                  <a:cubicBezTo>
                    <a:pt x="-2315" y="20979"/>
                    <a:pt x="-2822" y="41546"/>
                    <a:pt x="13405" y="49222"/>
                  </a:cubicBezTo>
                  <a:cubicBezTo>
                    <a:pt x="29633" y="56898"/>
                    <a:pt x="24634" y="44949"/>
                    <a:pt x="32893" y="44949"/>
                  </a:cubicBezTo>
                  <a:cubicBezTo>
                    <a:pt x="41151" y="44949"/>
                    <a:pt x="40137" y="59433"/>
                    <a:pt x="47889" y="59433"/>
                  </a:cubicBezTo>
                  <a:cubicBezTo>
                    <a:pt x="55640" y="59433"/>
                    <a:pt x="72592" y="69716"/>
                    <a:pt x="71867" y="83403"/>
                  </a:cubicBezTo>
                  <a:cubicBezTo>
                    <a:pt x="71143" y="97090"/>
                    <a:pt x="77808" y="103101"/>
                    <a:pt x="91355" y="103101"/>
                  </a:cubicBezTo>
                  <a:cubicBezTo>
                    <a:pt x="94071" y="103144"/>
                    <a:pt x="96788" y="103391"/>
                    <a:pt x="99468" y="103825"/>
                  </a:cubicBezTo>
                  <a:cubicBezTo>
                    <a:pt x="101497" y="94700"/>
                    <a:pt x="104902" y="87314"/>
                    <a:pt x="104032" y="826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5" name="Freeform 162">
              <a:extLst>
                <a:ext uri="{FF2B5EF4-FFF2-40B4-BE49-F238E27FC236}">
                  <a16:creationId xmlns:a16="http://schemas.microsoft.com/office/drawing/2014/main" id="{C3F7FB82-54A9-F880-7762-BE94BF233601}"/>
                </a:ext>
              </a:extLst>
            </p:cNvPr>
            <p:cNvSpPr/>
            <p:nvPr/>
          </p:nvSpPr>
          <p:spPr>
            <a:xfrm>
              <a:off x="2898250" y="4060105"/>
              <a:ext cx="197190" cy="94914"/>
            </a:xfrm>
            <a:custGeom>
              <a:avLst/>
              <a:gdLst>
                <a:gd name="connsiteX0" fmla="*/ 177922 w 197191"/>
                <a:gd name="connsiteY0" fmla="*/ 31041 h 94913"/>
                <a:gd name="connsiteX1" fmla="*/ 138512 w 197191"/>
                <a:gd name="connsiteY1" fmla="*/ 8736 h 94913"/>
                <a:gd name="connsiteX2" fmla="*/ 135325 w 197191"/>
                <a:gd name="connsiteY2" fmla="*/ 4825 h 94913"/>
                <a:gd name="connsiteX3" fmla="*/ 128950 w 197191"/>
                <a:gd name="connsiteY3" fmla="*/ 2218 h 94913"/>
                <a:gd name="connsiteX4" fmla="*/ 80992 w 197191"/>
                <a:gd name="connsiteY4" fmla="*/ 22857 h 94913"/>
                <a:gd name="connsiteX5" fmla="*/ 27094 w 197191"/>
                <a:gd name="connsiteY5" fmla="*/ 21120 h 94913"/>
                <a:gd name="connsiteX6" fmla="*/ 9708 w 197191"/>
                <a:gd name="connsiteY6" fmla="*/ 3377 h 94913"/>
                <a:gd name="connsiteX7" fmla="*/ 4564 w 197191"/>
                <a:gd name="connsiteY7" fmla="*/ 27927 h 94913"/>
                <a:gd name="connsiteX8" fmla="*/ 0 w 197191"/>
                <a:gd name="connsiteY8" fmla="*/ 49218 h 94913"/>
                <a:gd name="connsiteX9" fmla="*/ 37453 w 197191"/>
                <a:gd name="connsiteY9" fmla="*/ 65222 h 94913"/>
                <a:gd name="connsiteX10" fmla="*/ 57883 w 197191"/>
                <a:gd name="connsiteY10" fmla="*/ 69278 h 94913"/>
                <a:gd name="connsiteX11" fmla="*/ 87874 w 197191"/>
                <a:gd name="connsiteY11" fmla="*/ 91003 h 94913"/>
                <a:gd name="connsiteX12" fmla="*/ 94467 w 197191"/>
                <a:gd name="connsiteY12" fmla="*/ 82458 h 94913"/>
                <a:gd name="connsiteX13" fmla="*/ 84759 w 197191"/>
                <a:gd name="connsiteY13" fmla="*/ 60732 h 94913"/>
                <a:gd name="connsiteX14" fmla="*/ 102725 w 197191"/>
                <a:gd name="connsiteY14" fmla="*/ 41831 h 94913"/>
                <a:gd name="connsiteX15" fmla="*/ 140179 w 197191"/>
                <a:gd name="connsiteY15" fmla="*/ 28144 h 94913"/>
                <a:gd name="connsiteX16" fmla="*/ 149886 w 197191"/>
                <a:gd name="connsiteY16" fmla="*/ 54722 h 94913"/>
                <a:gd name="connsiteX17" fmla="*/ 169808 w 197191"/>
                <a:gd name="connsiteY17" fmla="*/ 94914 h 94913"/>
                <a:gd name="connsiteX18" fmla="*/ 192555 w 197191"/>
                <a:gd name="connsiteY18" fmla="*/ 69640 h 94913"/>
                <a:gd name="connsiteX19" fmla="*/ 197192 w 197191"/>
                <a:gd name="connsiteY19" fmla="*/ 57546 h 94913"/>
                <a:gd name="connsiteX20" fmla="*/ 177922 w 197191"/>
                <a:gd name="connsiteY20" fmla="*/ 31041 h 949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97191" h="94913">
                  <a:moveTo>
                    <a:pt x="177922" y="31041"/>
                  </a:moveTo>
                  <a:cubicBezTo>
                    <a:pt x="162687" y="28151"/>
                    <a:pt x="148828" y="20308"/>
                    <a:pt x="138512" y="8736"/>
                  </a:cubicBezTo>
                  <a:cubicBezTo>
                    <a:pt x="137368" y="7505"/>
                    <a:pt x="136303" y="6194"/>
                    <a:pt x="135325" y="4825"/>
                  </a:cubicBezTo>
                  <a:cubicBezTo>
                    <a:pt x="133144" y="4101"/>
                    <a:pt x="131015" y="3232"/>
                    <a:pt x="128950" y="2218"/>
                  </a:cubicBezTo>
                  <a:cubicBezTo>
                    <a:pt x="115475" y="-4589"/>
                    <a:pt x="98234" y="4825"/>
                    <a:pt x="80992" y="22857"/>
                  </a:cubicBezTo>
                  <a:cubicBezTo>
                    <a:pt x="63751" y="40890"/>
                    <a:pt x="42017" y="30534"/>
                    <a:pt x="27094" y="21120"/>
                  </a:cubicBezTo>
                  <a:cubicBezTo>
                    <a:pt x="20516" y="16021"/>
                    <a:pt x="14670" y="10054"/>
                    <a:pt x="9708" y="3377"/>
                  </a:cubicBezTo>
                  <a:cubicBezTo>
                    <a:pt x="5165" y="10706"/>
                    <a:pt x="3340" y="19396"/>
                    <a:pt x="4564" y="27927"/>
                  </a:cubicBezTo>
                  <a:cubicBezTo>
                    <a:pt x="5723" y="32634"/>
                    <a:pt x="2318" y="40021"/>
                    <a:pt x="0" y="49218"/>
                  </a:cubicBezTo>
                  <a:cubicBezTo>
                    <a:pt x="13699" y="51065"/>
                    <a:pt x="26645" y="56597"/>
                    <a:pt x="37453" y="65222"/>
                  </a:cubicBezTo>
                  <a:cubicBezTo>
                    <a:pt x="44509" y="64585"/>
                    <a:pt x="51602" y="65990"/>
                    <a:pt x="57883" y="69278"/>
                  </a:cubicBezTo>
                  <a:cubicBezTo>
                    <a:pt x="68981" y="74868"/>
                    <a:pt x="79109" y="82204"/>
                    <a:pt x="87874" y="91003"/>
                  </a:cubicBezTo>
                  <a:cubicBezTo>
                    <a:pt x="90634" y="88635"/>
                    <a:pt x="92873" y="85724"/>
                    <a:pt x="94467" y="82458"/>
                  </a:cubicBezTo>
                  <a:cubicBezTo>
                    <a:pt x="98234" y="73912"/>
                    <a:pt x="86208" y="70509"/>
                    <a:pt x="84759" y="60732"/>
                  </a:cubicBezTo>
                  <a:cubicBezTo>
                    <a:pt x="83310" y="50956"/>
                    <a:pt x="99683" y="54722"/>
                    <a:pt x="102725" y="41831"/>
                  </a:cubicBezTo>
                  <a:cubicBezTo>
                    <a:pt x="105768" y="28941"/>
                    <a:pt x="129674" y="23002"/>
                    <a:pt x="140179" y="28144"/>
                  </a:cubicBezTo>
                  <a:cubicBezTo>
                    <a:pt x="150683" y="33286"/>
                    <a:pt x="159666" y="41831"/>
                    <a:pt x="149886" y="54722"/>
                  </a:cubicBezTo>
                  <a:cubicBezTo>
                    <a:pt x="142642" y="64281"/>
                    <a:pt x="157130" y="81516"/>
                    <a:pt x="169808" y="94914"/>
                  </a:cubicBezTo>
                  <a:cubicBezTo>
                    <a:pt x="176936" y="86093"/>
                    <a:pt x="184529" y="77656"/>
                    <a:pt x="192555" y="69640"/>
                  </a:cubicBezTo>
                  <a:cubicBezTo>
                    <a:pt x="195294" y="66171"/>
                    <a:pt x="196909" y="61956"/>
                    <a:pt x="197192" y="57546"/>
                  </a:cubicBezTo>
                  <a:cubicBezTo>
                    <a:pt x="191686" y="55229"/>
                    <a:pt x="185384" y="44003"/>
                    <a:pt x="177922" y="310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6" name="Freeform 163">
              <a:extLst>
                <a:ext uri="{FF2B5EF4-FFF2-40B4-BE49-F238E27FC236}">
                  <a16:creationId xmlns:a16="http://schemas.microsoft.com/office/drawing/2014/main" id="{40D84493-C905-477E-BD61-5185096F0EDD}"/>
                </a:ext>
              </a:extLst>
            </p:cNvPr>
            <p:cNvSpPr/>
            <p:nvPr/>
          </p:nvSpPr>
          <p:spPr>
            <a:xfrm>
              <a:off x="3032777" y="3980056"/>
              <a:ext cx="402299" cy="622537"/>
            </a:xfrm>
            <a:custGeom>
              <a:avLst/>
              <a:gdLst>
                <a:gd name="connsiteX0" fmla="*/ 395470 w 402301"/>
                <a:gd name="connsiteY0" fmla="*/ 357456 h 622533"/>
                <a:gd name="connsiteX1" fmla="*/ 396846 w 402301"/>
                <a:gd name="connsiteY1" fmla="*/ 328489 h 622533"/>
                <a:gd name="connsiteX2" fmla="*/ 383662 w 402301"/>
                <a:gd name="connsiteY2" fmla="*/ 298725 h 622533"/>
                <a:gd name="connsiteX3" fmla="*/ 391775 w 402301"/>
                <a:gd name="connsiteY3" fmla="*/ 227973 h 622533"/>
                <a:gd name="connsiteX4" fmla="*/ 352221 w 402301"/>
                <a:gd name="connsiteY4" fmla="*/ 216024 h 622533"/>
                <a:gd name="connsiteX5" fmla="*/ 304915 w 402301"/>
                <a:gd name="connsiteY5" fmla="*/ 192488 h 622533"/>
                <a:gd name="connsiteX6" fmla="*/ 246960 w 402301"/>
                <a:gd name="connsiteY6" fmla="*/ 186694 h 622533"/>
                <a:gd name="connsiteX7" fmla="*/ 225227 w 402301"/>
                <a:gd name="connsiteY7" fmla="*/ 136002 h 622533"/>
                <a:gd name="connsiteX8" fmla="*/ 210376 w 402301"/>
                <a:gd name="connsiteY8" fmla="*/ 110510 h 622533"/>
                <a:gd name="connsiteX9" fmla="*/ 194511 w 402301"/>
                <a:gd name="connsiteY9" fmla="*/ 102037 h 622533"/>
                <a:gd name="connsiteX10" fmla="*/ 199582 w 402301"/>
                <a:gd name="connsiteY10" fmla="*/ 84295 h 622533"/>
                <a:gd name="connsiteX11" fmla="*/ 204653 w 402301"/>
                <a:gd name="connsiteY11" fmla="*/ 55690 h 622533"/>
                <a:gd name="connsiteX12" fmla="*/ 234355 w 402301"/>
                <a:gd name="connsiteY12" fmla="*/ 12239 h 622533"/>
                <a:gd name="connsiteX13" fmla="*/ 244642 w 402301"/>
                <a:gd name="connsiteY13" fmla="*/ 4997 h 622533"/>
                <a:gd name="connsiteX14" fmla="*/ 247830 w 402301"/>
                <a:gd name="connsiteY14" fmla="*/ 0 h 622533"/>
                <a:gd name="connsiteX15" fmla="*/ 240585 w 402301"/>
                <a:gd name="connsiteY15" fmla="*/ 0 h 622533"/>
                <a:gd name="connsiteX16" fmla="*/ 223634 w 402301"/>
                <a:gd name="connsiteY16" fmla="*/ 10211 h 622533"/>
                <a:gd name="connsiteX17" fmla="*/ 199220 w 402301"/>
                <a:gd name="connsiteY17" fmla="*/ 14339 h 622533"/>
                <a:gd name="connsiteX18" fmla="*/ 175821 w 402301"/>
                <a:gd name="connsiteY18" fmla="*/ 36499 h 622533"/>
                <a:gd name="connsiteX19" fmla="*/ 156768 w 402301"/>
                <a:gd name="connsiteY19" fmla="*/ 42437 h 622533"/>
                <a:gd name="connsiteX20" fmla="*/ 148655 w 402301"/>
                <a:gd name="connsiteY20" fmla="*/ 50258 h 622533"/>
                <a:gd name="connsiteX21" fmla="*/ 118880 w 402301"/>
                <a:gd name="connsiteY21" fmla="*/ 76981 h 622533"/>
                <a:gd name="connsiteX22" fmla="*/ 89106 w 402301"/>
                <a:gd name="connsiteY22" fmla="*/ 107034 h 622533"/>
                <a:gd name="connsiteX23" fmla="*/ 70053 w 402301"/>
                <a:gd name="connsiteY23" fmla="*/ 136581 h 622533"/>
                <a:gd name="connsiteX24" fmla="*/ 63098 w 402301"/>
                <a:gd name="connsiteY24" fmla="*/ 138703 h 622533"/>
                <a:gd name="connsiteX25" fmla="*/ 62809 w 402301"/>
                <a:gd name="connsiteY25" fmla="*/ 138536 h 622533"/>
                <a:gd name="connsiteX26" fmla="*/ 58172 w 402301"/>
                <a:gd name="connsiteY26" fmla="*/ 150630 h 622533"/>
                <a:gd name="connsiteX27" fmla="*/ 35425 w 402301"/>
                <a:gd name="connsiteY27" fmla="*/ 175904 h 622533"/>
                <a:gd name="connsiteX28" fmla="*/ 46219 w 402301"/>
                <a:gd name="connsiteY28" fmla="*/ 187998 h 622533"/>
                <a:gd name="connsiteX29" fmla="*/ 52956 w 402301"/>
                <a:gd name="connsiteY29" fmla="*/ 217979 h 622533"/>
                <a:gd name="connsiteX30" fmla="*/ 52956 w 402301"/>
                <a:gd name="connsiteY30" fmla="*/ 239704 h 622533"/>
                <a:gd name="connsiteX31" fmla="*/ 58969 w 402301"/>
                <a:gd name="connsiteY31" fmla="*/ 299666 h 622533"/>
                <a:gd name="connsiteX32" fmla="*/ 51725 w 402301"/>
                <a:gd name="connsiteY32" fmla="*/ 333052 h 622533"/>
                <a:gd name="connsiteX33" fmla="*/ 23979 w 402301"/>
                <a:gd name="connsiteY33" fmla="*/ 358760 h 622533"/>
                <a:gd name="connsiteX34" fmla="*/ 6737 w 402301"/>
                <a:gd name="connsiteY34" fmla="*/ 383599 h 622533"/>
                <a:gd name="connsiteX35" fmla="*/ 0 w 402301"/>
                <a:gd name="connsiteY35" fmla="*/ 399748 h 622533"/>
                <a:gd name="connsiteX36" fmla="*/ 41728 w 402301"/>
                <a:gd name="connsiteY36" fmla="*/ 426471 h 622533"/>
                <a:gd name="connsiteX37" fmla="*/ 62809 w 402301"/>
                <a:gd name="connsiteY37" fmla="*/ 444358 h 622533"/>
                <a:gd name="connsiteX38" fmla="*/ 88599 w 402301"/>
                <a:gd name="connsiteY38" fmla="*/ 444358 h 622533"/>
                <a:gd name="connsiteX39" fmla="*/ 112795 w 402301"/>
                <a:gd name="connsiteY39" fmla="*/ 466084 h 622533"/>
                <a:gd name="connsiteX40" fmla="*/ 114316 w 402301"/>
                <a:gd name="connsiteY40" fmla="*/ 468039 h 622533"/>
                <a:gd name="connsiteX41" fmla="*/ 143294 w 402301"/>
                <a:gd name="connsiteY41" fmla="*/ 466953 h 622533"/>
                <a:gd name="connsiteX42" fmla="*/ 163288 w 402301"/>
                <a:gd name="connsiteY42" fmla="*/ 499251 h 622533"/>
                <a:gd name="connsiteX43" fmla="*/ 184442 w 402301"/>
                <a:gd name="connsiteY43" fmla="*/ 523439 h 622533"/>
                <a:gd name="connsiteX44" fmla="*/ 197337 w 402301"/>
                <a:gd name="connsiteY44" fmla="*/ 547627 h 622533"/>
                <a:gd name="connsiteX45" fmla="*/ 236166 w 402301"/>
                <a:gd name="connsiteY45" fmla="*/ 553058 h 622533"/>
                <a:gd name="connsiteX46" fmla="*/ 256161 w 402301"/>
                <a:gd name="connsiteY46" fmla="*/ 550378 h 622533"/>
                <a:gd name="connsiteX47" fmla="*/ 278473 w 402301"/>
                <a:gd name="connsiteY47" fmla="*/ 549003 h 622533"/>
                <a:gd name="connsiteX48" fmla="*/ 303177 w 402301"/>
                <a:gd name="connsiteY48" fmla="*/ 571886 h 622533"/>
                <a:gd name="connsiteX49" fmla="*/ 285573 w 402301"/>
                <a:gd name="connsiteY49" fmla="*/ 604185 h 622533"/>
                <a:gd name="connsiteX50" fmla="*/ 305640 w 402301"/>
                <a:gd name="connsiteY50" fmla="*/ 622507 h 622533"/>
                <a:gd name="connsiteX51" fmla="*/ 307306 w 402301"/>
                <a:gd name="connsiteY51" fmla="*/ 622507 h 622533"/>
                <a:gd name="connsiteX52" fmla="*/ 320273 w 402301"/>
                <a:gd name="connsiteY52" fmla="*/ 570004 h 622533"/>
                <a:gd name="connsiteX53" fmla="*/ 327156 w 402301"/>
                <a:gd name="connsiteY53" fmla="*/ 517283 h 622533"/>
                <a:gd name="connsiteX54" fmla="*/ 305423 w 402301"/>
                <a:gd name="connsiteY54" fmla="*/ 454641 h 622533"/>
                <a:gd name="connsiteX55" fmla="*/ 328387 w 402301"/>
                <a:gd name="connsiteY55" fmla="*/ 433785 h 622533"/>
                <a:gd name="connsiteX56" fmla="*/ 321650 w 402301"/>
                <a:gd name="connsiteY56" fmla="*/ 417925 h 622533"/>
                <a:gd name="connsiteX57" fmla="*/ 312884 w 402301"/>
                <a:gd name="connsiteY57" fmla="*/ 396707 h 622533"/>
                <a:gd name="connsiteX58" fmla="*/ 363595 w 402301"/>
                <a:gd name="connsiteY58" fmla="*/ 392434 h 622533"/>
                <a:gd name="connsiteX59" fmla="*/ 401410 w 402301"/>
                <a:gd name="connsiteY59" fmla="*/ 377950 h 622533"/>
                <a:gd name="connsiteX60" fmla="*/ 395470 w 402301"/>
                <a:gd name="connsiteY60" fmla="*/ 357456 h 6225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02301" h="622533">
                  <a:moveTo>
                    <a:pt x="395470" y="357456"/>
                  </a:moveTo>
                  <a:cubicBezTo>
                    <a:pt x="386342" y="349346"/>
                    <a:pt x="389747" y="337758"/>
                    <a:pt x="396846" y="328489"/>
                  </a:cubicBezTo>
                  <a:cubicBezTo>
                    <a:pt x="403946" y="319219"/>
                    <a:pt x="392427" y="309878"/>
                    <a:pt x="383662" y="298725"/>
                  </a:cubicBezTo>
                  <a:cubicBezTo>
                    <a:pt x="374896" y="287573"/>
                    <a:pt x="381633" y="246946"/>
                    <a:pt x="391775" y="227973"/>
                  </a:cubicBezTo>
                  <a:cubicBezTo>
                    <a:pt x="401918" y="208999"/>
                    <a:pt x="371129" y="213489"/>
                    <a:pt x="352221" y="216024"/>
                  </a:cubicBezTo>
                  <a:cubicBezTo>
                    <a:pt x="333313" y="218558"/>
                    <a:pt x="317086" y="210230"/>
                    <a:pt x="304915" y="192488"/>
                  </a:cubicBezTo>
                  <a:cubicBezTo>
                    <a:pt x="292745" y="174745"/>
                    <a:pt x="275938" y="185898"/>
                    <a:pt x="246960" y="186694"/>
                  </a:cubicBezTo>
                  <a:cubicBezTo>
                    <a:pt x="217983" y="187491"/>
                    <a:pt x="223634" y="149978"/>
                    <a:pt x="225227" y="136002"/>
                  </a:cubicBezTo>
                  <a:cubicBezTo>
                    <a:pt x="226821" y="122025"/>
                    <a:pt x="210376" y="119780"/>
                    <a:pt x="210376" y="110510"/>
                  </a:cubicBezTo>
                  <a:cubicBezTo>
                    <a:pt x="210376" y="101241"/>
                    <a:pt x="201900" y="101241"/>
                    <a:pt x="194511" y="102037"/>
                  </a:cubicBezTo>
                  <a:cubicBezTo>
                    <a:pt x="187122" y="102834"/>
                    <a:pt x="194511" y="91609"/>
                    <a:pt x="199582" y="84295"/>
                  </a:cubicBezTo>
                  <a:cubicBezTo>
                    <a:pt x="204653" y="76981"/>
                    <a:pt x="204291" y="71115"/>
                    <a:pt x="204653" y="55690"/>
                  </a:cubicBezTo>
                  <a:cubicBezTo>
                    <a:pt x="205016" y="40265"/>
                    <a:pt x="224575" y="26722"/>
                    <a:pt x="234355" y="12239"/>
                  </a:cubicBezTo>
                  <a:cubicBezTo>
                    <a:pt x="236898" y="8763"/>
                    <a:pt x="240513" y="6214"/>
                    <a:pt x="244642" y="4997"/>
                  </a:cubicBezTo>
                  <a:cubicBezTo>
                    <a:pt x="245215" y="3064"/>
                    <a:pt x="246323" y="1333"/>
                    <a:pt x="247830" y="0"/>
                  </a:cubicBezTo>
                  <a:cubicBezTo>
                    <a:pt x="245512" y="0"/>
                    <a:pt x="243193" y="0"/>
                    <a:pt x="240585" y="0"/>
                  </a:cubicBezTo>
                  <a:cubicBezTo>
                    <a:pt x="236101" y="5041"/>
                    <a:pt x="230190" y="8604"/>
                    <a:pt x="223634" y="10211"/>
                  </a:cubicBezTo>
                  <a:cubicBezTo>
                    <a:pt x="215592" y="12239"/>
                    <a:pt x="207334" y="12673"/>
                    <a:pt x="199220" y="14339"/>
                  </a:cubicBezTo>
                  <a:cubicBezTo>
                    <a:pt x="195736" y="25245"/>
                    <a:pt x="186905" y="33610"/>
                    <a:pt x="175821" y="36499"/>
                  </a:cubicBezTo>
                  <a:cubicBezTo>
                    <a:pt x="169323" y="37969"/>
                    <a:pt x="162955" y="39960"/>
                    <a:pt x="156768" y="42437"/>
                  </a:cubicBezTo>
                  <a:cubicBezTo>
                    <a:pt x="154247" y="45226"/>
                    <a:pt x="151538" y="47840"/>
                    <a:pt x="148655" y="50258"/>
                  </a:cubicBezTo>
                  <a:cubicBezTo>
                    <a:pt x="141642" y="61954"/>
                    <a:pt x="131268" y="71267"/>
                    <a:pt x="118880" y="76981"/>
                  </a:cubicBezTo>
                  <a:cubicBezTo>
                    <a:pt x="115852" y="92044"/>
                    <a:pt x="104145" y="103862"/>
                    <a:pt x="89106" y="107034"/>
                  </a:cubicBezTo>
                  <a:cubicBezTo>
                    <a:pt x="80920" y="117824"/>
                    <a:pt x="74979" y="129774"/>
                    <a:pt x="70053" y="136581"/>
                  </a:cubicBezTo>
                  <a:cubicBezTo>
                    <a:pt x="68720" y="139087"/>
                    <a:pt x="65605" y="140035"/>
                    <a:pt x="63098" y="138703"/>
                  </a:cubicBezTo>
                  <a:cubicBezTo>
                    <a:pt x="62997" y="138652"/>
                    <a:pt x="62903" y="138594"/>
                    <a:pt x="62809" y="138536"/>
                  </a:cubicBezTo>
                  <a:cubicBezTo>
                    <a:pt x="62526" y="142946"/>
                    <a:pt x="60911" y="147161"/>
                    <a:pt x="58172" y="150630"/>
                  </a:cubicBezTo>
                  <a:cubicBezTo>
                    <a:pt x="50145" y="158647"/>
                    <a:pt x="42553" y="167083"/>
                    <a:pt x="35425" y="175904"/>
                  </a:cubicBezTo>
                  <a:cubicBezTo>
                    <a:pt x="39627" y="180539"/>
                    <a:pt x="43539" y="184666"/>
                    <a:pt x="46219" y="187998"/>
                  </a:cubicBezTo>
                  <a:cubicBezTo>
                    <a:pt x="56724" y="200816"/>
                    <a:pt x="49986" y="211099"/>
                    <a:pt x="52956" y="217979"/>
                  </a:cubicBezTo>
                  <a:cubicBezTo>
                    <a:pt x="55927" y="224859"/>
                    <a:pt x="58969" y="235070"/>
                    <a:pt x="52956" y="239704"/>
                  </a:cubicBezTo>
                  <a:cubicBezTo>
                    <a:pt x="46944" y="244339"/>
                    <a:pt x="52232" y="291049"/>
                    <a:pt x="58969" y="299666"/>
                  </a:cubicBezTo>
                  <a:cubicBezTo>
                    <a:pt x="65706" y="308284"/>
                    <a:pt x="58969" y="315960"/>
                    <a:pt x="51725" y="333052"/>
                  </a:cubicBezTo>
                  <a:cubicBezTo>
                    <a:pt x="44481" y="350142"/>
                    <a:pt x="37236" y="357891"/>
                    <a:pt x="23979" y="358760"/>
                  </a:cubicBezTo>
                  <a:cubicBezTo>
                    <a:pt x="10722" y="359629"/>
                    <a:pt x="11229" y="383599"/>
                    <a:pt x="6737" y="383599"/>
                  </a:cubicBezTo>
                  <a:cubicBezTo>
                    <a:pt x="2246" y="383599"/>
                    <a:pt x="580" y="392290"/>
                    <a:pt x="0" y="399748"/>
                  </a:cubicBezTo>
                  <a:cubicBezTo>
                    <a:pt x="12605" y="411843"/>
                    <a:pt x="35208" y="426471"/>
                    <a:pt x="41728" y="426471"/>
                  </a:cubicBezTo>
                  <a:cubicBezTo>
                    <a:pt x="48248" y="426471"/>
                    <a:pt x="53463" y="438130"/>
                    <a:pt x="62809" y="444358"/>
                  </a:cubicBezTo>
                  <a:cubicBezTo>
                    <a:pt x="72154" y="450586"/>
                    <a:pt x="85484" y="448848"/>
                    <a:pt x="88599" y="444358"/>
                  </a:cubicBezTo>
                  <a:cubicBezTo>
                    <a:pt x="91714" y="439868"/>
                    <a:pt x="100262" y="449717"/>
                    <a:pt x="112795" y="466084"/>
                  </a:cubicBezTo>
                  <a:lnTo>
                    <a:pt x="114316" y="468039"/>
                  </a:lnTo>
                  <a:cubicBezTo>
                    <a:pt x="124821" y="465432"/>
                    <a:pt x="138005" y="463187"/>
                    <a:pt x="143294" y="466953"/>
                  </a:cubicBezTo>
                  <a:cubicBezTo>
                    <a:pt x="152711" y="473687"/>
                    <a:pt x="150538" y="497947"/>
                    <a:pt x="163288" y="499251"/>
                  </a:cubicBezTo>
                  <a:cubicBezTo>
                    <a:pt x="175147" y="501351"/>
                    <a:pt x="183949" y="511410"/>
                    <a:pt x="184442" y="523439"/>
                  </a:cubicBezTo>
                  <a:cubicBezTo>
                    <a:pt x="183283" y="531550"/>
                    <a:pt x="198568" y="535532"/>
                    <a:pt x="197337" y="547627"/>
                  </a:cubicBezTo>
                  <a:cubicBezTo>
                    <a:pt x="196105" y="559720"/>
                    <a:pt x="231458" y="557113"/>
                    <a:pt x="236166" y="553058"/>
                  </a:cubicBezTo>
                  <a:cubicBezTo>
                    <a:pt x="241672" y="548191"/>
                    <a:pt x="249569" y="547134"/>
                    <a:pt x="256161" y="550378"/>
                  </a:cubicBezTo>
                  <a:cubicBezTo>
                    <a:pt x="262029" y="554361"/>
                    <a:pt x="272606" y="546323"/>
                    <a:pt x="278473" y="549003"/>
                  </a:cubicBezTo>
                  <a:cubicBezTo>
                    <a:pt x="284341" y="551682"/>
                    <a:pt x="307886" y="562472"/>
                    <a:pt x="303177" y="571886"/>
                  </a:cubicBezTo>
                  <a:cubicBezTo>
                    <a:pt x="298468" y="581301"/>
                    <a:pt x="282023" y="596074"/>
                    <a:pt x="285573" y="604185"/>
                  </a:cubicBezTo>
                  <a:cubicBezTo>
                    <a:pt x="288326" y="610558"/>
                    <a:pt x="300641" y="614468"/>
                    <a:pt x="305640" y="622507"/>
                  </a:cubicBezTo>
                  <a:cubicBezTo>
                    <a:pt x="306198" y="622543"/>
                    <a:pt x="306748" y="622543"/>
                    <a:pt x="307306" y="622507"/>
                  </a:cubicBezTo>
                  <a:cubicBezTo>
                    <a:pt x="316289" y="620189"/>
                    <a:pt x="320273" y="581373"/>
                    <a:pt x="320273" y="570004"/>
                  </a:cubicBezTo>
                  <a:cubicBezTo>
                    <a:pt x="321143" y="552276"/>
                    <a:pt x="323447" y="534642"/>
                    <a:pt x="327156" y="517283"/>
                  </a:cubicBezTo>
                  <a:cubicBezTo>
                    <a:pt x="332879" y="494761"/>
                    <a:pt x="305423" y="478974"/>
                    <a:pt x="305423" y="454641"/>
                  </a:cubicBezTo>
                  <a:cubicBezTo>
                    <a:pt x="305423" y="430309"/>
                    <a:pt x="316217" y="443851"/>
                    <a:pt x="328387" y="433785"/>
                  </a:cubicBezTo>
                  <a:cubicBezTo>
                    <a:pt x="340558" y="423719"/>
                    <a:pt x="327735" y="419301"/>
                    <a:pt x="321650" y="417925"/>
                  </a:cubicBezTo>
                  <a:cubicBezTo>
                    <a:pt x="315565" y="416549"/>
                    <a:pt x="310856" y="404021"/>
                    <a:pt x="312884" y="396707"/>
                  </a:cubicBezTo>
                  <a:cubicBezTo>
                    <a:pt x="314913" y="389393"/>
                    <a:pt x="352004" y="392434"/>
                    <a:pt x="363595" y="392434"/>
                  </a:cubicBezTo>
                  <a:cubicBezTo>
                    <a:pt x="377127" y="390515"/>
                    <a:pt x="390059" y="385569"/>
                    <a:pt x="401410" y="377950"/>
                  </a:cubicBezTo>
                  <a:cubicBezTo>
                    <a:pt x="403743" y="370549"/>
                    <a:pt x="401403" y="362467"/>
                    <a:pt x="395470" y="3574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7" name="Freeform 164">
              <a:extLst>
                <a:ext uri="{FF2B5EF4-FFF2-40B4-BE49-F238E27FC236}">
                  <a16:creationId xmlns:a16="http://schemas.microsoft.com/office/drawing/2014/main" id="{D9791AE0-CC31-18AB-2046-76E26DBEAD01}"/>
                </a:ext>
              </a:extLst>
            </p:cNvPr>
            <p:cNvSpPr/>
            <p:nvPr/>
          </p:nvSpPr>
          <p:spPr>
            <a:xfrm>
              <a:off x="3351433" y="4821975"/>
              <a:ext cx="410036" cy="526333"/>
            </a:xfrm>
            <a:custGeom>
              <a:avLst/>
              <a:gdLst>
                <a:gd name="connsiteX0" fmla="*/ 408750 w 410038"/>
                <a:gd name="connsiteY0" fmla="*/ 316559 h 526330"/>
                <a:gd name="connsiteX1" fmla="*/ 388828 w 410038"/>
                <a:gd name="connsiteY1" fmla="*/ 278829 h 526330"/>
                <a:gd name="connsiteX2" fmla="*/ 360865 w 410038"/>
                <a:gd name="connsiteY2" fmla="*/ 259349 h 526330"/>
                <a:gd name="connsiteX3" fmla="*/ 323918 w 410038"/>
                <a:gd name="connsiteY3" fmla="*/ 240013 h 526330"/>
                <a:gd name="connsiteX4" fmla="*/ 319934 w 410038"/>
                <a:gd name="connsiteY4" fmla="*/ 208005 h 526330"/>
                <a:gd name="connsiteX5" fmla="*/ 314935 w 410038"/>
                <a:gd name="connsiteY5" fmla="*/ 178241 h 526330"/>
                <a:gd name="connsiteX6" fmla="*/ 301896 w 410038"/>
                <a:gd name="connsiteY6" fmla="*/ 152025 h 526330"/>
                <a:gd name="connsiteX7" fmla="*/ 264949 w 410038"/>
                <a:gd name="connsiteY7" fmla="*/ 142828 h 526330"/>
                <a:gd name="connsiteX8" fmla="*/ 236986 w 410038"/>
                <a:gd name="connsiteY8" fmla="*/ 127983 h 526330"/>
                <a:gd name="connsiteX9" fmla="*/ 223004 w 410038"/>
                <a:gd name="connsiteY9" fmla="*/ 114368 h 526330"/>
                <a:gd name="connsiteX10" fmla="*/ 199025 w 410038"/>
                <a:gd name="connsiteY10" fmla="*/ 108574 h 526330"/>
                <a:gd name="connsiteX11" fmla="*/ 159109 w 410038"/>
                <a:gd name="connsiteY11" fmla="*/ 81128 h 526330"/>
                <a:gd name="connsiteX12" fmla="*/ 148098 w 410038"/>
                <a:gd name="connsiteY12" fmla="*/ 5741 h 526330"/>
                <a:gd name="connsiteX13" fmla="*/ 116150 w 410038"/>
                <a:gd name="connsiteY13" fmla="*/ 3496 h 526330"/>
                <a:gd name="connsiteX14" fmla="*/ 76234 w 410038"/>
                <a:gd name="connsiteY14" fmla="*/ 24062 h 526330"/>
                <a:gd name="connsiteX15" fmla="*/ 47256 w 410038"/>
                <a:gd name="connsiteY15" fmla="*/ 41225 h 526330"/>
                <a:gd name="connsiteX16" fmla="*/ 18279 w 410038"/>
                <a:gd name="connsiteY16" fmla="*/ 49192 h 526330"/>
                <a:gd name="connsiteX17" fmla="*/ 6977 w 410038"/>
                <a:gd name="connsiteY17" fmla="*/ 46295 h 526330"/>
                <a:gd name="connsiteX18" fmla="*/ 30304 w 410038"/>
                <a:gd name="connsiteY18" fmla="*/ 100608 h 526330"/>
                <a:gd name="connsiteX19" fmla="*/ 21321 w 410038"/>
                <a:gd name="connsiteY19" fmla="*/ 121175 h 526330"/>
                <a:gd name="connsiteX20" fmla="*/ 24291 w 410038"/>
                <a:gd name="connsiteY20" fmla="*/ 175996 h 526330"/>
                <a:gd name="connsiteX21" fmla="*/ 16323 w 410038"/>
                <a:gd name="connsiteY21" fmla="*/ 208005 h 526330"/>
                <a:gd name="connsiteX22" fmla="*/ 8281 w 410038"/>
                <a:gd name="connsiteY22" fmla="*/ 241172 h 526330"/>
                <a:gd name="connsiteX23" fmla="*/ 21321 w 410038"/>
                <a:gd name="connsiteY23" fmla="*/ 259349 h 526330"/>
                <a:gd name="connsiteX24" fmla="*/ 3355 w 410038"/>
                <a:gd name="connsiteY24" fmla="*/ 290199 h 526330"/>
                <a:gd name="connsiteX25" fmla="*/ 458 w 410038"/>
                <a:gd name="connsiteY25" fmla="*/ 306059 h 526330"/>
                <a:gd name="connsiteX26" fmla="*/ 14294 w 410038"/>
                <a:gd name="connsiteY26" fmla="*/ 324525 h 526330"/>
                <a:gd name="connsiteX27" fmla="*/ 22263 w 410038"/>
                <a:gd name="connsiteY27" fmla="*/ 365659 h 526330"/>
                <a:gd name="connsiteX28" fmla="*/ 36245 w 410038"/>
                <a:gd name="connsiteY28" fmla="*/ 387384 h 526330"/>
                <a:gd name="connsiteX29" fmla="*/ 29000 w 410038"/>
                <a:gd name="connsiteY29" fmla="*/ 414758 h 526330"/>
                <a:gd name="connsiteX30" fmla="*/ 40954 w 410038"/>
                <a:gd name="connsiteY30" fmla="*/ 446767 h 526330"/>
                <a:gd name="connsiteX31" fmla="*/ 52979 w 410038"/>
                <a:gd name="connsiteY31" fmla="*/ 482180 h 526330"/>
                <a:gd name="connsiteX32" fmla="*/ 60948 w 410038"/>
                <a:gd name="connsiteY32" fmla="*/ 524472 h 526330"/>
                <a:gd name="connsiteX33" fmla="*/ 106877 w 410038"/>
                <a:gd name="connsiteY33" fmla="*/ 493622 h 526330"/>
                <a:gd name="connsiteX34" fmla="*/ 136869 w 410038"/>
                <a:gd name="connsiteY34" fmla="*/ 492390 h 526330"/>
                <a:gd name="connsiteX35" fmla="*/ 175771 w 410038"/>
                <a:gd name="connsiteY35" fmla="*/ 510712 h 526330"/>
                <a:gd name="connsiteX36" fmla="*/ 195766 w 410038"/>
                <a:gd name="connsiteY36" fmla="*/ 487900 h 526330"/>
                <a:gd name="connsiteX37" fmla="*/ 240681 w 410038"/>
                <a:gd name="connsiteY37" fmla="*/ 487900 h 526330"/>
                <a:gd name="connsiteX38" fmla="*/ 250678 w 410038"/>
                <a:gd name="connsiteY38" fmla="*/ 428445 h 526330"/>
                <a:gd name="connsiteX39" fmla="*/ 276685 w 410038"/>
                <a:gd name="connsiteY39" fmla="*/ 392236 h 526330"/>
                <a:gd name="connsiteX40" fmla="*/ 317616 w 410038"/>
                <a:gd name="connsiteY40" fmla="*/ 384198 h 526330"/>
                <a:gd name="connsiteX41" fmla="*/ 356590 w 410038"/>
                <a:gd name="connsiteY41" fmla="*/ 379636 h 526330"/>
                <a:gd name="connsiteX42" fmla="*/ 388538 w 410038"/>
                <a:gd name="connsiteY42" fmla="*/ 395640 h 526330"/>
                <a:gd name="connsiteX43" fmla="*/ 404476 w 410038"/>
                <a:gd name="connsiteY43" fmla="*/ 366673 h 526330"/>
                <a:gd name="connsiteX44" fmla="*/ 408750 w 410038"/>
                <a:gd name="connsiteY44" fmla="*/ 316559 h 5263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410038" h="526330">
                  <a:moveTo>
                    <a:pt x="408750" y="316559"/>
                  </a:moveTo>
                  <a:cubicBezTo>
                    <a:pt x="403824" y="299396"/>
                    <a:pt x="388828" y="297079"/>
                    <a:pt x="388828" y="278829"/>
                  </a:cubicBezTo>
                  <a:cubicBezTo>
                    <a:pt x="388828" y="260580"/>
                    <a:pt x="382815" y="258263"/>
                    <a:pt x="360865" y="259349"/>
                  </a:cubicBezTo>
                  <a:cubicBezTo>
                    <a:pt x="338914" y="260435"/>
                    <a:pt x="324643" y="254786"/>
                    <a:pt x="323918" y="240013"/>
                  </a:cubicBezTo>
                  <a:cubicBezTo>
                    <a:pt x="323194" y="225240"/>
                    <a:pt x="309937" y="213725"/>
                    <a:pt x="319934" y="208005"/>
                  </a:cubicBezTo>
                  <a:cubicBezTo>
                    <a:pt x="329931" y="202283"/>
                    <a:pt x="312690" y="192000"/>
                    <a:pt x="314935" y="178241"/>
                  </a:cubicBezTo>
                  <a:cubicBezTo>
                    <a:pt x="317181" y="164481"/>
                    <a:pt x="308923" y="158905"/>
                    <a:pt x="301896" y="152025"/>
                  </a:cubicBezTo>
                  <a:cubicBezTo>
                    <a:pt x="294869" y="145146"/>
                    <a:pt x="264949" y="155429"/>
                    <a:pt x="264949" y="142828"/>
                  </a:cubicBezTo>
                  <a:cubicBezTo>
                    <a:pt x="264949" y="130227"/>
                    <a:pt x="246983" y="127983"/>
                    <a:pt x="236986" y="127983"/>
                  </a:cubicBezTo>
                  <a:cubicBezTo>
                    <a:pt x="226989" y="127983"/>
                    <a:pt x="234016" y="113499"/>
                    <a:pt x="223004" y="114368"/>
                  </a:cubicBezTo>
                  <a:cubicBezTo>
                    <a:pt x="211993" y="115237"/>
                    <a:pt x="214021" y="106329"/>
                    <a:pt x="199025" y="108574"/>
                  </a:cubicBezTo>
                  <a:cubicBezTo>
                    <a:pt x="184030" y="110819"/>
                    <a:pt x="175119" y="102926"/>
                    <a:pt x="159109" y="81128"/>
                  </a:cubicBezTo>
                  <a:cubicBezTo>
                    <a:pt x="143099" y="59330"/>
                    <a:pt x="145128" y="17182"/>
                    <a:pt x="148098" y="5741"/>
                  </a:cubicBezTo>
                  <a:cubicBezTo>
                    <a:pt x="151068" y="-5702"/>
                    <a:pt x="129190" y="3496"/>
                    <a:pt x="116150" y="3496"/>
                  </a:cubicBezTo>
                  <a:cubicBezTo>
                    <a:pt x="103110" y="3496"/>
                    <a:pt x="90215" y="14937"/>
                    <a:pt x="76234" y="24062"/>
                  </a:cubicBezTo>
                  <a:cubicBezTo>
                    <a:pt x="62252" y="33187"/>
                    <a:pt x="54500" y="33187"/>
                    <a:pt x="47256" y="41225"/>
                  </a:cubicBezTo>
                  <a:cubicBezTo>
                    <a:pt x="40381" y="49930"/>
                    <a:pt x="28638" y="53160"/>
                    <a:pt x="18279" y="49192"/>
                  </a:cubicBezTo>
                  <a:cubicBezTo>
                    <a:pt x="14642" y="47772"/>
                    <a:pt x="10846" y="46802"/>
                    <a:pt x="6977" y="46295"/>
                  </a:cubicBezTo>
                  <a:cubicBezTo>
                    <a:pt x="12918" y="63096"/>
                    <a:pt x="27117" y="90687"/>
                    <a:pt x="30304" y="100608"/>
                  </a:cubicBezTo>
                  <a:cubicBezTo>
                    <a:pt x="34289" y="113209"/>
                    <a:pt x="25306" y="116613"/>
                    <a:pt x="21321" y="121175"/>
                  </a:cubicBezTo>
                  <a:cubicBezTo>
                    <a:pt x="17337" y="125738"/>
                    <a:pt x="23277" y="166871"/>
                    <a:pt x="24291" y="175996"/>
                  </a:cubicBezTo>
                  <a:cubicBezTo>
                    <a:pt x="25306" y="185120"/>
                    <a:pt x="10310" y="202283"/>
                    <a:pt x="16323" y="208005"/>
                  </a:cubicBezTo>
                  <a:cubicBezTo>
                    <a:pt x="22335" y="213725"/>
                    <a:pt x="8281" y="230816"/>
                    <a:pt x="8281" y="241172"/>
                  </a:cubicBezTo>
                  <a:cubicBezTo>
                    <a:pt x="8281" y="251528"/>
                    <a:pt x="21321" y="251383"/>
                    <a:pt x="21321" y="259349"/>
                  </a:cubicBezTo>
                  <a:cubicBezTo>
                    <a:pt x="18858" y="271320"/>
                    <a:pt x="12548" y="282154"/>
                    <a:pt x="3355" y="290199"/>
                  </a:cubicBezTo>
                  <a:cubicBezTo>
                    <a:pt x="-339" y="292661"/>
                    <a:pt x="-412" y="299107"/>
                    <a:pt x="458" y="306059"/>
                  </a:cubicBezTo>
                  <a:cubicBezTo>
                    <a:pt x="2558" y="305335"/>
                    <a:pt x="4007" y="315690"/>
                    <a:pt x="14294" y="324525"/>
                  </a:cubicBezTo>
                  <a:cubicBezTo>
                    <a:pt x="26320" y="334809"/>
                    <a:pt x="12338" y="351899"/>
                    <a:pt x="22263" y="365659"/>
                  </a:cubicBezTo>
                  <a:cubicBezTo>
                    <a:pt x="32188" y="379418"/>
                    <a:pt x="43272" y="380142"/>
                    <a:pt x="36245" y="387384"/>
                  </a:cubicBezTo>
                  <a:cubicBezTo>
                    <a:pt x="29218" y="394626"/>
                    <a:pt x="37259" y="407878"/>
                    <a:pt x="29000" y="414758"/>
                  </a:cubicBezTo>
                  <a:cubicBezTo>
                    <a:pt x="20742" y="421638"/>
                    <a:pt x="31970" y="442205"/>
                    <a:pt x="40954" y="446767"/>
                  </a:cubicBezTo>
                  <a:cubicBezTo>
                    <a:pt x="49936" y="451329"/>
                    <a:pt x="43996" y="471896"/>
                    <a:pt x="52979" y="482180"/>
                  </a:cubicBezTo>
                  <a:cubicBezTo>
                    <a:pt x="61962" y="492463"/>
                    <a:pt x="57978" y="516433"/>
                    <a:pt x="60948" y="524472"/>
                  </a:cubicBezTo>
                  <a:cubicBezTo>
                    <a:pt x="63918" y="532510"/>
                    <a:pt x="90940" y="513030"/>
                    <a:pt x="106877" y="493622"/>
                  </a:cubicBezTo>
                  <a:cubicBezTo>
                    <a:pt x="122815" y="474214"/>
                    <a:pt x="121873" y="490145"/>
                    <a:pt x="136869" y="492390"/>
                  </a:cubicBezTo>
                  <a:cubicBezTo>
                    <a:pt x="151865" y="494636"/>
                    <a:pt x="168817" y="494780"/>
                    <a:pt x="175771" y="510712"/>
                  </a:cubicBezTo>
                  <a:cubicBezTo>
                    <a:pt x="182726" y="526644"/>
                    <a:pt x="190767" y="494780"/>
                    <a:pt x="195766" y="487900"/>
                  </a:cubicBezTo>
                  <a:cubicBezTo>
                    <a:pt x="200764" y="481021"/>
                    <a:pt x="234740" y="490145"/>
                    <a:pt x="240681" y="487900"/>
                  </a:cubicBezTo>
                  <a:cubicBezTo>
                    <a:pt x="246621" y="485656"/>
                    <a:pt x="251692" y="436484"/>
                    <a:pt x="250678" y="428445"/>
                  </a:cubicBezTo>
                  <a:cubicBezTo>
                    <a:pt x="249664" y="420407"/>
                    <a:pt x="264660" y="401071"/>
                    <a:pt x="276685" y="392236"/>
                  </a:cubicBezTo>
                  <a:cubicBezTo>
                    <a:pt x="288711" y="383401"/>
                    <a:pt x="307618" y="389919"/>
                    <a:pt x="317616" y="384198"/>
                  </a:cubicBezTo>
                  <a:cubicBezTo>
                    <a:pt x="327613" y="378477"/>
                    <a:pt x="342609" y="379636"/>
                    <a:pt x="356590" y="379636"/>
                  </a:cubicBezTo>
                  <a:cubicBezTo>
                    <a:pt x="370572" y="379636"/>
                    <a:pt x="380569" y="395640"/>
                    <a:pt x="388538" y="395640"/>
                  </a:cubicBezTo>
                  <a:cubicBezTo>
                    <a:pt x="396507" y="395640"/>
                    <a:pt x="406504" y="380794"/>
                    <a:pt x="404476" y="366673"/>
                  </a:cubicBezTo>
                  <a:cubicBezTo>
                    <a:pt x="402447" y="352551"/>
                    <a:pt x="413749" y="333650"/>
                    <a:pt x="408750" y="3165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8" name="Freeform 165">
              <a:extLst>
                <a:ext uri="{FF2B5EF4-FFF2-40B4-BE49-F238E27FC236}">
                  <a16:creationId xmlns:a16="http://schemas.microsoft.com/office/drawing/2014/main" id="{E23391B8-FA67-BA20-6EE6-2BD48ECDE430}"/>
                </a:ext>
              </a:extLst>
            </p:cNvPr>
            <p:cNvSpPr/>
            <p:nvPr/>
          </p:nvSpPr>
          <p:spPr>
            <a:xfrm>
              <a:off x="2953461" y="4443854"/>
              <a:ext cx="429288" cy="721912"/>
            </a:xfrm>
            <a:custGeom>
              <a:avLst/>
              <a:gdLst>
                <a:gd name="connsiteX0" fmla="*/ 428277 w 429290"/>
                <a:gd name="connsiteY0" fmla="*/ 478728 h 721908"/>
                <a:gd name="connsiteX1" fmla="*/ 404950 w 429290"/>
                <a:gd name="connsiteY1" fmla="*/ 424414 h 721908"/>
                <a:gd name="connsiteX2" fmla="*/ 372351 w 429290"/>
                <a:gd name="connsiteY2" fmla="*/ 426152 h 721908"/>
                <a:gd name="connsiteX3" fmla="*/ 364309 w 429290"/>
                <a:gd name="connsiteY3" fmla="*/ 375894 h 721908"/>
                <a:gd name="connsiteX4" fmla="*/ 349386 w 429290"/>
                <a:gd name="connsiteY4" fmla="*/ 379370 h 721908"/>
                <a:gd name="connsiteX5" fmla="*/ 313164 w 429290"/>
                <a:gd name="connsiteY5" fmla="*/ 385019 h 721908"/>
                <a:gd name="connsiteX6" fmla="*/ 295198 w 429290"/>
                <a:gd name="connsiteY6" fmla="*/ 363293 h 721908"/>
                <a:gd name="connsiteX7" fmla="*/ 278246 w 429290"/>
                <a:gd name="connsiteY7" fmla="*/ 348810 h 721908"/>
                <a:gd name="connsiteX8" fmla="*/ 264265 w 429290"/>
                <a:gd name="connsiteY8" fmla="*/ 315714 h 721908"/>
                <a:gd name="connsiteX9" fmla="*/ 255282 w 429290"/>
                <a:gd name="connsiteY9" fmla="*/ 282619 h 721908"/>
                <a:gd name="connsiteX10" fmla="*/ 260280 w 429290"/>
                <a:gd name="connsiteY10" fmla="*/ 257418 h 721908"/>
                <a:gd name="connsiteX11" fmla="*/ 275276 w 429290"/>
                <a:gd name="connsiteY11" fmla="*/ 236851 h 721908"/>
                <a:gd name="connsiteX12" fmla="*/ 286215 w 429290"/>
                <a:gd name="connsiteY12" fmla="*/ 200642 h 721908"/>
                <a:gd name="connsiteX13" fmla="*/ 316207 w 429290"/>
                <a:gd name="connsiteY13" fmla="*/ 177830 h 721908"/>
                <a:gd name="connsiteX14" fmla="*/ 357138 w 429290"/>
                <a:gd name="connsiteY14" fmla="*/ 160667 h 721908"/>
                <a:gd name="connsiteX15" fmla="*/ 384449 w 429290"/>
                <a:gd name="connsiteY15" fmla="*/ 158495 h 721908"/>
                <a:gd name="connsiteX16" fmla="*/ 364382 w 429290"/>
                <a:gd name="connsiteY16" fmla="*/ 140173 h 721908"/>
                <a:gd name="connsiteX17" fmla="*/ 381986 w 429290"/>
                <a:gd name="connsiteY17" fmla="*/ 107874 h 721908"/>
                <a:gd name="connsiteX18" fmla="*/ 357282 w 429290"/>
                <a:gd name="connsiteY18" fmla="*/ 84990 h 721908"/>
                <a:gd name="connsiteX19" fmla="*/ 334970 w 429290"/>
                <a:gd name="connsiteY19" fmla="*/ 86366 h 721908"/>
                <a:gd name="connsiteX20" fmla="*/ 314975 w 429290"/>
                <a:gd name="connsiteY20" fmla="*/ 89046 h 721908"/>
                <a:gd name="connsiteX21" fmla="*/ 276146 w 429290"/>
                <a:gd name="connsiteY21" fmla="*/ 83614 h 721908"/>
                <a:gd name="connsiteX22" fmla="*/ 263251 w 429290"/>
                <a:gd name="connsiteY22" fmla="*/ 59426 h 721908"/>
                <a:gd name="connsiteX23" fmla="*/ 242314 w 429290"/>
                <a:gd name="connsiteY23" fmla="*/ 34298 h 721908"/>
                <a:gd name="connsiteX24" fmla="*/ 222320 w 429290"/>
                <a:gd name="connsiteY24" fmla="*/ 1999 h 721908"/>
                <a:gd name="connsiteX25" fmla="*/ 193343 w 429290"/>
                <a:gd name="connsiteY25" fmla="*/ 3085 h 721908"/>
                <a:gd name="connsiteX26" fmla="*/ 201166 w 429290"/>
                <a:gd name="connsiteY26" fmla="*/ 30604 h 721908"/>
                <a:gd name="connsiteX27" fmla="*/ 182476 w 429290"/>
                <a:gd name="connsiteY27" fmla="*/ 69855 h 721908"/>
                <a:gd name="connsiteX28" fmla="*/ 116045 w 429290"/>
                <a:gd name="connsiteY28" fmla="*/ 110989 h 721908"/>
                <a:gd name="connsiteX29" fmla="*/ 85619 w 429290"/>
                <a:gd name="connsiteY29" fmla="*/ 172616 h 721908"/>
                <a:gd name="connsiteX30" fmla="*/ 61423 w 429290"/>
                <a:gd name="connsiteY30" fmla="*/ 174427 h 721908"/>
                <a:gd name="connsiteX31" fmla="*/ 35633 w 429290"/>
                <a:gd name="connsiteY31" fmla="*/ 166388 h 721908"/>
                <a:gd name="connsiteX32" fmla="*/ 35633 w 429290"/>
                <a:gd name="connsiteY32" fmla="*/ 146691 h 721908"/>
                <a:gd name="connsiteX33" fmla="*/ 29113 w 429290"/>
                <a:gd name="connsiteY33" fmla="*/ 126848 h 721908"/>
                <a:gd name="connsiteX34" fmla="*/ 1149 w 429290"/>
                <a:gd name="connsiteY34" fmla="*/ 160595 h 721908"/>
                <a:gd name="connsiteX35" fmla="*/ 13899 w 429290"/>
                <a:gd name="connsiteY35" fmla="*/ 213677 h 721908"/>
                <a:gd name="connsiteX36" fmla="*/ 3395 w 429290"/>
                <a:gd name="connsiteY36" fmla="*/ 223961 h 721908"/>
                <a:gd name="connsiteX37" fmla="*/ 31141 w 429290"/>
                <a:gd name="connsiteY37" fmla="*/ 250611 h 721908"/>
                <a:gd name="connsiteX38" fmla="*/ 50918 w 429290"/>
                <a:gd name="connsiteY38" fmla="*/ 265094 h 721908"/>
                <a:gd name="connsiteX39" fmla="*/ 65407 w 429290"/>
                <a:gd name="connsiteY39" fmla="*/ 297610 h 721908"/>
                <a:gd name="connsiteX40" fmla="*/ 73738 w 429290"/>
                <a:gd name="connsiteY40" fmla="*/ 310211 h 721908"/>
                <a:gd name="connsiteX41" fmla="*/ 93080 w 429290"/>
                <a:gd name="connsiteY41" fmla="*/ 355906 h 721908"/>
                <a:gd name="connsiteX42" fmla="*/ 137199 w 429290"/>
                <a:gd name="connsiteY42" fmla="*/ 383281 h 721908"/>
                <a:gd name="connsiteX43" fmla="*/ 152412 w 429290"/>
                <a:gd name="connsiteY43" fmla="*/ 459899 h 721908"/>
                <a:gd name="connsiteX44" fmla="*/ 185374 w 429290"/>
                <a:gd name="connsiteY44" fmla="*/ 525583 h 721908"/>
                <a:gd name="connsiteX45" fmla="*/ 182476 w 429290"/>
                <a:gd name="connsiteY45" fmla="*/ 547308 h 721908"/>
                <a:gd name="connsiteX46" fmla="*/ 219205 w 429290"/>
                <a:gd name="connsiteY46" fmla="*/ 600028 h 721908"/>
                <a:gd name="connsiteX47" fmla="*/ 236229 w 429290"/>
                <a:gd name="connsiteY47" fmla="*/ 610963 h 721908"/>
                <a:gd name="connsiteX48" fmla="*/ 333593 w 429290"/>
                <a:gd name="connsiteY48" fmla="*/ 679471 h 721908"/>
                <a:gd name="connsiteX49" fmla="*/ 374089 w 429290"/>
                <a:gd name="connsiteY49" fmla="*/ 714666 h 721908"/>
                <a:gd name="connsiteX50" fmla="*/ 375973 w 429290"/>
                <a:gd name="connsiteY50" fmla="*/ 721908 h 721908"/>
                <a:gd name="connsiteX51" fmla="*/ 383217 w 429290"/>
                <a:gd name="connsiteY51" fmla="*/ 715825 h 721908"/>
                <a:gd name="connsiteX52" fmla="*/ 397199 w 429290"/>
                <a:gd name="connsiteY52" fmla="*/ 684975 h 721908"/>
                <a:gd name="connsiteX53" fmla="*/ 398358 w 429290"/>
                <a:gd name="connsiteY53" fmla="*/ 683671 h 721908"/>
                <a:gd name="connsiteX54" fmla="*/ 401256 w 429290"/>
                <a:gd name="connsiteY54" fmla="*/ 667812 h 721908"/>
                <a:gd name="connsiteX55" fmla="*/ 419222 w 429290"/>
                <a:gd name="connsiteY55" fmla="*/ 636961 h 721908"/>
                <a:gd name="connsiteX56" fmla="*/ 406182 w 429290"/>
                <a:gd name="connsiteY56" fmla="*/ 618785 h 721908"/>
                <a:gd name="connsiteX57" fmla="*/ 414223 w 429290"/>
                <a:gd name="connsiteY57" fmla="*/ 585617 h 721908"/>
                <a:gd name="connsiteX58" fmla="*/ 422192 w 429290"/>
                <a:gd name="connsiteY58" fmla="*/ 553608 h 721908"/>
                <a:gd name="connsiteX59" fmla="*/ 419222 w 429290"/>
                <a:gd name="connsiteY59" fmla="*/ 498788 h 721908"/>
                <a:gd name="connsiteX60" fmla="*/ 428277 w 429290"/>
                <a:gd name="connsiteY60" fmla="*/ 478728 h 721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29290" h="721908">
                  <a:moveTo>
                    <a:pt x="428277" y="478728"/>
                  </a:moveTo>
                  <a:cubicBezTo>
                    <a:pt x="425090" y="468807"/>
                    <a:pt x="410891" y="441215"/>
                    <a:pt x="404950" y="424414"/>
                  </a:cubicBezTo>
                  <a:cubicBezTo>
                    <a:pt x="394106" y="422358"/>
                    <a:pt x="382920" y="422959"/>
                    <a:pt x="372351" y="426152"/>
                  </a:cubicBezTo>
                  <a:cubicBezTo>
                    <a:pt x="361339" y="430787"/>
                    <a:pt x="364309" y="390740"/>
                    <a:pt x="364309" y="375894"/>
                  </a:cubicBezTo>
                  <a:cubicBezTo>
                    <a:pt x="364309" y="361048"/>
                    <a:pt x="353371" y="369014"/>
                    <a:pt x="349386" y="379370"/>
                  </a:cubicBezTo>
                  <a:cubicBezTo>
                    <a:pt x="345402" y="389726"/>
                    <a:pt x="329392" y="385019"/>
                    <a:pt x="313164" y="385019"/>
                  </a:cubicBezTo>
                  <a:cubicBezTo>
                    <a:pt x="296937" y="385019"/>
                    <a:pt x="305195" y="362207"/>
                    <a:pt x="295198" y="363293"/>
                  </a:cubicBezTo>
                  <a:cubicBezTo>
                    <a:pt x="285201" y="364380"/>
                    <a:pt x="277232" y="359890"/>
                    <a:pt x="278246" y="348810"/>
                  </a:cubicBezTo>
                  <a:cubicBezTo>
                    <a:pt x="279261" y="337730"/>
                    <a:pt x="271002" y="328315"/>
                    <a:pt x="264265" y="315714"/>
                  </a:cubicBezTo>
                  <a:cubicBezTo>
                    <a:pt x="257528" y="303114"/>
                    <a:pt x="249269" y="290586"/>
                    <a:pt x="255282" y="282619"/>
                  </a:cubicBezTo>
                  <a:cubicBezTo>
                    <a:pt x="261295" y="274653"/>
                    <a:pt x="251298" y="267701"/>
                    <a:pt x="260280" y="257418"/>
                  </a:cubicBezTo>
                  <a:cubicBezTo>
                    <a:pt x="269263" y="247135"/>
                    <a:pt x="278246" y="250611"/>
                    <a:pt x="275276" y="236851"/>
                  </a:cubicBezTo>
                  <a:cubicBezTo>
                    <a:pt x="272306" y="223092"/>
                    <a:pt x="285201" y="215125"/>
                    <a:pt x="286215" y="200642"/>
                  </a:cubicBezTo>
                  <a:cubicBezTo>
                    <a:pt x="287230" y="186158"/>
                    <a:pt x="302225" y="190359"/>
                    <a:pt x="316207" y="177830"/>
                  </a:cubicBezTo>
                  <a:cubicBezTo>
                    <a:pt x="330189" y="165302"/>
                    <a:pt x="345184" y="172037"/>
                    <a:pt x="357138" y="160667"/>
                  </a:cubicBezTo>
                  <a:cubicBezTo>
                    <a:pt x="369091" y="149298"/>
                    <a:pt x="376118" y="159146"/>
                    <a:pt x="384449" y="158495"/>
                  </a:cubicBezTo>
                  <a:cubicBezTo>
                    <a:pt x="379450" y="150456"/>
                    <a:pt x="367135" y="146546"/>
                    <a:pt x="364382" y="140173"/>
                  </a:cubicBezTo>
                  <a:cubicBezTo>
                    <a:pt x="360832" y="132062"/>
                    <a:pt x="377277" y="117289"/>
                    <a:pt x="381986" y="107874"/>
                  </a:cubicBezTo>
                  <a:cubicBezTo>
                    <a:pt x="386695" y="98460"/>
                    <a:pt x="363150" y="87670"/>
                    <a:pt x="357282" y="84990"/>
                  </a:cubicBezTo>
                  <a:cubicBezTo>
                    <a:pt x="351414" y="82311"/>
                    <a:pt x="340838" y="90349"/>
                    <a:pt x="334970" y="86366"/>
                  </a:cubicBezTo>
                  <a:cubicBezTo>
                    <a:pt x="328377" y="83122"/>
                    <a:pt x="320481" y="84179"/>
                    <a:pt x="314975" y="89046"/>
                  </a:cubicBezTo>
                  <a:cubicBezTo>
                    <a:pt x="310267" y="93101"/>
                    <a:pt x="274987" y="95780"/>
                    <a:pt x="276146" y="83614"/>
                  </a:cubicBezTo>
                  <a:cubicBezTo>
                    <a:pt x="277305" y="71448"/>
                    <a:pt x="262092" y="67538"/>
                    <a:pt x="263251" y="59426"/>
                  </a:cubicBezTo>
                  <a:cubicBezTo>
                    <a:pt x="263214" y="47108"/>
                    <a:pt x="254427" y="36557"/>
                    <a:pt x="242314" y="34298"/>
                  </a:cubicBezTo>
                  <a:cubicBezTo>
                    <a:pt x="229347" y="32994"/>
                    <a:pt x="231738" y="8734"/>
                    <a:pt x="222320" y="1999"/>
                  </a:cubicBezTo>
                  <a:cubicBezTo>
                    <a:pt x="216959" y="-1767"/>
                    <a:pt x="203774" y="478"/>
                    <a:pt x="193343" y="3085"/>
                  </a:cubicBezTo>
                  <a:cubicBezTo>
                    <a:pt x="204644" y="17569"/>
                    <a:pt x="208628" y="23724"/>
                    <a:pt x="201166" y="30604"/>
                  </a:cubicBezTo>
                  <a:cubicBezTo>
                    <a:pt x="191242" y="39656"/>
                    <a:pt x="201166" y="41322"/>
                    <a:pt x="182476" y="69855"/>
                  </a:cubicBezTo>
                  <a:cubicBezTo>
                    <a:pt x="163785" y="98387"/>
                    <a:pt x="131765" y="105629"/>
                    <a:pt x="116045" y="110989"/>
                  </a:cubicBezTo>
                  <a:cubicBezTo>
                    <a:pt x="100325" y="116347"/>
                    <a:pt x="94312" y="149370"/>
                    <a:pt x="85619" y="172616"/>
                  </a:cubicBezTo>
                  <a:cubicBezTo>
                    <a:pt x="76926" y="195862"/>
                    <a:pt x="69971" y="187824"/>
                    <a:pt x="61423" y="174427"/>
                  </a:cubicBezTo>
                  <a:cubicBezTo>
                    <a:pt x="52874" y="161029"/>
                    <a:pt x="45775" y="177034"/>
                    <a:pt x="35633" y="166388"/>
                  </a:cubicBezTo>
                  <a:cubicBezTo>
                    <a:pt x="25491" y="155743"/>
                    <a:pt x="30199" y="155670"/>
                    <a:pt x="35633" y="146691"/>
                  </a:cubicBezTo>
                  <a:cubicBezTo>
                    <a:pt x="38603" y="141911"/>
                    <a:pt x="35633" y="134235"/>
                    <a:pt x="29113" y="126848"/>
                  </a:cubicBezTo>
                  <a:cubicBezTo>
                    <a:pt x="17956" y="129455"/>
                    <a:pt x="6655" y="147125"/>
                    <a:pt x="1149" y="160595"/>
                  </a:cubicBezTo>
                  <a:cubicBezTo>
                    <a:pt x="-4356" y="174065"/>
                    <a:pt x="11581" y="203394"/>
                    <a:pt x="13899" y="213677"/>
                  </a:cubicBezTo>
                  <a:cubicBezTo>
                    <a:pt x="16218" y="223961"/>
                    <a:pt x="4844" y="214546"/>
                    <a:pt x="3395" y="223961"/>
                  </a:cubicBezTo>
                  <a:cubicBezTo>
                    <a:pt x="2164" y="231203"/>
                    <a:pt x="18391" y="241631"/>
                    <a:pt x="31141" y="250611"/>
                  </a:cubicBezTo>
                  <a:cubicBezTo>
                    <a:pt x="39161" y="253102"/>
                    <a:pt x="46122" y="258200"/>
                    <a:pt x="50918" y="265094"/>
                  </a:cubicBezTo>
                  <a:cubicBezTo>
                    <a:pt x="57489" y="275073"/>
                    <a:pt x="62386" y="286052"/>
                    <a:pt x="65407" y="297610"/>
                  </a:cubicBezTo>
                  <a:cubicBezTo>
                    <a:pt x="67834" y="302027"/>
                    <a:pt x="70623" y="306242"/>
                    <a:pt x="73738" y="310211"/>
                  </a:cubicBezTo>
                  <a:cubicBezTo>
                    <a:pt x="83301" y="321870"/>
                    <a:pt x="85257" y="332371"/>
                    <a:pt x="93080" y="355906"/>
                  </a:cubicBezTo>
                  <a:cubicBezTo>
                    <a:pt x="106772" y="365538"/>
                    <a:pt x="125390" y="368290"/>
                    <a:pt x="137199" y="383281"/>
                  </a:cubicBezTo>
                  <a:cubicBezTo>
                    <a:pt x="156831" y="408265"/>
                    <a:pt x="143719" y="433177"/>
                    <a:pt x="152412" y="459899"/>
                  </a:cubicBezTo>
                  <a:cubicBezTo>
                    <a:pt x="160453" y="484883"/>
                    <a:pt x="181389" y="496832"/>
                    <a:pt x="185374" y="525583"/>
                  </a:cubicBezTo>
                  <a:cubicBezTo>
                    <a:pt x="186439" y="532954"/>
                    <a:pt x="185432" y="540472"/>
                    <a:pt x="182476" y="547308"/>
                  </a:cubicBezTo>
                  <a:cubicBezTo>
                    <a:pt x="197638" y="562661"/>
                    <a:pt x="210062" y="580490"/>
                    <a:pt x="219205" y="600028"/>
                  </a:cubicBezTo>
                  <a:cubicBezTo>
                    <a:pt x="224667" y="603989"/>
                    <a:pt x="230354" y="607640"/>
                    <a:pt x="236229" y="610963"/>
                  </a:cubicBezTo>
                  <a:cubicBezTo>
                    <a:pt x="267742" y="628923"/>
                    <a:pt x="325407" y="663177"/>
                    <a:pt x="333593" y="679471"/>
                  </a:cubicBezTo>
                  <a:cubicBezTo>
                    <a:pt x="341780" y="695765"/>
                    <a:pt x="368801" y="711190"/>
                    <a:pt x="374089" y="714666"/>
                  </a:cubicBezTo>
                  <a:cubicBezTo>
                    <a:pt x="375538" y="715608"/>
                    <a:pt x="375973" y="718287"/>
                    <a:pt x="375973" y="721908"/>
                  </a:cubicBezTo>
                  <a:cubicBezTo>
                    <a:pt x="378211" y="719678"/>
                    <a:pt x="380631" y="717643"/>
                    <a:pt x="383217" y="715825"/>
                  </a:cubicBezTo>
                  <a:cubicBezTo>
                    <a:pt x="393215" y="710104"/>
                    <a:pt x="394229" y="690696"/>
                    <a:pt x="397199" y="684975"/>
                  </a:cubicBezTo>
                  <a:cubicBezTo>
                    <a:pt x="397424" y="684417"/>
                    <a:pt x="397837" y="683961"/>
                    <a:pt x="398358" y="683671"/>
                  </a:cubicBezTo>
                  <a:cubicBezTo>
                    <a:pt x="397489" y="676429"/>
                    <a:pt x="397561" y="670274"/>
                    <a:pt x="401256" y="667812"/>
                  </a:cubicBezTo>
                  <a:cubicBezTo>
                    <a:pt x="410442" y="659752"/>
                    <a:pt x="416744" y="648925"/>
                    <a:pt x="419222" y="636961"/>
                  </a:cubicBezTo>
                  <a:cubicBezTo>
                    <a:pt x="419222" y="628995"/>
                    <a:pt x="406182" y="628995"/>
                    <a:pt x="406182" y="618785"/>
                  </a:cubicBezTo>
                  <a:cubicBezTo>
                    <a:pt x="406182" y="608574"/>
                    <a:pt x="420164" y="591338"/>
                    <a:pt x="414223" y="585617"/>
                  </a:cubicBezTo>
                  <a:cubicBezTo>
                    <a:pt x="408283" y="579896"/>
                    <a:pt x="423206" y="562733"/>
                    <a:pt x="422192" y="553608"/>
                  </a:cubicBezTo>
                  <a:cubicBezTo>
                    <a:pt x="421178" y="544484"/>
                    <a:pt x="414948" y="503350"/>
                    <a:pt x="419222" y="498788"/>
                  </a:cubicBezTo>
                  <a:cubicBezTo>
                    <a:pt x="423496" y="494225"/>
                    <a:pt x="432262" y="491328"/>
                    <a:pt x="428277" y="478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9" name="Freeform 166">
              <a:extLst>
                <a:ext uri="{FF2B5EF4-FFF2-40B4-BE49-F238E27FC236}">
                  <a16:creationId xmlns:a16="http://schemas.microsoft.com/office/drawing/2014/main" id="{6D62D7B0-B6D2-8818-6EFB-E85FB6679E96}"/>
                </a:ext>
              </a:extLst>
            </p:cNvPr>
            <p:cNvSpPr/>
            <p:nvPr/>
          </p:nvSpPr>
          <p:spPr>
            <a:xfrm>
              <a:off x="3224497" y="3963544"/>
              <a:ext cx="464473" cy="446975"/>
            </a:xfrm>
            <a:custGeom>
              <a:avLst/>
              <a:gdLst>
                <a:gd name="connsiteX0" fmla="*/ 415359 w 464475"/>
                <a:gd name="connsiteY0" fmla="*/ 139043 h 446972"/>
                <a:gd name="connsiteX1" fmla="*/ 411374 w 464475"/>
                <a:gd name="connsiteY1" fmla="*/ 136364 h 446972"/>
                <a:gd name="connsiteX2" fmla="*/ 403116 w 464475"/>
                <a:gd name="connsiteY2" fmla="*/ 134988 h 446972"/>
                <a:gd name="connsiteX3" fmla="*/ 403116 w 464475"/>
                <a:gd name="connsiteY3" fmla="*/ 134988 h 446972"/>
                <a:gd name="connsiteX4" fmla="*/ 381383 w 464475"/>
                <a:gd name="connsiteY4" fmla="*/ 117680 h 446972"/>
                <a:gd name="connsiteX5" fmla="*/ 380513 w 464475"/>
                <a:gd name="connsiteY5" fmla="*/ 115797 h 446972"/>
                <a:gd name="connsiteX6" fmla="*/ 372399 w 464475"/>
                <a:gd name="connsiteY6" fmla="*/ 85308 h 446972"/>
                <a:gd name="connsiteX7" fmla="*/ 375152 w 464475"/>
                <a:gd name="connsiteY7" fmla="*/ 65321 h 446972"/>
                <a:gd name="connsiteX8" fmla="*/ 377978 w 464475"/>
                <a:gd name="connsiteY8" fmla="*/ 58080 h 446972"/>
                <a:gd name="connsiteX9" fmla="*/ 350739 w 464475"/>
                <a:gd name="connsiteY9" fmla="*/ 55038 h 446972"/>
                <a:gd name="connsiteX10" fmla="*/ 285540 w 464475"/>
                <a:gd name="connsiteY10" fmla="*/ 81615 h 446972"/>
                <a:gd name="connsiteX11" fmla="*/ 258880 w 464475"/>
                <a:gd name="connsiteY11" fmla="*/ 74374 h 446972"/>
                <a:gd name="connsiteX12" fmla="*/ 236568 w 464475"/>
                <a:gd name="connsiteY12" fmla="*/ 81615 h 446972"/>
                <a:gd name="connsiteX13" fmla="*/ 226425 w 464475"/>
                <a:gd name="connsiteY13" fmla="*/ 80239 h 446972"/>
                <a:gd name="connsiteX14" fmla="*/ 199187 w 464475"/>
                <a:gd name="connsiteY14" fmla="*/ 84005 h 446972"/>
                <a:gd name="connsiteX15" fmla="*/ 177453 w 464475"/>
                <a:gd name="connsiteY15" fmla="*/ 66914 h 446972"/>
                <a:gd name="connsiteX16" fmla="*/ 168326 w 464475"/>
                <a:gd name="connsiteY16" fmla="*/ 63366 h 446972"/>
                <a:gd name="connsiteX17" fmla="*/ 140362 w 464475"/>
                <a:gd name="connsiteY17" fmla="*/ 27809 h 446972"/>
                <a:gd name="connsiteX18" fmla="*/ 138696 w 464475"/>
                <a:gd name="connsiteY18" fmla="*/ 16149 h 446972"/>
                <a:gd name="connsiteX19" fmla="*/ 123121 w 464475"/>
                <a:gd name="connsiteY19" fmla="*/ 0 h 446972"/>
                <a:gd name="connsiteX20" fmla="*/ 113341 w 464475"/>
                <a:gd name="connsiteY20" fmla="*/ 24839 h 446972"/>
                <a:gd name="connsiteX21" fmla="*/ 67629 w 464475"/>
                <a:gd name="connsiteY21" fmla="*/ 54821 h 446972"/>
                <a:gd name="connsiteX22" fmla="*/ 78930 w 464475"/>
                <a:gd name="connsiteY22" fmla="*/ 111379 h 446972"/>
                <a:gd name="connsiteX23" fmla="*/ 42708 w 464475"/>
                <a:gd name="connsiteY23" fmla="*/ 97692 h 446972"/>
                <a:gd name="connsiteX24" fmla="*/ 57704 w 464475"/>
                <a:gd name="connsiteY24" fmla="*/ 46999 h 446972"/>
                <a:gd name="connsiteX25" fmla="*/ 53285 w 464475"/>
                <a:gd name="connsiteY25" fmla="*/ 20205 h 446972"/>
                <a:gd name="connsiteX26" fmla="*/ 42998 w 464475"/>
                <a:gd name="connsiteY26" fmla="*/ 27446 h 446972"/>
                <a:gd name="connsiteX27" fmla="*/ 13296 w 464475"/>
                <a:gd name="connsiteY27" fmla="*/ 70897 h 446972"/>
                <a:gd name="connsiteX28" fmla="*/ 8225 w 464475"/>
                <a:gd name="connsiteY28" fmla="*/ 99502 h 446972"/>
                <a:gd name="connsiteX29" fmla="*/ 3154 w 464475"/>
                <a:gd name="connsiteY29" fmla="*/ 117245 h 446972"/>
                <a:gd name="connsiteX30" fmla="*/ 19019 w 464475"/>
                <a:gd name="connsiteY30" fmla="*/ 125718 h 446972"/>
                <a:gd name="connsiteX31" fmla="*/ 33580 w 464475"/>
                <a:gd name="connsiteY31" fmla="*/ 152513 h 446972"/>
                <a:gd name="connsiteX32" fmla="*/ 55314 w 464475"/>
                <a:gd name="connsiteY32" fmla="*/ 203205 h 446972"/>
                <a:gd name="connsiteX33" fmla="*/ 113268 w 464475"/>
                <a:gd name="connsiteY33" fmla="*/ 208999 h 446972"/>
                <a:gd name="connsiteX34" fmla="*/ 160574 w 464475"/>
                <a:gd name="connsiteY34" fmla="*/ 232535 h 446972"/>
                <a:gd name="connsiteX35" fmla="*/ 200128 w 464475"/>
                <a:gd name="connsiteY35" fmla="*/ 244484 h 446972"/>
                <a:gd name="connsiteX36" fmla="*/ 192015 w 464475"/>
                <a:gd name="connsiteY36" fmla="*/ 315236 h 446972"/>
                <a:gd name="connsiteX37" fmla="*/ 205200 w 464475"/>
                <a:gd name="connsiteY37" fmla="*/ 345000 h 446972"/>
                <a:gd name="connsiteX38" fmla="*/ 203823 w 464475"/>
                <a:gd name="connsiteY38" fmla="*/ 373968 h 446972"/>
                <a:gd name="connsiteX39" fmla="*/ 209908 w 464475"/>
                <a:gd name="connsiteY39" fmla="*/ 393665 h 446972"/>
                <a:gd name="connsiteX40" fmla="*/ 205127 w 464475"/>
                <a:gd name="connsiteY40" fmla="*/ 396851 h 446972"/>
                <a:gd name="connsiteX41" fmla="*/ 230917 w 464475"/>
                <a:gd name="connsiteY41" fmla="*/ 435885 h 446972"/>
                <a:gd name="connsiteX42" fmla="*/ 251201 w 464475"/>
                <a:gd name="connsiteY42" fmla="*/ 445154 h 446972"/>
                <a:gd name="connsiteX43" fmla="*/ 269457 w 464475"/>
                <a:gd name="connsiteY43" fmla="*/ 441678 h 446972"/>
                <a:gd name="connsiteX44" fmla="*/ 292784 w 464475"/>
                <a:gd name="connsiteY44" fmla="*/ 427702 h 446972"/>
                <a:gd name="connsiteX45" fmla="*/ 315096 w 464475"/>
                <a:gd name="connsiteY45" fmla="*/ 414956 h 446972"/>
                <a:gd name="connsiteX46" fmla="*/ 334366 w 464475"/>
                <a:gd name="connsiteY46" fmla="*/ 394100 h 446972"/>
                <a:gd name="connsiteX47" fmla="*/ 338423 w 464475"/>
                <a:gd name="connsiteY47" fmla="*/ 377878 h 446972"/>
                <a:gd name="connsiteX48" fmla="*/ 321182 w 464475"/>
                <a:gd name="connsiteY48" fmla="*/ 373243 h 446972"/>
                <a:gd name="connsiteX49" fmla="*/ 312054 w 464475"/>
                <a:gd name="connsiteY49" fmla="*/ 348838 h 446972"/>
                <a:gd name="connsiteX50" fmla="*/ 298869 w 464475"/>
                <a:gd name="connsiteY50" fmla="*/ 319871 h 446972"/>
                <a:gd name="connsiteX51" fmla="*/ 321182 w 464475"/>
                <a:gd name="connsiteY51" fmla="*/ 315236 h 446972"/>
                <a:gd name="connsiteX52" fmla="*/ 350594 w 464475"/>
                <a:gd name="connsiteY52" fmla="*/ 326823 h 446972"/>
                <a:gd name="connsiteX53" fmla="*/ 363779 w 464475"/>
                <a:gd name="connsiteY53" fmla="*/ 327982 h 446972"/>
                <a:gd name="connsiteX54" fmla="*/ 387105 w 464475"/>
                <a:gd name="connsiteY54" fmla="*/ 312919 h 446972"/>
                <a:gd name="connsiteX55" fmla="*/ 428688 w 464475"/>
                <a:gd name="connsiteY55" fmla="*/ 294308 h 446972"/>
                <a:gd name="connsiteX56" fmla="*/ 437816 w 464475"/>
                <a:gd name="connsiteY56" fmla="*/ 280475 h 446972"/>
                <a:gd name="connsiteX57" fmla="*/ 415648 w 464475"/>
                <a:gd name="connsiteY57" fmla="*/ 249336 h 446972"/>
                <a:gd name="connsiteX58" fmla="*/ 419270 w 464475"/>
                <a:gd name="connsiteY58" fmla="*/ 228552 h 446972"/>
                <a:gd name="connsiteX59" fmla="*/ 435063 w 464475"/>
                <a:gd name="connsiteY59" fmla="*/ 210520 h 446972"/>
                <a:gd name="connsiteX60" fmla="*/ 439917 w 464475"/>
                <a:gd name="connsiteY60" fmla="*/ 189663 h 446972"/>
                <a:gd name="connsiteX61" fmla="*/ 452015 w 464475"/>
                <a:gd name="connsiteY61" fmla="*/ 163303 h 446972"/>
                <a:gd name="connsiteX62" fmla="*/ 464475 w 464475"/>
                <a:gd name="connsiteY62" fmla="*/ 144764 h 446972"/>
                <a:gd name="connsiteX63" fmla="*/ 415359 w 464475"/>
                <a:gd name="connsiteY63" fmla="*/ 139043 h 4469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464475" h="446972">
                  <a:moveTo>
                    <a:pt x="415359" y="139043"/>
                  </a:moveTo>
                  <a:cubicBezTo>
                    <a:pt x="412026" y="139043"/>
                    <a:pt x="411084" y="138246"/>
                    <a:pt x="411374" y="136364"/>
                  </a:cubicBezTo>
                  <a:cubicBezTo>
                    <a:pt x="408564" y="136400"/>
                    <a:pt x="405767" y="135929"/>
                    <a:pt x="403116" y="134988"/>
                  </a:cubicBezTo>
                  <a:lnTo>
                    <a:pt x="403116" y="134988"/>
                  </a:lnTo>
                  <a:cubicBezTo>
                    <a:pt x="394198" y="131707"/>
                    <a:pt x="386570" y="125638"/>
                    <a:pt x="381383" y="117680"/>
                  </a:cubicBezTo>
                  <a:cubicBezTo>
                    <a:pt x="381035" y="117078"/>
                    <a:pt x="380745" y="116449"/>
                    <a:pt x="380513" y="115797"/>
                  </a:cubicBezTo>
                  <a:cubicBezTo>
                    <a:pt x="375319" y="106462"/>
                    <a:pt x="372530" y="95990"/>
                    <a:pt x="372399" y="85308"/>
                  </a:cubicBezTo>
                  <a:cubicBezTo>
                    <a:pt x="362113" y="81108"/>
                    <a:pt x="364431" y="68508"/>
                    <a:pt x="375152" y="65321"/>
                  </a:cubicBezTo>
                  <a:cubicBezTo>
                    <a:pt x="375927" y="62844"/>
                    <a:pt x="376869" y="60426"/>
                    <a:pt x="377978" y="58080"/>
                  </a:cubicBezTo>
                  <a:cubicBezTo>
                    <a:pt x="369313" y="54726"/>
                    <a:pt x="359932" y="53684"/>
                    <a:pt x="350739" y="55038"/>
                  </a:cubicBezTo>
                  <a:cubicBezTo>
                    <a:pt x="327687" y="60244"/>
                    <a:pt x="305657" y="69225"/>
                    <a:pt x="285540" y="81615"/>
                  </a:cubicBezTo>
                  <a:cubicBezTo>
                    <a:pt x="278295" y="86105"/>
                    <a:pt x="268805" y="80891"/>
                    <a:pt x="258880" y="74374"/>
                  </a:cubicBezTo>
                  <a:cubicBezTo>
                    <a:pt x="252513" y="79313"/>
                    <a:pt x="244623" y="81876"/>
                    <a:pt x="236568" y="81615"/>
                  </a:cubicBezTo>
                  <a:cubicBezTo>
                    <a:pt x="233141" y="81622"/>
                    <a:pt x="229729" y="81159"/>
                    <a:pt x="226425" y="80239"/>
                  </a:cubicBezTo>
                  <a:cubicBezTo>
                    <a:pt x="218196" y="85026"/>
                    <a:pt x="208409" y="86380"/>
                    <a:pt x="199187" y="84005"/>
                  </a:cubicBezTo>
                  <a:cubicBezTo>
                    <a:pt x="189943" y="81456"/>
                    <a:pt x="182112" y="75300"/>
                    <a:pt x="177453" y="66914"/>
                  </a:cubicBezTo>
                  <a:cubicBezTo>
                    <a:pt x="174259" y="66176"/>
                    <a:pt x="171180" y="64981"/>
                    <a:pt x="168326" y="63366"/>
                  </a:cubicBezTo>
                  <a:cubicBezTo>
                    <a:pt x="155228" y="55038"/>
                    <a:pt x="145368" y="42495"/>
                    <a:pt x="140362" y="27809"/>
                  </a:cubicBezTo>
                  <a:cubicBezTo>
                    <a:pt x="138972" y="24086"/>
                    <a:pt x="138406" y="20110"/>
                    <a:pt x="138696" y="16149"/>
                  </a:cubicBezTo>
                  <a:cubicBezTo>
                    <a:pt x="133698" y="9776"/>
                    <a:pt x="132394" y="0"/>
                    <a:pt x="123121" y="0"/>
                  </a:cubicBezTo>
                  <a:cubicBezTo>
                    <a:pt x="108632" y="0"/>
                    <a:pt x="123121" y="19698"/>
                    <a:pt x="113341" y="24839"/>
                  </a:cubicBezTo>
                  <a:cubicBezTo>
                    <a:pt x="103561" y="29981"/>
                    <a:pt x="69875" y="39323"/>
                    <a:pt x="67629" y="54821"/>
                  </a:cubicBezTo>
                  <a:cubicBezTo>
                    <a:pt x="65383" y="70318"/>
                    <a:pt x="85667" y="95954"/>
                    <a:pt x="78930" y="111379"/>
                  </a:cubicBezTo>
                  <a:cubicBezTo>
                    <a:pt x="72193" y="126804"/>
                    <a:pt x="49953" y="113914"/>
                    <a:pt x="42708" y="97692"/>
                  </a:cubicBezTo>
                  <a:cubicBezTo>
                    <a:pt x="35464" y="81470"/>
                    <a:pt x="62196" y="56559"/>
                    <a:pt x="57704" y="46999"/>
                  </a:cubicBezTo>
                  <a:cubicBezTo>
                    <a:pt x="53336" y="38794"/>
                    <a:pt x="51786" y="29380"/>
                    <a:pt x="53285" y="20205"/>
                  </a:cubicBezTo>
                  <a:cubicBezTo>
                    <a:pt x="49156" y="21421"/>
                    <a:pt x="45541" y="23970"/>
                    <a:pt x="42998" y="27446"/>
                  </a:cubicBezTo>
                  <a:cubicBezTo>
                    <a:pt x="33218" y="42582"/>
                    <a:pt x="13586" y="55690"/>
                    <a:pt x="13296" y="70897"/>
                  </a:cubicBezTo>
                  <a:cubicBezTo>
                    <a:pt x="13006" y="86105"/>
                    <a:pt x="13296" y="92116"/>
                    <a:pt x="8225" y="99502"/>
                  </a:cubicBezTo>
                  <a:cubicBezTo>
                    <a:pt x="3154" y="106889"/>
                    <a:pt x="-4308" y="117969"/>
                    <a:pt x="3154" y="117245"/>
                  </a:cubicBezTo>
                  <a:cubicBezTo>
                    <a:pt x="10616" y="116521"/>
                    <a:pt x="19019" y="116449"/>
                    <a:pt x="19019" y="125718"/>
                  </a:cubicBezTo>
                  <a:cubicBezTo>
                    <a:pt x="19019" y="134988"/>
                    <a:pt x="34884" y="138029"/>
                    <a:pt x="33580" y="152513"/>
                  </a:cubicBezTo>
                  <a:cubicBezTo>
                    <a:pt x="32277" y="166996"/>
                    <a:pt x="26336" y="204292"/>
                    <a:pt x="55314" y="203205"/>
                  </a:cubicBezTo>
                  <a:cubicBezTo>
                    <a:pt x="84291" y="202119"/>
                    <a:pt x="100953" y="191184"/>
                    <a:pt x="113268" y="208999"/>
                  </a:cubicBezTo>
                  <a:cubicBezTo>
                    <a:pt x="125584" y="226814"/>
                    <a:pt x="141666" y="235214"/>
                    <a:pt x="160574" y="232535"/>
                  </a:cubicBezTo>
                  <a:cubicBezTo>
                    <a:pt x="179482" y="229855"/>
                    <a:pt x="210198" y="225293"/>
                    <a:pt x="200128" y="244484"/>
                  </a:cubicBezTo>
                  <a:cubicBezTo>
                    <a:pt x="190059" y="263674"/>
                    <a:pt x="183249" y="304011"/>
                    <a:pt x="192015" y="315236"/>
                  </a:cubicBezTo>
                  <a:cubicBezTo>
                    <a:pt x="200780" y="326461"/>
                    <a:pt x="212227" y="335658"/>
                    <a:pt x="205200" y="345000"/>
                  </a:cubicBezTo>
                  <a:cubicBezTo>
                    <a:pt x="198172" y="354342"/>
                    <a:pt x="194695" y="365857"/>
                    <a:pt x="203823" y="373968"/>
                  </a:cubicBezTo>
                  <a:cubicBezTo>
                    <a:pt x="209488" y="378805"/>
                    <a:pt x="211864" y="386474"/>
                    <a:pt x="209908" y="393665"/>
                  </a:cubicBezTo>
                  <a:cubicBezTo>
                    <a:pt x="209908" y="394172"/>
                    <a:pt x="207952" y="395331"/>
                    <a:pt x="205127" y="396851"/>
                  </a:cubicBezTo>
                  <a:cubicBezTo>
                    <a:pt x="218602" y="412132"/>
                    <a:pt x="223383" y="428933"/>
                    <a:pt x="230917" y="435885"/>
                  </a:cubicBezTo>
                  <a:cubicBezTo>
                    <a:pt x="241059" y="445154"/>
                    <a:pt x="244102" y="449789"/>
                    <a:pt x="251201" y="445154"/>
                  </a:cubicBezTo>
                  <a:cubicBezTo>
                    <a:pt x="258301" y="440520"/>
                    <a:pt x="263372" y="437043"/>
                    <a:pt x="269457" y="441678"/>
                  </a:cubicBezTo>
                  <a:cubicBezTo>
                    <a:pt x="275542" y="446313"/>
                    <a:pt x="283946" y="437043"/>
                    <a:pt x="292784" y="427702"/>
                  </a:cubicBezTo>
                  <a:cubicBezTo>
                    <a:pt x="301622" y="418360"/>
                    <a:pt x="312054" y="426615"/>
                    <a:pt x="315096" y="414956"/>
                  </a:cubicBezTo>
                  <a:cubicBezTo>
                    <a:pt x="318139" y="403297"/>
                    <a:pt x="323210" y="396417"/>
                    <a:pt x="334366" y="394100"/>
                  </a:cubicBezTo>
                  <a:cubicBezTo>
                    <a:pt x="345523" y="391782"/>
                    <a:pt x="345523" y="377878"/>
                    <a:pt x="338423" y="377878"/>
                  </a:cubicBezTo>
                  <a:cubicBezTo>
                    <a:pt x="331324" y="377878"/>
                    <a:pt x="321182" y="388306"/>
                    <a:pt x="321182" y="373243"/>
                  </a:cubicBezTo>
                  <a:cubicBezTo>
                    <a:pt x="321182" y="358180"/>
                    <a:pt x="312054" y="361656"/>
                    <a:pt x="312054" y="348838"/>
                  </a:cubicBezTo>
                  <a:cubicBezTo>
                    <a:pt x="312054" y="336020"/>
                    <a:pt x="311040" y="327982"/>
                    <a:pt x="298869" y="319871"/>
                  </a:cubicBezTo>
                  <a:cubicBezTo>
                    <a:pt x="286699" y="311760"/>
                    <a:pt x="315096" y="308284"/>
                    <a:pt x="321182" y="315236"/>
                  </a:cubicBezTo>
                  <a:cubicBezTo>
                    <a:pt x="327267" y="322188"/>
                    <a:pt x="348566" y="316395"/>
                    <a:pt x="350594" y="326823"/>
                  </a:cubicBezTo>
                  <a:cubicBezTo>
                    <a:pt x="352622" y="337251"/>
                    <a:pt x="363779" y="340727"/>
                    <a:pt x="363779" y="327982"/>
                  </a:cubicBezTo>
                  <a:cubicBezTo>
                    <a:pt x="363779" y="315236"/>
                    <a:pt x="376963" y="310602"/>
                    <a:pt x="387105" y="312919"/>
                  </a:cubicBezTo>
                  <a:cubicBezTo>
                    <a:pt x="397248" y="315236"/>
                    <a:pt x="419560" y="297856"/>
                    <a:pt x="428688" y="294308"/>
                  </a:cubicBezTo>
                  <a:cubicBezTo>
                    <a:pt x="433470" y="292497"/>
                    <a:pt x="435208" y="285979"/>
                    <a:pt x="437816" y="280475"/>
                  </a:cubicBezTo>
                  <a:cubicBezTo>
                    <a:pt x="431166" y="269591"/>
                    <a:pt x="423755" y="259184"/>
                    <a:pt x="415648" y="249336"/>
                  </a:cubicBezTo>
                  <a:cubicBezTo>
                    <a:pt x="408404" y="242094"/>
                    <a:pt x="420502" y="238256"/>
                    <a:pt x="419270" y="228552"/>
                  </a:cubicBezTo>
                  <a:cubicBezTo>
                    <a:pt x="418039" y="218847"/>
                    <a:pt x="419270" y="211896"/>
                    <a:pt x="435063" y="210520"/>
                  </a:cubicBezTo>
                  <a:cubicBezTo>
                    <a:pt x="450856" y="209144"/>
                    <a:pt x="448393" y="195167"/>
                    <a:pt x="439917" y="189663"/>
                  </a:cubicBezTo>
                  <a:cubicBezTo>
                    <a:pt x="431441" y="184159"/>
                    <a:pt x="443539" y="168807"/>
                    <a:pt x="452015" y="163303"/>
                  </a:cubicBezTo>
                  <a:cubicBezTo>
                    <a:pt x="457543" y="158169"/>
                    <a:pt x="461809" y="151825"/>
                    <a:pt x="464475" y="144764"/>
                  </a:cubicBezTo>
                  <a:cubicBezTo>
                    <a:pt x="448683" y="139448"/>
                    <a:pt x="431948" y="137500"/>
                    <a:pt x="415359" y="1390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0" name="Freeform 167">
              <a:extLst>
                <a:ext uri="{FF2B5EF4-FFF2-40B4-BE49-F238E27FC236}">
                  <a16:creationId xmlns:a16="http://schemas.microsoft.com/office/drawing/2014/main" id="{9C21B45C-8642-08B5-7514-523455D62810}"/>
                </a:ext>
              </a:extLst>
            </p:cNvPr>
            <p:cNvSpPr/>
            <p:nvPr/>
          </p:nvSpPr>
          <p:spPr>
            <a:xfrm>
              <a:off x="3749717" y="4196810"/>
              <a:ext cx="139993" cy="170232"/>
            </a:xfrm>
            <a:custGeom>
              <a:avLst/>
              <a:gdLst>
                <a:gd name="connsiteX0" fmla="*/ 29953 w 139994"/>
                <a:gd name="connsiteY0" fmla="*/ 32728 h 170231"/>
                <a:gd name="connsiteX1" fmla="*/ 14160 w 139994"/>
                <a:gd name="connsiteY1" fmla="*/ 50760 h 170231"/>
                <a:gd name="connsiteX2" fmla="*/ 830 w 139994"/>
                <a:gd name="connsiteY2" fmla="*/ 84073 h 170231"/>
                <a:gd name="connsiteX3" fmla="*/ 28721 w 139994"/>
                <a:gd name="connsiteY3" fmla="*/ 124337 h 170231"/>
                <a:gd name="connsiteX4" fmla="*/ 48716 w 139994"/>
                <a:gd name="connsiteY4" fmla="*/ 167788 h 170231"/>
                <a:gd name="connsiteX5" fmla="*/ 65668 w 139994"/>
                <a:gd name="connsiteY5" fmla="*/ 169019 h 170231"/>
                <a:gd name="connsiteX6" fmla="*/ 80156 w 139994"/>
                <a:gd name="connsiteY6" fmla="*/ 144687 h 170231"/>
                <a:gd name="connsiteX7" fmla="*/ 117682 w 139994"/>
                <a:gd name="connsiteY7" fmla="*/ 145845 h 170231"/>
                <a:gd name="connsiteX8" fmla="*/ 120942 w 139994"/>
                <a:gd name="connsiteY8" fmla="*/ 150770 h 170231"/>
                <a:gd name="connsiteX9" fmla="*/ 131012 w 139994"/>
                <a:gd name="connsiteY9" fmla="*/ 132738 h 170231"/>
                <a:gd name="connsiteX10" fmla="*/ 127317 w 139994"/>
                <a:gd name="connsiteY10" fmla="*/ 81393 h 170231"/>
                <a:gd name="connsiteX11" fmla="*/ 133403 w 139994"/>
                <a:gd name="connsiteY11" fmla="*/ 35625 h 170231"/>
                <a:gd name="connsiteX12" fmla="*/ 139995 w 139994"/>
                <a:gd name="connsiteY12" fmla="*/ 15782 h 170231"/>
                <a:gd name="connsiteX13" fmla="*/ 106236 w 139994"/>
                <a:gd name="connsiteY13" fmla="*/ 7020 h 170231"/>
                <a:gd name="connsiteX14" fmla="*/ 62770 w 139994"/>
                <a:gd name="connsiteY14" fmla="*/ 7816 h 170231"/>
                <a:gd name="connsiteX15" fmla="*/ 37342 w 139994"/>
                <a:gd name="connsiteY15" fmla="*/ 7020 h 170231"/>
                <a:gd name="connsiteX16" fmla="*/ 34010 w 139994"/>
                <a:gd name="connsiteY16" fmla="*/ 8106 h 170231"/>
                <a:gd name="connsiteX17" fmla="*/ 29953 w 139994"/>
                <a:gd name="connsiteY17" fmla="*/ 32728 h 1702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39994" h="170231">
                  <a:moveTo>
                    <a:pt x="29953" y="32728"/>
                  </a:moveTo>
                  <a:cubicBezTo>
                    <a:pt x="34806" y="43808"/>
                    <a:pt x="23940" y="49384"/>
                    <a:pt x="14160" y="50760"/>
                  </a:cubicBezTo>
                  <a:cubicBezTo>
                    <a:pt x="4380" y="52136"/>
                    <a:pt x="6916" y="77193"/>
                    <a:pt x="830" y="84073"/>
                  </a:cubicBezTo>
                  <a:cubicBezTo>
                    <a:pt x="-5255" y="90953"/>
                    <a:pt x="23940" y="109129"/>
                    <a:pt x="28721" y="124337"/>
                  </a:cubicBezTo>
                  <a:cubicBezTo>
                    <a:pt x="34560" y="139183"/>
                    <a:pt x="41239" y="153696"/>
                    <a:pt x="48716" y="167788"/>
                  </a:cubicBezTo>
                  <a:cubicBezTo>
                    <a:pt x="55453" y="169744"/>
                    <a:pt x="61828" y="171482"/>
                    <a:pt x="65668" y="169019"/>
                  </a:cubicBezTo>
                  <a:cubicBezTo>
                    <a:pt x="74796" y="163226"/>
                    <a:pt x="66682" y="143528"/>
                    <a:pt x="80156" y="144687"/>
                  </a:cubicBezTo>
                  <a:cubicBezTo>
                    <a:pt x="93631" y="145845"/>
                    <a:pt x="112611" y="136503"/>
                    <a:pt x="117682" y="145845"/>
                  </a:cubicBezTo>
                  <a:cubicBezTo>
                    <a:pt x="118653" y="147562"/>
                    <a:pt x="119739" y="149206"/>
                    <a:pt x="120942" y="150770"/>
                  </a:cubicBezTo>
                  <a:cubicBezTo>
                    <a:pt x="125216" y="143528"/>
                    <a:pt x="129780" y="135489"/>
                    <a:pt x="131012" y="132738"/>
                  </a:cubicBezTo>
                  <a:cubicBezTo>
                    <a:pt x="133729" y="115567"/>
                    <a:pt x="132461" y="97999"/>
                    <a:pt x="127317" y="81393"/>
                  </a:cubicBezTo>
                  <a:cubicBezTo>
                    <a:pt x="121232" y="64737"/>
                    <a:pt x="126158" y="42505"/>
                    <a:pt x="133403" y="35625"/>
                  </a:cubicBezTo>
                  <a:cubicBezTo>
                    <a:pt x="136590" y="29383"/>
                    <a:pt x="138814" y="22691"/>
                    <a:pt x="139995" y="15782"/>
                  </a:cubicBezTo>
                  <a:cubicBezTo>
                    <a:pt x="127969" y="10351"/>
                    <a:pt x="116378" y="5499"/>
                    <a:pt x="106236" y="7020"/>
                  </a:cubicBezTo>
                  <a:cubicBezTo>
                    <a:pt x="88270" y="9554"/>
                    <a:pt x="69507" y="18969"/>
                    <a:pt x="62770" y="7816"/>
                  </a:cubicBezTo>
                  <a:cubicBezTo>
                    <a:pt x="56032" y="-3336"/>
                    <a:pt x="46325" y="-1598"/>
                    <a:pt x="37342" y="7020"/>
                  </a:cubicBezTo>
                  <a:cubicBezTo>
                    <a:pt x="36458" y="7874"/>
                    <a:pt x="35227" y="8280"/>
                    <a:pt x="34010" y="8106"/>
                  </a:cubicBezTo>
                  <a:cubicBezTo>
                    <a:pt x="30533" y="18027"/>
                    <a:pt x="27490" y="27152"/>
                    <a:pt x="29953" y="32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1" name="Freeform 168">
              <a:extLst>
                <a:ext uri="{FF2B5EF4-FFF2-40B4-BE49-F238E27FC236}">
                  <a16:creationId xmlns:a16="http://schemas.microsoft.com/office/drawing/2014/main" id="{29C23CE6-2B3E-77FE-C110-E54F9E8FC6DE}"/>
                </a:ext>
              </a:extLst>
            </p:cNvPr>
            <p:cNvSpPr/>
            <p:nvPr/>
          </p:nvSpPr>
          <p:spPr>
            <a:xfrm>
              <a:off x="3637714" y="4108309"/>
              <a:ext cx="160862" cy="279111"/>
            </a:xfrm>
            <a:custGeom>
              <a:avLst/>
              <a:gdLst>
                <a:gd name="connsiteX0" fmla="*/ 38724 w 160863"/>
                <a:gd name="connsiteY0" fmla="*/ 18539 h 279109"/>
                <a:gd name="connsiteX1" fmla="*/ 26626 w 160863"/>
                <a:gd name="connsiteY1" fmla="*/ 44899 h 279109"/>
                <a:gd name="connsiteX2" fmla="*/ 21772 w 160863"/>
                <a:gd name="connsiteY2" fmla="*/ 65756 h 279109"/>
                <a:gd name="connsiteX3" fmla="*/ 5979 w 160863"/>
                <a:gd name="connsiteY3" fmla="*/ 83788 h 279109"/>
                <a:gd name="connsiteX4" fmla="*/ 2357 w 160863"/>
                <a:gd name="connsiteY4" fmla="*/ 104572 h 279109"/>
                <a:gd name="connsiteX5" fmla="*/ 24524 w 160863"/>
                <a:gd name="connsiteY5" fmla="*/ 135712 h 279109"/>
                <a:gd name="connsiteX6" fmla="*/ 36695 w 160863"/>
                <a:gd name="connsiteY6" fmla="*/ 127528 h 279109"/>
                <a:gd name="connsiteX7" fmla="*/ 51184 w 160863"/>
                <a:gd name="connsiteY7" fmla="*/ 160044 h 279109"/>
                <a:gd name="connsiteX8" fmla="*/ 54227 w 160863"/>
                <a:gd name="connsiteY8" fmla="*/ 192488 h 279109"/>
                <a:gd name="connsiteX9" fmla="*/ 61471 w 160863"/>
                <a:gd name="connsiteY9" fmla="*/ 260923 h 279109"/>
                <a:gd name="connsiteX10" fmla="*/ 97693 w 160863"/>
                <a:gd name="connsiteY10" fmla="*/ 274827 h 279109"/>
                <a:gd name="connsiteX11" fmla="*/ 120005 w 160863"/>
                <a:gd name="connsiteY11" fmla="*/ 265557 h 279109"/>
                <a:gd name="connsiteX12" fmla="*/ 137247 w 160863"/>
                <a:gd name="connsiteY12" fmla="*/ 256288 h 279109"/>
                <a:gd name="connsiteX13" fmla="*/ 160863 w 160863"/>
                <a:gd name="connsiteY13" fmla="*/ 256288 h 279109"/>
                <a:gd name="connsiteX14" fmla="*/ 140869 w 160863"/>
                <a:gd name="connsiteY14" fmla="*/ 212837 h 279109"/>
                <a:gd name="connsiteX15" fmla="*/ 112978 w 160863"/>
                <a:gd name="connsiteY15" fmla="*/ 172573 h 279109"/>
                <a:gd name="connsiteX16" fmla="*/ 126308 w 160863"/>
                <a:gd name="connsiteY16" fmla="*/ 139260 h 279109"/>
                <a:gd name="connsiteX17" fmla="*/ 142101 w 160863"/>
                <a:gd name="connsiteY17" fmla="*/ 121228 h 279109"/>
                <a:gd name="connsiteX18" fmla="*/ 145868 w 160863"/>
                <a:gd name="connsiteY18" fmla="*/ 96534 h 279109"/>
                <a:gd name="connsiteX19" fmla="*/ 114717 w 160863"/>
                <a:gd name="connsiteY19" fmla="*/ 64597 h 279109"/>
                <a:gd name="connsiteX20" fmla="*/ 96990 w 160863"/>
                <a:gd name="connsiteY20" fmla="*/ 44718 h 279109"/>
                <a:gd name="connsiteX21" fmla="*/ 97475 w 160863"/>
                <a:gd name="connsiteY21" fmla="*/ 41423 h 279109"/>
                <a:gd name="connsiteX22" fmla="*/ 63789 w 160863"/>
                <a:gd name="connsiteY22" fmla="*/ 8907 h 279109"/>
                <a:gd name="connsiteX23" fmla="*/ 51401 w 160863"/>
                <a:gd name="connsiteY23" fmla="*/ 0 h 279109"/>
                <a:gd name="connsiteX24" fmla="*/ 38724 w 160863"/>
                <a:gd name="connsiteY24" fmla="*/ 18539 h 2791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60863" h="279109">
                  <a:moveTo>
                    <a:pt x="38724" y="18539"/>
                  </a:moveTo>
                  <a:cubicBezTo>
                    <a:pt x="30248" y="24043"/>
                    <a:pt x="18149" y="39323"/>
                    <a:pt x="26626" y="44899"/>
                  </a:cubicBezTo>
                  <a:cubicBezTo>
                    <a:pt x="35101" y="50476"/>
                    <a:pt x="37565" y="64307"/>
                    <a:pt x="21772" y="65756"/>
                  </a:cubicBezTo>
                  <a:cubicBezTo>
                    <a:pt x="5979" y="67204"/>
                    <a:pt x="4747" y="74012"/>
                    <a:pt x="5979" y="83788"/>
                  </a:cubicBezTo>
                  <a:cubicBezTo>
                    <a:pt x="7211" y="93564"/>
                    <a:pt x="-4960" y="97620"/>
                    <a:pt x="2357" y="104572"/>
                  </a:cubicBezTo>
                  <a:cubicBezTo>
                    <a:pt x="10463" y="114421"/>
                    <a:pt x="17874" y="124827"/>
                    <a:pt x="24524" y="135712"/>
                  </a:cubicBezTo>
                  <a:cubicBezTo>
                    <a:pt x="26843" y="130642"/>
                    <a:pt x="29886" y="126442"/>
                    <a:pt x="36695" y="127528"/>
                  </a:cubicBezTo>
                  <a:cubicBezTo>
                    <a:pt x="51184" y="129846"/>
                    <a:pt x="39738" y="154251"/>
                    <a:pt x="51184" y="160044"/>
                  </a:cubicBezTo>
                  <a:cubicBezTo>
                    <a:pt x="62630" y="165838"/>
                    <a:pt x="62340" y="185535"/>
                    <a:pt x="54227" y="192488"/>
                  </a:cubicBezTo>
                  <a:cubicBezTo>
                    <a:pt x="46113" y="199439"/>
                    <a:pt x="43070" y="237749"/>
                    <a:pt x="61471" y="260923"/>
                  </a:cubicBezTo>
                  <a:cubicBezTo>
                    <a:pt x="79871" y="284096"/>
                    <a:pt x="93853" y="280620"/>
                    <a:pt x="97693" y="274827"/>
                  </a:cubicBezTo>
                  <a:cubicBezTo>
                    <a:pt x="101532" y="269034"/>
                    <a:pt x="115948" y="274827"/>
                    <a:pt x="120005" y="265557"/>
                  </a:cubicBezTo>
                  <a:cubicBezTo>
                    <a:pt x="124062" y="256288"/>
                    <a:pt x="129133" y="266716"/>
                    <a:pt x="137247" y="256288"/>
                  </a:cubicBezTo>
                  <a:cubicBezTo>
                    <a:pt x="141956" y="250277"/>
                    <a:pt x="151735" y="253536"/>
                    <a:pt x="160863" y="256288"/>
                  </a:cubicBezTo>
                  <a:cubicBezTo>
                    <a:pt x="153387" y="242196"/>
                    <a:pt x="146708" y="227683"/>
                    <a:pt x="140869" y="212837"/>
                  </a:cubicBezTo>
                  <a:cubicBezTo>
                    <a:pt x="136088" y="197629"/>
                    <a:pt x="106893" y="179524"/>
                    <a:pt x="112978" y="172573"/>
                  </a:cubicBezTo>
                  <a:cubicBezTo>
                    <a:pt x="119064" y="165620"/>
                    <a:pt x="116600" y="140636"/>
                    <a:pt x="126308" y="139260"/>
                  </a:cubicBezTo>
                  <a:cubicBezTo>
                    <a:pt x="136015" y="137884"/>
                    <a:pt x="146954" y="132018"/>
                    <a:pt x="142101" y="121228"/>
                  </a:cubicBezTo>
                  <a:cubicBezTo>
                    <a:pt x="139710" y="115652"/>
                    <a:pt x="142753" y="106744"/>
                    <a:pt x="145868" y="96534"/>
                  </a:cubicBezTo>
                  <a:cubicBezTo>
                    <a:pt x="136522" y="95447"/>
                    <a:pt x="122686" y="64597"/>
                    <a:pt x="114717" y="64597"/>
                  </a:cubicBezTo>
                  <a:cubicBezTo>
                    <a:pt x="104329" y="64003"/>
                    <a:pt x="96396" y="55103"/>
                    <a:pt x="96990" y="44718"/>
                  </a:cubicBezTo>
                  <a:cubicBezTo>
                    <a:pt x="97055" y="43610"/>
                    <a:pt x="97214" y="42502"/>
                    <a:pt x="97475" y="41423"/>
                  </a:cubicBezTo>
                  <a:cubicBezTo>
                    <a:pt x="99721" y="26940"/>
                    <a:pt x="76539" y="25129"/>
                    <a:pt x="63789" y="8907"/>
                  </a:cubicBezTo>
                  <a:cubicBezTo>
                    <a:pt x="60471" y="4946"/>
                    <a:pt x="56211" y="1883"/>
                    <a:pt x="51401" y="0"/>
                  </a:cubicBezTo>
                  <a:cubicBezTo>
                    <a:pt x="48677" y="7083"/>
                    <a:pt x="44331" y="13426"/>
                    <a:pt x="38724" y="185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2" name="Freeform 169">
              <a:extLst>
                <a:ext uri="{FF2B5EF4-FFF2-40B4-BE49-F238E27FC236}">
                  <a16:creationId xmlns:a16="http://schemas.microsoft.com/office/drawing/2014/main" id="{1C33C3CF-B7CA-81D4-9867-A747A43863A4}"/>
                </a:ext>
              </a:extLst>
            </p:cNvPr>
            <p:cNvSpPr/>
            <p:nvPr/>
          </p:nvSpPr>
          <p:spPr>
            <a:xfrm>
              <a:off x="3870223" y="4213027"/>
              <a:ext cx="94683" cy="144070"/>
            </a:xfrm>
            <a:custGeom>
              <a:avLst/>
              <a:gdLst>
                <a:gd name="connsiteX0" fmla="*/ 89251 w 94683"/>
                <a:gd name="connsiteY0" fmla="*/ 69594 h 144070"/>
                <a:gd name="connsiteX1" fmla="*/ 71212 w 94683"/>
                <a:gd name="connsiteY1" fmla="*/ 45623 h 144070"/>
                <a:gd name="connsiteX2" fmla="*/ 63968 w 94683"/>
                <a:gd name="connsiteY2" fmla="*/ 38889 h 144070"/>
                <a:gd name="connsiteX3" fmla="*/ 62374 w 94683"/>
                <a:gd name="connsiteY3" fmla="*/ 37223 h 144070"/>
                <a:gd name="connsiteX4" fmla="*/ 61505 w 94683"/>
                <a:gd name="connsiteY4" fmla="*/ 36426 h 144070"/>
                <a:gd name="connsiteX5" fmla="*/ 60853 w 94683"/>
                <a:gd name="connsiteY5" fmla="*/ 35992 h 144070"/>
                <a:gd name="connsiteX6" fmla="*/ 50348 w 94683"/>
                <a:gd name="connsiteY6" fmla="*/ 29836 h 144070"/>
                <a:gd name="connsiteX7" fmla="*/ 20719 w 94683"/>
                <a:gd name="connsiteY7" fmla="*/ 1665 h 144070"/>
                <a:gd name="connsiteX8" fmla="*/ 19704 w 94683"/>
                <a:gd name="connsiteY8" fmla="*/ 0 h 144070"/>
                <a:gd name="connsiteX9" fmla="*/ 19053 w 94683"/>
                <a:gd name="connsiteY9" fmla="*/ 0 h 144070"/>
                <a:gd name="connsiteX10" fmla="*/ 12460 w 94683"/>
                <a:gd name="connsiteY10" fmla="*/ 19843 h 144070"/>
                <a:gd name="connsiteX11" fmla="*/ 6375 w 94683"/>
                <a:gd name="connsiteY11" fmla="*/ 65611 h 144070"/>
                <a:gd name="connsiteX12" fmla="*/ 10070 w 94683"/>
                <a:gd name="connsiteY12" fmla="*/ 116955 h 144070"/>
                <a:gd name="connsiteX13" fmla="*/ 0 w 94683"/>
                <a:gd name="connsiteY13" fmla="*/ 134988 h 144070"/>
                <a:gd name="connsiteX14" fmla="*/ 30209 w 94683"/>
                <a:gd name="connsiteY14" fmla="*/ 141650 h 144070"/>
                <a:gd name="connsiteX15" fmla="*/ 65706 w 94683"/>
                <a:gd name="connsiteY15" fmla="*/ 124269 h 144070"/>
                <a:gd name="connsiteX16" fmla="*/ 94684 w 94683"/>
                <a:gd name="connsiteY16" fmla="*/ 75677 h 144070"/>
                <a:gd name="connsiteX17" fmla="*/ 89251 w 94683"/>
                <a:gd name="connsiteY17" fmla="*/ 69594 h 144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94683" h="144070">
                  <a:moveTo>
                    <a:pt x="89251" y="69594"/>
                  </a:moveTo>
                  <a:cubicBezTo>
                    <a:pt x="79710" y="65003"/>
                    <a:pt x="72980" y="56066"/>
                    <a:pt x="71212" y="45623"/>
                  </a:cubicBezTo>
                  <a:cubicBezTo>
                    <a:pt x="68561" y="43654"/>
                    <a:pt x="66127" y="41394"/>
                    <a:pt x="63968" y="38889"/>
                  </a:cubicBezTo>
                  <a:cubicBezTo>
                    <a:pt x="63968" y="39323"/>
                    <a:pt x="63968" y="38889"/>
                    <a:pt x="62374" y="37223"/>
                  </a:cubicBezTo>
                  <a:lnTo>
                    <a:pt x="61505" y="36426"/>
                  </a:lnTo>
                  <a:lnTo>
                    <a:pt x="60853" y="35992"/>
                  </a:lnTo>
                  <a:cubicBezTo>
                    <a:pt x="57448" y="33819"/>
                    <a:pt x="53608" y="31936"/>
                    <a:pt x="50348" y="29836"/>
                  </a:cubicBezTo>
                  <a:cubicBezTo>
                    <a:pt x="38555" y="22689"/>
                    <a:pt x="28449" y="13078"/>
                    <a:pt x="20719" y="1665"/>
                  </a:cubicBezTo>
                  <a:cubicBezTo>
                    <a:pt x="20719" y="1158"/>
                    <a:pt x="20067" y="579"/>
                    <a:pt x="19704" y="0"/>
                  </a:cubicBezTo>
                  <a:lnTo>
                    <a:pt x="19053" y="0"/>
                  </a:lnTo>
                  <a:cubicBezTo>
                    <a:pt x="17872" y="6909"/>
                    <a:pt x="15648" y="13600"/>
                    <a:pt x="12460" y="19843"/>
                  </a:cubicBezTo>
                  <a:cubicBezTo>
                    <a:pt x="5216" y="27084"/>
                    <a:pt x="290" y="48810"/>
                    <a:pt x="6375" y="65611"/>
                  </a:cubicBezTo>
                  <a:cubicBezTo>
                    <a:pt x="11519" y="82216"/>
                    <a:pt x="12786" y="99785"/>
                    <a:pt x="10070" y="116955"/>
                  </a:cubicBezTo>
                  <a:cubicBezTo>
                    <a:pt x="8838" y="119707"/>
                    <a:pt x="4274" y="127746"/>
                    <a:pt x="0" y="134988"/>
                  </a:cubicBezTo>
                  <a:cubicBezTo>
                    <a:pt x="5578" y="142229"/>
                    <a:pt x="14489" y="147298"/>
                    <a:pt x="30209" y="141650"/>
                  </a:cubicBezTo>
                  <a:cubicBezTo>
                    <a:pt x="49479" y="134408"/>
                    <a:pt x="58607" y="148892"/>
                    <a:pt x="65706" y="124269"/>
                  </a:cubicBezTo>
                  <a:cubicBezTo>
                    <a:pt x="72567" y="106556"/>
                    <a:pt x="82361" y="90132"/>
                    <a:pt x="94684" y="75677"/>
                  </a:cubicBezTo>
                  <a:cubicBezTo>
                    <a:pt x="93605" y="73099"/>
                    <a:pt x="91692" y="70955"/>
                    <a:pt x="89251" y="695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3" name="Freeform 170">
              <a:extLst>
                <a:ext uri="{FF2B5EF4-FFF2-40B4-BE49-F238E27FC236}">
                  <a16:creationId xmlns:a16="http://schemas.microsoft.com/office/drawing/2014/main" id="{8AE5C7FF-9B64-03E9-8D78-CD849E4A630F}"/>
                </a:ext>
              </a:extLst>
            </p:cNvPr>
            <p:cNvSpPr/>
            <p:nvPr/>
          </p:nvSpPr>
          <p:spPr>
            <a:xfrm>
              <a:off x="2845473" y="3519337"/>
              <a:ext cx="346984" cy="129156"/>
            </a:xfrm>
            <a:custGeom>
              <a:avLst/>
              <a:gdLst>
                <a:gd name="connsiteX0" fmla="*/ 283584 w 346986"/>
                <a:gd name="connsiteY0" fmla="*/ 78638 h 129155"/>
                <a:gd name="connsiteX1" fmla="*/ 120296 w 346986"/>
                <a:gd name="connsiteY1" fmla="*/ 3251 h 129155"/>
                <a:gd name="connsiteX2" fmla="*/ 474 w 346986"/>
                <a:gd name="connsiteY2" fmla="*/ 51191 h 129155"/>
                <a:gd name="connsiteX3" fmla="*/ 58864 w 346986"/>
                <a:gd name="connsiteY3" fmla="*/ 20341 h 129155"/>
                <a:gd name="connsiteX4" fmla="*/ 91826 w 346986"/>
                <a:gd name="connsiteY4" fmla="*/ 35766 h 129155"/>
                <a:gd name="connsiteX5" fmla="*/ 148767 w 346986"/>
                <a:gd name="connsiteY5" fmla="*/ 51191 h 129155"/>
                <a:gd name="connsiteX6" fmla="*/ 220631 w 346986"/>
                <a:gd name="connsiteY6" fmla="*/ 94063 h 129155"/>
                <a:gd name="connsiteX7" fmla="*/ 237148 w 346986"/>
                <a:gd name="connsiteY7" fmla="*/ 124913 h 129155"/>
                <a:gd name="connsiteX8" fmla="*/ 346465 w 346986"/>
                <a:gd name="connsiteY8" fmla="*/ 121510 h 129155"/>
                <a:gd name="connsiteX9" fmla="*/ 283584 w 346986"/>
                <a:gd name="connsiteY9" fmla="*/ 78638 h 129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46986" h="129155">
                  <a:moveTo>
                    <a:pt x="283584" y="78638"/>
                  </a:moveTo>
                  <a:cubicBezTo>
                    <a:pt x="261127" y="78638"/>
                    <a:pt x="187669" y="20341"/>
                    <a:pt x="120296" y="3251"/>
                  </a:cubicBezTo>
                  <a:cubicBezTo>
                    <a:pt x="52924" y="-13840"/>
                    <a:pt x="-5901" y="41560"/>
                    <a:pt x="474" y="51191"/>
                  </a:cubicBezTo>
                  <a:cubicBezTo>
                    <a:pt x="9457" y="64879"/>
                    <a:pt x="42419" y="34028"/>
                    <a:pt x="58864" y="20341"/>
                  </a:cubicBezTo>
                  <a:cubicBezTo>
                    <a:pt x="75309" y="6655"/>
                    <a:pt x="90305" y="27583"/>
                    <a:pt x="91826" y="35766"/>
                  </a:cubicBezTo>
                  <a:cubicBezTo>
                    <a:pt x="93347" y="43950"/>
                    <a:pt x="114283" y="49453"/>
                    <a:pt x="148767" y="51191"/>
                  </a:cubicBezTo>
                  <a:cubicBezTo>
                    <a:pt x="183250" y="52929"/>
                    <a:pt x="187669" y="85518"/>
                    <a:pt x="220631" y="94063"/>
                  </a:cubicBezTo>
                  <a:cubicBezTo>
                    <a:pt x="253592" y="102609"/>
                    <a:pt x="220631" y="118034"/>
                    <a:pt x="237148" y="124913"/>
                  </a:cubicBezTo>
                  <a:cubicBezTo>
                    <a:pt x="253665" y="131793"/>
                    <a:pt x="340525" y="130055"/>
                    <a:pt x="346465" y="121510"/>
                  </a:cubicBezTo>
                  <a:cubicBezTo>
                    <a:pt x="352406" y="112964"/>
                    <a:pt x="306042" y="78638"/>
                    <a:pt x="283584" y="78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4" name="Freeform 171">
              <a:extLst>
                <a:ext uri="{FF2B5EF4-FFF2-40B4-BE49-F238E27FC236}">
                  <a16:creationId xmlns:a16="http://schemas.microsoft.com/office/drawing/2014/main" id="{CA7115AF-A992-1F3F-58FE-F9F0A9719F18}"/>
                </a:ext>
              </a:extLst>
            </p:cNvPr>
            <p:cNvSpPr/>
            <p:nvPr/>
          </p:nvSpPr>
          <p:spPr>
            <a:xfrm>
              <a:off x="3052151" y="3709655"/>
              <a:ext cx="69676" cy="21715"/>
            </a:xfrm>
            <a:custGeom>
              <a:avLst/>
              <a:gdLst>
                <a:gd name="connsiteX0" fmla="*/ 58503 w 69676"/>
                <a:gd name="connsiteY0" fmla="*/ 16211 h 21715"/>
                <a:gd name="connsiteX1" fmla="*/ 69587 w 69676"/>
                <a:gd name="connsiteY1" fmla="*/ 19543 h 21715"/>
                <a:gd name="connsiteX2" fmla="*/ 476 w 69676"/>
                <a:gd name="connsiteY2" fmla="*/ 6508 h 21715"/>
                <a:gd name="connsiteX3" fmla="*/ 28077 w 69676"/>
                <a:gd name="connsiteY3" fmla="*/ 21715 h 21715"/>
                <a:gd name="connsiteX4" fmla="*/ 58503 w 69676"/>
                <a:gd name="connsiteY4" fmla="*/ 16211 h 21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676" h="21715">
                  <a:moveTo>
                    <a:pt x="58503" y="16211"/>
                  </a:moveTo>
                  <a:cubicBezTo>
                    <a:pt x="62270" y="17066"/>
                    <a:pt x="65972" y="18181"/>
                    <a:pt x="69587" y="19543"/>
                  </a:cubicBezTo>
                  <a:cubicBezTo>
                    <a:pt x="72702" y="4407"/>
                    <a:pt x="-6841" y="-8121"/>
                    <a:pt x="476" y="6508"/>
                  </a:cubicBezTo>
                  <a:cubicBezTo>
                    <a:pt x="3011" y="11649"/>
                    <a:pt x="14965" y="17660"/>
                    <a:pt x="28077" y="21715"/>
                  </a:cubicBezTo>
                  <a:cubicBezTo>
                    <a:pt x="37139" y="16052"/>
                    <a:pt x="48028" y="14082"/>
                    <a:pt x="58503" y="162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5" name="Freeform 172">
              <a:extLst>
                <a:ext uri="{FF2B5EF4-FFF2-40B4-BE49-F238E27FC236}">
                  <a16:creationId xmlns:a16="http://schemas.microsoft.com/office/drawing/2014/main" id="{53D61B4E-B6B6-B54D-99F6-D78A205DA700}"/>
                </a:ext>
              </a:extLst>
            </p:cNvPr>
            <p:cNvSpPr/>
            <p:nvPr/>
          </p:nvSpPr>
          <p:spPr>
            <a:xfrm>
              <a:off x="3435675" y="3703746"/>
              <a:ext cx="57382" cy="22988"/>
            </a:xfrm>
            <a:custGeom>
              <a:avLst/>
              <a:gdLst>
                <a:gd name="connsiteX0" fmla="*/ 7857 w 57382"/>
                <a:gd name="connsiteY0" fmla="*/ 22988 h 22988"/>
                <a:gd name="connsiteX1" fmla="*/ 36834 w 57382"/>
                <a:gd name="connsiteY1" fmla="*/ 18426 h 22988"/>
                <a:gd name="connsiteX2" fmla="*/ 49802 w 57382"/>
                <a:gd name="connsiteY2" fmla="*/ 22771 h 22988"/>
                <a:gd name="connsiteX3" fmla="*/ 57046 w 57382"/>
                <a:gd name="connsiteY3" fmla="*/ 15529 h 22988"/>
                <a:gd name="connsiteX4" fmla="*/ 1627 w 57382"/>
                <a:gd name="connsiteY4" fmla="*/ 15529 h 22988"/>
                <a:gd name="connsiteX5" fmla="*/ 7857 w 57382"/>
                <a:gd name="connsiteY5" fmla="*/ 22988 h 22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7382" h="22988">
                  <a:moveTo>
                    <a:pt x="7857" y="22988"/>
                  </a:moveTo>
                  <a:cubicBezTo>
                    <a:pt x="16442" y="17448"/>
                    <a:pt x="26960" y="15797"/>
                    <a:pt x="36834" y="18426"/>
                  </a:cubicBezTo>
                  <a:cubicBezTo>
                    <a:pt x="41253" y="19657"/>
                    <a:pt x="45528" y="21178"/>
                    <a:pt x="49802" y="22771"/>
                  </a:cubicBezTo>
                  <a:cubicBezTo>
                    <a:pt x="52939" y="21207"/>
                    <a:pt x="55482" y="18665"/>
                    <a:pt x="57046" y="15529"/>
                  </a:cubicBezTo>
                  <a:cubicBezTo>
                    <a:pt x="62987" y="-1634"/>
                    <a:pt x="-11848" y="-8441"/>
                    <a:pt x="1627" y="15529"/>
                  </a:cubicBezTo>
                  <a:cubicBezTo>
                    <a:pt x="3192" y="18404"/>
                    <a:pt x="5307" y="20939"/>
                    <a:pt x="7857" y="22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6" name="Freeform 173">
              <a:extLst>
                <a:ext uri="{FF2B5EF4-FFF2-40B4-BE49-F238E27FC236}">
                  <a16:creationId xmlns:a16="http://schemas.microsoft.com/office/drawing/2014/main" id="{66A1742E-4C40-9E23-9509-B16E8BC47D37}"/>
                </a:ext>
              </a:extLst>
            </p:cNvPr>
            <p:cNvSpPr/>
            <p:nvPr/>
          </p:nvSpPr>
          <p:spPr>
            <a:xfrm>
              <a:off x="3695116" y="6642414"/>
              <a:ext cx="57578" cy="34728"/>
            </a:xfrm>
            <a:custGeom>
              <a:avLst/>
              <a:gdLst>
                <a:gd name="connsiteX0" fmla="*/ 22033 w 57577"/>
                <a:gd name="connsiteY0" fmla="*/ 27052 h 34728"/>
                <a:gd name="connsiteX1" fmla="*/ 40217 w 57577"/>
                <a:gd name="connsiteY1" fmla="*/ 27052 h 34728"/>
                <a:gd name="connsiteX2" fmla="*/ 57096 w 57577"/>
                <a:gd name="connsiteY2" fmla="*/ 7499 h 34728"/>
                <a:gd name="connsiteX3" fmla="*/ 155 w 57577"/>
                <a:gd name="connsiteY3" fmla="*/ 34728 h 34728"/>
                <a:gd name="connsiteX4" fmla="*/ 22033 w 57577"/>
                <a:gd name="connsiteY4" fmla="*/ 27052 h 34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577" h="34728">
                  <a:moveTo>
                    <a:pt x="22033" y="27052"/>
                  </a:moveTo>
                  <a:lnTo>
                    <a:pt x="40217" y="27052"/>
                  </a:lnTo>
                  <a:cubicBezTo>
                    <a:pt x="51373" y="20824"/>
                    <a:pt x="59704" y="13075"/>
                    <a:pt x="57096" y="7499"/>
                  </a:cubicBezTo>
                  <a:cubicBezTo>
                    <a:pt x="45940" y="-16471"/>
                    <a:pt x="-3104" y="23721"/>
                    <a:pt x="155" y="34728"/>
                  </a:cubicBezTo>
                  <a:cubicBezTo>
                    <a:pt x="6429" y="29876"/>
                    <a:pt x="14101" y="27197"/>
                    <a:pt x="22033" y="270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7" name="Freeform 174">
              <a:extLst>
                <a:ext uri="{FF2B5EF4-FFF2-40B4-BE49-F238E27FC236}">
                  <a16:creationId xmlns:a16="http://schemas.microsoft.com/office/drawing/2014/main" id="{BBB368FB-89BC-12DF-34C3-8720E0D88D60}"/>
                </a:ext>
              </a:extLst>
            </p:cNvPr>
            <p:cNvSpPr/>
            <p:nvPr/>
          </p:nvSpPr>
          <p:spPr>
            <a:xfrm>
              <a:off x="3647678" y="6630861"/>
              <a:ext cx="47118" cy="46004"/>
            </a:xfrm>
            <a:custGeom>
              <a:avLst/>
              <a:gdLst>
                <a:gd name="connsiteX0" fmla="*/ 43102 w 47119"/>
                <a:gd name="connsiteY0" fmla="*/ 223 h 46004"/>
                <a:gd name="connsiteX1" fmla="*/ 4200 w 47119"/>
                <a:gd name="connsiteY1" fmla="*/ 44760 h 46004"/>
                <a:gd name="connsiteX2" fmla="*/ 43102 w 47119"/>
                <a:gd name="connsiteY2" fmla="*/ 223 h 46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119" h="46004">
                  <a:moveTo>
                    <a:pt x="43102" y="223"/>
                  </a:moveTo>
                  <a:cubicBezTo>
                    <a:pt x="26658" y="-3253"/>
                    <a:pt x="-12897" y="34984"/>
                    <a:pt x="4200" y="44760"/>
                  </a:cubicBezTo>
                  <a:cubicBezTo>
                    <a:pt x="21296" y="54536"/>
                    <a:pt x="59547" y="3626"/>
                    <a:pt x="43102" y="2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8" name="Freeform 175">
              <a:extLst>
                <a:ext uri="{FF2B5EF4-FFF2-40B4-BE49-F238E27FC236}">
                  <a16:creationId xmlns:a16="http://schemas.microsoft.com/office/drawing/2014/main" id="{52425FBF-0E01-DB6D-B251-6C1FF895623E}"/>
                </a:ext>
              </a:extLst>
            </p:cNvPr>
            <p:cNvSpPr/>
            <p:nvPr/>
          </p:nvSpPr>
          <p:spPr>
            <a:xfrm>
              <a:off x="2963665" y="4378938"/>
              <a:ext cx="194799" cy="252393"/>
            </a:xfrm>
            <a:custGeom>
              <a:avLst/>
              <a:gdLst>
                <a:gd name="connsiteX0" fmla="*/ 181545 w 194800"/>
                <a:gd name="connsiteY0" fmla="*/ 66335 h 252392"/>
                <a:gd name="connsiteX1" fmla="*/ 157349 w 194800"/>
                <a:gd name="connsiteY1" fmla="*/ 44610 h 252392"/>
                <a:gd name="connsiteX2" fmla="*/ 131559 w 194800"/>
                <a:gd name="connsiteY2" fmla="*/ 44610 h 252392"/>
                <a:gd name="connsiteX3" fmla="*/ 110477 w 194800"/>
                <a:gd name="connsiteY3" fmla="*/ 26722 h 252392"/>
                <a:gd name="connsiteX4" fmla="*/ 68750 w 194800"/>
                <a:gd name="connsiteY4" fmla="*/ 0 h 252392"/>
                <a:gd name="connsiteX5" fmla="*/ 68750 w 194800"/>
                <a:gd name="connsiteY5" fmla="*/ 5287 h 252392"/>
                <a:gd name="connsiteX6" fmla="*/ 45568 w 194800"/>
                <a:gd name="connsiteY6" fmla="*/ 18974 h 252392"/>
                <a:gd name="connsiteX7" fmla="*/ 34267 w 194800"/>
                <a:gd name="connsiteY7" fmla="*/ 47289 h 252392"/>
                <a:gd name="connsiteX8" fmla="*/ 19343 w 194800"/>
                <a:gd name="connsiteY8" fmla="*/ 70391 h 252392"/>
                <a:gd name="connsiteX9" fmla="*/ 10360 w 194800"/>
                <a:gd name="connsiteY9" fmla="*/ 90957 h 252392"/>
                <a:gd name="connsiteX10" fmla="*/ 1776 w 194800"/>
                <a:gd name="connsiteY10" fmla="*/ 115188 h 252392"/>
                <a:gd name="connsiteX11" fmla="*/ 3116 w 194800"/>
                <a:gd name="connsiteY11" fmla="*/ 117535 h 252392"/>
                <a:gd name="connsiteX12" fmla="*/ 870 w 194800"/>
                <a:gd name="connsiteY12" fmla="*/ 143243 h 252392"/>
                <a:gd name="connsiteX13" fmla="*/ 20358 w 194800"/>
                <a:gd name="connsiteY13" fmla="*/ 162941 h 252392"/>
                <a:gd name="connsiteX14" fmla="*/ 36802 w 194800"/>
                <a:gd name="connsiteY14" fmla="*/ 167214 h 252392"/>
                <a:gd name="connsiteX15" fmla="*/ 26356 w 194800"/>
                <a:gd name="connsiteY15" fmla="*/ 190141 h 252392"/>
                <a:gd name="connsiteX16" fmla="*/ 21879 w 194800"/>
                <a:gd name="connsiteY16" fmla="*/ 191184 h 252392"/>
                <a:gd name="connsiteX17" fmla="*/ 19126 w 194800"/>
                <a:gd name="connsiteY17" fmla="*/ 191764 h 252392"/>
                <a:gd name="connsiteX18" fmla="*/ 25646 w 194800"/>
                <a:gd name="connsiteY18" fmla="*/ 211606 h 252392"/>
                <a:gd name="connsiteX19" fmla="*/ 25646 w 194800"/>
                <a:gd name="connsiteY19" fmla="*/ 231304 h 252392"/>
                <a:gd name="connsiteX20" fmla="*/ 51436 w 194800"/>
                <a:gd name="connsiteY20" fmla="*/ 239342 h 252392"/>
                <a:gd name="connsiteX21" fmla="*/ 75632 w 194800"/>
                <a:gd name="connsiteY21" fmla="*/ 237531 h 252392"/>
                <a:gd name="connsiteX22" fmla="*/ 106058 w 194800"/>
                <a:gd name="connsiteY22" fmla="*/ 175904 h 252392"/>
                <a:gd name="connsiteX23" fmla="*/ 172489 w 194800"/>
                <a:gd name="connsiteY23" fmla="*/ 134770 h 252392"/>
                <a:gd name="connsiteX24" fmla="*/ 191180 w 194800"/>
                <a:gd name="connsiteY24" fmla="*/ 95520 h 252392"/>
                <a:gd name="connsiteX25" fmla="*/ 181545 w 194800"/>
                <a:gd name="connsiteY25" fmla="*/ 66335 h 25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94800" h="252392">
                  <a:moveTo>
                    <a:pt x="181545" y="66335"/>
                  </a:moveTo>
                  <a:cubicBezTo>
                    <a:pt x="169012" y="50258"/>
                    <a:pt x="160464" y="40409"/>
                    <a:pt x="157349" y="44610"/>
                  </a:cubicBezTo>
                  <a:cubicBezTo>
                    <a:pt x="154233" y="48810"/>
                    <a:pt x="140904" y="50838"/>
                    <a:pt x="131559" y="44610"/>
                  </a:cubicBezTo>
                  <a:cubicBezTo>
                    <a:pt x="122214" y="38382"/>
                    <a:pt x="117504" y="26722"/>
                    <a:pt x="110477" y="26722"/>
                  </a:cubicBezTo>
                  <a:cubicBezTo>
                    <a:pt x="103451" y="26722"/>
                    <a:pt x="81500" y="12239"/>
                    <a:pt x="68750" y="0"/>
                  </a:cubicBezTo>
                  <a:cubicBezTo>
                    <a:pt x="68641" y="1760"/>
                    <a:pt x="68641" y="3527"/>
                    <a:pt x="68750" y="5287"/>
                  </a:cubicBezTo>
                  <a:cubicBezTo>
                    <a:pt x="69475" y="12963"/>
                    <a:pt x="58246" y="18105"/>
                    <a:pt x="45568" y="18974"/>
                  </a:cubicBezTo>
                  <a:cubicBezTo>
                    <a:pt x="32890" y="19843"/>
                    <a:pt x="34267" y="36137"/>
                    <a:pt x="34267" y="47289"/>
                  </a:cubicBezTo>
                  <a:cubicBezTo>
                    <a:pt x="34267" y="58442"/>
                    <a:pt x="23835" y="58442"/>
                    <a:pt x="19343" y="70391"/>
                  </a:cubicBezTo>
                  <a:cubicBezTo>
                    <a:pt x="14852" y="82339"/>
                    <a:pt x="20792" y="84874"/>
                    <a:pt x="10360" y="90957"/>
                  </a:cubicBezTo>
                  <a:cubicBezTo>
                    <a:pt x="1298" y="95280"/>
                    <a:pt x="-2549" y="106129"/>
                    <a:pt x="1776" y="115188"/>
                  </a:cubicBezTo>
                  <a:cubicBezTo>
                    <a:pt x="2160" y="115999"/>
                    <a:pt x="2609" y="116789"/>
                    <a:pt x="3116" y="117535"/>
                  </a:cubicBezTo>
                  <a:cubicBezTo>
                    <a:pt x="9129" y="127818"/>
                    <a:pt x="2392" y="137233"/>
                    <a:pt x="870" y="143243"/>
                  </a:cubicBezTo>
                  <a:cubicBezTo>
                    <a:pt x="-651" y="149254"/>
                    <a:pt x="9853" y="151789"/>
                    <a:pt x="20358" y="162941"/>
                  </a:cubicBezTo>
                  <a:cubicBezTo>
                    <a:pt x="30862" y="174094"/>
                    <a:pt x="32311" y="158668"/>
                    <a:pt x="36802" y="167214"/>
                  </a:cubicBezTo>
                  <a:cubicBezTo>
                    <a:pt x="40251" y="176425"/>
                    <a:pt x="35578" y="186694"/>
                    <a:pt x="26356" y="190141"/>
                  </a:cubicBezTo>
                  <a:cubicBezTo>
                    <a:pt x="24914" y="190684"/>
                    <a:pt x="23408" y="191032"/>
                    <a:pt x="21879" y="191184"/>
                  </a:cubicBezTo>
                  <a:cubicBezTo>
                    <a:pt x="20944" y="191264"/>
                    <a:pt x="20017" y="191459"/>
                    <a:pt x="19126" y="191764"/>
                  </a:cubicBezTo>
                  <a:cubicBezTo>
                    <a:pt x="25356" y="199005"/>
                    <a:pt x="28616" y="206826"/>
                    <a:pt x="25646" y="211606"/>
                  </a:cubicBezTo>
                  <a:cubicBezTo>
                    <a:pt x="20213" y="220586"/>
                    <a:pt x="15504" y="220586"/>
                    <a:pt x="25646" y="231304"/>
                  </a:cubicBezTo>
                  <a:cubicBezTo>
                    <a:pt x="35788" y="242021"/>
                    <a:pt x="42815" y="225945"/>
                    <a:pt x="51436" y="239342"/>
                  </a:cubicBezTo>
                  <a:cubicBezTo>
                    <a:pt x="60057" y="252740"/>
                    <a:pt x="67011" y="261067"/>
                    <a:pt x="75632" y="237531"/>
                  </a:cubicBezTo>
                  <a:cubicBezTo>
                    <a:pt x="84253" y="213996"/>
                    <a:pt x="90483" y="181263"/>
                    <a:pt x="106058" y="175904"/>
                  </a:cubicBezTo>
                  <a:cubicBezTo>
                    <a:pt x="121634" y="170545"/>
                    <a:pt x="153726" y="163375"/>
                    <a:pt x="172489" y="134770"/>
                  </a:cubicBezTo>
                  <a:cubicBezTo>
                    <a:pt x="191252" y="106165"/>
                    <a:pt x="181255" y="104572"/>
                    <a:pt x="191180" y="95520"/>
                  </a:cubicBezTo>
                  <a:cubicBezTo>
                    <a:pt x="198714" y="88640"/>
                    <a:pt x="194005" y="82412"/>
                    <a:pt x="181545" y="663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9" name="Freeform 176">
              <a:extLst>
                <a:ext uri="{FF2B5EF4-FFF2-40B4-BE49-F238E27FC236}">
                  <a16:creationId xmlns:a16="http://schemas.microsoft.com/office/drawing/2014/main" id="{6609E96D-360F-E9EE-133A-6E32DE9425BD}"/>
                </a:ext>
              </a:extLst>
            </p:cNvPr>
            <p:cNvSpPr/>
            <p:nvPr/>
          </p:nvSpPr>
          <p:spPr>
            <a:xfrm>
              <a:off x="3249012" y="3509"/>
              <a:ext cx="2068193" cy="1762489"/>
            </a:xfrm>
            <a:custGeom>
              <a:avLst/>
              <a:gdLst>
                <a:gd name="connsiteX0" fmla="*/ 1952365 w 2068202"/>
                <a:gd name="connsiteY0" fmla="*/ 160954 h 1762479"/>
                <a:gd name="connsiteX1" fmla="*/ 1883398 w 2068202"/>
                <a:gd name="connsiteY1" fmla="*/ 197163 h 1762479"/>
                <a:gd name="connsiteX2" fmla="*/ 1814504 w 2068202"/>
                <a:gd name="connsiteY2" fmla="*/ 201798 h 1762479"/>
                <a:gd name="connsiteX3" fmla="*/ 1784586 w 2068202"/>
                <a:gd name="connsiteY3" fmla="*/ 189197 h 1762479"/>
                <a:gd name="connsiteX4" fmla="*/ 1718662 w 2068202"/>
                <a:gd name="connsiteY4" fmla="*/ 239456 h 1762479"/>
                <a:gd name="connsiteX5" fmla="*/ 1661721 w 2068202"/>
                <a:gd name="connsiteY5" fmla="*/ 281748 h 1762479"/>
                <a:gd name="connsiteX6" fmla="*/ 1717647 w 2068202"/>
                <a:gd name="connsiteY6" fmla="*/ 202088 h 1762479"/>
                <a:gd name="connsiteX7" fmla="*/ 1696639 w 2068202"/>
                <a:gd name="connsiteY7" fmla="*/ 146036 h 1762479"/>
                <a:gd name="connsiteX8" fmla="*/ 1653680 w 2068202"/>
                <a:gd name="connsiteY8" fmla="*/ 176959 h 1762479"/>
                <a:gd name="connsiteX9" fmla="*/ 1545884 w 2068202"/>
                <a:gd name="connsiteY9" fmla="*/ 215775 h 1762479"/>
                <a:gd name="connsiteX10" fmla="*/ 1615792 w 2068202"/>
                <a:gd name="connsiteY10" fmla="*/ 165517 h 1762479"/>
                <a:gd name="connsiteX11" fmla="*/ 1478946 w 2068202"/>
                <a:gd name="connsiteY11" fmla="*/ 160954 h 1762479"/>
                <a:gd name="connsiteX12" fmla="*/ 1362094 w 2068202"/>
                <a:gd name="connsiteY12" fmla="*/ 181521 h 1762479"/>
                <a:gd name="connsiteX13" fmla="*/ 1491913 w 2068202"/>
                <a:gd name="connsiteY13" fmla="*/ 142633 h 1762479"/>
                <a:gd name="connsiteX14" fmla="*/ 1650709 w 2068202"/>
                <a:gd name="connsiteY14" fmla="*/ 130104 h 1762479"/>
                <a:gd name="connsiteX15" fmla="*/ 1744886 w 2068202"/>
                <a:gd name="connsiteY15" fmla="*/ 100340 h 1762479"/>
                <a:gd name="connsiteX16" fmla="*/ 1682005 w 2068202"/>
                <a:gd name="connsiteY16" fmla="*/ 71808 h 1762479"/>
                <a:gd name="connsiteX17" fmla="*/ 1636004 w 2068202"/>
                <a:gd name="connsiteY17" fmla="*/ 55803 h 1762479"/>
                <a:gd name="connsiteX18" fmla="*/ 1595073 w 2068202"/>
                <a:gd name="connsiteY18" fmla="*/ 28429 h 1762479"/>
                <a:gd name="connsiteX19" fmla="*/ 1500172 w 2068202"/>
                <a:gd name="connsiteY19" fmla="*/ 14670 h 1762479"/>
                <a:gd name="connsiteX20" fmla="*/ 1397374 w 2068202"/>
                <a:gd name="connsiteY20" fmla="*/ 983 h 1762479"/>
                <a:gd name="connsiteX21" fmla="*/ 1256544 w 2068202"/>
                <a:gd name="connsiteY21" fmla="*/ 5545 h 1762479"/>
                <a:gd name="connsiteX22" fmla="*/ 1208586 w 2068202"/>
                <a:gd name="connsiteY22" fmla="*/ 14670 h 1762479"/>
                <a:gd name="connsiteX23" fmla="*/ 1175624 w 2068202"/>
                <a:gd name="connsiteY23" fmla="*/ 32991 h 1762479"/>
                <a:gd name="connsiteX24" fmla="*/ 1151645 w 2068202"/>
                <a:gd name="connsiteY24" fmla="*/ 47475 h 1762479"/>
                <a:gd name="connsiteX25" fmla="*/ 1099703 w 2068202"/>
                <a:gd name="connsiteY25" fmla="*/ 34874 h 1762479"/>
                <a:gd name="connsiteX26" fmla="*/ 1007844 w 2068202"/>
                <a:gd name="connsiteY26" fmla="*/ 34874 h 1762479"/>
                <a:gd name="connsiteX27" fmla="*/ 895991 w 2068202"/>
                <a:gd name="connsiteY27" fmla="*/ 49358 h 1762479"/>
                <a:gd name="connsiteX28" fmla="*/ 929968 w 2068202"/>
                <a:gd name="connsiteY28" fmla="*/ 84843 h 1762479"/>
                <a:gd name="connsiteX29" fmla="*/ 870056 w 2068202"/>
                <a:gd name="connsiteY29" fmla="*/ 105410 h 1762479"/>
                <a:gd name="connsiteX30" fmla="*/ 955902 w 2068202"/>
                <a:gd name="connsiteY30" fmla="*/ 167038 h 1762479"/>
                <a:gd name="connsiteX31" fmla="*/ 912002 w 2068202"/>
                <a:gd name="connsiteY31" fmla="*/ 157913 h 1762479"/>
                <a:gd name="connsiteX32" fmla="*/ 837095 w 2068202"/>
                <a:gd name="connsiteY32" fmla="*/ 125904 h 1762479"/>
                <a:gd name="connsiteX33" fmla="*/ 746178 w 2068202"/>
                <a:gd name="connsiteY33" fmla="*/ 103092 h 1762479"/>
                <a:gd name="connsiteX34" fmla="*/ 787109 w 2068202"/>
                <a:gd name="connsiteY34" fmla="*/ 156754 h 1762479"/>
                <a:gd name="connsiteX35" fmla="*/ 740165 w 2068202"/>
                <a:gd name="connsiteY35" fmla="*/ 159072 h 1762479"/>
                <a:gd name="connsiteX36" fmla="*/ 678298 w 2068202"/>
                <a:gd name="connsiteY36" fmla="*/ 120183 h 1762479"/>
                <a:gd name="connsiteX37" fmla="*/ 675256 w 2068202"/>
                <a:gd name="connsiteY37" fmla="*/ 169355 h 1762479"/>
                <a:gd name="connsiteX38" fmla="*/ 647292 w 2068202"/>
                <a:gd name="connsiteY38" fmla="*/ 195643 h 1762479"/>
                <a:gd name="connsiteX39" fmla="*/ 629326 w 2068202"/>
                <a:gd name="connsiteY39" fmla="*/ 116779 h 1762479"/>
                <a:gd name="connsiteX40" fmla="*/ 526456 w 2068202"/>
                <a:gd name="connsiteY40" fmla="*/ 135101 h 1762479"/>
                <a:gd name="connsiteX41" fmla="*/ 485526 w 2068202"/>
                <a:gd name="connsiteY41" fmla="*/ 160230 h 1762479"/>
                <a:gd name="connsiteX42" fmla="*/ 463793 w 2068202"/>
                <a:gd name="connsiteY42" fmla="*/ 168196 h 1762479"/>
                <a:gd name="connsiteX43" fmla="*/ 387871 w 2068202"/>
                <a:gd name="connsiteY43" fmla="*/ 179638 h 1762479"/>
                <a:gd name="connsiteX44" fmla="*/ 397869 w 2068202"/>
                <a:gd name="connsiteY44" fmla="*/ 237573 h 1762479"/>
                <a:gd name="connsiteX45" fmla="*/ 332670 w 2068202"/>
                <a:gd name="connsiteY45" fmla="*/ 226131 h 1762479"/>
                <a:gd name="connsiteX46" fmla="*/ 179886 w 2068202"/>
                <a:gd name="connsiteY46" fmla="*/ 320999 h 1762479"/>
                <a:gd name="connsiteX47" fmla="*/ 262761 w 2068202"/>
                <a:gd name="connsiteY47" fmla="*/ 335482 h 1762479"/>
                <a:gd name="connsiteX48" fmla="*/ 234798 w 2068202"/>
                <a:gd name="connsiteY48" fmla="*/ 406307 h 1762479"/>
                <a:gd name="connsiteX49" fmla="*/ 128958 w 2068202"/>
                <a:gd name="connsiteY49" fmla="*/ 428033 h 1762479"/>
                <a:gd name="connsiteX50" fmla="*/ 81 w 2068202"/>
                <a:gd name="connsiteY50" fmla="*/ 485171 h 1762479"/>
                <a:gd name="connsiteX51" fmla="*/ 20075 w 2068202"/>
                <a:gd name="connsiteY51" fmla="*/ 513703 h 1762479"/>
                <a:gd name="connsiteX52" fmla="*/ 76002 w 2068202"/>
                <a:gd name="connsiteY52" fmla="*/ 531953 h 1762479"/>
                <a:gd name="connsiteX53" fmla="*/ 167860 w 2068202"/>
                <a:gd name="connsiteY53" fmla="*/ 539991 h 1762479"/>
                <a:gd name="connsiteX54" fmla="*/ 220817 w 2068202"/>
                <a:gd name="connsiteY54" fmla="*/ 562803 h 1762479"/>
                <a:gd name="connsiteX55" fmla="*/ 129900 w 2068202"/>
                <a:gd name="connsiteY55" fmla="*/ 569683 h 1762479"/>
                <a:gd name="connsiteX56" fmla="*/ 47024 w 2068202"/>
                <a:gd name="connsiteY56" fmla="*/ 587932 h 1762479"/>
                <a:gd name="connsiteX57" fmla="*/ 107949 w 2068202"/>
                <a:gd name="connsiteY57" fmla="*/ 606254 h 1762479"/>
                <a:gd name="connsiteX58" fmla="*/ 108964 w 2068202"/>
                <a:gd name="connsiteY58" fmla="*/ 637031 h 1762479"/>
                <a:gd name="connsiteX59" fmla="*/ 148880 w 2068202"/>
                <a:gd name="connsiteY59" fmla="*/ 662233 h 1762479"/>
                <a:gd name="connsiteX60" fmla="*/ 203792 w 2068202"/>
                <a:gd name="connsiteY60" fmla="*/ 669040 h 1762479"/>
                <a:gd name="connsiteX61" fmla="*/ 237768 w 2068202"/>
                <a:gd name="connsiteY61" fmla="*/ 664478 h 1762479"/>
                <a:gd name="connsiteX62" fmla="*/ 282756 w 2068202"/>
                <a:gd name="connsiteY62" fmla="*/ 655353 h 1762479"/>
                <a:gd name="connsiteX63" fmla="*/ 323686 w 2068202"/>
                <a:gd name="connsiteY63" fmla="*/ 646229 h 1762479"/>
                <a:gd name="connsiteX64" fmla="*/ 432352 w 2068202"/>
                <a:gd name="connsiteY64" fmla="*/ 679324 h 1762479"/>
                <a:gd name="connsiteX65" fmla="*/ 486250 w 2068202"/>
                <a:gd name="connsiteY65" fmla="*/ 719298 h 1762479"/>
                <a:gd name="connsiteX66" fmla="*/ 533193 w 2068202"/>
                <a:gd name="connsiteY66" fmla="*/ 770715 h 1762479"/>
                <a:gd name="connsiteX67" fmla="*/ 564127 w 2068202"/>
                <a:gd name="connsiteY67" fmla="*/ 833574 h 1762479"/>
                <a:gd name="connsiteX68" fmla="*/ 588106 w 2068202"/>
                <a:gd name="connsiteY68" fmla="*/ 875867 h 1762479"/>
                <a:gd name="connsiteX69" fmla="*/ 605058 w 2068202"/>
                <a:gd name="connsiteY69" fmla="*/ 915841 h 1762479"/>
                <a:gd name="connsiteX70" fmla="*/ 588106 w 2068202"/>
                <a:gd name="connsiteY70" fmla="*/ 963782 h 1762479"/>
                <a:gd name="connsiteX71" fmla="*/ 604116 w 2068202"/>
                <a:gd name="connsiteY71" fmla="*/ 1016358 h 1762479"/>
                <a:gd name="connsiteX72" fmla="*/ 654827 w 2068202"/>
                <a:gd name="connsiteY72" fmla="*/ 991229 h 1762479"/>
                <a:gd name="connsiteX73" fmla="*/ 666780 w 2068202"/>
                <a:gd name="connsiteY73" fmla="*/ 1030045 h 1762479"/>
                <a:gd name="connsiteX74" fmla="*/ 731979 w 2068202"/>
                <a:gd name="connsiteY74" fmla="*/ 1065457 h 1762479"/>
                <a:gd name="connsiteX75" fmla="*/ 717997 w 2068202"/>
                <a:gd name="connsiteY75" fmla="*/ 1081462 h 1762479"/>
                <a:gd name="connsiteX76" fmla="*/ 628167 w 2068202"/>
                <a:gd name="connsiteY76" fmla="*/ 1073496 h 1762479"/>
                <a:gd name="connsiteX77" fmla="*/ 719012 w 2068202"/>
                <a:gd name="connsiteY77" fmla="*/ 1121437 h 1762479"/>
                <a:gd name="connsiteX78" fmla="*/ 748931 w 2068202"/>
                <a:gd name="connsiteY78" fmla="*/ 1161411 h 1762479"/>
                <a:gd name="connsiteX79" fmla="*/ 741687 w 2068202"/>
                <a:gd name="connsiteY79" fmla="*/ 1215146 h 1762479"/>
                <a:gd name="connsiteX80" fmla="*/ 698727 w 2068202"/>
                <a:gd name="connsiteY80" fmla="*/ 1217391 h 1762479"/>
                <a:gd name="connsiteX81" fmla="*/ 671778 w 2068202"/>
                <a:gd name="connsiteY81" fmla="*/ 1244837 h 1762479"/>
                <a:gd name="connsiteX82" fmla="*/ 643815 w 2068202"/>
                <a:gd name="connsiteY82" fmla="*/ 1301975 h 1762479"/>
                <a:gd name="connsiteX83" fmla="*/ 676777 w 2068202"/>
                <a:gd name="connsiteY83" fmla="*/ 1335070 h 1762479"/>
                <a:gd name="connsiteX84" fmla="*/ 650842 w 2068202"/>
                <a:gd name="connsiteY84" fmla="*/ 1369396 h 1762479"/>
                <a:gd name="connsiteX85" fmla="*/ 697713 w 2068202"/>
                <a:gd name="connsiteY85" fmla="*/ 1425303 h 1762479"/>
                <a:gd name="connsiteX86" fmla="*/ 703726 w 2068202"/>
                <a:gd name="connsiteY86" fmla="*/ 1491566 h 1762479"/>
                <a:gd name="connsiteX87" fmla="*/ 723721 w 2068202"/>
                <a:gd name="connsiteY87" fmla="*/ 1512133 h 1762479"/>
                <a:gd name="connsiteX88" fmla="*/ 740672 w 2068202"/>
                <a:gd name="connsiteY88" fmla="*/ 1551021 h 1762479"/>
                <a:gd name="connsiteX89" fmla="*/ 766680 w 2068202"/>
                <a:gd name="connsiteY89" fmla="*/ 1584116 h 1762479"/>
                <a:gd name="connsiteX90" fmla="*/ 782617 w 2068202"/>
                <a:gd name="connsiteY90" fmla="*/ 1630971 h 1762479"/>
                <a:gd name="connsiteX91" fmla="*/ 820578 w 2068202"/>
                <a:gd name="connsiteY91" fmla="*/ 1676667 h 1762479"/>
                <a:gd name="connsiteX92" fmla="*/ 858538 w 2068202"/>
                <a:gd name="connsiteY92" fmla="*/ 1705199 h 1762479"/>
                <a:gd name="connsiteX93" fmla="*/ 891500 w 2068202"/>
                <a:gd name="connsiteY93" fmla="*/ 1716641 h 1762479"/>
                <a:gd name="connsiteX94" fmla="*/ 931416 w 2068202"/>
                <a:gd name="connsiteY94" fmla="*/ 1736049 h 1762479"/>
                <a:gd name="connsiteX95" fmla="*/ 990313 w 2068202"/>
                <a:gd name="connsiteY95" fmla="*/ 1762337 h 1762479"/>
                <a:gd name="connsiteX96" fmla="*/ 1015306 w 2068202"/>
                <a:gd name="connsiteY96" fmla="*/ 1732646 h 1762479"/>
                <a:gd name="connsiteX97" fmla="*/ 1032330 w 2068202"/>
                <a:gd name="connsiteY97" fmla="*/ 1672104 h 1762479"/>
                <a:gd name="connsiteX98" fmla="*/ 1029288 w 2068202"/>
                <a:gd name="connsiteY98" fmla="*/ 1611563 h 1762479"/>
                <a:gd name="connsiteX99" fmla="*/ 1046312 w 2068202"/>
                <a:gd name="connsiteY99" fmla="*/ 1592155 h 1762479"/>
                <a:gd name="connsiteX100" fmla="*/ 1072247 w 2068202"/>
                <a:gd name="connsiteY100" fmla="*/ 1565867 h 1762479"/>
                <a:gd name="connsiteX101" fmla="*/ 1086229 w 2068202"/>
                <a:gd name="connsiteY101" fmla="*/ 1536175 h 1762479"/>
                <a:gd name="connsiteX102" fmla="*/ 1087243 w 2068202"/>
                <a:gd name="connsiteY102" fmla="*/ 1508729 h 1762479"/>
                <a:gd name="connsiteX103" fmla="*/ 1100210 w 2068202"/>
                <a:gd name="connsiteY103" fmla="*/ 1490479 h 1762479"/>
                <a:gd name="connsiteX104" fmla="*/ 1092966 w 2068202"/>
                <a:gd name="connsiteY104" fmla="*/ 1461874 h 1762479"/>
                <a:gd name="connsiteX105" fmla="*/ 1097892 w 2068202"/>
                <a:gd name="connsiteY105" fmla="*/ 1447029 h 1762479"/>
                <a:gd name="connsiteX106" fmla="*/ 1116872 w 2068202"/>
                <a:gd name="connsiteY106" fmla="*/ 1436745 h 1762479"/>
                <a:gd name="connsiteX107" fmla="*/ 1148893 w 2068202"/>
                <a:gd name="connsiteY107" fmla="*/ 1413933 h 1762479"/>
                <a:gd name="connsiteX108" fmla="*/ 1176856 w 2068202"/>
                <a:gd name="connsiteY108" fmla="*/ 1380766 h 1762479"/>
                <a:gd name="connsiteX109" fmla="*/ 1193807 w 2068202"/>
                <a:gd name="connsiteY109" fmla="*/ 1379680 h 1762479"/>
                <a:gd name="connsiteX110" fmla="*/ 1201052 w 2068202"/>
                <a:gd name="connsiteY110" fmla="*/ 1400174 h 1762479"/>
                <a:gd name="connsiteX111" fmla="*/ 1264005 w 2068202"/>
                <a:gd name="connsiteY111" fmla="*/ 1385690 h 1762479"/>
                <a:gd name="connsiteX112" fmla="*/ 1338912 w 2068202"/>
                <a:gd name="connsiteY112" fmla="*/ 1311462 h 1762479"/>
                <a:gd name="connsiteX113" fmla="*/ 1380857 w 2068202"/>
                <a:gd name="connsiteY113" fmla="*/ 1263448 h 1762479"/>
                <a:gd name="connsiteX114" fmla="*/ 1412805 w 2068202"/>
                <a:gd name="connsiteY114" fmla="*/ 1248603 h 1762479"/>
                <a:gd name="connsiteX115" fmla="*/ 1445766 w 2068202"/>
                <a:gd name="connsiteY115" fmla="*/ 1239478 h 1762479"/>
                <a:gd name="connsiteX116" fmla="*/ 1495680 w 2068202"/>
                <a:gd name="connsiteY116" fmla="*/ 1226950 h 1762479"/>
                <a:gd name="connsiteX117" fmla="*/ 1616516 w 2068202"/>
                <a:gd name="connsiteY117" fmla="*/ 1189220 h 1762479"/>
                <a:gd name="connsiteX118" fmla="*/ 1712432 w 2068202"/>
                <a:gd name="connsiteY118" fmla="*/ 1132082 h 1762479"/>
                <a:gd name="connsiteX119" fmla="*/ 1725399 w 2068202"/>
                <a:gd name="connsiteY119" fmla="*/ 1112674 h 1762479"/>
                <a:gd name="connsiteX120" fmla="*/ 1665488 w 2068202"/>
                <a:gd name="connsiteY120" fmla="*/ 1116078 h 1762479"/>
                <a:gd name="connsiteX121" fmla="*/ 1590581 w 2068202"/>
                <a:gd name="connsiteY121" fmla="*/ 1105794 h 1762479"/>
                <a:gd name="connsiteX122" fmla="*/ 1600579 w 2068202"/>
                <a:gd name="connsiteY122" fmla="*/ 1080665 h 1762479"/>
                <a:gd name="connsiteX123" fmla="*/ 1606592 w 2068202"/>
                <a:gd name="connsiteY123" fmla="*/ 1044456 h 1762479"/>
                <a:gd name="connsiteX124" fmla="*/ 1654477 w 2068202"/>
                <a:gd name="connsiteY124" fmla="*/ 1062705 h 1762479"/>
                <a:gd name="connsiteX125" fmla="*/ 1728369 w 2068202"/>
                <a:gd name="connsiteY125" fmla="*/ 1091238 h 1762479"/>
                <a:gd name="connsiteX126" fmla="*/ 1740395 w 2068202"/>
                <a:gd name="connsiteY126" fmla="*/ 1039894 h 1762479"/>
                <a:gd name="connsiteX127" fmla="*/ 1652738 w 2068202"/>
                <a:gd name="connsiteY127" fmla="*/ 951471 h 1762479"/>
                <a:gd name="connsiteX128" fmla="*/ 1702652 w 2068202"/>
                <a:gd name="connsiteY128" fmla="*/ 958351 h 1762479"/>
                <a:gd name="connsiteX129" fmla="*/ 1734599 w 2068202"/>
                <a:gd name="connsiteY129" fmla="*/ 918376 h 1762479"/>
                <a:gd name="connsiteX130" fmla="*/ 1653680 w 2068202"/>
                <a:gd name="connsiteY130" fmla="*/ 917217 h 1762479"/>
                <a:gd name="connsiteX131" fmla="*/ 1638757 w 2068202"/>
                <a:gd name="connsiteY131" fmla="*/ 892088 h 1762479"/>
                <a:gd name="connsiteX132" fmla="*/ 1651724 w 2068202"/>
                <a:gd name="connsiteY132" fmla="*/ 860079 h 1762479"/>
                <a:gd name="connsiteX133" fmla="*/ 1726631 w 2068202"/>
                <a:gd name="connsiteY133" fmla="*/ 885209 h 1762479"/>
                <a:gd name="connsiteX134" fmla="*/ 1783571 w 2068202"/>
                <a:gd name="connsiteY134" fmla="*/ 869204 h 1762479"/>
                <a:gd name="connsiteX135" fmla="*/ 1738584 w 2068202"/>
                <a:gd name="connsiteY135" fmla="*/ 821263 h 1762479"/>
                <a:gd name="connsiteX136" fmla="*/ 1813491 w 2068202"/>
                <a:gd name="connsiteY136" fmla="*/ 813225 h 1762479"/>
                <a:gd name="connsiteX137" fmla="*/ 1822474 w 2068202"/>
                <a:gd name="connsiteY137" fmla="*/ 786937 h 1762479"/>
                <a:gd name="connsiteX138" fmla="*/ 1761548 w 2068202"/>
                <a:gd name="connsiteY138" fmla="*/ 743486 h 1762479"/>
                <a:gd name="connsiteX139" fmla="*/ 1820517 w 2068202"/>
                <a:gd name="connsiteY139" fmla="*/ 732044 h 1762479"/>
                <a:gd name="connsiteX140" fmla="*/ 1804508 w 2068202"/>
                <a:gd name="connsiteY140" fmla="*/ 661219 h 1762479"/>
                <a:gd name="connsiteX141" fmla="*/ 1744597 w 2068202"/>
                <a:gd name="connsiteY141" fmla="*/ 644128 h 1762479"/>
                <a:gd name="connsiteX142" fmla="*/ 1719603 w 2068202"/>
                <a:gd name="connsiteY142" fmla="*/ 614365 h 1762479"/>
                <a:gd name="connsiteX143" fmla="*/ 1765605 w 2068202"/>
                <a:gd name="connsiteY143" fmla="*/ 607557 h 1762479"/>
                <a:gd name="connsiteX144" fmla="*/ 1857464 w 2068202"/>
                <a:gd name="connsiteY144" fmla="*/ 607557 h 1762479"/>
                <a:gd name="connsiteX145" fmla="*/ 1836455 w 2068202"/>
                <a:gd name="connsiteY145" fmla="*/ 566424 h 1762479"/>
                <a:gd name="connsiteX146" fmla="*/ 1780529 w 2068202"/>
                <a:gd name="connsiteY146" fmla="*/ 552664 h 1762479"/>
                <a:gd name="connsiteX147" fmla="*/ 1826530 w 2068202"/>
                <a:gd name="connsiteY147" fmla="*/ 541295 h 1762479"/>
                <a:gd name="connsiteX148" fmla="*/ 1758578 w 2068202"/>
                <a:gd name="connsiteY148" fmla="*/ 524132 h 1762479"/>
                <a:gd name="connsiteX149" fmla="*/ 1731629 w 2068202"/>
                <a:gd name="connsiteY149" fmla="*/ 526449 h 1762479"/>
                <a:gd name="connsiteX150" fmla="*/ 1752565 w 2068202"/>
                <a:gd name="connsiteY150" fmla="*/ 454465 h 1762479"/>
                <a:gd name="connsiteX151" fmla="*/ 1812476 w 2068202"/>
                <a:gd name="connsiteY151" fmla="*/ 401890 h 1762479"/>
                <a:gd name="connsiteX152" fmla="*/ 1868475 w 2068202"/>
                <a:gd name="connsiteY152" fmla="*/ 363073 h 1762479"/>
                <a:gd name="connsiteX153" fmla="*/ 1845438 w 2068202"/>
                <a:gd name="connsiteY153" fmla="*/ 332223 h 1762479"/>
                <a:gd name="connsiteX154" fmla="*/ 1789512 w 2068202"/>
                <a:gd name="connsiteY154" fmla="*/ 352790 h 1762479"/>
                <a:gd name="connsiteX155" fmla="*/ 1835513 w 2068202"/>
                <a:gd name="connsiteY155" fmla="*/ 320781 h 1762479"/>
                <a:gd name="connsiteX156" fmla="*/ 1920345 w 2068202"/>
                <a:gd name="connsiteY156" fmla="*/ 307094 h 1762479"/>
                <a:gd name="connsiteX157" fmla="*/ 1858478 w 2068202"/>
                <a:gd name="connsiteY157" fmla="*/ 289931 h 1762479"/>
                <a:gd name="connsiteX158" fmla="*/ 1874416 w 2068202"/>
                <a:gd name="connsiteY158" fmla="*/ 277403 h 1762479"/>
                <a:gd name="connsiteX159" fmla="*/ 1948308 w 2068202"/>
                <a:gd name="connsiteY159" fmla="*/ 260240 h 1762479"/>
                <a:gd name="connsiteX160" fmla="*/ 1992281 w 2068202"/>
                <a:gd name="connsiteY160" fmla="*/ 238514 h 1762479"/>
                <a:gd name="connsiteX161" fmla="*/ 2068202 w 2068202"/>
                <a:gd name="connsiteY161" fmla="*/ 198539 h 1762479"/>
                <a:gd name="connsiteX162" fmla="*/ 1952365 w 2068202"/>
                <a:gd name="connsiteY162" fmla="*/ 160954 h 1762479"/>
                <a:gd name="connsiteX163" fmla="*/ 707928 w 2068202"/>
                <a:gd name="connsiteY163" fmla="*/ 1155980 h 1762479"/>
                <a:gd name="connsiteX164" fmla="*/ 680979 w 2068202"/>
                <a:gd name="connsiteY164" fmla="*/ 1127013 h 1762479"/>
                <a:gd name="connsiteX165" fmla="*/ 615055 w 2068202"/>
                <a:gd name="connsiteY165" fmla="*/ 1113326 h 1762479"/>
                <a:gd name="connsiteX166" fmla="*/ 610057 w 2068202"/>
                <a:gd name="connsiteY166" fmla="*/ 1146493 h 1762479"/>
                <a:gd name="connsiteX167" fmla="*/ 647003 w 2068202"/>
                <a:gd name="connsiteY167" fmla="*/ 1171622 h 1762479"/>
                <a:gd name="connsiteX168" fmla="*/ 707928 w 2068202"/>
                <a:gd name="connsiteY168" fmla="*/ 1155980 h 1762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</a:cxnLst>
              <a:rect l="l" t="t" r="r" b="b"/>
              <a:pathLst>
                <a:path w="2068202" h="1762479">
                  <a:moveTo>
                    <a:pt x="1952365" y="160954"/>
                  </a:moveTo>
                  <a:cubicBezTo>
                    <a:pt x="1915346" y="160954"/>
                    <a:pt x="1885427" y="167762"/>
                    <a:pt x="1883398" y="197163"/>
                  </a:cubicBezTo>
                  <a:cubicBezTo>
                    <a:pt x="1881370" y="226565"/>
                    <a:pt x="1834499" y="191515"/>
                    <a:pt x="1814504" y="201798"/>
                  </a:cubicBezTo>
                  <a:cubicBezTo>
                    <a:pt x="1794510" y="212082"/>
                    <a:pt x="1804508" y="177755"/>
                    <a:pt x="1784586" y="189197"/>
                  </a:cubicBezTo>
                  <a:cubicBezTo>
                    <a:pt x="1764664" y="200640"/>
                    <a:pt x="1742640" y="228014"/>
                    <a:pt x="1718662" y="239456"/>
                  </a:cubicBezTo>
                  <a:cubicBezTo>
                    <a:pt x="1694683" y="250898"/>
                    <a:pt x="1676717" y="279430"/>
                    <a:pt x="1661721" y="281748"/>
                  </a:cubicBezTo>
                  <a:cubicBezTo>
                    <a:pt x="1646725" y="284065"/>
                    <a:pt x="1693668" y="229172"/>
                    <a:pt x="1717647" y="202088"/>
                  </a:cubicBezTo>
                  <a:cubicBezTo>
                    <a:pt x="1741626" y="175004"/>
                    <a:pt x="1728586" y="142633"/>
                    <a:pt x="1696639" y="146036"/>
                  </a:cubicBezTo>
                  <a:cubicBezTo>
                    <a:pt x="1664691" y="149440"/>
                    <a:pt x="1671718" y="172324"/>
                    <a:pt x="1653680" y="176959"/>
                  </a:cubicBezTo>
                  <a:cubicBezTo>
                    <a:pt x="1635641" y="181594"/>
                    <a:pt x="1549868" y="230621"/>
                    <a:pt x="1545884" y="215775"/>
                  </a:cubicBezTo>
                  <a:cubicBezTo>
                    <a:pt x="1541899" y="200929"/>
                    <a:pt x="1616733" y="175800"/>
                    <a:pt x="1615792" y="165517"/>
                  </a:cubicBezTo>
                  <a:cubicBezTo>
                    <a:pt x="1614850" y="155233"/>
                    <a:pt x="1520891" y="154075"/>
                    <a:pt x="1478946" y="160954"/>
                  </a:cubicBezTo>
                  <a:cubicBezTo>
                    <a:pt x="1437001" y="167834"/>
                    <a:pt x="1363036" y="195208"/>
                    <a:pt x="1362094" y="181521"/>
                  </a:cubicBezTo>
                  <a:cubicBezTo>
                    <a:pt x="1361152" y="167834"/>
                    <a:pt x="1448012" y="148354"/>
                    <a:pt x="1491913" y="142633"/>
                  </a:cubicBezTo>
                  <a:cubicBezTo>
                    <a:pt x="1535814" y="136912"/>
                    <a:pt x="1616733" y="146036"/>
                    <a:pt x="1650709" y="130104"/>
                  </a:cubicBezTo>
                  <a:cubicBezTo>
                    <a:pt x="1684686" y="114172"/>
                    <a:pt x="1735614" y="112941"/>
                    <a:pt x="1744886" y="100340"/>
                  </a:cubicBezTo>
                  <a:cubicBezTo>
                    <a:pt x="1754159" y="87740"/>
                    <a:pt x="1705911" y="70649"/>
                    <a:pt x="1682005" y="71808"/>
                  </a:cubicBezTo>
                  <a:cubicBezTo>
                    <a:pt x="1658099" y="72966"/>
                    <a:pt x="1634047" y="69563"/>
                    <a:pt x="1636004" y="55803"/>
                  </a:cubicBezTo>
                  <a:cubicBezTo>
                    <a:pt x="1637959" y="42044"/>
                    <a:pt x="1599057" y="38713"/>
                    <a:pt x="1595073" y="28429"/>
                  </a:cubicBezTo>
                  <a:cubicBezTo>
                    <a:pt x="1591088" y="18146"/>
                    <a:pt x="1516182" y="26112"/>
                    <a:pt x="1500172" y="14670"/>
                  </a:cubicBezTo>
                  <a:cubicBezTo>
                    <a:pt x="1484162" y="3228"/>
                    <a:pt x="1437291" y="-2421"/>
                    <a:pt x="1397374" y="983"/>
                  </a:cubicBezTo>
                  <a:cubicBezTo>
                    <a:pt x="1357458" y="4386"/>
                    <a:pt x="1275524" y="3300"/>
                    <a:pt x="1256544" y="5545"/>
                  </a:cubicBezTo>
                  <a:cubicBezTo>
                    <a:pt x="1237563" y="7790"/>
                    <a:pt x="1225538" y="15828"/>
                    <a:pt x="1208586" y="14670"/>
                  </a:cubicBezTo>
                  <a:cubicBezTo>
                    <a:pt x="1191634" y="13511"/>
                    <a:pt x="1165627" y="20391"/>
                    <a:pt x="1175624" y="32991"/>
                  </a:cubicBezTo>
                  <a:cubicBezTo>
                    <a:pt x="1193735" y="55731"/>
                    <a:pt x="1148675" y="65000"/>
                    <a:pt x="1151645" y="47475"/>
                  </a:cubicBezTo>
                  <a:cubicBezTo>
                    <a:pt x="1154615" y="29950"/>
                    <a:pt x="1112743" y="22346"/>
                    <a:pt x="1099703" y="34874"/>
                  </a:cubicBezTo>
                  <a:cubicBezTo>
                    <a:pt x="1085214" y="49358"/>
                    <a:pt x="1017842" y="20391"/>
                    <a:pt x="1007844" y="34874"/>
                  </a:cubicBezTo>
                  <a:cubicBezTo>
                    <a:pt x="997847" y="49358"/>
                    <a:pt x="918956" y="45158"/>
                    <a:pt x="895991" y="49358"/>
                  </a:cubicBezTo>
                  <a:cubicBezTo>
                    <a:pt x="873027" y="53558"/>
                    <a:pt x="932213" y="73401"/>
                    <a:pt x="929968" y="84843"/>
                  </a:cubicBezTo>
                  <a:cubicBezTo>
                    <a:pt x="927722" y="96285"/>
                    <a:pt x="855061" y="84843"/>
                    <a:pt x="870056" y="105410"/>
                  </a:cubicBezTo>
                  <a:cubicBezTo>
                    <a:pt x="885052" y="125976"/>
                    <a:pt x="932938" y="140750"/>
                    <a:pt x="955902" y="167038"/>
                  </a:cubicBezTo>
                  <a:cubicBezTo>
                    <a:pt x="978867" y="193325"/>
                    <a:pt x="937936" y="177321"/>
                    <a:pt x="912002" y="157913"/>
                  </a:cubicBezTo>
                  <a:cubicBezTo>
                    <a:pt x="886067" y="138505"/>
                    <a:pt x="853032" y="145312"/>
                    <a:pt x="837095" y="125904"/>
                  </a:cubicBezTo>
                  <a:cubicBezTo>
                    <a:pt x="821157" y="106496"/>
                    <a:pt x="761174" y="91650"/>
                    <a:pt x="746178" y="103092"/>
                  </a:cubicBezTo>
                  <a:cubicBezTo>
                    <a:pt x="728357" y="116707"/>
                    <a:pt x="787109" y="141908"/>
                    <a:pt x="787109" y="156754"/>
                  </a:cubicBezTo>
                  <a:cubicBezTo>
                    <a:pt x="787109" y="171600"/>
                    <a:pt x="747192" y="153350"/>
                    <a:pt x="740165" y="159072"/>
                  </a:cubicBezTo>
                  <a:cubicBezTo>
                    <a:pt x="733138" y="164793"/>
                    <a:pt x="698220" y="120183"/>
                    <a:pt x="678298" y="120183"/>
                  </a:cubicBezTo>
                  <a:cubicBezTo>
                    <a:pt x="658376" y="120183"/>
                    <a:pt x="675256" y="140750"/>
                    <a:pt x="675256" y="169355"/>
                  </a:cubicBezTo>
                  <a:cubicBezTo>
                    <a:pt x="675256" y="197960"/>
                    <a:pt x="636354" y="215051"/>
                    <a:pt x="647292" y="195643"/>
                  </a:cubicBezTo>
                  <a:cubicBezTo>
                    <a:pt x="658231" y="176235"/>
                    <a:pt x="650335" y="125904"/>
                    <a:pt x="629326" y="116779"/>
                  </a:cubicBezTo>
                  <a:cubicBezTo>
                    <a:pt x="608317" y="107655"/>
                    <a:pt x="554420" y="136260"/>
                    <a:pt x="526456" y="135101"/>
                  </a:cubicBezTo>
                  <a:cubicBezTo>
                    <a:pt x="498493" y="133942"/>
                    <a:pt x="461257" y="144226"/>
                    <a:pt x="485526" y="160230"/>
                  </a:cubicBezTo>
                  <a:cubicBezTo>
                    <a:pt x="509794" y="176235"/>
                    <a:pt x="484511" y="185359"/>
                    <a:pt x="463793" y="168196"/>
                  </a:cubicBezTo>
                  <a:cubicBezTo>
                    <a:pt x="443073" y="151033"/>
                    <a:pt x="373890" y="168196"/>
                    <a:pt x="387871" y="179638"/>
                  </a:cubicBezTo>
                  <a:cubicBezTo>
                    <a:pt x="401853" y="191080"/>
                    <a:pt x="406852" y="224175"/>
                    <a:pt x="397869" y="237573"/>
                  </a:cubicBezTo>
                  <a:cubicBezTo>
                    <a:pt x="388886" y="250970"/>
                    <a:pt x="359908" y="223886"/>
                    <a:pt x="332670" y="226131"/>
                  </a:cubicBezTo>
                  <a:cubicBezTo>
                    <a:pt x="305431" y="228376"/>
                    <a:pt x="171845" y="301590"/>
                    <a:pt x="179886" y="320999"/>
                  </a:cubicBezTo>
                  <a:cubicBezTo>
                    <a:pt x="187927" y="340407"/>
                    <a:pt x="245085" y="324402"/>
                    <a:pt x="262761" y="335482"/>
                  </a:cubicBezTo>
                  <a:cubicBezTo>
                    <a:pt x="280438" y="346562"/>
                    <a:pt x="256749" y="389216"/>
                    <a:pt x="234798" y="406307"/>
                  </a:cubicBezTo>
                  <a:cubicBezTo>
                    <a:pt x="212848" y="423398"/>
                    <a:pt x="130914" y="407466"/>
                    <a:pt x="128958" y="428033"/>
                  </a:cubicBezTo>
                  <a:cubicBezTo>
                    <a:pt x="127002" y="448599"/>
                    <a:pt x="81" y="452003"/>
                    <a:pt x="81" y="485171"/>
                  </a:cubicBezTo>
                  <a:cubicBezTo>
                    <a:pt x="-919" y="498235"/>
                    <a:pt x="7456" y="510184"/>
                    <a:pt x="20075" y="513703"/>
                  </a:cubicBezTo>
                  <a:cubicBezTo>
                    <a:pt x="38041" y="518121"/>
                    <a:pt x="59992" y="511386"/>
                    <a:pt x="76002" y="531953"/>
                  </a:cubicBezTo>
                  <a:cubicBezTo>
                    <a:pt x="92012" y="552519"/>
                    <a:pt x="136927" y="553678"/>
                    <a:pt x="167860" y="539991"/>
                  </a:cubicBezTo>
                  <a:cubicBezTo>
                    <a:pt x="198794" y="526304"/>
                    <a:pt x="221831" y="542236"/>
                    <a:pt x="220817" y="562803"/>
                  </a:cubicBezTo>
                  <a:cubicBezTo>
                    <a:pt x="219802" y="583370"/>
                    <a:pt x="150908" y="554837"/>
                    <a:pt x="129900" y="569683"/>
                  </a:cubicBezTo>
                  <a:cubicBezTo>
                    <a:pt x="108891" y="584528"/>
                    <a:pt x="44054" y="571927"/>
                    <a:pt x="47024" y="587932"/>
                  </a:cubicBezTo>
                  <a:cubicBezTo>
                    <a:pt x="49994" y="603936"/>
                    <a:pt x="82015" y="600533"/>
                    <a:pt x="107949" y="606254"/>
                  </a:cubicBezTo>
                  <a:cubicBezTo>
                    <a:pt x="133884" y="611975"/>
                    <a:pt x="109905" y="624503"/>
                    <a:pt x="108964" y="637031"/>
                  </a:cubicBezTo>
                  <a:cubicBezTo>
                    <a:pt x="108022" y="649560"/>
                    <a:pt x="122945" y="647315"/>
                    <a:pt x="148880" y="662233"/>
                  </a:cubicBezTo>
                  <a:cubicBezTo>
                    <a:pt x="174815" y="677151"/>
                    <a:pt x="217774" y="686203"/>
                    <a:pt x="203792" y="669040"/>
                  </a:cubicBezTo>
                  <a:cubicBezTo>
                    <a:pt x="189811" y="651877"/>
                    <a:pt x="230814" y="654195"/>
                    <a:pt x="237768" y="664478"/>
                  </a:cubicBezTo>
                  <a:cubicBezTo>
                    <a:pt x="244723" y="674761"/>
                    <a:pt x="263776" y="649632"/>
                    <a:pt x="282756" y="655353"/>
                  </a:cubicBezTo>
                  <a:cubicBezTo>
                    <a:pt x="301736" y="661074"/>
                    <a:pt x="308691" y="634786"/>
                    <a:pt x="323686" y="646229"/>
                  </a:cubicBezTo>
                  <a:cubicBezTo>
                    <a:pt x="338682" y="657671"/>
                    <a:pt x="408591" y="664478"/>
                    <a:pt x="432352" y="679324"/>
                  </a:cubicBezTo>
                  <a:cubicBezTo>
                    <a:pt x="456114" y="694169"/>
                    <a:pt x="489221" y="697645"/>
                    <a:pt x="486250" y="719298"/>
                  </a:cubicBezTo>
                  <a:cubicBezTo>
                    <a:pt x="483280" y="740951"/>
                    <a:pt x="506172" y="757028"/>
                    <a:pt x="533193" y="770715"/>
                  </a:cubicBezTo>
                  <a:cubicBezTo>
                    <a:pt x="560215" y="784402"/>
                    <a:pt x="565141" y="814166"/>
                    <a:pt x="564127" y="833574"/>
                  </a:cubicBezTo>
                  <a:cubicBezTo>
                    <a:pt x="563113" y="852982"/>
                    <a:pt x="593104" y="866669"/>
                    <a:pt x="588106" y="875867"/>
                  </a:cubicBezTo>
                  <a:cubicBezTo>
                    <a:pt x="583107" y="885064"/>
                    <a:pt x="587092" y="897592"/>
                    <a:pt x="605058" y="915841"/>
                  </a:cubicBezTo>
                  <a:cubicBezTo>
                    <a:pt x="623024" y="934091"/>
                    <a:pt x="577094" y="947850"/>
                    <a:pt x="588106" y="963782"/>
                  </a:cubicBezTo>
                  <a:cubicBezTo>
                    <a:pt x="599117" y="979714"/>
                    <a:pt x="572096" y="1010637"/>
                    <a:pt x="604116" y="1016358"/>
                  </a:cubicBezTo>
                  <a:cubicBezTo>
                    <a:pt x="636136" y="1022079"/>
                    <a:pt x="631065" y="991229"/>
                    <a:pt x="654827" y="991229"/>
                  </a:cubicBezTo>
                  <a:cubicBezTo>
                    <a:pt x="678588" y="991229"/>
                    <a:pt x="653812" y="1015199"/>
                    <a:pt x="666780" y="1030045"/>
                  </a:cubicBezTo>
                  <a:cubicBezTo>
                    <a:pt x="679747" y="1044890"/>
                    <a:pt x="706696" y="1041487"/>
                    <a:pt x="731979" y="1065457"/>
                  </a:cubicBezTo>
                  <a:cubicBezTo>
                    <a:pt x="757262" y="1089428"/>
                    <a:pt x="740962" y="1100870"/>
                    <a:pt x="717997" y="1081462"/>
                  </a:cubicBezTo>
                  <a:cubicBezTo>
                    <a:pt x="695033" y="1062054"/>
                    <a:pt x="628167" y="1066978"/>
                    <a:pt x="628167" y="1073496"/>
                  </a:cubicBezTo>
                  <a:cubicBezTo>
                    <a:pt x="628167" y="1080013"/>
                    <a:pt x="702060" y="1128316"/>
                    <a:pt x="719012" y="1121437"/>
                  </a:cubicBezTo>
                  <a:cubicBezTo>
                    <a:pt x="735964" y="1114557"/>
                    <a:pt x="758928" y="1150404"/>
                    <a:pt x="748931" y="1161411"/>
                  </a:cubicBezTo>
                  <a:cubicBezTo>
                    <a:pt x="738934" y="1172419"/>
                    <a:pt x="744005" y="1201459"/>
                    <a:pt x="741687" y="1215146"/>
                  </a:cubicBezTo>
                  <a:cubicBezTo>
                    <a:pt x="739368" y="1228833"/>
                    <a:pt x="714737" y="1215146"/>
                    <a:pt x="698727" y="1217391"/>
                  </a:cubicBezTo>
                  <a:cubicBezTo>
                    <a:pt x="682717" y="1219636"/>
                    <a:pt x="671778" y="1225429"/>
                    <a:pt x="671778" y="1244837"/>
                  </a:cubicBezTo>
                  <a:cubicBezTo>
                    <a:pt x="671778" y="1264245"/>
                    <a:pt x="646785" y="1277932"/>
                    <a:pt x="643815" y="1301975"/>
                  </a:cubicBezTo>
                  <a:cubicBezTo>
                    <a:pt x="640845" y="1326018"/>
                    <a:pt x="663810" y="1324787"/>
                    <a:pt x="676777" y="1335070"/>
                  </a:cubicBezTo>
                  <a:cubicBezTo>
                    <a:pt x="689745" y="1345354"/>
                    <a:pt x="652798" y="1352233"/>
                    <a:pt x="650842" y="1369396"/>
                  </a:cubicBezTo>
                  <a:cubicBezTo>
                    <a:pt x="648886" y="1386559"/>
                    <a:pt x="684746" y="1417337"/>
                    <a:pt x="697713" y="1425303"/>
                  </a:cubicBezTo>
                  <a:cubicBezTo>
                    <a:pt x="710680" y="1433269"/>
                    <a:pt x="698727" y="1472158"/>
                    <a:pt x="703726" y="1491566"/>
                  </a:cubicBezTo>
                  <a:cubicBezTo>
                    <a:pt x="708725" y="1510974"/>
                    <a:pt x="725459" y="1487004"/>
                    <a:pt x="723721" y="1512133"/>
                  </a:cubicBezTo>
                  <a:cubicBezTo>
                    <a:pt x="721982" y="1537262"/>
                    <a:pt x="739658" y="1536175"/>
                    <a:pt x="740672" y="1551021"/>
                  </a:cubicBezTo>
                  <a:cubicBezTo>
                    <a:pt x="741687" y="1565867"/>
                    <a:pt x="772620" y="1563549"/>
                    <a:pt x="766680" y="1584116"/>
                  </a:cubicBezTo>
                  <a:cubicBezTo>
                    <a:pt x="760739" y="1604683"/>
                    <a:pt x="775663" y="1619529"/>
                    <a:pt x="782617" y="1630971"/>
                  </a:cubicBezTo>
                  <a:cubicBezTo>
                    <a:pt x="789572" y="1642413"/>
                    <a:pt x="815579" y="1661821"/>
                    <a:pt x="820578" y="1676667"/>
                  </a:cubicBezTo>
                  <a:cubicBezTo>
                    <a:pt x="825576" y="1691512"/>
                    <a:pt x="840572" y="1710920"/>
                    <a:pt x="858538" y="1705199"/>
                  </a:cubicBezTo>
                  <a:cubicBezTo>
                    <a:pt x="876504" y="1699478"/>
                    <a:pt x="877518" y="1718959"/>
                    <a:pt x="891500" y="1716641"/>
                  </a:cubicBezTo>
                  <a:cubicBezTo>
                    <a:pt x="905482" y="1714324"/>
                    <a:pt x="927722" y="1723521"/>
                    <a:pt x="931416" y="1736049"/>
                  </a:cubicBezTo>
                  <a:cubicBezTo>
                    <a:pt x="935111" y="1748578"/>
                    <a:pt x="978360" y="1760092"/>
                    <a:pt x="990313" y="1762337"/>
                  </a:cubicBezTo>
                  <a:cubicBezTo>
                    <a:pt x="1002266" y="1764582"/>
                    <a:pt x="1004367" y="1739526"/>
                    <a:pt x="1015306" y="1732646"/>
                  </a:cubicBezTo>
                  <a:cubicBezTo>
                    <a:pt x="1026245" y="1725766"/>
                    <a:pt x="1022551" y="1675508"/>
                    <a:pt x="1032330" y="1672104"/>
                  </a:cubicBezTo>
                  <a:cubicBezTo>
                    <a:pt x="1042110" y="1668701"/>
                    <a:pt x="1039575" y="1616125"/>
                    <a:pt x="1029288" y="1611563"/>
                  </a:cubicBezTo>
                  <a:cubicBezTo>
                    <a:pt x="1019001" y="1607000"/>
                    <a:pt x="1023347" y="1588678"/>
                    <a:pt x="1046312" y="1592155"/>
                  </a:cubicBezTo>
                  <a:cubicBezTo>
                    <a:pt x="1069277" y="1595631"/>
                    <a:pt x="1061308" y="1569270"/>
                    <a:pt x="1072247" y="1565867"/>
                  </a:cubicBezTo>
                  <a:cubicBezTo>
                    <a:pt x="1083186" y="1562463"/>
                    <a:pt x="1078260" y="1538420"/>
                    <a:pt x="1086229" y="1536175"/>
                  </a:cubicBezTo>
                  <a:cubicBezTo>
                    <a:pt x="1094197" y="1533930"/>
                    <a:pt x="1093473" y="1517854"/>
                    <a:pt x="1087243" y="1508729"/>
                  </a:cubicBezTo>
                  <a:cubicBezTo>
                    <a:pt x="1081012" y="1499604"/>
                    <a:pt x="1088257" y="1492724"/>
                    <a:pt x="1100210" y="1490479"/>
                  </a:cubicBezTo>
                  <a:cubicBezTo>
                    <a:pt x="1112164" y="1488235"/>
                    <a:pt x="1109193" y="1468754"/>
                    <a:pt x="1092966" y="1461874"/>
                  </a:cubicBezTo>
                  <a:cubicBezTo>
                    <a:pt x="1076738" y="1454995"/>
                    <a:pt x="1081954" y="1434500"/>
                    <a:pt x="1097892" y="1447029"/>
                  </a:cubicBezTo>
                  <a:cubicBezTo>
                    <a:pt x="1113830" y="1459557"/>
                    <a:pt x="1125928" y="1450432"/>
                    <a:pt x="1116872" y="1436745"/>
                  </a:cubicBezTo>
                  <a:cubicBezTo>
                    <a:pt x="1107817" y="1423058"/>
                    <a:pt x="1127884" y="1416179"/>
                    <a:pt x="1148893" y="1413933"/>
                  </a:cubicBezTo>
                  <a:cubicBezTo>
                    <a:pt x="1169901" y="1411688"/>
                    <a:pt x="1180840" y="1399088"/>
                    <a:pt x="1176856" y="1380766"/>
                  </a:cubicBezTo>
                  <a:cubicBezTo>
                    <a:pt x="1172871" y="1362444"/>
                    <a:pt x="1200762" y="1363603"/>
                    <a:pt x="1193807" y="1379680"/>
                  </a:cubicBezTo>
                  <a:cubicBezTo>
                    <a:pt x="1186853" y="1395757"/>
                    <a:pt x="1190837" y="1411616"/>
                    <a:pt x="1201052" y="1400174"/>
                  </a:cubicBezTo>
                  <a:cubicBezTo>
                    <a:pt x="1211266" y="1388732"/>
                    <a:pt x="1230029" y="1396770"/>
                    <a:pt x="1264005" y="1385690"/>
                  </a:cubicBezTo>
                  <a:cubicBezTo>
                    <a:pt x="1297981" y="1374610"/>
                    <a:pt x="1330943" y="1342239"/>
                    <a:pt x="1338912" y="1311462"/>
                  </a:cubicBezTo>
                  <a:cubicBezTo>
                    <a:pt x="1346881" y="1280684"/>
                    <a:pt x="1385855" y="1284015"/>
                    <a:pt x="1380857" y="1263448"/>
                  </a:cubicBezTo>
                  <a:cubicBezTo>
                    <a:pt x="1375858" y="1242882"/>
                    <a:pt x="1388101" y="1234916"/>
                    <a:pt x="1412805" y="1248603"/>
                  </a:cubicBezTo>
                  <a:cubicBezTo>
                    <a:pt x="1437508" y="1262290"/>
                    <a:pt x="1417803" y="1239478"/>
                    <a:pt x="1445766" y="1239478"/>
                  </a:cubicBezTo>
                  <a:cubicBezTo>
                    <a:pt x="1473730" y="1239478"/>
                    <a:pt x="1468731" y="1228036"/>
                    <a:pt x="1495680" y="1226950"/>
                  </a:cubicBezTo>
                  <a:cubicBezTo>
                    <a:pt x="1522629" y="1225864"/>
                    <a:pt x="1592537" y="1212104"/>
                    <a:pt x="1616516" y="1189220"/>
                  </a:cubicBezTo>
                  <a:cubicBezTo>
                    <a:pt x="1640495" y="1166336"/>
                    <a:pt x="1691423" y="1146928"/>
                    <a:pt x="1712432" y="1132082"/>
                  </a:cubicBezTo>
                  <a:cubicBezTo>
                    <a:pt x="1733440" y="1117236"/>
                    <a:pt x="1738367" y="1104708"/>
                    <a:pt x="1725399" y="1112674"/>
                  </a:cubicBezTo>
                  <a:cubicBezTo>
                    <a:pt x="1712432" y="1120640"/>
                    <a:pt x="1685410" y="1121799"/>
                    <a:pt x="1665488" y="1116078"/>
                  </a:cubicBezTo>
                  <a:cubicBezTo>
                    <a:pt x="1645566" y="1110357"/>
                    <a:pt x="1613546" y="1090948"/>
                    <a:pt x="1590581" y="1105794"/>
                  </a:cubicBezTo>
                  <a:cubicBezTo>
                    <a:pt x="1567617" y="1120640"/>
                    <a:pt x="1581598" y="1084069"/>
                    <a:pt x="1600579" y="1080665"/>
                  </a:cubicBezTo>
                  <a:cubicBezTo>
                    <a:pt x="1619559" y="1077261"/>
                    <a:pt x="1611518" y="1066978"/>
                    <a:pt x="1606592" y="1044456"/>
                  </a:cubicBezTo>
                  <a:cubicBezTo>
                    <a:pt x="1601665" y="1021934"/>
                    <a:pt x="1638539" y="1036418"/>
                    <a:pt x="1654477" y="1062705"/>
                  </a:cubicBezTo>
                  <a:cubicBezTo>
                    <a:pt x="1669415" y="1088305"/>
                    <a:pt x="1700094" y="1100146"/>
                    <a:pt x="1728369" y="1091238"/>
                  </a:cubicBezTo>
                  <a:cubicBezTo>
                    <a:pt x="1755391" y="1082113"/>
                    <a:pt x="1729383" y="1056984"/>
                    <a:pt x="1740395" y="1039894"/>
                  </a:cubicBezTo>
                  <a:cubicBezTo>
                    <a:pt x="1751406" y="1022803"/>
                    <a:pt x="1657737" y="969576"/>
                    <a:pt x="1652738" y="951471"/>
                  </a:cubicBezTo>
                  <a:cubicBezTo>
                    <a:pt x="1647739" y="933367"/>
                    <a:pt x="1676644" y="945750"/>
                    <a:pt x="1702652" y="958351"/>
                  </a:cubicBezTo>
                  <a:cubicBezTo>
                    <a:pt x="1728659" y="970952"/>
                    <a:pt x="1734599" y="934308"/>
                    <a:pt x="1734599" y="918376"/>
                  </a:cubicBezTo>
                  <a:cubicBezTo>
                    <a:pt x="1734599" y="902444"/>
                    <a:pt x="1678673" y="901213"/>
                    <a:pt x="1653680" y="917217"/>
                  </a:cubicBezTo>
                  <a:cubicBezTo>
                    <a:pt x="1628687" y="933222"/>
                    <a:pt x="1604780" y="896650"/>
                    <a:pt x="1638757" y="892088"/>
                  </a:cubicBezTo>
                  <a:cubicBezTo>
                    <a:pt x="1672733" y="887526"/>
                    <a:pt x="1641727" y="871521"/>
                    <a:pt x="1651724" y="860079"/>
                  </a:cubicBezTo>
                  <a:cubicBezTo>
                    <a:pt x="1661721" y="848637"/>
                    <a:pt x="1704608" y="893174"/>
                    <a:pt x="1726631" y="885209"/>
                  </a:cubicBezTo>
                  <a:cubicBezTo>
                    <a:pt x="1748653" y="877242"/>
                    <a:pt x="1764591" y="886367"/>
                    <a:pt x="1783571" y="869204"/>
                  </a:cubicBezTo>
                  <a:cubicBezTo>
                    <a:pt x="1802552" y="852041"/>
                    <a:pt x="1749595" y="836109"/>
                    <a:pt x="1738584" y="821263"/>
                  </a:cubicBezTo>
                  <a:cubicBezTo>
                    <a:pt x="1727572" y="806418"/>
                    <a:pt x="1793496" y="812139"/>
                    <a:pt x="1813491" y="813225"/>
                  </a:cubicBezTo>
                  <a:cubicBezTo>
                    <a:pt x="1833485" y="814311"/>
                    <a:pt x="1838484" y="780130"/>
                    <a:pt x="1822474" y="786937"/>
                  </a:cubicBezTo>
                  <a:cubicBezTo>
                    <a:pt x="1806463" y="793744"/>
                    <a:pt x="1749595" y="764125"/>
                    <a:pt x="1761548" y="743486"/>
                  </a:cubicBezTo>
                  <a:cubicBezTo>
                    <a:pt x="1773502" y="722847"/>
                    <a:pt x="1795524" y="746890"/>
                    <a:pt x="1820517" y="732044"/>
                  </a:cubicBezTo>
                  <a:cubicBezTo>
                    <a:pt x="1845511" y="717198"/>
                    <a:pt x="1822474" y="661219"/>
                    <a:pt x="1804508" y="661219"/>
                  </a:cubicBezTo>
                  <a:cubicBezTo>
                    <a:pt x="1786541" y="661219"/>
                    <a:pt x="1744597" y="654412"/>
                    <a:pt x="1744597" y="644128"/>
                  </a:cubicBezTo>
                  <a:cubicBezTo>
                    <a:pt x="1744597" y="633845"/>
                    <a:pt x="1709679" y="624648"/>
                    <a:pt x="1719603" y="614365"/>
                  </a:cubicBezTo>
                  <a:cubicBezTo>
                    <a:pt x="1729528" y="604081"/>
                    <a:pt x="1742640" y="626965"/>
                    <a:pt x="1765605" y="607557"/>
                  </a:cubicBezTo>
                  <a:cubicBezTo>
                    <a:pt x="1788570" y="588149"/>
                    <a:pt x="1836455" y="612120"/>
                    <a:pt x="1857464" y="607557"/>
                  </a:cubicBezTo>
                  <a:cubicBezTo>
                    <a:pt x="1878472" y="602995"/>
                    <a:pt x="1848481" y="558458"/>
                    <a:pt x="1836455" y="566424"/>
                  </a:cubicBezTo>
                  <a:cubicBezTo>
                    <a:pt x="1824430" y="574390"/>
                    <a:pt x="1783571" y="576707"/>
                    <a:pt x="1780529" y="552664"/>
                  </a:cubicBezTo>
                  <a:cubicBezTo>
                    <a:pt x="1777486" y="528621"/>
                    <a:pt x="1819503" y="552664"/>
                    <a:pt x="1826530" y="541295"/>
                  </a:cubicBezTo>
                  <a:cubicBezTo>
                    <a:pt x="1833557" y="529925"/>
                    <a:pt x="1768575" y="500161"/>
                    <a:pt x="1758578" y="524132"/>
                  </a:cubicBezTo>
                  <a:cubicBezTo>
                    <a:pt x="1748581" y="548102"/>
                    <a:pt x="1712649" y="540136"/>
                    <a:pt x="1731629" y="526449"/>
                  </a:cubicBezTo>
                  <a:cubicBezTo>
                    <a:pt x="1750610" y="512762"/>
                    <a:pt x="1754594" y="473873"/>
                    <a:pt x="1752565" y="454465"/>
                  </a:cubicBezTo>
                  <a:cubicBezTo>
                    <a:pt x="1750537" y="435057"/>
                    <a:pt x="1820517" y="433898"/>
                    <a:pt x="1812476" y="401890"/>
                  </a:cubicBezTo>
                  <a:cubicBezTo>
                    <a:pt x="1804435" y="369881"/>
                    <a:pt x="1845438" y="363073"/>
                    <a:pt x="1868475" y="363073"/>
                  </a:cubicBezTo>
                  <a:cubicBezTo>
                    <a:pt x="1891512" y="363073"/>
                    <a:pt x="1867461" y="328820"/>
                    <a:pt x="1845438" y="332223"/>
                  </a:cubicBezTo>
                  <a:cubicBezTo>
                    <a:pt x="1823415" y="335627"/>
                    <a:pt x="1800523" y="364160"/>
                    <a:pt x="1789512" y="352790"/>
                  </a:cubicBezTo>
                  <a:cubicBezTo>
                    <a:pt x="1778500" y="341420"/>
                    <a:pt x="1815519" y="320781"/>
                    <a:pt x="1835513" y="320781"/>
                  </a:cubicBezTo>
                  <a:cubicBezTo>
                    <a:pt x="1855508" y="320781"/>
                    <a:pt x="1903393" y="318536"/>
                    <a:pt x="1920345" y="307094"/>
                  </a:cubicBezTo>
                  <a:cubicBezTo>
                    <a:pt x="1937297" y="295652"/>
                    <a:pt x="1890426" y="285369"/>
                    <a:pt x="1858478" y="289931"/>
                  </a:cubicBezTo>
                  <a:cubicBezTo>
                    <a:pt x="1826530" y="294493"/>
                    <a:pt x="1826530" y="278489"/>
                    <a:pt x="1874416" y="277403"/>
                  </a:cubicBezTo>
                  <a:cubicBezTo>
                    <a:pt x="1922301" y="276317"/>
                    <a:pt x="1914405" y="264802"/>
                    <a:pt x="1948308" y="260240"/>
                  </a:cubicBezTo>
                  <a:cubicBezTo>
                    <a:pt x="1982212" y="255677"/>
                    <a:pt x="1971273" y="239673"/>
                    <a:pt x="1992281" y="238514"/>
                  </a:cubicBezTo>
                  <a:cubicBezTo>
                    <a:pt x="2013290" y="237356"/>
                    <a:pt x="2068202" y="211140"/>
                    <a:pt x="2068202" y="198539"/>
                  </a:cubicBezTo>
                  <a:cubicBezTo>
                    <a:pt x="2068202" y="185939"/>
                    <a:pt x="1989311" y="160954"/>
                    <a:pt x="1952365" y="160954"/>
                  </a:cubicBezTo>
                  <a:close/>
                  <a:moveTo>
                    <a:pt x="707928" y="1155980"/>
                  </a:moveTo>
                  <a:cubicBezTo>
                    <a:pt x="708942" y="1137658"/>
                    <a:pt x="690976" y="1148738"/>
                    <a:pt x="680979" y="1127013"/>
                  </a:cubicBezTo>
                  <a:cubicBezTo>
                    <a:pt x="670981" y="1105287"/>
                    <a:pt x="619981" y="1096380"/>
                    <a:pt x="615055" y="1113326"/>
                  </a:cubicBezTo>
                  <a:cubicBezTo>
                    <a:pt x="613099" y="1120205"/>
                    <a:pt x="597089" y="1130489"/>
                    <a:pt x="610057" y="1146493"/>
                  </a:cubicBezTo>
                  <a:cubicBezTo>
                    <a:pt x="623024" y="1162498"/>
                    <a:pt x="631790" y="1155618"/>
                    <a:pt x="647003" y="1171622"/>
                  </a:cubicBezTo>
                  <a:cubicBezTo>
                    <a:pt x="662216" y="1187627"/>
                    <a:pt x="706914" y="1174229"/>
                    <a:pt x="707928" y="11559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0" name="Freeform 177">
              <a:extLst>
                <a:ext uri="{FF2B5EF4-FFF2-40B4-BE49-F238E27FC236}">
                  <a16:creationId xmlns:a16="http://schemas.microsoft.com/office/drawing/2014/main" id="{FB21E90C-EC75-A175-8D95-C9658C84F632}"/>
                </a:ext>
              </a:extLst>
            </p:cNvPr>
            <p:cNvSpPr/>
            <p:nvPr/>
          </p:nvSpPr>
          <p:spPr>
            <a:xfrm>
              <a:off x="2621285" y="547047"/>
              <a:ext cx="52959" cy="35601"/>
            </a:xfrm>
            <a:custGeom>
              <a:avLst/>
              <a:gdLst>
                <a:gd name="connsiteX0" fmla="*/ 43336 w 52959"/>
                <a:gd name="connsiteY0" fmla="*/ 4061 h 35600"/>
                <a:gd name="connsiteX1" fmla="*/ 10447 w 52959"/>
                <a:gd name="connsiteY1" fmla="*/ 33028 h 35600"/>
                <a:gd name="connsiteX2" fmla="*/ 43336 w 52959"/>
                <a:gd name="connsiteY2" fmla="*/ 4061 h 3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959" h="35600">
                  <a:moveTo>
                    <a:pt x="43336" y="4061"/>
                  </a:moveTo>
                  <a:cubicBezTo>
                    <a:pt x="16387" y="-11364"/>
                    <a:pt x="-17444" y="21296"/>
                    <a:pt x="10447" y="33028"/>
                  </a:cubicBezTo>
                  <a:cubicBezTo>
                    <a:pt x="34353" y="43529"/>
                    <a:pt x="70357" y="19486"/>
                    <a:pt x="43336" y="40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1" name="Freeform 178">
              <a:extLst>
                <a:ext uri="{FF2B5EF4-FFF2-40B4-BE49-F238E27FC236}">
                  <a16:creationId xmlns:a16="http://schemas.microsoft.com/office/drawing/2014/main" id="{A436FF9B-F117-5E6F-7E66-BD2DC5D878FA}"/>
                </a:ext>
              </a:extLst>
            </p:cNvPr>
            <p:cNvSpPr/>
            <p:nvPr/>
          </p:nvSpPr>
          <p:spPr>
            <a:xfrm>
              <a:off x="2235187" y="821614"/>
              <a:ext cx="214450" cy="213698"/>
            </a:xfrm>
            <a:custGeom>
              <a:avLst/>
              <a:gdLst>
                <a:gd name="connsiteX0" fmla="*/ 108873 w 214452"/>
                <a:gd name="connsiteY0" fmla="*/ 205934 h 213697"/>
                <a:gd name="connsiteX1" fmla="*/ 168784 w 214452"/>
                <a:gd name="connsiteY1" fmla="*/ 187033 h 213697"/>
                <a:gd name="connsiteX2" fmla="*/ 213771 w 214452"/>
                <a:gd name="connsiteY2" fmla="*/ 92889 h 213697"/>
                <a:gd name="connsiteX3" fmla="*/ 192762 w 214452"/>
                <a:gd name="connsiteY3" fmla="*/ 87747 h 213697"/>
                <a:gd name="connsiteX4" fmla="*/ 188271 w 214452"/>
                <a:gd name="connsiteY4" fmla="*/ 103172 h 213697"/>
                <a:gd name="connsiteX5" fmla="*/ 146326 w 214452"/>
                <a:gd name="connsiteY5" fmla="*/ 84344 h 213697"/>
                <a:gd name="connsiteX6" fmla="*/ 189792 w 214452"/>
                <a:gd name="connsiteY6" fmla="*/ 43210 h 213697"/>
                <a:gd name="connsiteX7" fmla="*/ 165813 w 214452"/>
                <a:gd name="connsiteY7" fmla="*/ 7001 h 213697"/>
                <a:gd name="connsiteX8" fmla="*/ 122347 w 214452"/>
                <a:gd name="connsiteY8" fmla="*/ 18950 h 213697"/>
                <a:gd name="connsiteX9" fmla="*/ 102932 w 214452"/>
                <a:gd name="connsiteY9" fmla="*/ 25830 h 213697"/>
                <a:gd name="connsiteX10" fmla="*/ 44470 w 214452"/>
                <a:gd name="connsiteY10" fmla="*/ 56680 h 213697"/>
                <a:gd name="connsiteX11" fmla="*/ 81923 w 214452"/>
                <a:gd name="connsiteY11" fmla="*/ 90934 h 213697"/>
                <a:gd name="connsiteX12" fmla="*/ 14478 w 214452"/>
                <a:gd name="connsiteY12" fmla="*/ 84126 h 213697"/>
                <a:gd name="connsiteX13" fmla="*/ 39979 w 214452"/>
                <a:gd name="connsiteY13" fmla="*/ 140612 h 213697"/>
                <a:gd name="connsiteX14" fmla="*/ 108873 w 214452"/>
                <a:gd name="connsiteY14" fmla="*/ 205934 h 213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14452" h="213697">
                  <a:moveTo>
                    <a:pt x="108873" y="205934"/>
                  </a:moveTo>
                  <a:cubicBezTo>
                    <a:pt x="141835" y="231570"/>
                    <a:pt x="131330" y="185367"/>
                    <a:pt x="168784" y="187033"/>
                  </a:cubicBezTo>
                  <a:cubicBezTo>
                    <a:pt x="206237" y="188698"/>
                    <a:pt x="207758" y="118525"/>
                    <a:pt x="213771" y="92889"/>
                  </a:cubicBezTo>
                  <a:cubicBezTo>
                    <a:pt x="219784" y="67253"/>
                    <a:pt x="183779" y="68919"/>
                    <a:pt x="192762" y="87747"/>
                  </a:cubicBezTo>
                  <a:cubicBezTo>
                    <a:pt x="201745" y="106576"/>
                    <a:pt x="191313" y="125405"/>
                    <a:pt x="188271" y="103172"/>
                  </a:cubicBezTo>
                  <a:cubicBezTo>
                    <a:pt x="185228" y="80940"/>
                    <a:pt x="156830" y="101434"/>
                    <a:pt x="146326" y="84344"/>
                  </a:cubicBezTo>
                  <a:cubicBezTo>
                    <a:pt x="135822" y="67253"/>
                    <a:pt x="179288" y="65442"/>
                    <a:pt x="189792" y="43210"/>
                  </a:cubicBezTo>
                  <a:cubicBezTo>
                    <a:pt x="200297" y="20978"/>
                    <a:pt x="155309" y="24309"/>
                    <a:pt x="165813" y="7001"/>
                  </a:cubicBezTo>
                  <a:cubicBezTo>
                    <a:pt x="176318" y="-10307"/>
                    <a:pt x="99890" y="8667"/>
                    <a:pt x="122347" y="18950"/>
                  </a:cubicBezTo>
                  <a:cubicBezTo>
                    <a:pt x="144805" y="29233"/>
                    <a:pt x="123868" y="42993"/>
                    <a:pt x="102932" y="25830"/>
                  </a:cubicBezTo>
                  <a:cubicBezTo>
                    <a:pt x="81996" y="8667"/>
                    <a:pt x="23824" y="37344"/>
                    <a:pt x="44470" y="56680"/>
                  </a:cubicBezTo>
                  <a:cubicBezTo>
                    <a:pt x="60987" y="72105"/>
                    <a:pt x="110394" y="46396"/>
                    <a:pt x="81923" y="90934"/>
                  </a:cubicBezTo>
                  <a:cubicBezTo>
                    <a:pt x="53453" y="135471"/>
                    <a:pt x="41500" y="78912"/>
                    <a:pt x="14478" y="84126"/>
                  </a:cubicBezTo>
                  <a:cubicBezTo>
                    <a:pt x="-12543" y="89340"/>
                    <a:pt x="-445" y="126925"/>
                    <a:pt x="39979" y="140612"/>
                  </a:cubicBezTo>
                  <a:cubicBezTo>
                    <a:pt x="80402" y="154299"/>
                    <a:pt x="75911" y="180442"/>
                    <a:pt x="108873" y="2059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2" name="Freeform 179">
              <a:extLst>
                <a:ext uri="{FF2B5EF4-FFF2-40B4-BE49-F238E27FC236}">
                  <a16:creationId xmlns:a16="http://schemas.microsoft.com/office/drawing/2014/main" id="{8CA87612-D8D1-47F5-24C5-0F9480229A39}"/>
                </a:ext>
              </a:extLst>
            </p:cNvPr>
            <p:cNvSpPr/>
            <p:nvPr/>
          </p:nvSpPr>
          <p:spPr>
            <a:xfrm>
              <a:off x="2165631" y="721911"/>
              <a:ext cx="35150" cy="34648"/>
            </a:xfrm>
            <a:custGeom>
              <a:avLst/>
              <a:gdLst>
                <a:gd name="connsiteX0" fmla="*/ 33106 w 35150"/>
                <a:gd name="connsiteY0" fmla="*/ 27986 h 34648"/>
                <a:gd name="connsiteX1" fmla="*/ 1666 w 35150"/>
                <a:gd name="connsiteY1" fmla="*/ 9157 h 34648"/>
                <a:gd name="connsiteX2" fmla="*/ 33106 w 35150"/>
                <a:gd name="connsiteY2" fmla="*/ 27986 h 346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5150" h="34648">
                  <a:moveTo>
                    <a:pt x="33106" y="27986"/>
                  </a:moveTo>
                  <a:cubicBezTo>
                    <a:pt x="43611" y="14299"/>
                    <a:pt x="10649" y="-14813"/>
                    <a:pt x="1666" y="9157"/>
                  </a:cubicBezTo>
                  <a:cubicBezTo>
                    <a:pt x="-7317" y="33128"/>
                    <a:pt x="22457" y="41963"/>
                    <a:pt x="33106" y="279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3" name="Freeform 180">
              <a:extLst>
                <a:ext uri="{FF2B5EF4-FFF2-40B4-BE49-F238E27FC236}">
                  <a16:creationId xmlns:a16="http://schemas.microsoft.com/office/drawing/2014/main" id="{1B21579B-B43C-6FDB-90CD-3BD39B17139D}"/>
                </a:ext>
              </a:extLst>
            </p:cNvPr>
            <p:cNvSpPr/>
            <p:nvPr/>
          </p:nvSpPr>
          <p:spPr>
            <a:xfrm>
              <a:off x="2432571" y="715441"/>
              <a:ext cx="117773" cy="72297"/>
            </a:xfrm>
            <a:custGeom>
              <a:avLst/>
              <a:gdLst>
                <a:gd name="connsiteX0" fmla="*/ 103245 w 117773"/>
                <a:gd name="connsiteY0" fmla="*/ 72184 h 72297"/>
                <a:gd name="connsiteX1" fmla="*/ 86801 w 117773"/>
                <a:gd name="connsiteY1" fmla="*/ 7008 h 72297"/>
                <a:gd name="connsiteX2" fmla="*/ 1389 w 117773"/>
                <a:gd name="connsiteY2" fmla="*/ 44666 h 72297"/>
                <a:gd name="connsiteX3" fmla="*/ 103245 w 117773"/>
                <a:gd name="connsiteY3" fmla="*/ 72184 h 72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7773" h="72297">
                  <a:moveTo>
                    <a:pt x="103245" y="72184"/>
                  </a:moveTo>
                  <a:cubicBezTo>
                    <a:pt x="130194" y="70446"/>
                    <a:pt x="116720" y="32789"/>
                    <a:pt x="86801" y="7008"/>
                  </a:cubicBezTo>
                  <a:cubicBezTo>
                    <a:pt x="56881" y="-18773"/>
                    <a:pt x="-10491" y="34093"/>
                    <a:pt x="1389" y="44666"/>
                  </a:cubicBezTo>
                  <a:cubicBezTo>
                    <a:pt x="14864" y="56759"/>
                    <a:pt x="76296" y="73850"/>
                    <a:pt x="103245" y="7218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4" name="Freeform 181">
              <a:extLst>
                <a:ext uri="{FF2B5EF4-FFF2-40B4-BE49-F238E27FC236}">
                  <a16:creationId xmlns:a16="http://schemas.microsoft.com/office/drawing/2014/main" id="{21C590E7-6481-9EBD-FBE7-9E5EAA49A87A}"/>
                </a:ext>
              </a:extLst>
            </p:cNvPr>
            <p:cNvSpPr/>
            <p:nvPr/>
          </p:nvSpPr>
          <p:spPr>
            <a:xfrm>
              <a:off x="1677543" y="852640"/>
              <a:ext cx="614245" cy="375416"/>
            </a:xfrm>
            <a:custGeom>
              <a:avLst/>
              <a:gdLst>
                <a:gd name="connsiteX0" fmla="*/ 566328 w 614248"/>
                <a:gd name="connsiteY0" fmla="*/ 284549 h 375414"/>
                <a:gd name="connsiteX1" fmla="*/ 614214 w 614248"/>
                <a:gd name="connsiteY1" fmla="*/ 282811 h 375414"/>
                <a:gd name="connsiteX2" fmla="*/ 554303 w 614248"/>
                <a:gd name="connsiteY2" fmla="*/ 231394 h 375414"/>
                <a:gd name="connsiteX3" fmla="*/ 500405 w 614248"/>
                <a:gd name="connsiteY3" fmla="*/ 200544 h 375414"/>
                <a:gd name="connsiteX4" fmla="*/ 486930 w 614248"/>
                <a:gd name="connsiteY4" fmla="*/ 145723 h 375414"/>
                <a:gd name="connsiteX5" fmla="*/ 473383 w 614248"/>
                <a:gd name="connsiteY5" fmla="*/ 58387 h 375414"/>
                <a:gd name="connsiteX6" fmla="*/ 477947 w 614248"/>
                <a:gd name="connsiteY6" fmla="*/ 3494 h 375414"/>
                <a:gd name="connsiteX7" fmla="*/ 412023 w 614248"/>
                <a:gd name="connsiteY7" fmla="*/ 20657 h 375414"/>
                <a:gd name="connsiteX8" fmla="*/ 453968 w 614248"/>
                <a:gd name="connsiteY8" fmla="*/ 61791 h 375414"/>
                <a:gd name="connsiteX9" fmla="*/ 407532 w 614248"/>
                <a:gd name="connsiteY9" fmla="*/ 41224 h 375414"/>
                <a:gd name="connsiteX10" fmla="*/ 371310 w 614248"/>
                <a:gd name="connsiteY10" fmla="*/ 41224 h 375414"/>
                <a:gd name="connsiteX11" fmla="*/ 393840 w 614248"/>
                <a:gd name="connsiteY11" fmla="*/ 135368 h 375414"/>
                <a:gd name="connsiteX12" fmla="*/ 372831 w 614248"/>
                <a:gd name="connsiteY12" fmla="*/ 155934 h 375414"/>
                <a:gd name="connsiteX13" fmla="*/ 347404 w 614248"/>
                <a:gd name="connsiteY13" fmla="*/ 89092 h 375414"/>
                <a:gd name="connsiteX14" fmla="*/ 284450 w 614248"/>
                <a:gd name="connsiteY14" fmla="*/ 61718 h 375414"/>
                <a:gd name="connsiteX15" fmla="*/ 309950 w 614248"/>
                <a:gd name="connsiteY15" fmla="*/ 94234 h 375414"/>
                <a:gd name="connsiteX16" fmla="*/ 270976 w 614248"/>
                <a:gd name="connsiteY16" fmla="*/ 97710 h 375414"/>
                <a:gd name="connsiteX17" fmla="*/ 260471 w 614248"/>
                <a:gd name="connsiteY17" fmla="*/ 87427 h 375414"/>
                <a:gd name="connsiteX18" fmla="*/ 206573 w 614248"/>
                <a:gd name="connsiteY18" fmla="*/ 58460 h 375414"/>
                <a:gd name="connsiteX19" fmla="*/ 184116 w 614248"/>
                <a:gd name="connsiteY19" fmla="*/ 94669 h 375414"/>
                <a:gd name="connsiteX20" fmla="*/ 158615 w 614248"/>
                <a:gd name="connsiteY20" fmla="*/ 82720 h 375414"/>
                <a:gd name="connsiteX21" fmla="*/ 164628 w 614248"/>
                <a:gd name="connsiteY21" fmla="*/ 38182 h 375414"/>
                <a:gd name="connsiteX22" fmla="*/ 79217 w 614248"/>
                <a:gd name="connsiteY22" fmla="*/ 60415 h 375414"/>
                <a:gd name="connsiteX23" fmla="*/ 17785 w 614248"/>
                <a:gd name="connsiteY23" fmla="*/ 101548 h 375414"/>
                <a:gd name="connsiteX24" fmla="*/ 7353 w 614248"/>
                <a:gd name="connsiteY24" fmla="*/ 128995 h 375414"/>
                <a:gd name="connsiteX25" fmla="*/ 23798 w 614248"/>
                <a:gd name="connsiteY25" fmla="*/ 161511 h 375414"/>
                <a:gd name="connsiteX26" fmla="*/ 37272 w 614248"/>
                <a:gd name="connsiteY26" fmla="*/ 180412 h 375414"/>
                <a:gd name="connsiteX27" fmla="*/ 116960 w 614248"/>
                <a:gd name="connsiteY27" fmla="*/ 168390 h 375414"/>
                <a:gd name="connsiteX28" fmla="*/ 28579 w 614248"/>
                <a:gd name="connsiteY28" fmla="*/ 207786 h 375414"/>
                <a:gd name="connsiteX29" fmla="*/ 127465 w 614248"/>
                <a:gd name="connsiteY29" fmla="*/ 231756 h 375414"/>
                <a:gd name="connsiteX30" fmla="*/ 242795 w 614248"/>
                <a:gd name="connsiteY30" fmla="*/ 250657 h 375414"/>
                <a:gd name="connsiteX31" fmla="*/ 155863 w 614248"/>
                <a:gd name="connsiteY31" fmla="*/ 257465 h 375414"/>
                <a:gd name="connsiteX32" fmla="*/ 56977 w 614248"/>
                <a:gd name="connsiteY32" fmla="*/ 283173 h 375414"/>
                <a:gd name="connsiteX33" fmla="*/ 103413 w 614248"/>
                <a:gd name="connsiteY33" fmla="*/ 319382 h 375414"/>
                <a:gd name="connsiteX34" fmla="*/ 181145 w 614248"/>
                <a:gd name="connsiteY34" fmla="*/ 337704 h 375414"/>
                <a:gd name="connsiteX35" fmla="*/ 254531 w 614248"/>
                <a:gd name="connsiteY35" fmla="*/ 375361 h 375414"/>
                <a:gd name="connsiteX36" fmla="*/ 356459 w 614248"/>
                <a:gd name="connsiteY36" fmla="*/ 349653 h 375414"/>
                <a:gd name="connsiteX37" fmla="*/ 405866 w 614248"/>
                <a:gd name="connsiteY37" fmla="*/ 325683 h 375414"/>
                <a:gd name="connsiteX38" fmla="*/ 431366 w 614248"/>
                <a:gd name="connsiteY38" fmla="*/ 327421 h 375414"/>
                <a:gd name="connsiteX39" fmla="*/ 474832 w 614248"/>
                <a:gd name="connsiteY39" fmla="*/ 344511 h 375414"/>
                <a:gd name="connsiteX40" fmla="*/ 581179 w 614248"/>
                <a:gd name="connsiteY40" fmla="*/ 346249 h 375414"/>
                <a:gd name="connsiteX41" fmla="*/ 558722 w 614248"/>
                <a:gd name="connsiteY41" fmla="*/ 311995 h 375414"/>
                <a:gd name="connsiteX42" fmla="*/ 533294 w 614248"/>
                <a:gd name="connsiteY42" fmla="*/ 310258 h 375414"/>
                <a:gd name="connsiteX43" fmla="*/ 566328 w 614248"/>
                <a:gd name="connsiteY43" fmla="*/ 284549 h 3754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614248" h="375414">
                  <a:moveTo>
                    <a:pt x="566328" y="284549"/>
                  </a:moveTo>
                  <a:cubicBezTo>
                    <a:pt x="575311" y="272528"/>
                    <a:pt x="612765" y="308519"/>
                    <a:pt x="614214" y="282811"/>
                  </a:cubicBezTo>
                  <a:cubicBezTo>
                    <a:pt x="615662" y="257102"/>
                    <a:pt x="572269" y="245154"/>
                    <a:pt x="554303" y="231394"/>
                  </a:cubicBezTo>
                  <a:cubicBezTo>
                    <a:pt x="536337" y="217635"/>
                    <a:pt x="528875" y="224587"/>
                    <a:pt x="500405" y="200544"/>
                  </a:cubicBezTo>
                  <a:cubicBezTo>
                    <a:pt x="471934" y="176501"/>
                    <a:pt x="507649" y="164335"/>
                    <a:pt x="486930" y="145723"/>
                  </a:cubicBezTo>
                  <a:cubicBezTo>
                    <a:pt x="466211" y="127112"/>
                    <a:pt x="458460" y="75478"/>
                    <a:pt x="473383" y="58387"/>
                  </a:cubicBezTo>
                  <a:cubicBezTo>
                    <a:pt x="488307" y="41296"/>
                    <a:pt x="504896" y="15515"/>
                    <a:pt x="477947" y="3494"/>
                  </a:cubicBezTo>
                  <a:cubicBezTo>
                    <a:pt x="450998" y="-8527"/>
                    <a:pt x="407532" y="13778"/>
                    <a:pt x="412023" y="20657"/>
                  </a:cubicBezTo>
                  <a:cubicBezTo>
                    <a:pt x="416515" y="27537"/>
                    <a:pt x="453968" y="51507"/>
                    <a:pt x="453968" y="61791"/>
                  </a:cubicBezTo>
                  <a:cubicBezTo>
                    <a:pt x="453968" y="72074"/>
                    <a:pt x="419485" y="32823"/>
                    <a:pt x="407532" y="41224"/>
                  </a:cubicBezTo>
                  <a:cubicBezTo>
                    <a:pt x="395579" y="49625"/>
                    <a:pt x="382032" y="24061"/>
                    <a:pt x="371310" y="41224"/>
                  </a:cubicBezTo>
                  <a:cubicBezTo>
                    <a:pt x="360588" y="58387"/>
                    <a:pt x="384857" y="118349"/>
                    <a:pt x="393840" y="135368"/>
                  </a:cubicBezTo>
                  <a:cubicBezTo>
                    <a:pt x="402823" y="152386"/>
                    <a:pt x="384857" y="152531"/>
                    <a:pt x="372831" y="155934"/>
                  </a:cubicBezTo>
                  <a:cubicBezTo>
                    <a:pt x="360806" y="159338"/>
                    <a:pt x="359357" y="107994"/>
                    <a:pt x="347404" y="89092"/>
                  </a:cubicBezTo>
                  <a:cubicBezTo>
                    <a:pt x="335450" y="70191"/>
                    <a:pt x="287493" y="47959"/>
                    <a:pt x="284450" y="61718"/>
                  </a:cubicBezTo>
                  <a:cubicBezTo>
                    <a:pt x="281408" y="75478"/>
                    <a:pt x="314442" y="75405"/>
                    <a:pt x="309950" y="94234"/>
                  </a:cubicBezTo>
                  <a:cubicBezTo>
                    <a:pt x="305459" y="113063"/>
                    <a:pt x="287493" y="82285"/>
                    <a:pt x="270976" y="97710"/>
                  </a:cubicBezTo>
                  <a:cubicBezTo>
                    <a:pt x="254458" y="113135"/>
                    <a:pt x="257501" y="102852"/>
                    <a:pt x="260471" y="87427"/>
                  </a:cubicBezTo>
                  <a:cubicBezTo>
                    <a:pt x="263441" y="72002"/>
                    <a:pt x="236492" y="54839"/>
                    <a:pt x="206573" y="58460"/>
                  </a:cubicBezTo>
                  <a:cubicBezTo>
                    <a:pt x="176654" y="62080"/>
                    <a:pt x="193099" y="85834"/>
                    <a:pt x="184116" y="94669"/>
                  </a:cubicBezTo>
                  <a:cubicBezTo>
                    <a:pt x="175133" y="103504"/>
                    <a:pt x="130145" y="89527"/>
                    <a:pt x="158615" y="82720"/>
                  </a:cubicBezTo>
                  <a:cubicBezTo>
                    <a:pt x="187086" y="75912"/>
                    <a:pt x="175133" y="57011"/>
                    <a:pt x="164628" y="38182"/>
                  </a:cubicBezTo>
                  <a:cubicBezTo>
                    <a:pt x="154124" y="19354"/>
                    <a:pt x="125654" y="41586"/>
                    <a:pt x="79217" y="60415"/>
                  </a:cubicBezTo>
                  <a:cubicBezTo>
                    <a:pt x="32781" y="79244"/>
                    <a:pt x="11845" y="99810"/>
                    <a:pt x="17785" y="101548"/>
                  </a:cubicBezTo>
                  <a:cubicBezTo>
                    <a:pt x="23725" y="103286"/>
                    <a:pt x="25029" y="111832"/>
                    <a:pt x="7353" y="128995"/>
                  </a:cubicBezTo>
                  <a:cubicBezTo>
                    <a:pt x="-10323" y="146158"/>
                    <a:pt x="7353" y="161511"/>
                    <a:pt x="23798" y="161511"/>
                  </a:cubicBezTo>
                  <a:cubicBezTo>
                    <a:pt x="40243" y="161511"/>
                    <a:pt x="25754" y="176646"/>
                    <a:pt x="37272" y="180412"/>
                  </a:cubicBezTo>
                  <a:cubicBezTo>
                    <a:pt x="48791" y="184177"/>
                    <a:pt x="101675" y="156369"/>
                    <a:pt x="116960" y="168390"/>
                  </a:cubicBezTo>
                  <a:cubicBezTo>
                    <a:pt x="132246" y="180412"/>
                    <a:pt x="28579" y="187219"/>
                    <a:pt x="28579" y="207786"/>
                  </a:cubicBezTo>
                  <a:cubicBezTo>
                    <a:pt x="28579" y="228352"/>
                    <a:pt x="85520" y="240374"/>
                    <a:pt x="127465" y="231756"/>
                  </a:cubicBezTo>
                  <a:cubicBezTo>
                    <a:pt x="169409" y="223138"/>
                    <a:pt x="242795" y="238998"/>
                    <a:pt x="242795" y="250657"/>
                  </a:cubicBezTo>
                  <a:cubicBezTo>
                    <a:pt x="242795" y="262317"/>
                    <a:pt x="193388" y="259203"/>
                    <a:pt x="155863" y="257465"/>
                  </a:cubicBezTo>
                  <a:cubicBezTo>
                    <a:pt x="118337" y="255727"/>
                    <a:pt x="54007" y="269486"/>
                    <a:pt x="56977" y="283173"/>
                  </a:cubicBezTo>
                  <a:cubicBezTo>
                    <a:pt x="60309" y="298526"/>
                    <a:pt x="64221" y="298598"/>
                    <a:pt x="103413" y="319382"/>
                  </a:cubicBezTo>
                  <a:cubicBezTo>
                    <a:pt x="142605" y="340166"/>
                    <a:pt x="182377" y="308737"/>
                    <a:pt x="181145" y="337704"/>
                  </a:cubicBezTo>
                  <a:cubicBezTo>
                    <a:pt x="179914" y="366671"/>
                    <a:pt x="202154" y="373913"/>
                    <a:pt x="254531" y="375361"/>
                  </a:cubicBezTo>
                  <a:cubicBezTo>
                    <a:pt x="306908" y="376810"/>
                    <a:pt x="330959" y="347987"/>
                    <a:pt x="356459" y="349653"/>
                  </a:cubicBezTo>
                  <a:cubicBezTo>
                    <a:pt x="381959" y="351319"/>
                    <a:pt x="393913" y="346249"/>
                    <a:pt x="405866" y="325683"/>
                  </a:cubicBezTo>
                  <a:cubicBezTo>
                    <a:pt x="417819" y="305116"/>
                    <a:pt x="428323" y="317137"/>
                    <a:pt x="431366" y="327421"/>
                  </a:cubicBezTo>
                  <a:cubicBezTo>
                    <a:pt x="434409" y="337704"/>
                    <a:pt x="467588" y="335966"/>
                    <a:pt x="474832" y="344511"/>
                  </a:cubicBezTo>
                  <a:cubicBezTo>
                    <a:pt x="493957" y="366237"/>
                    <a:pt x="557273" y="359936"/>
                    <a:pt x="581179" y="346249"/>
                  </a:cubicBezTo>
                  <a:cubicBezTo>
                    <a:pt x="605086" y="332562"/>
                    <a:pt x="570747" y="294832"/>
                    <a:pt x="558722" y="311995"/>
                  </a:cubicBezTo>
                  <a:cubicBezTo>
                    <a:pt x="546696" y="329159"/>
                    <a:pt x="536264" y="318803"/>
                    <a:pt x="533294" y="310258"/>
                  </a:cubicBezTo>
                  <a:cubicBezTo>
                    <a:pt x="530324" y="301712"/>
                    <a:pt x="557200" y="296570"/>
                    <a:pt x="566328" y="2845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5" name="Freeform 182">
              <a:extLst>
                <a:ext uri="{FF2B5EF4-FFF2-40B4-BE49-F238E27FC236}">
                  <a16:creationId xmlns:a16="http://schemas.microsoft.com/office/drawing/2014/main" id="{D2D6A488-54D4-5B96-2781-FC5BD812BC53}"/>
                </a:ext>
              </a:extLst>
            </p:cNvPr>
            <p:cNvSpPr/>
            <p:nvPr/>
          </p:nvSpPr>
          <p:spPr>
            <a:xfrm>
              <a:off x="2451567" y="534117"/>
              <a:ext cx="100860" cy="32952"/>
            </a:xfrm>
            <a:custGeom>
              <a:avLst/>
              <a:gdLst>
                <a:gd name="connsiteX0" fmla="*/ 100767 w 100860"/>
                <a:gd name="connsiteY0" fmla="*/ 3304 h 32951"/>
                <a:gd name="connsiteX1" fmla="*/ 1881 w 100860"/>
                <a:gd name="connsiteY1" fmla="*/ 23871 h 32951"/>
                <a:gd name="connsiteX2" fmla="*/ 100767 w 100860"/>
                <a:gd name="connsiteY2" fmla="*/ 3304 h 32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0860" h="32951">
                  <a:moveTo>
                    <a:pt x="100767" y="3304"/>
                  </a:moveTo>
                  <a:cubicBezTo>
                    <a:pt x="97724" y="-6979"/>
                    <a:pt x="-15867" y="8663"/>
                    <a:pt x="1881" y="23871"/>
                  </a:cubicBezTo>
                  <a:cubicBezTo>
                    <a:pt x="31801" y="49579"/>
                    <a:pt x="103810" y="13588"/>
                    <a:pt x="100767" y="33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6" name="Freeform 183">
              <a:extLst>
                <a:ext uri="{FF2B5EF4-FFF2-40B4-BE49-F238E27FC236}">
                  <a16:creationId xmlns:a16="http://schemas.microsoft.com/office/drawing/2014/main" id="{2D12621A-49AA-2BAA-4EB3-774EE0AD76FA}"/>
                </a:ext>
              </a:extLst>
            </p:cNvPr>
            <p:cNvSpPr/>
            <p:nvPr/>
          </p:nvSpPr>
          <p:spPr>
            <a:xfrm>
              <a:off x="2968510" y="849645"/>
              <a:ext cx="154242" cy="82758"/>
            </a:xfrm>
            <a:custGeom>
              <a:avLst/>
              <a:gdLst>
                <a:gd name="connsiteX0" fmla="*/ 1749 w 154243"/>
                <a:gd name="connsiteY0" fmla="*/ 8228 h 82758"/>
                <a:gd name="connsiteX1" fmla="*/ 22685 w 154243"/>
                <a:gd name="connsiteY1" fmla="*/ 56241 h 82758"/>
                <a:gd name="connsiteX2" fmla="*/ 73396 w 154243"/>
                <a:gd name="connsiteY2" fmla="*/ 75070 h 82758"/>
                <a:gd name="connsiteX3" fmla="*/ 154243 w 154243"/>
                <a:gd name="connsiteY3" fmla="*/ 59645 h 82758"/>
                <a:gd name="connsiteX4" fmla="*/ 68832 w 154243"/>
                <a:gd name="connsiteY4" fmla="*/ 11632 h 82758"/>
                <a:gd name="connsiteX5" fmla="*/ 1749 w 154243"/>
                <a:gd name="connsiteY5" fmla="*/ 8228 h 827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4243" h="82758">
                  <a:moveTo>
                    <a:pt x="1749" y="8228"/>
                  </a:moveTo>
                  <a:cubicBezTo>
                    <a:pt x="-7234" y="30533"/>
                    <a:pt x="21236" y="30533"/>
                    <a:pt x="22685" y="56241"/>
                  </a:cubicBezTo>
                  <a:cubicBezTo>
                    <a:pt x="24134" y="81950"/>
                    <a:pt x="52677" y="90495"/>
                    <a:pt x="73396" y="75070"/>
                  </a:cubicBezTo>
                  <a:cubicBezTo>
                    <a:pt x="94115" y="59645"/>
                    <a:pt x="154243" y="79632"/>
                    <a:pt x="154243" y="59645"/>
                  </a:cubicBezTo>
                  <a:cubicBezTo>
                    <a:pt x="154243" y="40816"/>
                    <a:pt x="91362" y="6490"/>
                    <a:pt x="68832" y="11632"/>
                  </a:cubicBezTo>
                  <a:cubicBezTo>
                    <a:pt x="46302" y="16774"/>
                    <a:pt x="10732" y="-14149"/>
                    <a:pt x="1749" y="82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7" name="Freeform 184">
              <a:extLst>
                <a:ext uri="{FF2B5EF4-FFF2-40B4-BE49-F238E27FC236}">
                  <a16:creationId xmlns:a16="http://schemas.microsoft.com/office/drawing/2014/main" id="{D2050D2A-B6F7-591B-5DD7-64CE48BAB8B5}"/>
                </a:ext>
              </a:extLst>
            </p:cNvPr>
            <p:cNvSpPr/>
            <p:nvPr/>
          </p:nvSpPr>
          <p:spPr>
            <a:xfrm>
              <a:off x="2385612" y="443679"/>
              <a:ext cx="112088" cy="85227"/>
            </a:xfrm>
            <a:custGeom>
              <a:avLst/>
              <a:gdLst>
                <a:gd name="connsiteX0" fmla="*/ 45379 w 112089"/>
                <a:gd name="connsiteY0" fmla="*/ 85195 h 85226"/>
                <a:gd name="connsiteX1" fmla="*/ 105290 w 112089"/>
                <a:gd name="connsiteY1" fmla="*/ 73174 h 85226"/>
                <a:gd name="connsiteX2" fmla="*/ 108260 w 112089"/>
                <a:gd name="connsiteY2" fmla="*/ 44207 h 85226"/>
                <a:gd name="connsiteX3" fmla="*/ 72038 w 112089"/>
                <a:gd name="connsiteY3" fmla="*/ 28781 h 85226"/>
                <a:gd name="connsiteX4" fmla="*/ 1623 w 112089"/>
                <a:gd name="connsiteY4" fmla="*/ 3073 h 85226"/>
                <a:gd name="connsiteX5" fmla="*/ 45379 w 112089"/>
                <a:gd name="connsiteY5" fmla="*/ 85195 h 852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2089" h="85226">
                  <a:moveTo>
                    <a:pt x="45379" y="85195"/>
                  </a:moveTo>
                  <a:cubicBezTo>
                    <a:pt x="65989" y="85630"/>
                    <a:pt x="86447" y="81524"/>
                    <a:pt x="105290" y="73174"/>
                  </a:cubicBezTo>
                  <a:cubicBezTo>
                    <a:pt x="124777" y="64629"/>
                    <a:pt x="94786" y="64629"/>
                    <a:pt x="108260" y="44207"/>
                  </a:cubicBezTo>
                  <a:cubicBezTo>
                    <a:pt x="121735" y="23785"/>
                    <a:pt x="75298" y="21902"/>
                    <a:pt x="72038" y="28781"/>
                  </a:cubicBezTo>
                  <a:cubicBezTo>
                    <a:pt x="68778" y="35661"/>
                    <a:pt x="10606" y="-12352"/>
                    <a:pt x="1623" y="3073"/>
                  </a:cubicBezTo>
                  <a:cubicBezTo>
                    <a:pt x="-7360" y="18498"/>
                    <a:pt x="22849" y="85195"/>
                    <a:pt x="45379" y="8519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8" name="Freeform 185">
              <a:extLst>
                <a:ext uri="{FF2B5EF4-FFF2-40B4-BE49-F238E27FC236}">
                  <a16:creationId xmlns:a16="http://schemas.microsoft.com/office/drawing/2014/main" id="{AA085A82-8DF0-479C-595F-ABC630DD2372}"/>
                </a:ext>
              </a:extLst>
            </p:cNvPr>
            <p:cNvSpPr/>
            <p:nvPr/>
          </p:nvSpPr>
          <p:spPr>
            <a:xfrm>
              <a:off x="2434919" y="224717"/>
              <a:ext cx="387455" cy="281679"/>
            </a:xfrm>
            <a:custGeom>
              <a:avLst/>
              <a:gdLst>
                <a:gd name="connsiteX0" fmla="*/ 354088 w 387456"/>
                <a:gd name="connsiteY0" fmla="*/ 161782 h 281677"/>
                <a:gd name="connsiteX1" fmla="*/ 321127 w 387456"/>
                <a:gd name="connsiteY1" fmla="*/ 136074 h 281677"/>
                <a:gd name="connsiteX2" fmla="*/ 306131 w 387456"/>
                <a:gd name="connsiteY2" fmla="*/ 99865 h 281677"/>
                <a:gd name="connsiteX3" fmla="*/ 282152 w 387456"/>
                <a:gd name="connsiteY3" fmla="*/ 92985 h 281677"/>
                <a:gd name="connsiteX4" fmla="*/ 250711 w 387456"/>
                <a:gd name="connsiteY4" fmla="*/ 75894 h 281677"/>
                <a:gd name="connsiteX5" fmla="*/ 144364 w 387456"/>
                <a:gd name="connsiteY5" fmla="*/ 9052 h 281677"/>
                <a:gd name="connsiteX6" fmla="*/ 133860 w 387456"/>
                <a:gd name="connsiteY6" fmla="*/ 0 h 281677"/>
                <a:gd name="connsiteX7" fmla="*/ 102637 w 387456"/>
                <a:gd name="connsiteY7" fmla="*/ 8835 h 281677"/>
                <a:gd name="connsiteX8" fmla="*/ 88945 w 387456"/>
                <a:gd name="connsiteY8" fmla="*/ 17598 h 281677"/>
                <a:gd name="connsiteX9" fmla="*/ 66415 w 387456"/>
                <a:gd name="connsiteY9" fmla="*/ 33023 h 281677"/>
                <a:gd name="connsiteX10" fmla="*/ 38017 w 387456"/>
                <a:gd name="connsiteY10" fmla="*/ 51851 h 281677"/>
                <a:gd name="connsiteX11" fmla="*/ 43957 w 387456"/>
                <a:gd name="connsiteY11" fmla="*/ 94723 h 281677"/>
                <a:gd name="connsiteX12" fmla="*/ 25991 w 387456"/>
                <a:gd name="connsiteY12" fmla="*/ 113552 h 281677"/>
                <a:gd name="connsiteX13" fmla="*/ 14038 w 387456"/>
                <a:gd name="connsiteY13" fmla="*/ 134118 h 281677"/>
                <a:gd name="connsiteX14" fmla="*/ 47000 w 387456"/>
                <a:gd name="connsiteY14" fmla="*/ 175252 h 281677"/>
                <a:gd name="connsiteX15" fmla="*/ 145813 w 387456"/>
                <a:gd name="connsiteY15" fmla="*/ 178656 h 281677"/>
                <a:gd name="connsiteX16" fmla="*/ 85902 w 387456"/>
                <a:gd name="connsiteY16" fmla="*/ 211244 h 281677"/>
                <a:gd name="connsiteX17" fmla="*/ 133860 w 387456"/>
                <a:gd name="connsiteY17" fmla="*/ 252377 h 281677"/>
                <a:gd name="connsiteX18" fmla="*/ 213548 w 387456"/>
                <a:gd name="connsiteY18" fmla="*/ 278086 h 281677"/>
                <a:gd name="connsiteX19" fmla="*/ 261505 w 387456"/>
                <a:gd name="connsiteY19" fmla="*/ 276348 h 281677"/>
                <a:gd name="connsiteX20" fmla="*/ 295916 w 387456"/>
                <a:gd name="connsiteY20" fmla="*/ 233549 h 281677"/>
                <a:gd name="connsiteX21" fmla="*/ 330399 w 387456"/>
                <a:gd name="connsiteY21" fmla="*/ 200960 h 281677"/>
                <a:gd name="connsiteX22" fmla="*/ 387340 w 387456"/>
                <a:gd name="connsiteY22" fmla="*/ 178656 h 281677"/>
                <a:gd name="connsiteX23" fmla="*/ 354088 w 387456"/>
                <a:gd name="connsiteY23" fmla="*/ 161782 h 281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7456" h="281677">
                  <a:moveTo>
                    <a:pt x="354088" y="161782"/>
                  </a:moveTo>
                  <a:cubicBezTo>
                    <a:pt x="327139" y="165186"/>
                    <a:pt x="309101" y="153164"/>
                    <a:pt x="321127" y="136074"/>
                  </a:cubicBezTo>
                  <a:cubicBezTo>
                    <a:pt x="333152" y="118983"/>
                    <a:pt x="291135" y="113769"/>
                    <a:pt x="306131" y="99865"/>
                  </a:cubicBezTo>
                  <a:cubicBezTo>
                    <a:pt x="321127" y="85960"/>
                    <a:pt x="277661" y="72418"/>
                    <a:pt x="282152" y="92985"/>
                  </a:cubicBezTo>
                  <a:cubicBezTo>
                    <a:pt x="286643" y="113552"/>
                    <a:pt x="255203" y="94723"/>
                    <a:pt x="250711" y="75894"/>
                  </a:cubicBezTo>
                  <a:cubicBezTo>
                    <a:pt x="246220" y="57065"/>
                    <a:pt x="184788" y="50186"/>
                    <a:pt x="144364" y="9052"/>
                  </a:cubicBezTo>
                  <a:cubicBezTo>
                    <a:pt x="141104" y="5764"/>
                    <a:pt x="137591" y="2737"/>
                    <a:pt x="133860" y="0"/>
                  </a:cubicBezTo>
                  <a:cubicBezTo>
                    <a:pt x="123609" y="3469"/>
                    <a:pt x="113184" y="6416"/>
                    <a:pt x="102637" y="8835"/>
                  </a:cubicBezTo>
                  <a:cubicBezTo>
                    <a:pt x="106041" y="13832"/>
                    <a:pt x="100898" y="18684"/>
                    <a:pt x="88945" y="17598"/>
                  </a:cubicBezTo>
                  <a:cubicBezTo>
                    <a:pt x="69457" y="15860"/>
                    <a:pt x="34974" y="19336"/>
                    <a:pt x="66415" y="33023"/>
                  </a:cubicBezTo>
                  <a:cubicBezTo>
                    <a:pt x="97855" y="46710"/>
                    <a:pt x="63445" y="51851"/>
                    <a:pt x="38017" y="51851"/>
                  </a:cubicBezTo>
                  <a:cubicBezTo>
                    <a:pt x="12589" y="51851"/>
                    <a:pt x="10995" y="89581"/>
                    <a:pt x="43957" y="94723"/>
                  </a:cubicBezTo>
                  <a:cubicBezTo>
                    <a:pt x="76919" y="99865"/>
                    <a:pt x="52940" y="122097"/>
                    <a:pt x="25991" y="113552"/>
                  </a:cubicBezTo>
                  <a:cubicBezTo>
                    <a:pt x="-958" y="105006"/>
                    <a:pt x="-10231" y="120793"/>
                    <a:pt x="14038" y="134118"/>
                  </a:cubicBezTo>
                  <a:cubicBezTo>
                    <a:pt x="36133" y="146792"/>
                    <a:pt x="23021" y="163086"/>
                    <a:pt x="47000" y="175252"/>
                  </a:cubicBezTo>
                  <a:cubicBezTo>
                    <a:pt x="70979" y="187418"/>
                    <a:pt x="139873" y="159827"/>
                    <a:pt x="145813" y="178656"/>
                  </a:cubicBezTo>
                  <a:cubicBezTo>
                    <a:pt x="151753" y="197484"/>
                    <a:pt x="75470" y="199222"/>
                    <a:pt x="85902" y="211244"/>
                  </a:cubicBezTo>
                  <a:cubicBezTo>
                    <a:pt x="96334" y="223265"/>
                    <a:pt x="139873" y="242094"/>
                    <a:pt x="133860" y="252377"/>
                  </a:cubicBezTo>
                  <a:cubicBezTo>
                    <a:pt x="127847" y="262661"/>
                    <a:pt x="205724" y="291773"/>
                    <a:pt x="213548" y="278086"/>
                  </a:cubicBezTo>
                  <a:cubicBezTo>
                    <a:pt x="221372" y="264399"/>
                    <a:pt x="242018" y="267802"/>
                    <a:pt x="261505" y="276348"/>
                  </a:cubicBezTo>
                  <a:cubicBezTo>
                    <a:pt x="280993" y="284893"/>
                    <a:pt x="282442" y="223265"/>
                    <a:pt x="295916" y="233549"/>
                  </a:cubicBezTo>
                  <a:cubicBezTo>
                    <a:pt x="309391" y="243832"/>
                    <a:pt x="307942" y="211244"/>
                    <a:pt x="330399" y="200960"/>
                  </a:cubicBezTo>
                  <a:cubicBezTo>
                    <a:pt x="352857" y="190677"/>
                    <a:pt x="385239" y="190605"/>
                    <a:pt x="387340" y="178656"/>
                  </a:cubicBezTo>
                  <a:cubicBezTo>
                    <a:pt x="388499" y="170472"/>
                    <a:pt x="381255" y="158451"/>
                    <a:pt x="354088" y="1617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9" name="Freeform 186">
              <a:extLst>
                <a:ext uri="{FF2B5EF4-FFF2-40B4-BE49-F238E27FC236}">
                  <a16:creationId xmlns:a16="http://schemas.microsoft.com/office/drawing/2014/main" id="{0067091D-D906-5345-5F43-F3100B8974E4}"/>
                </a:ext>
              </a:extLst>
            </p:cNvPr>
            <p:cNvSpPr/>
            <p:nvPr/>
          </p:nvSpPr>
          <p:spPr>
            <a:xfrm>
              <a:off x="2662394" y="848082"/>
              <a:ext cx="953913" cy="801036"/>
            </a:xfrm>
            <a:custGeom>
              <a:avLst/>
              <a:gdLst>
                <a:gd name="connsiteX0" fmla="*/ 946819 w 953918"/>
                <a:gd name="connsiteY0" fmla="*/ 504480 h 801031"/>
                <a:gd name="connsiteX1" fmla="*/ 946022 w 953918"/>
                <a:gd name="connsiteY1" fmla="*/ 500497 h 801031"/>
                <a:gd name="connsiteX2" fmla="*/ 940516 w 953918"/>
                <a:gd name="connsiteY2" fmla="*/ 491734 h 801031"/>
                <a:gd name="connsiteX3" fmla="*/ 935156 w 953918"/>
                <a:gd name="connsiteY3" fmla="*/ 482754 h 801031"/>
                <a:gd name="connsiteX4" fmla="*/ 907048 w 953918"/>
                <a:gd name="connsiteY4" fmla="*/ 453787 h 801031"/>
                <a:gd name="connsiteX5" fmla="*/ 847137 w 953918"/>
                <a:gd name="connsiteY5" fmla="*/ 417578 h 801031"/>
                <a:gd name="connsiteX6" fmla="*/ 787226 w 953918"/>
                <a:gd name="connsiteY6" fmla="*/ 393535 h 801031"/>
                <a:gd name="connsiteX7" fmla="*/ 742311 w 953918"/>
                <a:gd name="connsiteY7" fmla="*/ 350736 h 801031"/>
                <a:gd name="connsiteX8" fmla="*/ 788747 w 953918"/>
                <a:gd name="connsiteY8" fmla="*/ 338714 h 801031"/>
                <a:gd name="connsiteX9" fmla="*/ 749772 w 953918"/>
                <a:gd name="connsiteY9" fmla="*/ 316482 h 801031"/>
                <a:gd name="connsiteX10" fmla="*/ 769260 w 953918"/>
                <a:gd name="connsiteY10" fmla="*/ 299319 h 801031"/>
                <a:gd name="connsiteX11" fmla="*/ 751294 w 953918"/>
                <a:gd name="connsiteY11" fmla="*/ 266731 h 801031"/>
                <a:gd name="connsiteX12" fmla="*/ 727315 w 953918"/>
                <a:gd name="connsiteY12" fmla="*/ 280490 h 801031"/>
                <a:gd name="connsiteX13" fmla="*/ 733328 w 953918"/>
                <a:gd name="connsiteY13" fmla="*/ 249640 h 801031"/>
                <a:gd name="connsiteX14" fmla="*/ 680878 w 953918"/>
                <a:gd name="connsiteY14" fmla="*/ 230739 h 801031"/>
                <a:gd name="connsiteX15" fmla="*/ 656900 w 953918"/>
                <a:gd name="connsiteY15" fmla="*/ 211910 h 801031"/>
                <a:gd name="connsiteX16" fmla="*/ 613433 w 953918"/>
                <a:gd name="connsiteY16" fmla="*/ 222194 h 801031"/>
                <a:gd name="connsiteX17" fmla="*/ 601480 w 953918"/>
                <a:gd name="connsiteY17" fmla="*/ 210172 h 801031"/>
                <a:gd name="connsiteX18" fmla="*/ 629951 w 953918"/>
                <a:gd name="connsiteY18" fmla="*/ 179394 h 801031"/>
                <a:gd name="connsiteX19" fmla="*/ 579240 w 953918"/>
                <a:gd name="connsiteY19" fmla="*/ 181060 h 801031"/>
                <a:gd name="connsiteX20" fmla="*/ 540265 w 953918"/>
                <a:gd name="connsiteY20" fmla="*/ 144851 h 801031"/>
                <a:gd name="connsiteX21" fmla="*/ 498320 w 953918"/>
                <a:gd name="connsiteY21" fmla="*/ 117477 h 801031"/>
                <a:gd name="connsiteX22" fmla="*/ 426456 w 953918"/>
                <a:gd name="connsiteY22" fmla="*/ 84889 h 801031"/>
                <a:gd name="connsiteX23" fmla="*/ 389003 w 953918"/>
                <a:gd name="connsiteY23" fmla="*/ 117477 h 801031"/>
                <a:gd name="connsiteX24" fmla="*/ 367994 w 953918"/>
                <a:gd name="connsiteY24" fmla="*/ 108932 h 801031"/>
                <a:gd name="connsiteX25" fmla="*/ 312575 w 953918"/>
                <a:gd name="connsiteY25" fmla="*/ 129426 h 801031"/>
                <a:gd name="connsiteX26" fmla="*/ 314096 w 953918"/>
                <a:gd name="connsiteY26" fmla="*/ 64250 h 801031"/>
                <a:gd name="connsiteX27" fmla="*/ 290117 w 953918"/>
                <a:gd name="connsiteY27" fmla="*/ 17974 h 801031"/>
                <a:gd name="connsiteX28" fmla="*/ 224194 w 953918"/>
                <a:gd name="connsiteY28" fmla="*/ 17974 h 801031"/>
                <a:gd name="connsiteX29" fmla="*/ 152257 w 953918"/>
                <a:gd name="connsiteY29" fmla="*/ 50563 h 801031"/>
                <a:gd name="connsiteX30" fmla="*/ 162761 w 953918"/>
                <a:gd name="connsiteY30" fmla="*/ 107121 h 801031"/>
                <a:gd name="connsiteX31" fmla="*/ 144795 w 953918"/>
                <a:gd name="connsiteY31" fmla="*/ 143330 h 801031"/>
                <a:gd name="connsiteX32" fmla="*/ 181017 w 953918"/>
                <a:gd name="connsiteY32" fmla="*/ 172297 h 801031"/>
                <a:gd name="connsiteX33" fmla="*/ 124076 w 953918"/>
                <a:gd name="connsiteY33" fmla="*/ 146589 h 801031"/>
                <a:gd name="connsiteX34" fmla="*/ 116832 w 953918"/>
                <a:gd name="connsiteY34" fmla="*/ 96910 h 801031"/>
                <a:gd name="connsiteX35" fmla="*/ 134798 w 953918"/>
                <a:gd name="connsiteY35" fmla="*/ 42090 h 801031"/>
                <a:gd name="connsiteX36" fmla="*/ 169281 w 953918"/>
                <a:gd name="connsiteY36" fmla="*/ 7763 h 801031"/>
                <a:gd name="connsiteX37" fmla="*/ 35913 w 953918"/>
                <a:gd name="connsiteY37" fmla="*/ 45493 h 801031"/>
                <a:gd name="connsiteX38" fmla="*/ 4472 w 953918"/>
                <a:gd name="connsiteY38" fmla="*/ 179177 h 801031"/>
                <a:gd name="connsiteX39" fmla="*/ 76408 w 953918"/>
                <a:gd name="connsiteY39" fmla="*/ 194530 h 801031"/>
                <a:gd name="connsiteX40" fmla="*/ 69164 w 953918"/>
                <a:gd name="connsiteY40" fmla="*/ 211693 h 801031"/>
                <a:gd name="connsiteX41" fmla="*/ 18454 w 953918"/>
                <a:gd name="connsiteY41" fmla="*/ 216835 h 801031"/>
                <a:gd name="connsiteX42" fmla="*/ 84377 w 953918"/>
                <a:gd name="connsiteY42" fmla="*/ 254564 h 801031"/>
                <a:gd name="connsiteX43" fmla="*/ 118860 w 953918"/>
                <a:gd name="connsiteY43" fmla="*/ 263110 h 801031"/>
                <a:gd name="connsiteX44" fmla="*/ 186233 w 953918"/>
                <a:gd name="connsiteY44" fmla="*/ 275131 h 801031"/>
                <a:gd name="connsiteX45" fmla="*/ 261140 w 953918"/>
                <a:gd name="connsiteY45" fmla="*/ 290556 h 801031"/>
                <a:gd name="connsiteX46" fmla="*/ 295623 w 953918"/>
                <a:gd name="connsiteY46" fmla="*/ 273393 h 801031"/>
                <a:gd name="connsiteX47" fmla="*/ 315835 w 953918"/>
                <a:gd name="connsiteY47" fmla="*/ 273393 h 801031"/>
                <a:gd name="connsiteX48" fmla="*/ 366545 w 953918"/>
                <a:gd name="connsiteY48" fmla="*/ 274842 h 801031"/>
                <a:gd name="connsiteX49" fmla="*/ 373790 w 953918"/>
                <a:gd name="connsiteY49" fmla="*/ 282735 h 801031"/>
                <a:gd name="connsiteX50" fmla="*/ 379803 w 953918"/>
                <a:gd name="connsiteY50" fmla="*/ 281649 h 801031"/>
                <a:gd name="connsiteX51" fmla="*/ 367704 w 953918"/>
                <a:gd name="connsiteY51" fmla="*/ 261227 h 801031"/>
                <a:gd name="connsiteX52" fmla="*/ 374949 w 953918"/>
                <a:gd name="connsiteY52" fmla="*/ 242398 h 801031"/>
                <a:gd name="connsiteX53" fmla="*/ 415372 w 953918"/>
                <a:gd name="connsiteY53" fmla="*/ 271366 h 801031"/>
                <a:gd name="connsiteX54" fmla="*/ 433338 w 953918"/>
                <a:gd name="connsiteY54" fmla="*/ 290267 h 801031"/>
                <a:gd name="connsiteX55" fmla="*/ 484049 w 953918"/>
                <a:gd name="connsiteY55" fmla="*/ 329662 h 801031"/>
                <a:gd name="connsiteX56" fmla="*/ 451087 w 953918"/>
                <a:gd name="connsiteY56" fmla="*/ 362250 h 801031"/>
                <a:gd name="connsiteX57" fmla="*/ 503536 w 953918"/>
                <a:gd name="connsiteY57" fmla="*/ 345087 h 801031"/>
                <a:gd name="connsiteX58" fmla="*/ 534977 w 953918"/>
                <a:gd name="connsiteY58" fmla="*/ 382817 h 801031"/>
                <a:gd name="connsiteX59" fmla="*/ 585687 w 953918"/>
                <a:gd name="connsiteY59" fmla="*/ 420474 h 801031"/>
                <a:gd name="connsiteX60" fmla="*/ 585687 w 953918"/>
                <a:gd name="connsiteY60" fmla="*/ 487316 h 801031"/>
                <a:gd name="connsiteX61" fmla="*/ 641179 w 953918"/>
                <a:gd name="connsiteY61" fmla="*/ 482175 h 801031"/>
                <a:gd name="connsiteX62" fmla="*/ 693556 w 953918"/>
                <a:gd name="connsiteY62" fmla="*/ 511142 h 801031"/>
                <a:gd name="connsiteX63" fmla="*/ 644149 w 953918"/>
                <a:gd name="connsiteY63" fmla="*/ 538588 h 801031"/>
                <a:gd name="connsiteX64" fmla="*/ 558738 w 953918"/>
                <a:gd name="connsiteY64" fmla="*/ 502379 h 801031"/>
                <a:gd name="connsiteX65" fmla="*/ 549755 w 953918"/>
                <a:gd name="connsiteY65" fmla="*/ 567556 h 801031"/>
                <a:gd name="connsiteX66" fmla="*/ 470067 w 953918"/>
                <a:gd name="connsiteY66" fmla="*/ 586384 h 801031"/>
                <a:gd name="connsiteX67" fmla="*/ 425152 w 953918"/>
                <a:gd name="connsiteY67" fmla="*/ 596668 h 801031"/>
                <a:gd name="connsiteX68" fmla="*/ 405665 w 953918"/>
                <a:gd name="connsiteY68" fmla="*/ 644681 h 801031"/>
                <a:gd name="connsiteX69" fmla="*/ 480572 w 953918"/>
                <a:gd name="connsiteY69" fmla="*/ 648085 h 801031"/>
                <a:gd name="connsiteX70" fmla="*/ 513534 w 953918"/>
                <a:gd name="connsiteY70" fmla="*/ 641278 h 801031"/>
                <a:gd name="connsiteX71" fmla="*/ 564244 w 953918"/>
                <a:gd name="connsiteY71" fmla="*/ 637801 h 801031"/>
                <a:gd name="connsiteX72" fmla="*/ 603219 w 953918"/>
                <a:gd name="connsiteY72" fmla="*/ 677197 h 801031"/>
                <a:gd name="connsiteX73" fmla="*/ 622634 w 953918"/>
                <a:gd name="connsiteY73" fmla="*/ 726948 h 801031"/>
                <a:gd name="connsiteX74" fmla="*/ 703553 w 953918"/>
                <a:gd name="connsiteY74" fmla="*/ 755915 h 801031"/>
                <a:gd name="connsiteX75" fmla="*/ 715072 w 953918"/>
                <a:gd name="connsiteY75" fmla="*/ 766199 h 801031"/>
                <a:gd name="connsiteX76" fmla="*/ 751801 w 953918"/>
                <a:gd name="connsiteY76" fmla="*/ 773875 h 801031"/>
                <a:gd name="connsiteX77" fmla="*/ 766869 w 953918"/>
                <a:gd name="connsiteY77" fmla="*/ 778003 h 801031"/>
                <a:gd name="connsiteX78" fmla="*/ 802294 w 953918"/>
                <a:gd name="connsiteY78" fmla="*/ 795094 h 801031"/>
                <a:gd name="connsiteX79" fmla="*/ 808959 w 953918"/>
                <a:gd name="connsiteY79" fmla="*/ 801032 h 801031"/>
                <a:gd name="connsiteX80" fmla="*/ 720070 w 953918"/>
                <a:gd name="connsiteY80" fmla="*/ 699647 h 801031"/>
                <a:gd name="connsiteX81" fmla="*/ 770781 w 953918"/>
                <a:gd name="connsiteY81" fmla="*/ 709930 h 801031"/>
                <a:gd name="connsiteX82" fmla="*/ 862132 w 953918"/>
                <a:gd name="connsiteY82" fmla="*/ 716810 h 801031"/>
                <a:gd name="connsiteX83" fmla="*/ 864451 w 953918"/>
                <a:gd name="connsiteY83" fmla="*/ 693853 h 801031"/>
                <a:gd name="connsiteX84" fmla="*/ 853367 w 953918"/>
                <a:gd name="connsiteY84" fmla="*/ 686611 h 801031"/>
                <a:gd name="connsiteX85" fmla="*/ 848223 w 953918"/>
                <a:gd name="connsiteY85" fmla="*/ 682483 h 801031"/>
                <a:gd name="connsiteX86" fmla="*/ 832865 w 953918"/>
                <a:gd name="connsiteY86" fmla="*/ 634108 h 801031"/>
                <a:gd name="connsiteX87" fmla="*/ 809683 w 953918"/>
                <a:gd name="connsiteY87" fmla="*/ 618973 h 801031"/>
                <a:gd name="connsiteX88" fmla="*/ 754264 w 953918"/>
                <a:gd name="connsiteY88" fmla="*/ 560676 h 801031"/>
                <a:gd name="connsiteX89" fmla="*/ 763247 w 953918"/>
                <a:gd name="connsiteY89" fmla="*/ 517877 h 801031"/>
                <a:gd name="connsiteX90" fmla="*/ 811205 w 953918"/>
                <a:gd name="connsiteY90" fmla="*/ 536706 h 801031"/>
                <a:gd name="connsiteX91" fmla="*/ 860611 w 953918"/>
                <a:gd name="connsiteY91" fmla="*/ 591526 h 801031"/>
                <a:gd name="connsiteX92" fmla="*/ 867421 w 953918"/>
                <a:gd name="connsiteY92" fmla="*/ 597537 h 801031"/>
                <a:gd name="connsiteX93" fmla="*/ 877998 w 953918"/>
                <a:gd name="connsiteY93" fmla="*/ 592540 h 801031"/>
                <a:gd name="connsiteX94" fmla="*/ 895384 w 953918"/>
                <a:gd name="connsiteY94" fmla="*/ 586240 h 801031"/>
                <a:gd name="connsiteX95" fmla="*/ 896616 w 953918"/>
                <a:gd name="connsiteY95" fmla="*/ 581243 h 801031"/>
                <a:gd name="connsiteX96" fmla="*/ 899006 w 953918"/>
                <a:gd name="connsiteY96" fmla="*/ 576246 h 801031"/>
                <a:gd name="connsiteX97" fmla="*/ 932258 w 953918"/>
                <a:gd name="connsiteY97" fmla="*/ 540399 h 801031"/>
                <a:gd name="connsiteX98" fmla="*/ 932982 w 953918"/>
                <a:gd name="connsiteY98" fmla="*/ 539675 h 801031"/>
                <a:gd name="connsiteX99" fmla="*/ 945877 w 953918"/>
                <a:gd name="connsiteY99" fmla="*/ 529898 h 801031"/>
                <a:gd name="connsiteX100" fmla="*/ 946674 w 953918"/>
                <a:gd name="connsiteY100" fmla="*/ 529102 h 801031"/>
                <a:gd name="connsiteX101" fmla="*/ 953919 w 953918"/>
                <a:gd name="connsiteY101" fmla="*/ 518022 h 801031"/>
                <a:gd name="connsiteX102" fmla="*/ 946819 w 953918"/>
                <a:gd name="connsiteY102" fmla="*/ 504480 h 801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953918" h="801031">
                  <a:moveTo>
                    <a:pt x="946819" y="504480"/>
                  </a:moveTo>
                  <a:cubicBezTo>
                    <a:pt x="946703" y="503125"/>
                    <a:pt x="946435" y="501793"/>
                    <a:pt x="946022" y="500497"/>
                  </a:cubicBezTo>
                  <a:cubicBezTo>
                    <a:pt x="944211" y="497600"/>
                    <a:pt x="942472" y="494631"/>
                    <a:pt x="940516" y="491734"/>
                  </a:cubicBezTo>
                  <a:cubicBezTo>
                    <a:pt x="938560" y="488837"/>
                    <a:pt x="936822" y="485723"/>
                    <a:pt x="935156" y="482754"/>
                  </a:cubicBezTo>
                  <a:cubicBezTo>
                    <a:pt x="911539" y="484275"/>
                    <a:pt x="907048" y="465518"/>
                    <a:pt x="907048" y="453787"/>
                  </a:cubicBezTo>
                  <a:cubicBezTo>
                    <a:pt x="907048" y="442055"/>
                    <a:pt x="862132" y="412653"/>
                    <a:pt x="847137" y="417578"/>
                  </a:cubicBezTo>
                  <a:cubicBezTo>
                    <a:pt x="832141" y="422502"/>
                    <a:pt x="806713" y="395273"/>
                    <a:pt x="787226" y="393535"/>
                  </a:cubicBezTo>
                  <a:cubicBezTo>
                    <a:pt x="767738" y="391797"/>
                    <a:pt x="739268" y="374706"/>
                    <a:pt x="742311" y="350736"/>
                  </a:cubicBezTo>
                  <a:cubicBezTo>
                    <a:pt x="745353" y="326765"/>
                    <a:pt x="781213" y="357615"/>
                    <a:pt x="788747" y="338714"/>
                  </a:cubicBezTo>
                  <a:cubicBezTo>
                    <a:pt x="796281" y="319813"/>
                    <a:pt x="751294" y="330169"/>
                    <a:pt x="749772" y="316482"/>
                  </a:cubicBezTo>
                  <a:cubicBezTo>
                    <a:pt x="748251" y="302795"/>
                    <a:pt x="760277" y="307864"/>
                    <a:pt x="769260" y="299319"/>
                  </a:cubicBezTo>
                  <a:cubicBezTo>
                    <a:pt x="778243" y="290774"/>
                    <a:pt x="762015" y="273610"/>
                    <a:pt x="751294" y="266731"/>
                  </a:cubicBezTo>
                  <a:cubicBezTo>
                    <a:pt x="740572" y="259851"/>
                    <a:pt x="737819" y="280490"/>
                    <a:pt x="727315" y="280490"/>
                  </a:cubicBezTo>
                  <a:cubicBezTo>
                    <a:pt x="716810" y="280490"/>
                    <a:pt x="725793" y="261589"/>
                    <a:pt x="733328" y="249640"/>
                  </a:cubicBezTo>
                  <a:cubicBezTo>
                    <a:pt x="740862" y="237691"/>
                    <a:pt x="698844" y="223932"/>
                    <a:pt x="680878" y="230739"/>
                  </a:cubicBezTo>
                  <a:cubicBezTo>
                    <a:pt x="662912" y="237546"/>
                    <a:pt x="656900" y="225597"/>
                    <a:pt x="656900" y="211910"/>
                  </a:cubicBezTo>
                  <a:cubicBezTo>
                    <a:pt x="656900" y="198223"/>
                    <a:pt x="625459" y="211910"/>
                    <a:pt x="613433" y="222194"/>
                  </a:cubicBezTo>
                  <a:cubicBezTo>
                    <a:pt x="601408" y="232477"/>
                    <a:pt x="586484" y="211910"/>
                    <a:pt x="601480" y="210172"/>
                  </a:cubicBezTo>
                  <a:cubicBezTo>
                    <a:pt x="616476" y="208434"/>
                    <a:pt x="634442" y="194747"/>
                    <a:pt x="629951" y="179394"/>
                  </a:cubicBezTo>
                  <a:cubicBezTo>
                    <a:pt x="625459" y="164042"/>
                    <a:pt x="586484" y="162231"/>
                    <a:pt x="579240" y="181060"/>
                  </a:cubicBezTo>
                  <a:cubicBezTo>
                    <a:pt x="571996" y="199889"/>
                    <a:pt x="540265" y="160493"/>
                    <a:pt x="540265" y="144851"/>
                  </a:cubicBezTo>
                  <a:cubicBezTo>
                    <a:pt x="540265" y="129209"/>
                    <a:pt x="492308" y="143185"/>
                    <a:pt x="498320" y="117477"/>
                  </a:cubicBezTo>
                  <a:cubicBezTo>
                    <a:pt x="504333" y="91768"/>
                    <a:pt x="442901" y="84889"/>
                    <a:pt x="426456" y="84889"/>
                  </a:cubicBezTo>
                  <a:cubicBezTo>
                    <a:pt x="410011" y="84889"/>
                    <a:pt x="385960" y="100314"/>
                    <a:pt x="389003" y="117477"/>
                  </a:cubicBezTo>
                  <a:cubicBezTo>
                    <a:pt x="392046" y="134640"/>
                    <a:pt x="370964" y="127760"/>
                    <a:pt x="367994" y="108932"/>
                  </a:cubicBezTo>
                  <a:cubicBezTo>
                    <a:pt x="365024" y="90103"/>
                    <a:pt x="324528" y="129426"/>
                    <a:pt x="312575" y="129426"/>
                  </a:cubicBezTo>
                  <a:cubicBezTo>
                    <a:pt x="300621" y="129426"/>
                    <a:pt x="319819" y="79747"/>
                    <a:pt x="314096" y="64250"/>
                  </a:cubicBezTo>
                  <a:cubicBezTo>
                    <a:pt x="308373" y="48752"/>
                    <a:pt x="299100" y="43683"/>
                    <a:pt x="290117" y="17974"/>
                  </a:cubicBezTo>
                  <a:cubicBezTo>
                    <a:pt x="281134" y="-7734"/>
                    <a:pt x="236147" y="2549"/>
                    <a:pt x="224194" y="17974"/>
                  </a:cubicBezTo>
                  <a:cubicBezTo>
                    <a:pt x="212240" y="33399"/>
                    <a:pt x="173483" y="26592"/>
                    <a:pt x="152257" y="50563"/>
                  </a:cubicBezTo>
                  <a:cubicBezTo>
                    <a:pt x="131031" y="74533"/>
                    <a:pt x="153778" y="98503"/>
                    <a:pt x="162761" y="107121"/>
                  </a:cubicBezTo>
                  <a:cubicBezTo>
                    <a:pt x="171744" y="115739"/>
                    <a:pt x="131321" y="129353"/>
                    <a:pt x="144795" y="143330"/>
                  </a:cubicBezTo>
                  <a:cubicBezTo>
                    <a:pt x="158270" y="157307"/>
                    <a:pt x="179278" y="150137"/>
                    <a:pt x="181017" y="172297"/>
                  </a:cubicBezTo>
                  <a:cubicBezTo>
                    <a:pt x="182756" y="194457"/>
                    <a:pt x="131611" y="165418"/>
                    <a:pt x="124076" y="146589"/>
                  </a:cubicBezTo>
                  <a:cubicBezTo>
                    <a:pt x="116542" y="127760"/>
                    <a:pt x="127119" y="110380"/>
                    <a:pt x="116832" y="96910"/>
                  </a:cubicBezTo>
                  <a:cubicBezTo>
                    <a:pt x="106545" y="83440"/>
                    <a:pt x="115311" y="66060"/>
                    <a:pt x="134798" y="42090"/>
                  </a:cubicBezTo>
                  <a:cubicBezTo>
                    <a:pt x="154285" y="18119"/>
                    <a:pt x="169281" y="21523"/>
                    <a:pt x="169281" y="7763"/>
                  </a:cubicBezTo>
                  <a:cubicBezTo>
                    <a:pt x="169281" y="-5996"/>
                    <a:pt x="85391" y="-5924"/>
                    <a:pt x="35913" y="45493"/>
                  </a:cubicBezTo>
                  <a:cubicBezTo>
                    <a:pt x="-13567" y="96910"/>
                    <a:pt x="1502" y="165418"/>
                    <a:pt x="4472" y="179177"/>
                  </a:cubicBezTo>
                  <a:cubicBezTo>
                    <a:pt x="7442" y="192937"/>
                    <a:pt x="50908" y="185984"/>
                    <a:pt x="76408" y="194530"/>
                  </a:cubicBezTo>
                  <a:cubicBezTo>
                    <a:pt x="101909" y="203075"/>
                    <a:pt x="88362" y="215097"/>
                    <a:pt x="69164" y="211693"/>
                  </a:cubicBezTo>
                  <a:cubicBezTo>
                    <a:pt x="49967" y="208289"/>
                    <a:pt x="16715" y="201410"/>
                    <a:pt x="18454" y="216835"/>
                  </a:cubicBezTo>
                  <a:cubicBezTo>
                    <a:pt x="20192" y="232260"/>
                    <a:pt x="60398" y="261372"/>
                    <a:pt x="84377" y="254564"/>
                  </a:cubicBezTo>
                  <a:cubicBezTo>
                    <a:pt x="108356" y="247757"/>
                    <a:pt x="108356" y="247323"/>
                    <a:pt x="118860" y="263110"/>
                  </a:cubicBezTo>
                  <a:cubicBezTo>
                    <a:pt x="129365" y="278897"/>
                    <a:pt x="157763" y="273393"/>
                    <a:pt x="186233" y="275131"/>
                  </a:cubicBezTo>
                  <a:cubicBezTo>
                    <a:pt x="214703" y="276869"/>
                    <a:pt x="247665" y="288818"/>
                    <a:pt x="261140" y="290556"/>
                  </a:cubicBezTo>
                  <a:cubicBezTo>
                    <a:pt x="274817" y="291128"/>
                    <a:pt x="287835" y="284647"/>
                    <a:pt x="295623" y="273393"/>
                  </a:cubicBezTo>
                  <a:cubicBezTo>
                    <a:pt x="297217" y="270352"/>
                    <a:pt x="305331" y="271221"/>
                    <a:pt x="315835" y="273393"/>
                  </a:cubicBezTo>
                  <a:cubicBezTo>
                    <a:pt x="330439" y="260329"/>
                    <a:pt x="352716" y="260966"/>
                    <a:pt x="366545" y="274842"/>
                  </a:cubicBezTo>
                  <a:lnTo>
                    <a:pt x="373790" y="282735"/>
                  </a:lnTo>
                  <a:cubicBezTo>
                    <a:pt x="375767" y="282228"/>
                    <a:pt x="377774" y="281866"/>
                    <a:pt x="379803" y="281649"/>
                  </a:cubicBezTo>
                  <a:cubicBezTo>
                    <a:pt x="383570" y="275928"/>
                    <a:pt x="375673" y="265138"/>
                    <a:pt x="367704" y="261227"/>
                  </a:cubicBezTo>
                  <a:cubicBezTo>
                    <a:pt x="357272" y="256085"/>
                    <a:pt x="361764" y="233853"/>
                    <a:pt x="374949" y="242398"/>
                  </a:cubicBezTo>
                  <a:cubicBezTo>
                    <a:pt x="388134" y="250944"/>
                    <a:pt x="411171" y="256085"/>
                    <a:pt x="415372" y="271366"/>
                  </a:cubicBezTo>
                  <a:cubicBezTo>
                    <a:pt x="419212" y="284546"/>
                    <a:pt x="431817" y="278607"/>
                    <a:pt x="433338" y="290267"/>
                  </a:cubicBezTo>
                  <a:cubicBezTo>
                    <a:pt x="434860" y="301926"/>
                    <a:pt x="482817" y="315975"/>
                    <a:pt x="484049" y="329662"/>
                  </a:cubicBezTo>
                  <a:cubicBezTo>
                    <a:pt x="485281" y="343349"/>
                    <a:pt x="437612" y="350229"/>
                    <a:pt x="451087" y="362250"/>
                  </a:cubicBezTo>
                  <a:cubicBezTo>
                    <a:pt x="464562" y="374272"/>
                    <a:pt x="485570" y="346753"/>
                    <a:pt x="503536" y="345087"/>
                  </a:cubicBezTo>
                  <a:cubicBezTo>
                    <a:pt x="521502" y="343422"/>
                    <a:pt x="521502" y="389624"/>
                    <a:pt x="534977" y="382817"/>
                  </a:cubicBezTo>
                  <a:cubicBezTo>
                    <a:pt x="553378" y="373475"/>
                    <a:pt x="567939" y="391362"/>
                    <a:pt x="585687" y="420474"/>
                  </a:cubicBezTo>
                  <a:cubicBezTo>
                    <a:pt x="603436" y="449587"/>
                    <a:pt x="584239" y="477033"/>
                    <a:pt x="585687" y="487316"/>
                  </a:cubicBezTo>
                  <a:cubicBezTo>
                    <a:pt x="587136" y="497600"/>
                    <a:pt x="621909" y="494124"/>
                    <a:pt x="641179" y="482175"/>
                  </a:cubicBezTo>
                  <a:cubicBezTo>
                    <a:pt x="660449" y="470226"/>
                    <a:pt x="678633" y="495862"/>
                    <a:pt x="693556" y="511142"/>
                  </a:cubicBezTo>
                  <a:cubicBezTo>
                    <a:pt x="708479" y="526422"/>
                    <a:pt x="638137" y="552276"/>
                    <a:pt x="644149" y="538588"/>
                  </a:cubicBezTo>
                  <a:cubicBezTo>
                    <a:pt x="650162" y="524901"/>
                    <a:pt x="602205" y="483768"/>
                    <a:pt x="558738" y="502379"/>
                  </a:cubicBezTo>
                  <a:cubicBezTo>
                    <a:pt x="515272" y="520991"/>
                    <a:pt x="545264" y="550320"/>
                    <a:pt x="549755" y="567556"/>
                  </a:cubicBezTo>
                  <a:cubicBezTo>
                    <a:pt x="554247" y="584791"/>
                    <a:pt x="510853" y="601810"/>
                    <a:pt x="470067" y="586384"/>
                  </a:cubicBezTo>
                  <a:cubicBezTo>
                    <a:pt x="429282" y="570959"/>
                    <a:pt x="441597" y="596668"/>
                    <a:pt x="425152" y="596668"/>
                  </a:cubicBezTo>
                  <a:cubicBezTo>
                    <a:pt x="408708" y="596668"/>
                    <a:pt x="390669" y="625635"/>
                    <a:pt x="405665" y="644681"/>
                  </a:cubicBezTo>
                  <a:cubicBezTo>
                    <a:pt x="420661" y="663727"/>
                    <a:pt x="453623" y="646419"/>
                    <a:pt x="480572" y="648085"/>
                  </a:cubicBezTo>
                  <a:cubicBezTo>
                    <a:pt x="507521" y="649750"/>
                    <a:pt x="510563" y="658368"/>
                    <a:pt x="513534" y="641278"/>
                  </a:cubicBezTo>
                  <a:cubicBezTo>
                    <a:pt x="516504" y="624187"/>
                    <a:pt x="544974" y="632660"/>
                    <a:pt x="564244" y="637801"/>
                  </a:cubicBezTo>
                  <a:cubicBezTo>
                    <a:pt x="583514" y="642943"/>
                    <a:pt x="579240" y="674010"/>
                    <a:pt x="603219" y="677197"/>
                  </a:cubicBezTo>
                  <a:cubicBezTo>
                    <a:pt x="627198" y="680383"/>
                    <a:pt x="607710" y="708047"/>
                    <a:pt x="622634" y="726948"/>
                  </a:cubicBezTo>
                  <a:cubicBezTo>
                    <a:pt x="637557" y="745849"/>
                    <a:pt x="685587" y="735493"/>
                    <a:pt x="703553" y="755915"/>
                  </a:cubicBezTo>
                  <a:cubicBezTo>
                    <a:pt x="707081" y="759681"/>
                    <a:pt x="710935" y="763121"/>
                    <a:pt x="715072" y="766199"/>
                  </a:cubicBezTo>
                  <a:cubicBezTo>
                    <a:pt x="727836" y="762715"/>
                    <a:pt x="741499" y="765569"/>
                    <a:pt x="751801" y="773875"/>
                  </a:cubicBezTo>
                  <a:cubicBezTo>
                    <a:pt x="757075" y="774092"/>
                    <a:pt x="762225" y="775505"/>
                    <a:pt x="766869" y="778003"/>
                  </a:cubicBezTo>
                  <a:cubicBezTo>
                    <a:pt x="779438" y="781979"/>
                    <a:pt x="791362" y="787729"/>
                    <a:pt x="802294" y="795094"/>
                  </a:cubicBezTo>
                  <a:cubicBezTo>
                    <a:pt x="804743" y="796803"/>
                    <a:pt x="806981" y="798794"/>
                    <a:pt x="808959" y="801032"/>
                  </a:cubicBezTo>
                  <a:cubicBezTo>
                    <a:pt x="817217" y="781841"/>
                    <a:pt x="742021" y="706092"/>
                    <a:pt x="720070" y="699647"/>
                  </a:cubicBezTo>
                  <a:cubicBezTo>
                    <a:pt x="698120" y="693201"/>
                    <a:pt x="742528" y="684221"/>
                    <a:pt x="770781" y="709930"/>
                  </a:cubicBezTo>
                  <a:cubicBezTo>
                    <a:pt x="799034" y="735638"/>
                    <a:pt x="841124" y="747660"/>
                    <a:pt x="862132" y="716810"/>
                  </a:cubicBezTo>
                  <a:cubicBezTo>
                    <a:pt x="870753" y="704136"/>
                    <a:pt x="869377" y="698126"/>
                    <a:pt x="864451" y="693853"/>
                  </a:cubicBezTo>
                  <a:cubicBezTo>
                    <a:pt x="860379" y="692079"/>
                    <a:pt x="856627" y="689631"/>
                    <a:pt x="853367" y="686611"/>
                  </a:cubicBezTo>
                  <a:cubicBezTo>
                    <a:pt x="851498" y="685438"/>
                    <a:pt x="849774" y="684055"/>
                    <a:pt x="848223" y="682483"/>
                  </a:cubicBezTo>
                  <a:cubicBezTo>
                    <a:pt x="832061" y="672200"/>
                    <a:pt x="825592" y="651822"/>
                    <a:pt x="832865" y="634108"/>
                  </a:cubicBezTo>
                  <a:cubicBezTo>
                    <a:pt x="828207" y="625461"/>
                    <a:pt x="819478" y="619762"/>
                    <a:pt x="809683" y="618973"/>
                  </a:cubicBezTo>
                  <a:cubicBezTo>
                    <a:pt x="788747" y="618973"/>
                    <a:pt x="734777" y="570959"/>
                    <a:pt x="754264" y="560676"/>
                  </a:cubicBezTo>
                  <a:cubicBezTo>
                    <a:pt x="773751" y="550393"/>
                    <a:pt x="748251" y="536706"/>
                    <a:pt x="763247" y="517877"/>
                  </a:cubicBezTo>
                  <a:cubicBezTo>
                    <a:pt x="778243" y="499048"/>
                    <a:pt x="793238" y="534968"/>
                    <a:pt x="811205" y="536706"/>
                  </a:cubicBezTo>
                  <a:cubicBezTo>
                    <a:pt x="829171" y="538444"/>
                    <a:pt x="832213" y="564152"/>
                    <a:pt x="860611" y="591526"/>
                  </a:cubicBezTo>
                  <a:cubicBezTo>
                    <a:pt x="863074" y="593916"/>
                    <a:pt x="865320" y="595799"/>
                    <a:pt x="867421" y="597537"/>
                  </a:cubicBezTo>
                  <a:cubicBezTo>
                    <a:pt x="870688" y="595372"/>
                    <a:pt x="874252" y="593691"/>
                    <a:pt x="877998" y="592540"/>
                  </a:cubicBezTo>
                  <a:cubicBezTo>
                    <a:pt x="883916" y="590802"/>
                    <a:pt x="889726" y="588695"/>
                    <a:pt x="895384" y="586240"/>
                  </a:cubicBezTo>
                  <a:cubicBezTo>
                    <a:pt x="895819" y="584574"/>
                    <a:pt x="896181" y="582909"/>
                    <a:pt x="896616" y="581243"/>
                  </a:cubicBezTo>
                  <a:cubicBezTo>
                    <a:pt x="896992" y="579411"/>
                    <a:pt x="897818" y="577694"/>
                    <a:pt x="899006" y="576246"/>
                  </a:cubicBezTo>
                  <a:cubicBezTo>
                    <a:pt x="900202" y="557931"/>
                    <a:pt x="914082" y="542970"/>
                    <a:pt x="932258" y="540399"/>
                  </a:cubicBezTo>
                  <a:lnTo>
                    <a:pt x="932982" y="539675"/>
                  </a:lnTo>
                  <a:cubicBezTo>
                    <a:pt x="936974" y="536032"/>
                    <a:pt x="941292" y="532759"/>
                    <a:pt x="945877" y="529898"/>
                  </a:cubicBezTo>
                  <a:lnTo>
                    <a:pt x="946674" y="529102"/>
                  </a:lnTo>
                  <a:cubicBezTo>
                    <a:pt x="948449" y="525032"/>
                    <a:pt x="950905" y="521288"/>
                    <a:pt x="953919" y="518022"/>
                  </a:cubicBezTo>
                  <a:cubicBezTo>
                    <a:pt x="950347" y="514249"/>
                    <a:pt x="947891" y="509563"/>
                    <a:pt x="946819" y="5044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0" name="Freeform 187">
              <a:extLst>
                <a:ext uri="{FF2B5EF4-FFF2-40B4-BE49-F238E27FC236}">
                  <a16:creationId xmlns:a16="http://schemas.microsoft.com/office/drawing/2014/main" id="{3294A1E9-213D-CB40-A7DF-29033456DFC8}"/>
                </a:ext>
              </a:extLst>
            </p:cNvPr>
            <p:cNvSpPr/>
            <p:nvPr/>
          </p:nvSpPr>
          <p:spPr>
            <a:xfrm>
              <a:off x="3084399" y="1239452"/>
              <a:ext cx="85861" cy="75328"/>
            </a:xfrm>
            <a:custGeom>
              <a:avLst/>
              <a:gdLst>
                <a:gd name="connsiteX0" fmla="*/ 73127 w 85862"/>
                <a:gd name="connsiteY0" fmla="*/ 63939 h 75328"/>
                <a:gd name="connsiteX1" fmla="*/ 77618 w 85862"/>
                <a:gd name="connsiteY1" fmla="*/ 12522 h 75328"/>
                <a:gd name="connsiteX2" fmla="*/ 34152 w 85862"/>
                <a:gd name="connsiteY2" fmla="*/ 573 h 75328"/>
                <a:gd name="connsiteX3" fmla="*/ 4233 w 85862"/>
                <a:gd name="connsiteY3" fmla="*/ 60535 h 75328"/>
                <a:gd name="connsiteX4" fmla="*/ 73127 w 85862"/>
                <a:gd name="connsiteY4" fmla="*/ 63939 h 753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862" h="75328">
                  <a:moveTo>
                    <a:pt x="73127" y="63939"/>
                  </a:moveTo>
                  <a:cubicBezTo>
                    <a:pt x="91093" y="60535"/>
                    <a:pt x="87616" y="28816"/>
                    <a:pt x="77618" y="12522"/>
                  </a:cubicBezTo>
                  <a:cubicBezTo>
                    <a:pt x="70374" y="573"/>
                    <a:pt x="50669" y="-1165"/>
                    <a:pt x="34152" y="573"/>
                  </a:cubicBezTo>
                  <a:cubicBezTo>
                    <a:pt x="17635" y="2311"/>
                    <a:pt x="-10763" y="31423"/>
                    <a:pt x="4233" y="60535"/>
                  </a:cubicBezTo>
                  <a:cubicBezTo>
                    <a:pt x="19229" y="89647"/>
                    <a:pt x="55161" y="67415"/>
                    <a:pt x="73127" y="639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1" name="Freeform 188">
              <a:extLst>
                <a:ext uri="{FF2B5EF4-FFF2-40B4-BE49-F238E27FC236}">
                  <a16:creationId xmlns:a16="http://schemas.microsoft.com/office/drawing/2014/main" id="{6101F39E-092E-D53E-2174-305874F70DC1}"/>
                </a:ext>
              </a:extLst>
            </p:cNvPr>
            <p:cNvSpPr/>
            <p:nvPr/>
          </p:nvSpPr>
          <p:spPr>
            <a:xfrm>
              <a:off x="2433313" y="595995"/>
              <a:ext cx="575050" cy="201975"/>
            </a:xfrm>
            <a:custGeom>
              <a:avLst/>
              <a:gdLst>
                <a:gd name="connsiteX0" fmla="*/ 559477 w 575052"/>
                <a:gd name="connsiteY0" fmla="*/ 163604 h 201974"/>
                <a:gd name="connsiteX1" fmla="*/ 559477 w 575052"/>
                <a:gd name="connsiteY1" fmla="*/ 163604 h 201974"/>
                <a:gd name="connsiteX2" fmla="*/ 560564 w 575052"/>
                <a:gd name="connsiteY2" fmla="*/ 157376 h 201974"/>
                <a:gd name="connsiteX3" fmla="*/ 570489 w 575052"/>
                <a:gd name="connsiteY3" fmla="*/ 140648 h 201974"/>
                <a:gd name="connsiteX4" fmla="*/ 575053 w 575052"/>
                <a:gd name="connsiteY4" fmla="*/ 122616 h 201974"/>
                <a:gd name="connsiteX5" fmla="*/ 389887 w 575052"/>
                <a:gd name="connsiteY5" fmla="*/ 112767 h 201974"/>
                <a:gd name="connsiteX6" fmla="*/ 294044 w 575052"/>
                <a:gd name="connsiteY6" fmla="*/ 117909 h 201974"/>
                <a:gd name="connsiteX7" fmla="*/ 238624 w 575052"/>
                <a:gd name="connsiteY7" fmla="*/ 99080 h 201974"/>
                <a:gd name="connsiteX8" fmla="*/ 249129 w 575052"/>
                <a:gd name="connsiteY8" fmla="*/ 62871 h 201974"/>
                <a:gd name="connsiteX9" fmla="*/ 159226 w 575052"/>
                <a:gd name="connsiteY9" fmla="*/ 32021 h 201974"/>
                <a:gd name="connsiteX10" fmla="*/ 87290 w 575052"/>
                <a:gd name="connsiteY10" fmla="*/ 8050 h 201974"/>
                <a:gd name="connsiteX11" fmla="*/ 1951 w 575052"/>
                <a:gd name="connsiteY11" fmla="*/ 21737 h 201974"/>
                <a:gd name="connsiteX12" fmla="*/ 108298 w 575052"/>
                <a:gd name="connsiteY12" fmla="*/ 57946 h 201974"/>
                <a:gd name="connsiteX13" fmla="*/ 153213 w 575052"/>
                <a:gd name="connsiteY13" fmla="*/ 97342 h 201974"/>
                <a:gd name="connsiteX14" fmla="*/ 154735 w 575052"/>
                <a:gd name="connsiteY14" fmla="*/ 157376 h 201974"/>
                <a:gd name="connsiteX15" fmla="*/ 193637 w 575052"/>
                <a:gd name="connsiteY15" fmla="*/ 181347 h 201974"/>
                <a:gd name="connsiteX16" fmla="*/ 249129 w 575052"/>
                <a:gd name="connsiteY16" fmla="*/ 189892 h 201974"/>
                <a:gd name="connsiteX17" fmla="*/ 273035 w 575052"/>
                <a:gd name="connsiteY17" fmla="*/ 177871 h 201974"/>
                <a:gd name="connsiteX18" fmla="*/ 385395 w 575052"/>
                <a:gd name="connsiteY18" fmla="*/ 201914 h 201974"/>
                <a:gd name="connsiteX19" fmla="*/ 460302 w 575052"/>
                <a:gd name="connsiteY19" fmla="*/ 181347 h 201974"/>
                <a:gd name="connsiteX20" fmla="*/ 523400 w 575052"/>
                <a:gd name="connsiteY20" fmla="*/ 192934 h 201974"/>
                <a:gd name="connsiteX21" fmla="*/ 559477 w 575052"/>
                <a:gd name="connsiteY21" fmla="*/ 163604 h 201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575052" h="201974">
                  <a:moveTo>
                    <a:pt x="559477" y="163604"/>
                  </a:moveTo>
                  <a:lnTo>
                    <a:pt x="559477" y="163604"/>
                  </a:lnTo>
                  <a:cubicBezTo>
                    <a:pt x="559695" y="161504"/>
                    <a:pt x="560057" y="159426"/>
                    <a:pt x="560564" y="157376"/>
                  </a:cubicBezTo>
                  <a:cubicBezTo>
                    <a:pt x="562281" y="150996"/>
                    <a:pt x="565715" y="145217"/>
                    <a:pt x="570489" y="140648"/>
                  </a:cubicBezTo>
                  <a:cubicBezTo>
                    <a:pt x="570713" y="134384"/>
                    <a:pt x="572271" y="128235"/>
                    <a:pt x="575053" y="122616"/>
                  </a:cubicBezTo>
                  <a:cubicBezTo>
                    <a:pt x="547452" y="106611"/>
                    <a:pt x="415677" y="95821"/>
                    <a:pt x="389887" y="112767"/>
                  </a:cubicBezTo>
                  <a:cubicBezTo>
                    <a:pt x="361416" y="131668"/>
                    <a:pt x="316501" y="104222"/>
                    <a:pt x="294044" y="117909"/>
                  </a:cubicBezTo>
                  <a:cubicBezTo>
                    <a:pt x="271586" y="131596"/>
                    <a:pt x="279048" y="100818"/>
                    <a:pt x="238624" y="99080"/>
                  </a:cubicBezTo>
                  <a:cubicBezTo>
                    <a:pt x="198201" y="97342"/>
                    <a:pt x="241594" y="73371"/>
                    <a:pt x="249129" y="62871"/>
                  </a:cubicBezTo>
                  <a:cubicBezTo>
                    <a:pt x="256663" y="52370"/>
                    <a:pt x="187696" y="25213"/>
                    <a:pt x="159226" y="32021"/>
                  </a:cubicBezTo>
                  <a:cubicBezTo>
                    <a:pt x="130756" y="38828"/>
                    <a:pt x="114239" y="21737"/>
                    <a:pt x="87290" y="8050"/>
                  </a:cubicBezTo>
                  <a:cubicBezTo>
                    <a:pt x="60341" y="-5637"/>
                    <a:pt x="-12828" y="-2378"/>
                    <a:pt x="1951" y="21737"/>
                  </a:cubicBezTo>
                  <a:cubicBezTo>
                    <a:pt x="12383" y="38900"/>
                    <a:pt x="99315" y="74892"/>
                    <a:pt x="108298" y="57946"/>
                  </a:cubicBezTo>
                  <a:cubicBezTo>
                    <a:pt x="117281" y="41000"/>
                    <a:pt x="139739" y="78513"/>
                    <a:pt x="153213" y="97342"/>
                  </a:cubicBezTo>
                  <a:cubicBezTo>
                    <a:pt x="166688" y="116170"/>
                    <a:pt x="144230" y="123050"/>
                    <a:pt x="154735" y="157376"/>
                  </a:cubicBezTo>
                  <a:cubicBezTo>
                    <a:pt x="165239" y="191703"/>
                    <a:pt x="177192" y="167660"/>
                    <a:pt x="193637" y="181347"/>
                  </a:cubicBezTo>
                  <a:cubicBezTo>
                    <a:pt x="210081" y="195034"/>
                    <a:pt x="235654" y="203579"/>
                    <a:pt x="249129" y="189892"/>
                  </a:cubicBezTo>
                  <a:cubicBezTo>
                    <a:pt x="262603" y="176205"/>
                    <a:pt x="268544" y="165922"/>
                    <a:pt x="273035" y="177871"/>
                  </a:cubicBezTo>
                  <a:cubicBezTo>
                    <a:pt x="280279" y="197424"/>
                    <a:pt x="313531" y="200176"/>
                    <a:pt x="385395" y="201914"/>
                  </a:cubicBezTo>
                  <a:cubicBezTo>
                    <a:pt x="457259" y="203652"/>
                    <a:pt x="439366" y="167660"/>
                    <a:pt x="460302" y="181347"/>
                  </a:cubicBezTo>
                  <a:cubicBezTo>
                    <a:pt x="474791" y="190616"/>
                    <a:pt x="501233" y="193585"/>
                    <a:pt x="523400" y="192934"/>
                  </a:cubicBezTo>
                  <a:cubicBezTo>
                    <a:pt x="527232" y="176017"/>
                    <a:pt x="542127" y="163908"/>
                    <a:pt x="559477" y="1636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2" name="Freeform 189">
              <a:extLst>
                <a:ext uri="{FF2B5EF4-FFF2-40B4-BE49-F238E27FC236}">
                  <a16:creationId xmlns:a16="http://schemas.microsoft.com/office/drawing/2014/main" id="{F0B0E335-BC4E-5446-EF4C-8C63E7088E2D}"/>
                </a:ext>
              </a:extLst>
            </p:cNvPr>
            <p:cNvSpPr/>
            <p:nvPr/>
          </p:nvSpPr>
          <p:spPr>
            <a:xfrm>
              <a:off x="2608694" y="58444"/>
              <a:ext cx="1039060" cy="605316"/>
            </a:xfrm>
            <a:custGeom>
              <a:avLst/>
              <a:gdLst>
                <a:gd name="connsiteX0" fmla="*/ 1010227 w 1039065"/>
                <a:gd name="connsiteY0" fmla="*/ 54024 h 605312"/>
                <a:gd name="connsiteX1" fmla="*/ 958937 w 1039065"/>
                <a:gd name="connsiteY1" fmla="*/ 37513 h 605312"/>
                <a:gd name="connsiteX2" fmla="*/ 958430 w 1039065"/>
                <a:gd name="connsiteY2" fmla="*/ 37513 h 605312"/>
                <a:gd name="connsiteX3" fmla="*/ 950606 w 1039065"/>
                <a:gd name="connsiteY3" fmla="*/ 30271 h 605312"/>
                <a:gd name="connsiteX4" fmla="*/ 949736 w 1039065"/>
                <a:gd name="connsiteY4" fmla="*/ 29547 h 605312"/>
                <a:gd name="connsiteX5" fmla="*/ 947056 w 1039065"/>
                <a:gd name="connsiteY5" fmla="*/ 27664 h 605312"/>
                <a:gd name="connsiteX6" fmla="*/ 938073 w 1039065"/>
                <a:gd name="connsiteY6" fmla="*/ 22305 h 605312"/>
                <a:gd name="connsiteX7" fmla="*/ 935972 w 1039065"/>
                <a:gd name="connsiteY7" fmla="*/ 21653 h 605312"/>
                <a:gd name="connsiteX8" fmla="*/ 918803 w 1039065"/>
                <a:gd name="connsiteY8" fmla="*/ 18611 h 605312"/>
                <a:gd name="connsiteX9" fmla="*/ 894245 w 1039065"/>
                <a:gd name="connsiteY9" fmla="*/ 14411 h 605312"/>
                <a:gd name="connsiteX10" fmla="*/ 877655 w 1039065"/>
                <a:gd name="connsiteY10" fmla="*/ 18684 h 605312"/>
                <a:gd name="connsiteX11" fmla="*/ 875264 w 1039065"/>
                <a:gd name="connsiteY11" fmla="*/ 18684 h 605312"/>
                <a:gd name="connsiteX12" fmla="*/ 842447 w 1039065"/>
                <a:gd name="connsiteY12" fmla="*/ 30560 h 605312"/>
                <a:gd name="connsiteX13" fmla="*/ 837956 w 1039065"/>
                <a:gd name="connsiteY13" fmla="*/ 18394 h 605312"/>
                <a:gd name="connsiteX14" fmla="*/ 810717 w 1039065"/>
                <a:gd name="connsiteY14" fmla="*/ 2100 h 605312"/>
                <a:gd name="connsiteX15" fmla="*/ 774495 w 1039065"/>
                <a:gd name="connsiteY15" fmla="*/ 0 h 605312"/>
                <a:gd name="connsiteX16" fmla="*/ 769279 w 1039065"/>
                <a:gd name="connsiteY16" fmla="*/ 7242 h 605312"/>
                <a:gd name="connsiteX17" fmla="*/ 737477 w 1039065"/>
                <a:gd name="connsiteY17" fmla="*/ 25853 h 605312"/>
                <a:gd name="connsiteX18" fmla="*/ 687780 w 1039065"/>
                <a:gd name="connsiteY18" fmla="*/ 7749 h 605312"/>
                <a:gd name="connsiteX19" fmla="*/ 644314 w 1039065"/>
                <a:gd name="connsiteY19" fmla="*/ 22739 h 605312"/>
                <a:gd name="connsiteX20" fmla="*/ 548109 w 1039065"/>
                <a:gd name="connsiteY20" fmla="*/ 20712 h 605312"/>
                <a:gd name="connsiteX21" fmla="*/ 507541 w 1039065"/>
                <a:gd name="connsiteY21" fmla="*/ 2607 h 605312"/>
                <a:gd name="connsiteX22" fmla="*/ 456830 w 1039065"/>
                <a:gd name="connsiteY22" fmla="*/ 14846 h 605312"/>
                <a:gd name="connsiteX23" fmla="*/ 395470 w 1039065"/>
                <a:gd name="connsiteY23" fmla="*/ 11370 h 605312"/>
                <a:gd name="connsiteX24" fmla="*/ 377432 w 1039065"/>
                <a:gd name="connsiteY24" fmla="*/ 21653 h 605312"/>
                <a:gd name="connsiteX25" fmla="*/ 356495 w 1039065"/>
                <a:gd name="connsiteY25" fmla="*/ 40482 h 605312"/>
                <a:gd name="connsiteX26" fmla="*/ 301076 w 1039065"/>
                <a:gd name="connsiteY26" fmla="*/ 54241 h 605312"/>
                <a:gd name="connsiteX27" fmla="*/ 260580 w 1039065"/>
                <a:gd name="connsiteY27" fmla="*/ 66190 h 605312"/>
                <a:gd name="connsiteX28" fmla="*/ 202190 w 1039065"/>
                <a:gd name="connsiteY28" fmla="*/ 59383 h 605312"/>
                <a:gd name="connsiteX29" fmla="*/ 169229 w 1039065"/>
                <a:gd name="connsiteY29" fmla="*/ 81615 h 605312"/>
                <a:gd name="connsiteX30" fmla="*/ 146771 w 1039065"/>
                <a:gd name="connsiteY30" fmla="*/ 100516 h 605312"/>
                <a:gd name="connsiteX31" fmla="*/ 94322 w 1039065"/>
                <a:gd name="connsiteY31" fmla="*/ 91899 h 605312"/>
                <a:gd name="connsiteX32" fmla="*/ 67373 w 1039065"/>
                <a:gd name="connsiteY32" fmla="*/ 115941 h 605312"/>
                <a:gd name="connsiteX33" fmla="*/ 15286 w 1039065"/>
                <a:gd name="connsiteY33" fmla="*/ 115507 h 605312"/>
                <a:gd name="connsiteX34" fmla="*/ 0 w 1039065"/>
                <a:gd name="connsiteY34" fmla="*/ 138898 h 605312"/>
                <a:gd name="connsiteX35" fmla="*/ 20936 w 1039065"/>
                <a:gd name="connsiteY35" fmla="*/ 131656 h 605312"/>
                <a:gd name="connsiteX36" fmla="*/ 40424 w 1039065"/>
                <a:gd name="connsiteY36" fmla="*/ 136798 h 605312"/>
                <a:gd name="connsiteX37" fmla="*/ 53898 w 1039065"/>
                <a:gd name="connsiteY37" fmla="*/ 152151 h 605312"/>
                <a:gd name="connsiteX38" fmla="*/ 43394 w 1039065"/>
                <a:gd name="connsiteY38" fmla="*/ 177859 h 605312"/>
                <a:gd name="connsiteX39" fmla="*/ 74834 w 1039065"/>
                <a:gd name="connsiteY39" fmla="*/ 201902 h 605312"/>
                <a:gd name="connsiteX40" fmla="*/ 160246 w 1039065"/>
                <a:gd name="connsiteY40" fmla="*/ 205306 h 605312"/>
                <a:gd name="connsiteX41" fmla="*/ 170750 w 1039065"/>
                <a:gd name="connsiteY41" fmla="*/ 224134 h 605312"/>
                <a:gd name="connsiteX42" fmla="*/ 266593 w 1039065"/>
                <a:gd name="connsiteY42" fmla="*/ 232752 h 605312"/>
                <a:gd name="connsiteX43" fmla="*/ 302815 w 1039065"/>
                <a:gd name="connsiteY43" fmla="*/ 227610 h 605312"/>
                <a:gd name="connsiteX44" fmla="*/ 410683 w 1039065"/>
                <a:gd name="connsiteY44" fmla="*/ 188142 h 605312"/>
                <a:gd name="connsiteX45" fmla="*/ 410683 w 1039065"/>
                <a:gd name="connsiteY45" fmla="*/ 220731 h 605312"/>
                <a:gd name="connsiteX46" fmla="*/ 299844 w 1039065"/>
                <a:gd name="connsiteY46" fmla="*/ 248177 h 605312"/>
                <a:gd name="connsiteX47" fmla="*/ 341789 w 1039065"/>
                <a:gd name="connsiteY47" fmla="*/ 299522 h 605312"/>
                <a:gd name="connsiteX48" fmla="*/ 284849 w 1039065"/>
                <a:gd name="connsiteY48" fmla="*/ 280693 h 605312"/>
                <a:gd name="connsiteX49" fmla="*/ 178501 w 1039065"/>
                <a:gd name="connsiteY49" fmla="*/ 253319 h 605312"/>
                <a:gd name="connsiteX50" fmla="*/ 180023 w 1039065"/>
                <a:gd name="connsiteY50" fmla="*/ 314947 h 605312"/>
                <a:gd name="connsiteX51" fmla="*/ 242904 w 1039065"/>
                <a:gd name="connsiteY51" fmla="*/ 361222 h 605312"/>
                <a:gd name="connsiteX52" fmla="*/ 308827 w 1039065"/>
                <a:gd name="connsiteY52" fmla="*/ 407497 h 605312"/>
                <a:gd name="connsiteX53" fmla="*/ 217766 w 1039065"/>
                <a:gd name="connsiteY53" fmla="*/ 386423 h 605312"/>
                <a:gd name="connsiteX54" fmla="*/ 130833 w 1039065"/>
                <a:gd name="connsiteY54" fmla="*/ 430961 h 605312"/>
                <a:gd name="connsiteX55" fmla="*/ 211753 w 1039065"/>
                <a:gd name="connsiteY55" fmla="*/ 432699 h 605312"/>
                <a:gd name="connsiteX56" fmla="*/ 204509 w 1039065"/>
                <a:gd name="connsiteY56" fmla="*/ 456669 h 605312"/>
                <a:gd name="connsiteX57" fmla="*/ 243411 w 1039065"/>
                <a:gd name="connsiteY57" fmla="*/ 508086 h 605312"/>
                <a:gd name="connsiteX58" fmla="*/ 198496 w 1039065"/>
                <a:gd name="connsiteY58" fmla="*/ 502944 h 605312"/>
                <a:gd name="connsiteX59" fmla="*/ 140034 w 1039065"/>
                <a:gd name="connsiteY59" fmla="*/ 468690 h 605312"/>
                <a:gd name="connsiteX60" fmla="*/ 135542 w 1039065"/>
                <a:gd name="connsiteY60" fmla="*/ 506420 h 605312"/>
                <a:gd name="connsiteX61" fmla="*/ 134093 w 1039065"/>
                <a:gd name="connsiteY61" fmla="*/ 530391 h 605312"/>
                <a:gd name="connsiteX62" fmla="*/ 65199 w 1039065"/>
                <a:gd name="connsiteY62" fmla="*/ 569786 h 605312"/>
                <a:gd name="connsiteX63" fmla="*/ 176038 w 1039065"/>
                <a:gd name="connsiteY63" fmla="*/ 583473 h 605312"/>
                <a:gd name="connsiteX64" fmla="*/ 235949 w 1039065"/>
                <a:gd name="connsiteY64" fmla="*/ 586949 h 605312"/>
                <a:gd name="connsiteX65" fmla="*/ 304843 w 1039065"/>
                <a:gd name="connsiteY65" fmla="*/ 578404 h 605312"/>
                <a:gd name="connsiteX66" fmla="*/ 355554 w 1039065"/>
                <a:gd name="connsiteY66" fmla="*/ 597233 h 605312"/>
                <a:gd name="connsiteX67" fmla="*/ 409524 w 1039065"/>
                <a:gd name="connsiteY67" fmla="*/ 592091 h 605312"/>
                <a:gd name="connsiteX68" fmla="*/ 446977 w 1039065"/>
                <a:gd name="connsiteY68" fmla="*/ 578404 h 605312"/>
                <a:gd name="connsiteX69" fmla="*/ 458931 w 1039065"/>
                <a:gd name="connsiteY69" fmla="*/ 575942 h 605312"/>
                <a:gd name="connsiteX70" fmla="*/ 462770 w 1039065"/>
                <a:gd name="connsiteY70" fmla="*/ 565876 h 605312"/>
                <a:gd name="connsiteX71" fmla="*/ 467117 w 1039065"/>
                <a:gd name="connsiteY71" fmla="*/ 560010 h 605312"/>
                <a:gd name="connsiteX72" fmla="*/ 461901 w 1039065"/>
                <a:gd name="connsiteY72" fmla="*/ 544078 h 605312"/>
                <a:gd name="connsiteX73" fmla="*/ 421477 w 1039065"/>
                <a:gd name="connsiteY73" fmla="*/ 544078 h 605312"/>
                <a:gd name="connsiteX74" fmla="*/ 351062 w 1039065"/>
                <a:gd name="connsiteY74" fmla="*/ 528653 h 605312"/>
                <a:gd name="connsiteX75" fmla="*/ 352583 w 1039065"/>
                <a:gd name="connsiteY75" fmla="*/ 506420 h 605312"/>
                <a:gd name="connsiteX76" fmla="*/ 440965 w 1039065"/>
                <a:gd name="connsiteY76" fmla="*/ 502944 h 605312"/>
                <a:gd name="connsiteX77" fmla="*/ 446977 w 1039065"/>
                <a:gd name="connsiteY77" fmla="*/ 465287 h 605312"/>
                <a:gd name="connsiteX78" fmla="*/ 509859 w 1039065"/>
                <a:gd name="connsiteY78" fmla="*/ 460145 h 605312"/>
                <a:gd name="connsiteX79" fmla="*/ 526303 w 1039065"/>
                <a:gd name="connsiteY79" fmla="*/ 455148 h 605312"/>
                <a:gd name="connsiteX80" fmla="*/ 550137 w 1039065"/>
                <a:gd name="connsiteY80" fmla="*/ 413508 h 605312"/>
                <a:gd name="connsiteX81" fmla="*/ 550137 w 1039065"/>
                <a:gd name="connsiteY81" fmla="*/ 408439 h 605312"/>
                <a:gd name="connsiteX82" fmla="*/ 568393 w 1039065"/>
                <a:gd name="connsiteY82" fmla="*/ 375995 h 605312"/>
                <a:gd name="connsiteX83" fmla="*/ 575638 w 1039065"/>
                <a:gd name="connsiteY83" fmla="*/ 372302 h 605312"/>
                <a:gd name="connsiteX84" fmla="*/ 487836 w 1039065"/>
                <a:gd name="connsiteY84" fmla="*/ 359049 h 605312"/>
                <a:gd name="connsiteX85" fmla="*/ 564264 w 1039065"/>
                <a:gd name="connsiteY85" fmla="*/ 336744 h 605312"/>
                <a:gd name="connsiteX86" fmla="*/ 606136 w 1039065"/>
                <a:gd name="connsiteY86" fmla="*/ 300535 h 605312"/>
                <a:gd name="connsiteX87" fmla="*/ 660976 w 1039065"/>
                <a:gd name="connsiteY87" fmla="*/ 306981 h 605312"/>
                <a:gd name="connsiteX88" fmla="*/ 684230 w 1039065"/>
                <a:gd name="connsiteY88" fmla="*/ 278013 h 605312"/>
                <a:gd name="connsiteX89" fmla="*/ 719728 w 1039065"/>
                <a:gd name="connsiteY89" fmla="*/ 250422 h 605312"/>
                <a:gd name="connsiteX90" fmla="*/ 730594 w 1039065"/>
                <a:gd name="connsiteY90" fmla="*/ 244266 h 605312"/>
                <a:gd name="connsiteX91" fmla="*/ 758413 w 1039065"/>
                <a:gd name="connsiteY91" fmla="*/ 239632 h 605312"/>
                <a:gd name="connsiteX92" fmla="*/ 806950 w 1039065"/>
                <a:gd name="connsiteY92" fmla="*/ 207840 h 605312"/>
                <a:gd name="connsiteX93" fmla="*/ 919238 w 1039065"/>
                <a:gd name="connsiteY93" fmla="*/ 153020 h 605312"/>
                <a:gd name="connsiteX94" fmla="*/ 818903 w 1039065"/>
                <a:gd name="connsiteY94" fmla="*/ 146140 h 605312"/>
                <a:gd name="connsiteX95" fmla="*/ 898591 w 1039065"/>
                <a:gd name="connsiteY95" fmla="*/ 125646 h 605312"/>
                <a:gd name="connsiteX96" fmla="*/ 1001969 w 1039065"/>
                <a:gd name="connsiteY96" fmla="*/ 91319 h 605312"/>
                <a:gd name="connsiteX97" fmla="*/ 1010227 w 1039065"/>
                <a:gd name="connsiteY97" fmla="*/ 54024 h 6053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039065" h="605312">
                  <a:moveTo>
                    <a:pt x="1010227" y="54024"/>
                  </a:moveTo>
                  <a:cubicBezTo>
                    <a:pt x="988494" y="58441"/>
                    <a:pt x="964443" y="51489"/>
                    <a:pt x="958937" y="37513"/>
                  </a:cubicBezTo>
                  <a:lnTo>
                    <a:pt x="958430" y="37513"/>
                  </a:lnTo>
                  <a:cubicBezTo>
                    <a:pt x="955894" y="34906"/>
                    <a:pt x="953214" y="32588"/>
                    <a:pt x="950606" y="30271"/>
                  </a:cubicBezTo>
                  <a:cubicBezTo>
                    <a:pt x="950287" y="30067"/>
                    <a:pt x="949997" y="29823"/>
                    <a:pt x="949736" y="29547"/>
                  </a:cubicBezTo>
                  <a:lnTo>
                    <a:pt x="947056" y="27664"/>
                  </a:lnTo>
                  <a:cubicBezTo>
                    <a:pt x="944158" y="25636"/>
                    <a:pt x="941116" y="24043"/>
                    <a:pt x="938073" y="22305"/>
                  </a:cubicBezTo>
                  <a:lnTo>
                    <a:pt x="935972" y="21653"/>
                  </a:lnTo>
                  <a:cubicBezTo>
                    <a:pt x="927424" y="22305"/>
                    <a:pt x="919455" y="23101"/>
                    <a:pt x="918803" y="18611"/>
                  </a:cubicBezTo>
                  <a:cubicBezTo>
                    <a:pt x="918151" y="14122"/>
                    <a:pt x="908516" y="12166"/>
                    <a:pt x="894245" y="14411"/>
                  </a:cubicBezTo>
                  <a:cubicBezTo>
                    <a:pt x="889137" y="17141"/>
                    <a:pt x="883451" y="18606"/>
                    <a:pt x="877655" y="18684"/>
                  </a:cubicBezTo>
                  <a:lnTo>
                    <a:pt x="875264" y="18684"/>
                  </a:lnTo>
                  <a:cubicBezTo>
                    <a:pt x="864079" y="21917"/>
                    <a:pt x="853111" y="25885"/>
                    <a:pt x="842447" y="30560"/>
                  </a:cubicBezTo>
                  <a:cubicBezTo>
                    <a:pt x="815426" y="42437"/>
                    <a:pt x="824409" y="29619"/>
                    <a:pt x="837956" y="18394"/>
                  </a:cubicBezTo>
                  <a:cubicBezTo>
                    <a:pt x="826850" y="17441"/>
                    <a:pt x="816802" y="11431"/>
                    <a:pt x="810717" y="2100"/>
                  </a:cubicBezTo>
                  <a:cubicBezTo>
                    <a:pt x="798836" y="1666"/>
                    <a:pt x="786231" y="1086"/>
                    <a:pt x="774495" y="0"/>
                  </a:cubicBezTo>
                  <a:cubicBezTo>
                    <a:pt x="772496" y="2212"/>
                    <a:pt x="770743" y="4641"/>
                    <a:pt x="769279" y="7242"/>
                  </a:cubicBezTo>
                  <a:cubicBezTo>
                    <a:pt x="762933" y="18845"/>
                    <a:pt x="750705" y="26002"/>
                    <a:pt x="737477" y="25853"/>
                  </a:cubicBezTo>
                  <a:cubicBezTo>
                    <a:pt x="719547" y="24564"/>
                    <a:pt x="702334" y="18293"/>
                    <a:pt x="687780" y="7749"/>
                  </a:cubicBezTo>
                  <a:cubicBezTo>
                    <a:pt x="674806" y="16372"/>
                    <a:pt x="659846" y="21532"/>
                    <a:pt x="644314" y="22739"/>
                  </a:cubicBezTo>
                  <a:cubicBezTo>
                    <a:pt x="612004" y="25564"/>
                    <a:pt x="580202" y="12818"/>
                    <a:pt x="548109" y="20712"/>
                  </a:cubicBezTo>
                  <a:cubicBezTo>
                    <a:pt x="531997" y="25164"/>
                    <a:pt x="514980" y="17572"/>
                    <a:pt x="507541" y="2607"/>
                  </a:cubicBezTo>
                  <a:cubicBezTo>
                    <a:pt x="478563" y="-797"/>
                    <a:pt x="490661" y="31574"/>
                    <a:pt x="456830" y="14846"/>
                  </a:cubicBezTo>
                  <a:cubicBezTo>
                    <a:pt x="422999" y="-1883"/>
                    <a:pt x="384966" y="6228"/>
                    <a:pt x="395470" y="11370"/>
                  </a:cubicBezTo>
                  <a:cubicBezTo>
                    <a:pt x="405974" y="16511"/>
                    <a:pt x="392427" y="26795"/>
                    <a:pt x="377432" y="21653"/>
                  </a:cubicBezTo>
                  <a:cubicBezTo>
                    <a:pt x="362436" y="16511"/>
                    <a:pt x="348961" y="23391"/>
                    <a:pt x="356495" y="40482"/>
                  </a:cubicBezTo>
                  <a:cubicBezTo>
                    <a:pt x="364029" y="57572"/>
                    <a:pt x="301076" y="35340"/>
                    <a:pt x="301076" y="54241"/>
                  </a:cubicBezTo>
                  <a:cubicBezTo>
                    <a:pt x="301076" y="73142"/>
                    <a:pt x="278618" y="83209"/>
                    <a:pt x="260580" y="66190"/>
                  </a:cubicBezTo>
                  <a:cubicBezTo>
                    <a:pt x="242541" y="49172"/>
                    <a:pt x="185673" y="43958"/>
                    <a:pt x="202190" y="59383"/>
                  </a:cubicBezTo>
                  <a:cubicBezTo>
                    <a:pt x="218707" y="74808"/>
                    <a:pt x="151480" y="66190"/>
                    <a:pt x="169229" y="81615"/>
                  </a:cubicBezTo>
                  <a:cubicBezTo>
                    <a:pt x="186977" y="97040"/>
                    <a:pt x="146771" y="109062"/>
                    <a:pt x="146771" y="100516"/>
                  </a:cubicBezTo>
                  <a:cubicBezTo>
                    <a:pt x="146771" y="91971"/>
                    <a:pt x="109318" y="76474"/>
                    <a:pt x="94322" y="91899"/>
                  </a:cubicBezTo>
                  <a:cubicBezTo>
                    <a:pt x="79326" y="107324"/>
                    <a:pt x="74834" y="126225"/>
                    <a:pt x="67373" y="115941"/>
                  </a:cubicBezTo>
                  <a:cubicBezTo>
                    <a:pt x="61432" y="107831"/>
                    <a:pt x="39627" y="108265"/>
                    <a:pt x="15286" y="115507"/>
                  </a:cubicBezTo>
                  <a:cubicBezTo>
                    <a:pt x="9780" y="122749"/>
                    <a:pt x="4637" y="131946"/>
                    <a:pt x="0" y="138898"/>
                  </a:cubicBezTo>
                  <a:cubicBezTo>
                    <a:pt x="7498" y="138384"/>
                    <a:pt x="14728" y="135885"/>
                    <a:pt x="20936" y="131656"/>
                  </a:cubicBezTo>
                  <a:cubicBezTo>
                    <a:pt x="41873" y="116231"/>
                    <a:pt x="58390" y="126515"/>
                    <a:pt x="40424" y="136798"/>
                  </a:cubicBezTo>
                  <a:cubicBezTo>
                    <a:pt x="22458" y="147081"/>
                    <a:pt x="28398" y="153889"/>
                    <a:pt x="53898" y="152151"/>
                  </a:cubicBezTo>
                  <a:cubicBezTo>
                    <a:pt x="79398" y="150413"/>
                    <a:pt x="43394" y="160768"/>
                    <a:pt x="43394" y="177859"/>
                  </a:cubicBezTo>
                  <a:cubicBezTo>
                    <a:pt x="43394" y="194950"/>
                    <a:pt x="73385" y="185101"/>
                    <a:pt x="74834" y="201902"/>
                  </a:cubicBezTo>
                  <a:cubicBezTo>
                    <a:pt x="76283" y="218703"/>
                    <a:pt x="140758" y="225872"/>
                    <a:pt x="160246" y="205306"/>
                  </a:cubicBezTo>
                  <a:cubicBezTo>
                    <a:pt x="179733" y="184739"/>
                    <a:pt x="172199" y="210447"/>
                    <a:pt x="170750" y="224134"/>
                  </a:cubicBezTo>
                  <a:cubicBezTo>
                    <a:pt x="169301" y="237821"/>
                    <a:pt x="262101" y="249843"/>
                    <a:pt x="266593" y="232752"/>
                  </a:cubicBezTo>
                  <a:cubicBezTo>
                    <a:pt x="271084" y="215661"/>
                    <a:pt x="284559" y="222469"/>
                    <a:pt x="302815" y="227610"/>
                  </a:cubicBezTo>
                  <a:cubicBezTo>
                    <a:pt x="321070" y="232752"/>
                    <a:pt x="409234" y="208709"/>
                    <a:pt x="410683" y="188142"/>
                  </a:cubicBezTo>
                  <a:cubicBezTo>
                    <a:pt x="412132" y="167576"/>
                    <a:pt x="439154" y="198426"/>
                    <a:pt x="410683" y="220731"/>
                  </a:cubicBezTo>
                  <a:cubicBezTo>
                    <a:pt x="382213" y="243035"/>
                    <a:pt x="325345" y="239559"/>
                    <a:pt x="299844" y="248177"/>
                  </a:cubicBezTo>
                  <a:cubicBezTo>
                    <a:pt x="274344" y="256795"/>
                    <a:pt x="316362" y="277144"/>
                    <a:pt x="341789" y="299522"/>
                  </a:cubicBezTo>
                  <a:cubicBezTo>
                    <a:pt x="367217" y="321899"/>
                    <a:pt x="308827" y="309805"/>
                    <a:pt x="284849" y="280693"/>
                  </a:cubicBezTo>
                  <a:cubicBezTo>
                    <a:pt x="260870" y="251581"/>
                    <a:pt x="206972" y="251726"/>
                    <a:pt x="178501" y="253319"/>
                  </a:cubicBezTo>
                  <a:cubicBezTo>
                    <a:pt x="150031" y="254912"/>
                    <a:pt x="159014" y="314947"/>
                    <a:pt x="180023" y="314947"/>
                  </a:cubicBezTo>
                  <a:cubicBezTo>
                    <a:pt x="201031" y="314947"/>
                    <a:pt x="221967" y="323564"/>
                    <a:pt x="242904" y="361222"/>
                  </a:cubicBezTo>
                  <a:cubicBezTo>
                    <a:pt x="263840" y="398879"/>
                    <a:pt x="308827" y="390189"/>
                    <a:pt x="308827" y="407497"/>
                  </a:cubicBezTo>
                  <a:cubicBezTo>
                    <a:pt x="308827" y="424805"/>
                    <a:pt x="250945" y="393231"/>
                    <a:pt x="217766" y="386423"/>
                  </a:cubicBezTo>
                  <a:cubicBezTo>
                    <a:pt x="184587" y="379616"/>
                    <a:pt x="132355" y="403586"/>
                    <a:pt x="130833" y="430961"/>
                  </a:cubicBezTo>
                  <a:cubicBezTo>
                    <a:pt x="129312" y="458335"/>
                    <a:pt x="178791" y="455003"/>
                    <a:pt x="211753" y="432699"/>
                  </a:cubicBezTo>
                  <a:cubicBezTo>
                    <a:pt x="244715" y="410394"/>
                    <a:pt x="220736" y="439940"/>
                    <a:pt x="204509" y="456669"/>
                  </a:cubicBezTo>
                  <a:cubicBezTo>
                    <a:pt x="188281" y="473398"/>
                    <a:pt x="243411" y="487519"/>
                    <a:pt x="243411" y="508086"/>
                  </a:cubicBezTo>
                  <a:cubicBezTo>
                    <a:pt x="243411" y="528653"/>
                    <a:pt x="202987" y="521845"/>
                    <a:pt x="198496" y="502944"/>
                  </a:cubicBezTo>
                  <a:cubicBezTo>
                    <a:pt x="194004" y="484043"/>
                    <a:pt x="179008" y="465287"/>
                    <a:pt x="140034" y="468690"/>
                  </a:cubicBezTo>
                  <a:cubicBezTo>
                    <a:pt x="101059" y="472094"/>
                    <a:pt x="111563" y="502944"/>
                    <a:pt x="135542" y="506420"/>
                  </a:cubicBezTo>
                  <a:cubicBezTo>
                    <a:pt x="159521" y="509896"/>
                    <a:pt x="161042" y="530391"/>
                    <a:pt x="134093" y="530391"/>
                  </a:cubicBezTo>
                  <a:cubicBezTo>
                    <a:pt x="107144" y="530391"/>
                    <a:pt x="46292" y="549726"/>
                    <a:pt x="65199" y="569786"/>
                  </a:cubicBezTo>
                  <a:cubicBezTo>
                    <a:pt x="86136" y="592091"/>
                    <a:pt x="162564" y="569786"/>
                    <a:pt x="176038" y="583473"/>
                  </a:cubicBezTo>
                  <a:cubicBezTo>
                    <a:pt x="189513" y="597160"/>
                    <a:pt x="226749" y="602374"/>
                    <a:pt x="235949" y="586949"/>
                  </a:cubicBezTo>
                  <a:cubicBezTo>
                    <a:pt x="245150" y="571524"/>
                    <a:pt x="274924" y="578404"/>
                    <a:pt x="304843" y="578404"/>
                  </a:cubicBezTo>
                  <a:cubicBezTo>
                    <a:pt x="334762" y="578404"/>
                    <a:pt x="342296" y="583473"/>
                    <a:pt x="355554" y="597233"/>
                  </a:cubicBezTo>
                  <a:cubicBezTo>
                    <a:pt x="368811" y="610992"/>
                    <a:pt x="393007" y="605778"/>
                    <a:pt x="409524" y="592091"/>
                  </a:cubicBezTo>
                  <a:cubicBezTo>
                    <a:pt x="426041" y="578404"/>
                    <a:pt x="425969" y="578404"/>
                    <a:pt x="446977" y="578404"/>
                  </a:cubicBezTo>
                  <a:cubicBezTo>
                    <a:pt x="451100" y="578505"/>
                    <a:pt x="455185" y="577658"/>
                    <a:pt x="458931" y="575942"/>
                  </a:cubicBezTo>
                  <a:cubicBezTo>
                    <a:pt x="459735" y="572422"/>
                    <a:pt x="461024" y="569033"/>
                    <a:pt x="462770" y="565876"/>
                  </a:cubicBezTo>
                  <a:cubicBezTo>
                    <a:pt x="464038" y="563790"/>
                    <a:pt x="465494" y="561827"/>
                    <a:pt x="467117" y="560010"/>
                  </a:cubicBezTo>
                  <a:cubicBezTo>
                    <a:pt x="466566" y="554383"/>
                    <a:pt x="464784" y="548944"/>
                    <a:pt x="461901" y="544078"/>
                  </a:cubicBezTo>
                  <a:cubicBezTo>
                    <a:pt x="451469" y="525249"/>
                    <a:pt x="424448" y="557765"/>
                    <a:pt x="421477" y="544078"/>
                  </a:cubicBezTo>
                  <a:cubicBezTo>
                    <a:pt x="417783" y="527132"/>
                    <a:pt x="393007" y="521845"/>
                    <a:pt x="351062" y="528653"/>
                  </a:cubicBezTo>
                  <a:cubicBezTo>
                    <a:pt x="309117" y="535460"/>
                    <a:pt x="327083" y="497803"/>
                    <a:pt x="352583" y="506420"/>
                  </a:cubicBezTo>
                  <a:cubicBezTo>
                    <a:pt x="378083" y="515038"/>
                    <a:pt x="412494" y="511562"/>
                    <a:pt x="440965" y="502944"/>
                  </a:cubicBezTo>
                  <a:cubicBezTo>
                    <a:pt x="469435" y="494326"/>
                    <a:pt x="446977" y="478974"/>
                    <a:pt x="446977" y="465287"/>
                  </a:cubicBezTo>
                  <a:cubicBezTo>
                    <a:pt x="446977" y="451600"/>
                    <a:pt x="483199" y="460145"/>
                    <a:pt x="509859" y="460145"/>
                  </a:cubicBezTo>
                  <a:cubicBezTo>
                    <a:pt x="515669" y="459863"/>
                    <a:pt x="521319" y="458146"/>
                    <a:pt x="526303" y="455148"/>
                  </a:cubicBezTo>
                  <a:cubicBezTo>
                    <a:pt x="530744" y="439535"/>
                    <a:pt x="538923" y="425247"/>
                    <a:pt x="550137" y="413508"/>
                  </a:cubicBezTo>
                  <a:cubicBezTo>
                    <a:pt x="550137" y="411770"/>
                    <a:pt x="550137" y="410176"/>
                    <a:pt x="550137" y="408439"/>
                  </a:cubicBezTo>
                  <a:cubicBezTo>
                    <a:pt x="549927" y="395128"/>
                    <a:pt x="556904" y="382730"/>
                    <a:pt x="568393" y="375995"/>
                  </a:cubicBezTo>
                  <a:cubicBezTo>
                    <a:pt x="570784" y="374836"/>
                    <a:pt x="573174" y="373605"/>
                    <a:pt x="575638" y="372302"/>
                  </a:cubicBezTo>
                  <a:cubicBezTo>
                    <a:pt x="564843" y="353763"/>
                    <a:pt x="514205" y="359049"/>
                    <a:pt x="487836" y="359049"/>
                  </a:cubicBezTo>
                  <a:cubicBezTo>
                    <a:pt x="457844" y="359049"/>
                    <a:pt x="507323" y="333341"/>
                    <a:pt x="564264" y="336744"/>
                  </a:cubicBezTo>
                  <a:cubicBezTo>
                    <a:pt x="621204" y="340148"/>
                    <a:pt x="595704" y="311036"/>
                    <a:pt x="606136" y="300535"/>
                  </a:cubicBezTo>
                  <a:cubicBezTo>
                    <a:pt x="615264" y="291628"/>
                    <a:pt x="636852" y="307270"/>
                    <a:pt x="660976" y="306981"/>
                  </a:cubicBezTo>
                  <a:cubicBezTo>
                    <a:pt x="672712" y="296480"/>
                    <a:pt x="683216" y="285255"/>
                    <a:pt x="684230" y="278013"/>
                  </a:cubicBezTo>
                  <a:cubicBezTo>
                    <a:pt x="686259" y="262443"/>
                    <a:pt x="705456" y="249698"/>
                    <a:pt x="719728" y="250422"/>
                  </a:cubicBezTo>
                  <a:cubicBezTo>
                    <a:pt x="719293" y="255636"/>
                    <a:pt x="722915" y="253608"/>
                    <a:pt x="730594" y="244266"/>
                  </a:cubicBezTo>
                  <a:cubicBezTo>
                    <a:pt x="738665" y="238531"/>
                    <a:pt x="748923" y="236822"/>
                    <a:pt x="758413" y="239632"/>
                  </a:cubicBezTo>
                  <a:cubicBezTo>
                    <a:pt x="771960" y="230652"/>
                    <a:pt x="787970" y="220006"/>
                    <a:pt x="806950" y="207840"/>
                  </a:cubicBezTo>
                  <a:cubicBezTo>
                    <a:pt x="868310" y="168445"/>
                    <a:pt x="916268" y="175324"/>
                    <a:pt x="919238" y="153020"/>
                  </a:cubicBezTo>
                  <a:cubicBezTo>
                    <a:pt x="922208" y="130715"/>
                    <a:pt x="833899" y="153020"/>
                    <a:pt x="818903" y="146140"/>
                  </a:cubicBezTo>
                  <a:cubicBezTo>
                    <a:pt x="803907" y="139260"/>
                    <a:pt x="880336" y="120504"/>
                    <a:pt x="898591" y="125646"/>
                  </a:cubicBezTo>
                  <a:cubicBezTo>
                    <a:pt x="916847" y="130787"/>
                    <a:pt x="940536" y="125646"/>
                    <a:pt x="1001969" y="91319"/>
                  </a:cubicBezTo>
                  <a:cubicBezTo>
                    <a:pt x="1063401" y="56993"/>
                    <a:pt x="1035655" y="48882"/>
                    <a:pt x="1010227" y="540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3" name="Freeform 190">
              <a:extLst>
                <a:ext uri="{FF2B5EF4-FFF2-40B4-BE49-F238E27FC236}">
                  <a16:creationId xmlns:a16="http://schemas.microsoft.com/office/drawing/2014/main" id="{0E263E9A-C3AB-F33B-6761-314750D2D39F}"/>
                </a:ext>
              </a:extLst>
            </p:cNvPr>
            <p:cNvSpPr/>
            <p:nvPr/>
          </p:nvSpPr>
          <p:spPr>
            <a:xfrm>
              <a:off x="2869733" y="1584767"/>
              <a:ext cx="63246" cy="49731"/>
            </a:xfrm>
            <a:custGeom>
              <a:avLst/>
              <a:gdLst>
                <a:gd name="connsiteX0" fmla="*/ 6133 w 63247"/>
                <a:gd name="connsiteY0" fmla="*/ 45957 h 49731"/>
                <a:gd name="connsiteX1" fmla="*/ 63074 w 63247"/>
                <a:gd name="connsiteY1" fmla="*/ 3085 h 49731"/>
                <a:gd name="connsiteX2" fmla="*/ 6133 w 63247"/>
                <a:gd name="connsiteY2" fmla="*/ 45957 h 49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247" h="49731">
                  <a:moveTo>
                    <a:pt x="6133" y="45957"/>
                  </a:moveTo>
                  <a:cubicBezTo>
                    <a:pt x="30112" y="63120"/>
                    <a:pt x="66044" y="16990"/>
                    <a:pt x="63074" y="3085"/>
                  </a:cubicBezTo>
                  <a:cubicBezTo>
                    <a:pt x="60104" y="-10819"/>
                    <a:pt x="-22844" y="25607"/>
                    <a:pt x="6133" y="459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4" name="Freeform 191">
              <a:extLst>
                <a:ext uri="{FF2B5EF4-FFF2-40B4-BE49-F238E27FC236}">
                  <a16:creationId xmlns:a16="http://schemas.microsoft.com/office/drawing/2014/main" id="{94CC27F8-088B-E893-A60A-2B39878B415D}"/>
                </a:ext>
              </a:extLst>
            </p:cNvPr>
            <p:cNvSpPr/>
            <p:nvPr/>
          </p:nvSpPr>
          <p:spPr>
            <a:xfrm>
              <a:off x="2993733" y="1625458"/>
              <a:ext cx="31678" cy="42975"/>
            </a:xfrm>
            <a:custGeom>
              <a:avLst/>
              <a:gdLst>
                <a:gd name="connsiteX0" fmla="*/ 13979 w 31678"/>
                <a:gd name="connsiteY0" fmla="*/ 42851 h 42974"/>
                <a:gd name="connsiteX1" fmla="*/ 18470 w 31678"/>
                <a:gd name="connsiteY1" fmla="*/ 51 h 42974"/>
                <a:gd name="connsiteX2" fmla="*/ 13979 w 31678"/>
                <a:gd name="connsiteY2" fmla="*/ 42851 h 42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1678" h="42974">
                  <a:moveTo>
                    <a:pt x="13979" y="42851"/>
                  </a:moveTo>
                  <a:cubicBezTo>
                    <a:pt x="24483" y="41185"/>
                    <a:pt x="45419" y="-1687"/>
                    <a:pt x="18470" y="51"/>
                  </a:cubicBezTo>
                  <a:cubicBezTo>
                    <a:pt x="-8479" y="1789"/>
                    <a:pt x="-2321" y="45603"/>
                    <a:pt x="13979" y="4285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5" name="Freeform 192">
              <a:extLst>
                <a:ext uri="{FF2B5EF4-FFF2-40B4-BE49-F238E27FC236}">
                  <a16:creationId xmlns:a16="http://schemas.microsoft.com/office/drawing/2014/main" id="{A32B06D9-E586-E700-3115-2150C6E5DE97}"/>
                </a:ext>
              </a:extLst>
            </p:cNvPr>
            <p:cNvSpPr/>
            <p:nvPr/>
          </p:nvSpPr>
          <p:spPr>
            <a:xfrm>
              <a:off x="2754173" y="1403429"/>
              <a:ext cx="229682" cy="168871"/>
            </a:xfrm>
            <a:custGeom>
              <a:avLst/>
              <a:gdLst>
                <a:gd name="connsiteX0" fmla="*/ 229561 w 229683"/>
                <a:gd name="connsiteY0" fmla="*/ 133006 h 168870"/>
                <a:gd name="connsiteX1" fmla="*/ 183125 w 229683"/>
                <a:gd name="connsiteY1" fmla="*/ 90207 h 168870"/>
                <a:gd name="connsiteX2" fmla="*/ 117201 w 229683"/>
                <a:gd name="connsiteY2" fmla="*/ 45670 h 168870"/>
                <a:gd name="connsiteX3" fmla="*/ 75256 w 229683"/>
                <a:gd name="connsiteY3" fmla="*/ 9461 h 168870"/>
                <a:gd name="connsiteX4" fmla="*/ 37803 w 229683"/>
                <a:gd name="connsiteY4" fmla="*/ 35169 h 168870"/>
                <a:gd name="connsiteX5" fmla="*/ 28820 w 229683"/>
                <a:gd name="connsiteY5" fmla="*/ 88252 h 168870"/>
                <a:gd name="connsiteX6" fmla="*/ 349 w 229683"/>
                <a:gd name="connsiteY6" fmla="*/ 139669 h 168870"/>
                <a:gd name="connsiteX7" fmla="*/ 42294 w 229683"/>
                <a:gd name="connsiteY7" fmla="*/ 137931 h 168870"/>
                <a:gd name="connsiteX8" fmla="*/ 60261 w 229683"/>
                <a:gd name="connsiteY8" fmla="*/ 168781 h 168870"/>
                <a:gd name="connsiteX9" fmla="*/ 117201 w 229683"/>
                <a:gd name="connsiteY9" fmla="*/ 132572 h 168870"/>
                <a:gd name="connsiteX10" fmla="*/ 160667 w 229683"/>
                <a:gd name="connsiteY10" fmla="*/ 130906 h 168870"/>
                <a:gd name="connsiteX11" fmla="*/ 229561 w 229683"/>
                <a:gd name="connsiteY11" fmla="*/ 133006 h 168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29683" h="168870">
                  <a:moveTo>
                    <a:pt x="229561" y="133006"/>
                  </a:moveTo>
                  <a:cubicBezTo>
                    <a:pt x="232532" y="115916"/>
                    <a:pt x="180155" y="109036"/>
                    <a:pt x="183125" y="90207"/>
                  </a:cubicBezTo>
                  <a:cubicBezTo>
                    <a:pt x="186095" y="71379"/>
                    <a:pt x="133718" y="55953"/>
                    <a:pt x="117201" y="45670"/>
                  </a:cubicBezTo>
                  <a:cubicBezTo>
                    <a:pt x="100684" y="35387"/>
                    <a:pt x="75256" y="30245"/>
                    <a:pt x="75256" y="9461"/>
                  </a:cubicBezTo>
                  <a:cubicBezTo>
                    <a:pt x="75256" y="-11323"/>
                    <a:pt x="39034" y="4319"/>
                    <a:pt x="37803" y="35169"/>
                  </a:cubicBezTo>
                  <a:cubicBezTo>
                    <a:pt x="36571" y="66020"/>
                    <a:pt x="21358" y="59140"/>
                    <a:pt x="28820" y="88252"/>
                  </a:cubicBezTo>
                  <a:cubicBezTo>
                    <a:pt x="36282" y="117364"/>
                    <a:pt x="-4142" y="124461"/>
                    <a:pt x="349" y="139669"/>
                  </a:cubicBezTo>
                  <a:cubicBezTo>
                    <a:pt x="4841" y="154877"/>
                    <a:pt x="24328" y="137931"/>
                    <a:pt x="42294" y="137931"/>
                  </a:cubicBezTo>
                  <a:cubicBezTo>
                    <a:pt x="60261" y="137931"/>
                    <a:pt x="37441" y="166898"/>
                    <a:pt x="60261" y="168781"/>
                  </a:cubicBezTo>
                  <a:cubicBezTo>
                    <a:pt x="78226" y="170519"/>
                    <a:pt x="109739" y="146549"/>
                    <a:pt x="117201" y="132572"/>
                  </a:cubicBezTo>
                  <a:cubicBezTo>
                    <a:pt x="124663" y="118595"/>
                    <a:pt x="139659" y="113743"/>
                    <a:pt x="160667" y="130906"/>
                  </a:cubicBezTo>
                  <a:cubicBezTo>
                    <a:pt x="181676" y="148069"/>
                    <a:pt x="226591" y="150170"/>
                    <a:pt x="229561" y="1330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6" name="Freeform 193">
              <a:extLst>
                <a:ext uri="{FF2B5EF4-FFF2-40B4-BE49-F238E27FC236}">
                  <a16:creationId xmlns:a16="http://schemas.microsoft.com/office/drawing/2014/main" id="{B4BF62EC-E4B1-18F1-D252-BF0AC809AB59}"/>
                </a:ext>
              </a:extLst>
            </p:cNvPr>
            <p:cNvSpPr/>
            <p:nvPr/>
          </p:nvSpPr>
          <p:spPr>
            <a:xfrm>
              <a:off x="1446412" y="791095"/>
              <a:ext cx="353764" cy="266943"/>
            </a:xfrm>
            <a:custGeom>
              <a:avLst/>
              <a:gdLst>
                <a:gd name="connsiteX0" fmla="*/ 308902 w 353766"/>
                <a:gd name="connsiteY0" fmla="*/ 41069 h 266941"/>
                <a:gd name="connsiteX1" fmla="*/ 240008 w 353766"/>
                <a:gd name="connsiteY1" fmla="*/ 32524 h 266941"/>
                <a:gd name="connsiteX2" fmla="*/ 219072 w 353766"/>
                <a:gd name="connsiteY2" fmla="*/ 23978 h 266941"/>
                <a:gd name="connsiteX3" fmla="*/ 151627 w 353766"/>
                <a:gd name="connsiteY3" fmla="*/ 1674 h 266941"/>
                <a:gd name="connsiteX4" fmla="*/ 94613 w 353766"/>
                <a:gd name="connsiteY4" fmla="*/ 10074 h 266941"/>
                <a:gd name="connsiteX5" fmla="*/ 90122 w 353766"/>
                <a:gd name="connsiteY5" fmla="*/ 32524 h 266941"/>
                <a:gd name="connsiteX6" fmla="*/ 63173 w 353766"/>
                <a:gd name="connsiteY6" fmla="*/ 50049 h 266941"/>
                <a:gd name="connsiteX7" fmla="*/ 62014 w 353766"/>
                <a:gd name="connsiteY7" fmla="*/ 51063 h 266941"/>
                <a:gd name="connsiteX8" fmla="*/ 61072 w 353766"/>
                <a:gd name="connsiteY8" fmla="*/ 57653 h 266941"/>
                <a:gd name="connsiteX9" fmla="*/ 36296 w 353766"/>
                <a:gd name="connsiteY9" fmla="*/ 114791 h 266941"/>
                <a:gd name="connsiteX10" fmla="*/ 6304 w 353766"/>
                <a:gd name="connsiteY10" fmla="*/ 172725 h 266941"/>
                <a:gd name="connsiteX11" fmla="*/ 48249 w 353766"/>
                <a:gd name="connsiteY11" fmla="*/ 205313 h 266941"/>
                <a:gd name="connsiteX12" fmla="*/ 96207 w 353766"/>
                <a:gd name="connsiteY12" fmla="*/ 266941 h 266941"/>
                <a:gd name="connsiteX13" fmla="*/ 118665 w 353766"/>
                <a:gd name="connsiteY13" fmla="*/ 249850 h 266941"/>
                <a:gd name="connsiteX14" fmla="*/ 151627 w 353766"/>
                <a:gd name="connsiteY14" fmla="*/ 239567 h 266941"/>
                <a:gd name="connsiteX15" fmla="*/ 184588 w 353766"/>
                <a:gd name="connsiteY15" fmla="*/ 210600 h 266941"/>
                <a:gd name="connsiteX16" fmla="*/ 216029 w 353766"/>
                <a:gd name="connsiteY16" fmla="*/ 172870 h 266941"/>
                <a:gd name="connsiteX17" fmla="*/ 243050 w 353766"/>
                <a:gd name="connsiteY17" fmla="*/ 135140 h 266941"/>
                <a:gd name="connsiteX18" fmla="*/ 350847 w 353766"/>
                <a:gd name="connsiteY18" fmla="*/ 83796 h 266941"/>
                <a:gd name="connsiteX19" fmla="*/ 308902 w 353766"/>
                <a:gd name="connsiteY19" fmla="*/ 41069 h 2669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53766" h="266941">
                  <a:moveTo>
                    <a:pt x="308902" y="41069"/>
                  </a:moveTo>
                  <a:cubicBezTo>
                    <a:pt x="281953" y="22240"/>
                    <a:pt x="261016" y="17099"/>
                    <a:pt x="240008" y="32524"/>
                  </a:cubicBezTo>
                  <a:cubicBezTo>
                    <a:pt x="218999" y="47949"/>
                    <a:pt x="235516" y="15361"/>
                    <a:pt x="219072" y="23978"/>
                  </a:cubicBezTo>
                  <a:cubicBezTo>
                    <a:pt x="202627" y="32596"/>
                    <a:pt x="157639" y="10219"/>
                    <a:pt x="151627" y="1674"/>
                  </a:cubicBezTo>
                  <a:cubicBezTo>
                    <a:pt x="148294" y="-3179"/>
                    <a:pt x="121128" y="3411"/>
                    <a:pt x="94613" y="10074"/>
                  </a:cubicBezTo>
                  <a:cubicBezTo>
                    <a:pt x="95389" y="17837"/>
                    <a:pt x="93824" y="25651"/>
                    <a:pt x="90122" y="32524"/>
                  </a:cubicBezTo>
                  <a:cubicBezTo>
                    <a:pt x="84551" y="42423"/>
                    <a:pt x="74481" y="48970"/>
                    <a:pt x="63173" y="50049"/>
                  </a:cubicBezTo>
                  <a:cubicBezTo>
                    <a:pt x="62738" y="52366"/>
                    <a:pt x="61796" y="55118"/>
                    <a:pt x="62014" y="51063"/>
                  </a:cubicBezTo>
                  <a:cubicBezTo>
                    <a:pt x="61883" y="53279"/>
                    <a:pt x="61565" y="55487"/>
                    <a:pt x="61072" y="57653"/>
                  </a:cubicBezTo>
                  <a:cubicBezTo>
                    <a:pt x="70997" y="70688"/>
                    <a:pt x="27531" y="106463"/>
                    <a:pt x="36296" y="114791"/>
                  </a:cubicBezTo>
                  <a:cubicBezTo>
                    <a:pt x="45062" y="123119"/>
                    <a:pt x="27313" y="145568"/>
                    <a:pt x="6304" y="172725"/>
                  </a:cubicBezTo>
                  <a:cubicBezTo>
                    <a:pt x="-14704" y="199882"/>
                    <a:pt x="21300" y="198434"/>
                    <a:pt x="48249" y="205313"/>
                  </a:cubicBezTo>
                  <a:cubicBezTo>
                    <a:pt x="75198" y="212193"/>
                    <a:pt x="78169" y="266941"/>
                    <a:pt x="96207" y="266941"/>
                  </a:cubicBezTo>
                  <a:cubicBezTo>
                    <a:pt x="108233" y="266941"/>
                    <a:pt x="99177" y="249850"/>
                    <a:pt x="118665" y="249850"/>
                  </a:cubicBezTo>
                  <a:cubicBezTo>
                    <a:pt x="138152" y="249850"/>
                    <a:pt x="133660" y="237829"/>
                    <a:pt x="151627" y="239567"/>
                  </a:cubicBezTo>
                  <a:cubicBezTo>
                    <a:pt x="169593" y="241305"/>
                    <a:pt x="184588" y="234425"/>
                    <a:pt x="184588" y="210600"/>
                  </a:cubicBezTo>
                  <a:cubicBezTo>
                    <a:pt x="184588" y="186774"/>
                    <a:pt x="198063" y="178012"/>
                    <a:pt x="216029" y="172870"/>
                  </a:cubicBezTo>
                  <a:cubicBezTo>
                    <a:pt x="233995" y="167728"/>
                    <a:pt x="217550" y="142020"/>
                    <a:pt x="243050" y="135140"/>
                  </a:cubicBezTo>
                  <a:cubicBezTo>
                    <a:pt x="268551" y="128260"/>
                    <a:pt x="338893" y="94079"/>
                    <a:pt x="350847" y="83796"/>
                  </a:cubicBezTo>
                  <a:cubicBezTo>
                    <a:pt x="362800" y="73512"/>
                    <a:pt x="335923" y="59898"/>
                    <a:pt x="308902" y="410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7" name="Freeform 194">
              <a:extLst>
                <a:ext uri="{FF2B5EF4-FFF2-40B4-BE49-F238E27FC236}">
                  <a16:creationId xmlns:a16="http://schemas.microsoft.com/office/drawing/2014/main" id="{65ABBDC3-A4E8-D398-8BD1-434054A4F9FC}"/>
                </a:ext>
              </a:extLst>
            </p:cNvPr>
            <p:cNvSpPr/>
            <p:nvPr/>
          </p:nvSpPr>
          <p:spPr>
            <a:xfrm>
              <a:off x="2171089" y="612147"/>
              <a:ext cx="243483" cy="152336"/>
            </a:xfrm>
            <a:custGeom>
              <a:avLst/>
              <a:gdLst>
                <a:gd name="connsiteX0" fmla="*/ 196949 w 243484"/>
                <a:gd name="connsiteY0" fmla="*/ 17826 h 152336"/>
                <a:gd name="connsiteX1" fmla="*/ 133995 w 243484"/>
                <a:gd name="connsiteY1" fmla="*/ 2401 h 152336"/>
                <a:gd name="connsiteX2" fmla="*/ 144499 w 243484"/>
                <a:gd name="connsiteY2" fmla="*/ 46938 h 152336"/>
                <a:gd name="connsiteX3" fmla="*/ 105597 w 243484"/>
                <a:gd name="connsiteY3" fmla="*/ 34916 h 152336"/>
                <a:gd name="connsiteX4" fmla="*/ 93571 w 243484"/>
                <a:gd name="connsiteY4" fmla="*/ 62363 h 152336"/>
                <a:gd name="connsiteX5" fmla="*/ 72635 w 243484"/>
                <a:gd name="connsiteY5" fmla="*/ 64101 h 152336"/>
                <a:gd name="connsiteX6" fmla="*/ 17216 w 243484"/>
                <a:gd name="connsiteY6" fmla="*/ 6166 h 152336"/>
                <a:gd name="connsiteX7" fmla="*/ 12724 w 243484"/>
                <a:gd name="connsiteY7" fmla="*/ 54179 h 152336"/>
                <a:gd name="connsiteX8" fmla="*/ 66622 w 243484"/>
                <a:gd name="connsiteY8" fmla="*/ 96979 h 152336"/>
                <a:gd name="connsiteX9" fmla="*/ 147542 w 243484"/>
                <a:gd name="connsiteY9" fmla="*/ 95313 h 152336"/>
                <a:gd name="connsiteX10" fmla="*/ 140298 w 243484"/>
                <a:gd name="connsiteY10" fmla="*/ 143254 h 152336"/>
                <a:gd name="connsiteX11" fmla="*/ 210713 w 243484"/>
                <a:gd name="connsiteY11" fmla="*/ 146657 h 152336"/>
                <a:gd name="connsiteX12" fmla="*/ 239183 w 243484"/>
                <a:gd name="connsiteY12" fmla="*/ 115880 h 152336"/>
                <a:gd name="connsiteX13" fmla="*/ 236213 w 243484"/>
                <a:gd name="connsiteY13" fmla="*/ 76412 h 152336"/>
                <a:gd name="connsiteX14" fmla="*/ 196949 w 243484"/>
                <a:gd name="connsiteY14" fmla="*/ 17826 h 152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43484" h="152336">
                  <a:moveTo>
                    <a:pt x="196949" y="17826"/>
                  </a:moveTo>
                  <a:cubicBezTo>
                    <a:pt x="195427" y="34916"/>
                    <a:pt x="160727" y="14422"/>
                    <a:pt x="133995" y="2401"/>
                  </a:cubicBezTo>
                  <a:cubicBezTo>
                    <a:pt x="107263" y="-9621"/>
                    <a:pt x="123563" y="26371"/>
                    <a:pt x="144499" y="46938"/>
                  </a:cubicBezTo>
                  <a:cubicBezTo>
                    <a:pt x="165436" y="67504"/>
                    <a:pt x="133995" y="57221"/>
                    <a:pt x="105597" y="34916"/>
                  </a:cubicBezTo>
                  <a:cubicBezTo>
                    <a:pt x="77199" y="12611"/>
                    <a:pt x="80097" y="50341"/>
                    <a:pt x="93571" y="62363"/>
                  </a:cubicBezTo>
                  <a:cubicBezTo>
                    <a:pt x="107046" y="74384"/>
                    <a:pt x="90601" y="91330"/>
                    <a:pt x="72635" y="64101"/>
                  </a:cubicBezTo>
                  <a:cubicBezTo>
                    <a:pt x="54669" y="36872"/>
                    <a:pt x="45686" y="7542"/>
                    <a:pt x="17216" y="6166"/>
                  </a:cubicBezTo>
                  <a:cubicBezTo>
                    <a:pt x="-11255" y="4790"/>
                    <a:pt x="1713" y="37813"/>
                    <a:pt x="12724" y="54179"/>
                  </a:cubicBezTo>
                  <a:cubicBezTo>
                    <a:pt x="27648" y="76412"/>
                    <a:pt x="42644" y="81554"/>
                    <a:pt x="66622" y="96979"/>
                  </a:cubicBezTo>
                  <a:cubicBezTo>
                    <a:pt x="90601" y="112404"/>
                    <a:pt x="129576" y="90171"/>
                    <a:pt x="147542" y="95313"/>
                  </a:cubicBezTo>
                  <a:cubicBezTo>
                    <a:pt x="165508" y="100455"/>
                    <a:pt x="128055" y="126163"/>
                    <a:pt x="140298" y="143254"/>
                  </a:cubicBezTo>
                  <a:cubicBezTo>
                    <a:pt x="152541" y="160345"/>
                    <a:pt x="185285" y="148395"/>
                    <a:pt x="210713" y="146657"/>
                  </a:cubicBezTo>
                  <a:cubicBezTo>
                    <a:pt x="236141" y="144919"/>
                    <a:pt x="224187" y="127829"/>
                    <a:pt x="239183" y="115880"/>
                  </a:cubicBezTo>
                  <a:cubicBezTo>
                    <a:pt x="254179" y="103931"/>
                    <a:pt x="224187" y="105596"/>
                    <a:pt x="236213" y="76412"/>
                  </a:cubicBezTo>
                  <a:cubicBezTo>
                    <a:pt x="248239" y="47227"/>
                    <a:pt x="198470" y="662"/>
                    <a:pt x="196949" y="178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8" name="Freeform 195">
              <a:extLst>
                <a:ext uri="{FF2B5EF4-FFF2-40B4-BE49-F238E27FC236}">
                  <a16:creationId xmlns:a16="http://schemas.microsoft.com/office/drawing/2014/main" id="{1ECBD520-F950-B3FF-2DA9-E36B7E5467EA}"/>
                </a:ext>
              </a:extLst>
            </p:cNvPr>
            <p:cNvSpPr/>
            <p:nvPr/>
          </p:nvSpPr>
          <p:spPr>
            <a:xfrm>
              <a:off x="1359216" y="2264848"/>
              <a:ext cx="182996" cy="127472"/>
            </a:xfrm>
            <a:custGeom>
              <a:avLst/>
              <a:gdLst>
                <a:gd name="connsiteX0" fmla="*/ 160945 w 182996"/>
                <a:gd name="connsiteY0" fmla="*/ 93321 h 127471"/>
                <a:gd name="connsiteX1" fmla="*/ 121970 w 182996"/>
                <a:gd name="connsiteY1" fmla="*/ 72755 h 127471"/>
                <a:gd name="connsiteX2" fmla="*/ 82271 w 182996"/>
                <a:gd name="connsiteY2" fmla="*/ 22062 h 127471"/>
                <a:gd name="connsiteX3" fmla="*/ 38081 w 182996"/>
                <a:gd name="connsiteY3" fmla="*/ 10909 h 127471"/>
                <a:gd name="connsiteX4" fmla="*/ 2873 w 182996"/>
                <a:gd name="connsiteY4" fmla="*/ 4899 h 127471"/>
                <a:gd name="connsiteX5" fmla="*/ 13377 w 182996"/>
                <a:gd name="connsiteY5" fmla="*/ 22931 h 127471"/>
                <a:gd name="connsiteX6" fmla="*/ 29098 w 182996"/>
                <a:gd name="connsiteY6" fmla="*/ 34880 h 127471"/>
                <a:gd name="connsiteX7" fmla="*/ 52352 w 182996"/>
                <a:gd name="connsiteY7" fmla="*/ 55447 h 127471"/>
                <a:gd name="connsiteX8" fmla="*/ 74085 w 182996"/>
                <a:gd name="connsiteY8" fmla="*/ 72392 h 127471"/>
                <a:gd name="connsiteX9" fmla="*/ 129650 w 182996"/>
                <a:gd name="connsiteY9" fmla="*/ 124968 h 127471"/>
                <a:gd name="connsiteX10" fmla="*/ 178477 w 182996"/>
                <a:gd name="connsiteY10" fmla="*/ 124968 h 127471"/>
                <a:gd name="connsiteX11" fmla="*/ 182026 w 182996"/>
                <a:gd name="connsiteY11" fmla="*/ 108964 h 127471"/>
                <a:gd name="connsiteX12" fmla="*/ 160945 w 182996"/>
                <a:gd name="connsiteY12" fmla="*/ 93321 h 1274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2996" h="127471">
                  <a:moveTo>
                    <a:pt x="160945" y="93321"/>
                  </a:moveTo>
                  <a:cubicBezTo>
                    <a:pt x="151238" y="81300"/>
                    <a:pt x="125738" y="83907"/>
                    <a:pt x="121970" y="72755"/>
                  </a:cubicBezTo>
                  <a:cubicBezTo>
                    <a:pt x="118203" y="61602"/>
                    <a:pt x="95021" y="21338"/>
                    <a:pt x="82271" y="22062"/>
                  </a:cubicBezTo>
                  <a:cubicBezTo>
                    <a:pt x="69521" y="22786"/>
                    <a:pt x="53294" y="23727"/>
                    <a:pt x="38081" y="10909"/>
                  </a:cubicBezTo>
                  <a:cubicBezTo>
                    <a:pt x="22868" y="-1909"/>
                    <a:pt x="13377" y="-2778"/>
                    <a:pt x="2873" y="4899"/>
                  </a:cubicBezTo>
                  <a:cubicBezTo>
                    <a:pt x="-7631" y="12575"/>
                    <a:pt x="14102" y="14313"/>
                    <a:pt x="13377" y="22931"/>
                  </a:cubicBezTo>
                  <a:cubicBezTo>
                    <a:pt x="12653" y="31549"/>
                    <a:pt x="20115" y="36618"/>
                    <a:pt x="29098" y="34880"/>
                  </a:cubicBezTo>
                  <a:cubicBezTo>
                    <a:pt x="38081" y="33142"/>
                    <a:pt x="43586" y="54578"/>
                    <a:pt x="52352" y="55447"/>
                  </a:cubicBezTo>
                  <a:cubicBezTo>
                    <a:pt x="61118" y="56316"/>
                    <a:pt x="64160" y="71523"/>
                    <a:pt x="74085" y="72392"/>
                  </a:cubicBezTo>
                  <a:cubicBezTo>
                    <a:pt x="105743" y="74782"/>
                    <a:pt x="121681" y="97449"/>
                    <a:pt x="129650" y="124968"/>
                  </a:cubicBezTo>
                  <a:cubicBezTo>
                    <a:pt x="148195" y="127503"/>
                    <a:pt x="164350" y="129023"/>
                    <a:pt x="178477" y="124968"/>
                  </a:cubicBezTo>
                  <a:cubicBezTo>
                    <a:pt x="178636" y="119457"/>
                    <a:pt x="179838" y="114026"/>
                    <a:pt x="182026" y="108964"/>
                  </a:cubicBezTo>
                  <a:cubicBezTo>
                    <a:pt x="187170" y="97594"/>
                    <a:pt x="170653" y="105343"/>
                    <a:pt x="160945" y="933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9" name="Freeform 196">
              <a:extLst>
                <a:ext uri="{FF2B5EF4-FFF2-40B4-BE49-F238E27FC236}">
                  <a16:creationId xmlns:a16="http://schemas.microsoft.com/office/drawing/2014/main" id="{E4114C44-75BC-01D5-BE29-1F81A0509735}"/>
                </a:ext>
              </a:extLst>
            </p:cNvPr>
            <p:cNvSpPr/>
            <p:nvPr/>
          </p:nvSpPr>
          <p:spPr>
            <a:xfrm>
              <a:off x="1672631" y="673443"/>
              <a:ext cx="54339" cy="42491"/>
            </a:xfrm>
            <a:custGeom>
              <a:avLst/>
              <a:gdLst>
                <a:gd name="connsiteX0" fmla="*/ 1834 w 54339"/>
                <a:gd name="connsiteY0" fmla="*/ 42200 h 42490"/>
                <a:gd name="connsiteX1" fmla="*/ 54283 w 54339"/>
                <a:gd name="connsiteY1" fmla="*/ 2805 h 42490"/>
                <a:gd name="connsiteX2" fmla="*/ 1834 w 54339"/>
                <a:gd name="connsiteY2" fmla="*/ 42200 h 42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4339" h="42490">
                  <a:moveTo>
                    <a:pt x="1834" y="42200"/>
                  </a:moveTo>
                  <a:cubicBezTo>
                    <a:pt x="28783" y="45604"/>
                    <a:pt x="55732" y="18230"/>
                    <a:pt x="54283" y="2805"/>
                  </a:cubicBezTo>
                  <a:cubicBezTo>
                    <a:pt x="52834" y="-12620"/>
                    <a:pt x="-11568" y="40534"/>
                    <a:pt x="1834" y="422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0" name="Freeform 197">
              <a:extLst>
                <a:ext uri="{FF2B5EF4-FFF2-40B4-BE49-F238E27FC236}">
                  <a16:creationId xmlns:a16="http://schemas.microsoft.com/office/drawing/2014/main" id="{E02B359A-8375-D7F3-4C53-EA3EF40130A0}"/>
                </a:ext>
              </a:extLst>
            </p:cNvPr>
            <p:cNvSpPr/>
            <p:nvPr/>
          </p:nvSpPr>
          <p:spPr>
            <a:xfrm>
              <a:off x="3537563" y="2313486"/>
              <a:ext cx="74181" cy="36861"/>
            </a:xfrm>
            <a:custGeom>
              <a:avLst/>
              <a:gdLst>
                <a:gd name="connsiteX0" fmla="*/ 61722 w 74182"/>
                <a:gd name="connsiteY0" fmla="*/ 33168 h 36861"/>
                <a:gd name="connsiteX1" fmla="*/ 74182 w 74182"/>
                <a:gd name="connsiteY1" fmla="*/ 36861 h 36861"/>
                <a:gd name="connsiteX2" fmla="*/ 66938 w 74182"/>
                <a:gd name="connsiteY2" fmla="*/ 23029 h 36861"/>
                <a:gd name="connsiteX3" fmla="*/ 65996 w 74182"/>
                <a:gd name="connsiteY3" fmla="*/ 19408 h 36861"/>
                <a:gd name="connsiteX4" fmla="*/ 0 w 74182"/>
                <a:gd name="connsiteY4" fmla="*/ 0 h 36861"/>
                <a:gd name="connsiteX5" fmla="*/ 2536 w 74182"/>
                <a:gd name="connsiteY5" fmla="*/ 11732 h 36861"/>
                <a:gd name="connsiteX6" fmla="*/ 42017 w 74182"/>
                <a:gd name="connsiteY6" fmla="*/ 33458 h 36861"/>
                <a:gd name="connsiteX7" fmla="*/ 61722 w 74182"/>
                <a:gd name="connsiteY7" fmla="*/ 33168 h 368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4182" h="36861">
                  <a:moveTo>
                    <a:pt x="61722" y="33168"/>
                  </a:moveTo>
                  <a:cubicBezTo>
                    <a:pt x="65924" y="34254"/>
                    <a:pt x="70053" y="35485"/>
                    <a:pt x="74182" y="36861"/>
                  </a:cubicBezTo>
                  <a:cubicBezTo>
                    <a:pt x="70951" y="32726"/>
                    <a:pt x="68496" y="28041"/>
                    <a:pt x="66938" y="23029"/>
                  </a:cubicBezTo>
                  <a:cubicBezTo>
                    <a:pt x="66554" y="21842"/>
                    <a:pt x="66243" y="20632"/>
                    <a:pt x="65996" y="19408"/>
                  </a:cubicBezTo>
                  <a:cubicBezTo>
                    <a:pt x="44263" y="8835"/>
                    <a:pt x="12823" y="-72"/>
                    <a:pt x="0" y="0"/>
                  </a:cubicBezTo>
                  <a:cubicBezTo>
                    <a:pt x="1384" y="3773"/>
                    <a:pt x="2239" y="7720"/>
                    <a:pt x="2536" y="11732"/>
                  </a:cubicBezTo>
                  <a:cubicBezTo>
                    <a:pt x="14815" y="20466"/>
                    <a:pt x="28065" y="27758"/>
                    <a:pt x="42017" y="33458"/>
                  </a:cubicBezTo>
                  <a:cubicBezTo>
                    <a:pt x="48443" y="31633"/>
                    <a:pt x="55246" y="31539"/>
                    <a:pt x="61722" y="331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1" name="Freeform 198">
              <a:extLst>
                <a:ext uri="{FF2B5EF4-FFF2-40B4-BE49-F238E27FC236}">
                  <a16:creationId xmlns:a16="http://schemas.microsoft.com/office/drawing/2014/main" id="{01C49108-8E7F-99C2-5435-DB75306DC900}"/>
                </a:ext>
              </a:extLst>
            </p:cNvPr>
            <p:cNvSpPr/>
            <p:nvPr/>
          </p:nvSpPr>
          <p:spPr>
            <a:xfrm>
              <a:off x="3707104" y="2228819"/>
              <a:ext cx="222384" cy="233265"/>
            </a:xfrm>
            <a:custGeom>
              <a:avLst/>
              <a:gdLst>
                <a:gd name="connsiteX0" fmla="*/ 204920 w 222384"/>
                <a:gd name="connsiteY0" fmla="*/ 189601 h 233263"/>
                <a:gd name="connsiteX1" fmla="*/ 202891 w 222384"/>
                <a:gd name="connsiteY1" fmla="*/ 169034 h 233263"/>
                <a:gd name="connsiteX2" fmla="*/ 188910 w 222384"/>
                <a:gd name="connsiteY2" fmla="*/ 159909 h 233263"/>
                <a:gd name="connsiteX3" fmla="*/ 190938 w 222384"/>
                <a:gd name="connsiteY3" fmla="*/ 122179 h 233263"/>
                <a:gd name="connsiteX4" fmla="*/ 163989 w 222384"/>
                <a:gd name="connsiteY4" fmla="*/ 114214 h 233263"/>
                <a:gd name="connsiteX5" fmla="*/ 133997 w 222384"/>
                <a:gd name="connsiteY5" fmla="*/ 107334 h 233263"/>
                <a:gd name="connsiteX6" fmla="*/ 119001 w 222384"/>
                <a:gd name="connsiteY6" fmla="*/ 84522 h 233263"/>
                <a:gd name="connsiteX7" fmla="*/ 93067 w 222384"/>
                <a:gd name="connsiteY7" fmla="*/ 85608 h 233263"/>
                <a:gd name="connsiteX8" fmla="*/ 96037 w 222384"/>
                <a:gd name="connsiteY8" fmla="*/ 58234 h 233263"/>
                <a:gd name="connsiteX9" fmla="*/ 120016 w 222384"/>
                <a:gd name="connsiteY9" fmla="*/ 14783 h 233263"/>
                <a:gd name="connsiteX10" fmla="*/ 104078 w 222384"/>
                <a:gd name="connsiteY10" fmla="*/ 2255 h 233263"/>
                <a:gd name="connsiteX11" fmla="*/ 49093 w 222384"/>
                <a:gd name="connsiteY11" fmla="*/ 89157 h 233263"/>
                <a:gd name="connsiteX12" fmla="*/ 34170 w 222384"/>
                <a:gd name="connsiteY12" fmla="*/ 125366 h 233263"/>
                <a:gd name="connsiteX13" fmla="*/ 15190 w 222384"/>
                <a:gd name="connsiteY13" fmla="*/ 148250 h 233263"/>
                <a:gd name="connsiteX14" fmla="*/ 5192 w 222384"/>
                <a:gd name="connsiteY14" fmla="*/ 195105 h 233263"/>
                <a:gd name="connsiteX15" fmla="*/ 13958 w 222384"/>
                <a:gd name="connsiteY15" fmla="*/ 197856 h 233263"/>
                <a:gd name="connsiteX16" fmla="*/ 39531 w 222384"/>
                <a:gd name="connsiteY16" fmla="*/ 184894 h 233263"/>
                <a:gd name="connsiteX17" fmla="*/ 52788 w 222384"/>
                <a:gd name="connsiteY17" fmla="*/ 182142 h 233263"/>
                <a:gd name="connsiteX18" fmla="*/ 73941 w 222384"/>
                <a:gd name="connsiteY18" fmla="*/ 175334 h 233263"/>
                <a:gd name="connsiteX19" fmla="*/ 81186 w 222384"/>
                <a:gd name="connsiteY19" fmla="*/ 175697 h 233263"/>
                <a:gd name="connsiteX20" fmla="*/ 84881 w 222384"/>
                <a:gd name="connsiteY20" fmla="*/ 174321 h 233263"/>
                <a:gd name="connsiteX21" fmla="*/ 126608 w 222384"/>
                <a:gd name="connsiteY21" fmla="*/ 180476 h 233263"/>
                <a:gd name="connsiteX22" fmla="*/ 140372 w 222384"/>
                <a:gd name="connsiteY22" fmla="*/ 194018 h 233263"/>
                <a:gd name="connsiteX23" fmla="*/ 141271 w 222384"/>
                <a:gd name="connsiteY23" fmla="*/ 195742 h 233263"/>
                <a:gd name="connsiteX24" fmla="*/ 141241 w 222384"/>
                <a:gd name="connsiteY24" fmla="*/ 195829 h 233263"/>
                <a:gd name="connsiteX25" fmla="*/ 141676 w 222384"/>
                <a:gd name="connsiteY25" fmla="*/ 196553 h 233263"/>
                <a:gd name="connsiteX26" fmla="*/ 143198 w 222384"/>
                <a:gd name="connsiteY26" fmla="*/ 197350 h 233263"/>
                <a:gd name="connsiteX27" fmla="*/ 155078 w 222384"/>
                <a:gd name="connsiteY27" fmla="*/ 208864 h 233263"/>
                <a:gd name="connsiteX28" fmla="*/ 156962 w 222384"/>
                <a:gd name="connsiteY28" fmla="*/ 207633 h 233263"/>
                <a:gd name="connsiteX29" fmla="*/ 177970 w 222384"/>
                <a:gd name="connsiteY29" fmla="*/ 219075 h 233263"/>
                <a:gd name="connsiteX30" fmla="*/ 219916 w 222384"/>
                <a:gd name="connsiteY30" fmla="*/ 223637 h 233263"/>
                <a:gd name="connsiteX31" fmla="*/ 204920 w 222384"/>
                <a:gd name="connsiteY31" fmla="*/ 189601 h 2332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22384" h="233263">
                  <a:moveTo>
                    <a:pt x="204920" y="189601"/>
                  </a:moveTo>
                  <a:cubicBezTo>
                    <a:pt x="198907" y="202129"/>
                    <a:pt x="189924" y="180476"/>
                    <a:pt x="202891" y="169034"/>
                  </a:cubicBezTo>
                  <a:cubicBezTo>
                    <a:pt x="215859" y="157592"/>
                    <a:pt x="200935" y="153030"/>
                    <a:pt x="188910" y="159909"/>
                  </a:cubicBezTo>
                  <a:cubicBezTo>
                    <a:pt x="176884" y="166789"/>
                    <a:pt x="179927" y="129059"/>
                    <a:pt x="190938" y="122179"/>
                  </a:cubicBezTo>
                  <a:cubicBezTo>
                    <a:pt x="201949" y="115300"/>
                    <a:pt x="163989" y="101613"/>
                    <a:pt x="163989" y="114214"/>
                  </a:cubicBezTo>
                  <a:cubicBezTo>
                    <a:pt x="163989" y="126814"/>
                    <a:pt x="136968" y="118776"/>
                    <a:pt x="133997" y="107334"/>
                  </a:cubicBezTo>
                  <a:cubicBezTo>
                    <a:pt x="131027" y="95892"/>
                    <a:pt x="112264" y="92488"/>
                    <a:pt x="119001" y="84522"/>
                  </a:cubicBezTo>
                  <a:cubicBezTo>
                    <a:pt x="125739" y="76556"/>
                    <a:pt x="96037" y="71921"/>
                    <a:pt x="93067" y="85608"/>
                  </a:cubicBezTo>
                  <a:cubicBezTo>
                    <a:pt x="90096" y="99295"/>
                    <a:pt x="81113" y="76484"/>
                    <a:pt x="96037" y="58234"/>
                  </a:cubicBezTo>
                  <a:cubicBezTo>
                    <a:pt x="110960" y="39985"/>
                    <a:pt x="106034" y="23980"/>
                    <a:pt x="120016" y="14783"/>
                  </a:cubicBezTo>
                  <a:cubicBezTo>
                    <a:pt x="133997" y="5586"/>
                    <a:pt x="119001" y="-4625"/>
                    <a:pt x="104078" y="2255"/>
                  </a:cubicBezTo>
                  <a:cubicBezTo>
                    <a:pt x="89154" y="9135"/>
                    <a:pt x="49093" y="71921"/>
                    <a:pt x="49093" y="89157"/>
                  </a:cubicBezTo>
                  <a:cubicBezTo>
                    <a:pt x="49093" y="106392"/>
                    <a:pt x="48152" y="126814"/>
                    <a:pt x="34170" y="125366"/>
                  </a:cubicBezTo>
                  <a:cubicBezTo>
                    <a:pt x="20188" y="123918"/>
                    <a:pt x="4178" y="139125"/>
                    <a:pt x="15190" y="148250"/>
                  </a:cubicBezTo>
                  <a:cubicBezTo>
                    <a:pt x="26201" y="157375"/>
                    <a:pt x="-13788" y="183373"/>
                    <a:pt x="5192" y="195105"/>
                  </a:cubicBezTo>
                  <a:cubicBezTo>
                    <a:pt x="7873" y="196654"/>
                    <a:pt x="10872" y="197596"/>
                    <a:pt x="13958" y="197856"/>
                  </a:cubicBezTo>
                  <a:cubicBezTo>
                    <a:pt x="20485" y="190390"/>
                    <a:pt x="29649" y="185741"/>
                    <a:pt x="39531" y="184894"/>
                  </a:cubicBezTo>
                  <a:cubicBezTo>
                    <a:pt x="43899" y="183735"/>
                    <a:pt x="48325" y="182815"/>
                    <a:pt x="52788" y="182142"/>
                  </a:cubicBezTo>
                  <a:cubicBezTo>
                    <a:pt x="59214" y="178260"/>
                    <a:pt x="66458" y="175928"/>
                    <a:pt x="73941" y="175334"/>
                  </a:cubicBezTo>
                  <a:cubicBezTo>
                    <a:pt x="76361" y="175088"/>
                    <a:pt x="78803" y="175211"/>
                    <a:pt x="81186" y="175697"/>
                  </a:cubicBezTo>
                  <a:cubicBezTo>
                    <a:pt x="82389" y="175161"/>
                    <a:pt x="83620" y="174704"/>
                    <a:pt x="84881" y="174321"/>
                  </a:cubicBezTo>
                  <a:cubicBezTo>
                    <a:pt x="99065" y="170946"/>
                    <a:pt x="114003" y="173155"/>
                    <a:pt x="126608" y="180476"/>
                  </a:cubicBezTo>
                  <a:cubicBezTo>
                    <a:pt x="132519" y="183416"/>
                    <a:pt x="137337" y="188160"/>
                    <a:pt x="140372" y="194018"/>
                  </a:cubicBezTo>
                  <a:cubicBezTo>
                    <a:pt x="141097" y="194250"/>
                    <a:pt x="141502" y="195018"/>
                    <a:pt x="141271" y="195742"/>
                  </a:cubicBezTo>
                  <a:cubicBezTo>
                    <a:pt x="141263" y="195771"/>
                    <a:pt x="141256" y="195800"/>
                    <a:pt x="141241" y="195829"/>
                  </a:cubicBezTo>
                  <a:lnTo>
                    <a:pt x="141676" y="196553"/>
                  </a:lnTo>
                  <a:lnTo>
                    <a:pt x="143198" y="197350"/>
                  </a:lnTo>
                  <a:cubicBezTo>
                    <a:pt x="148059" y="200138"/>
                    <a:pt x="152144" y="204092"/>
                    <a:pt x="155078" y="208864"/>
                  </a:cubicBezTo>
                  <a:lnTo>
                    <a:pt x="156962" y="207633"/>
                  </a:lnTo>
                  <a:cubicBezTo>
                    <a:pt x="168988" y="200826"/>
                    <a:pt x="183911" y="207633"/>
                    <a:pt x="177970" y="219075"/>
                  </a:cubicBezTo>
                  <a:cubicBezTo>
                    <a:pt x="172030" y="230517"/>
                    <a:pt x="210932" y="241959"/>
                    <a:pt x="219916" y="223637"/>
                  </a:cubicBezTo>
                  <a:cubicBezTo>
                    <a:pt x="228899" y="205316"/>
                    <a:pt x="210932" y="177000"/>
                    <a:pt x="204920" y="189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2" name="Freeform 199">
              <a:extLst>
                <a:ext uri="{FF2B5EF4-FFF2-40B4-BE49-F238E27FC236}">
                  <a16:creationId xmlns:a16="http://schemas.microsoft.com/office/drawing/2014/main" id="{DB34796A-D73F-F961-9989-FC4BB900FECF}"/>
                </a:ext>
              </a:extLst>
            </p:cNvPr>
            <p:cNvSpPr/>
            <p:nvPr/>
          </p:nvSpPr>
          <p:spPr>
            <a:xfrm>
              <a:off x="926414" y="822497"/>
              <a:ext cx="2902649" cy="1862860"/>
            </a:xfrm>
            <a:custGeom>
              <a:avLst/>
              <a:gdLst>
                <a:gd name="connsiteX0" fmla="*/ 2892458 w 2902662"/>
                <a:gd name="connsiteY0" fmla="*/ 1360846 h 1862848"/>
                <a:gd name="connsiteX1" fmla="*/ 2882751 w 2902662"/>
                <a:gd name="connsiteY1" fmla="*/ 1349693 h 1862848"/>
                <a:gd name="connsiteX2" fmla="*/ 2899920 w 2902662"/>
                <a:gd name="connsiteY2" fmla="*/ 1335210 h 1862848"/>
                <a:gd name="connsiteX3" fmla="*/ 2884489 w 2902662"/>
                <a:gd name="connsiteY3" fmla="*/ 1320147 h 1862848"/>
                <a:gd name="connsiteX4" fmla="*/ 2879636 w 2902662"/>
                <a:gd name="connsiteY4" fmla="*/ 1301608 h 1862848"/>
                <a:gd name="connsiteX5" fmla="*/ 2871015 w 2902662"/>
                <a:gd name="connsiteY5" fmla="*/ 1289297 h 1862848"/>
                <a:gd name="connsiteX6" fmla="*/ 2849282 w 2902662"/>
                <a:gd name="connsiteY6" fmla="*/ 1301608 h 1862848"/>
                <a:gd name="connsiteX7" fmla="*/ 2847036 w 2902662"/>
                <a:gd name="connsiteY7" fmla="*/ 1270758 h 1862848"/>
                <a:gd name="connsiteX8" fmla="*/ 2794587 w 2902662"/>
                <a:gd name="connsiteY8" fmla="*/ 1285241 h 1862848"/>
                <a:gd name="connsiteX9" fmla="*/ 2762349 w 2902662"/>
                <a:gd name="connsiteY9" fmla="*/ 1301535 h 1862848"/>
                <a:gd name="connsiteX10" fmla="*/ 2754163 w 2902662"/>
                <a:gd name="connsiteY10" fmla="*/ 1286110 h 1862848"/>
                <a:gd name="connsiteX11" fmla="*/ 2773578 w 2902662"/>
                <a:gd name="connsiteY11" fmla="*/ 1276696 h 1862848"/>
                <a:gd name="connsiteX12" fmla="*/ 2804294 w 2902662"/>
                <a:gd name="connsiteY12" fmla="*/ 1263805 h 1862848"/>
                <a:gd name="connsiteX13" fmla="*/ 2836894 w 2902662"/>
                <a:gd name="connsiteY13" fmla="*/ 1251857 h 1862848"/>
                <a:gd name="connsiteX14" fmla="*/ 2831316 w 2902662"/>
                <a:gd name="connsiteY14" fmla="*/ 1242297 h 1862848"/>
                <a:gd name="connsiteX15" fmla="*/ 2830736 w 2902662"/>
                <a:gd name="connsiteY15" fmla="*/ 1240994 h 1862848"/>
                <a:gd name="connsiteX16" fmla="*/ 2820884 w 2902662"/>
                <a:gd name="connsiteY16" fmla="*/ 1231000 h 1862848"/>
                <a:gd name="connsiteX17" fmla="*/ 2814364 w 2902662"/>
                <a:gd name="connsiteY17" fmla="*/ 1231724 h 1862848"/>
                <a:gd name="connsiteX18" fmla="*/ 2812480 w 2902662"/>
                <a:gd name="connsiteY18" fmla="*/ 1231724 h 1862848"/>
                <a:gd name="connsiteX19" fmla="*/ 2797267 w 2902662"/>
                <a:gd name="connsiteY19" fmla="*/ 1228103 h 1862848"/>
                <a:gd name="connsiteX20" fmla="*/ 2778432 w 2902662"/>
                <a:gd name="connsiteY20" fmla="*/ 1233607 h 1862848"/>
                <a:gd name="connsiteX21" fmla="*/ 2746629 w 2902662"/>
                <a:gd name="connsiteY21" fmla="*/ 1214706 h 1862848"/>
                <a:gd name="connsiteX22" fmla="*/ 2745253 w 2902662"/>
                <a:gd name="connsiteY22" fmla="*/ 1214706 h 1862848"/>
                <a:gd name="connsiteX23" fmla="*/ 2715478 w 2902662"/>
                <a:gd name="connsiteY23" fmla="*/ 1198629 h 1862848"/>
                <a:gd name="connsiteX24" fmla="*/ 2698816 w 2902662"/>
                <a:gd name="connsiteY24" fmla="*/ 1178135 h 1862848"/>
                <a:gd name="connsiteX25" fmla="*/ 2698816 w 2902662"/>
                <a:gd name="connsiteY25" fmla="*/ 1178135 h 1862848"/>
                <a:gd name="connsiteX26" fmla="*/ 2697295 w 2902662"/>
                <a:gd name="connsiteY26" fmla="*/ 1171617 h 1862848"/>
                <a:gd name="connsiteX27" fmla="*/ 2697295 w 2902662"/>
                <a:gd name="connsiteY27" fmla="*/ 1171617 h 1862848"/>
                <a:gd name="connsiteX28" fmla="*/ 2696788 w 2902662"/>
                <a:gd name="connsiteY28" fmla="*/ 1165027 h 1862848"/>
                <a:gd name="connsiteX29" fmla="*/ 2696788 w 2902662"/>
                <a:gd name="connsiteY29" fmla="*/ 1165027 h 1862848"/>
                <a:gd name="connsiteX30" fmla="*/ 2697367 w 2902662"/>
                <a:gd name="connsiteY30" fmla="*/ 1158365 h 1862848"/>
                <a:gd name="connsiteX31" fmla="*/ 2697367 w 2902662"/>
                <a:gd name="connsiteY31" fmla="*/ 1158365 h 1862848"/>
                <a:gd name="connsiteX32" fmla="*/ 2698961 w 2902662"/>
                <a:gd name="connsiteY32" fmla="*/ 1151847 h 1862848"/>
                <a:gd name="connsiteX33" fmla="*/ 2677663 w 2902662"/>
                <a:gd name="connsiteY33" fmla="*/ 1140188 h 1862848"/>
                <a:gd name="connsiteX34" fmla="*/ 2681430 w 2902662"/>
                <a:gd name="connsiteY34" fmla="*/ 1129904 h 1862848"/>
                <a:gd name="connsiteX35" fmla="*/ 2708379 w 2902662"/>
                <a:gd name="connsiteY35" fmla="*/ 1112741 h 1862848"/>
                <a:gd name="connsiteX36" fmla="*/ 2694904 w 2902662"/>
                <a:gd name="connsiteY36" fmla="*/ 1095650 h 1862848"/>
                <a:gd name="connsiteX37" fmla="*/ 2689616 w 2902662"/>
                <a:gd name="connsiteY37" fmla="*/ 1084571 h 1862848"/>
                <a:gd name="connsiteX38" fmla="*/ 2675127 w 2902662"/>
                <a:gd name="connsiteY38" fmla="*/ 1073563 h 1862848"/>
                <a:gd name="connsiteX39" fmla="*/ 2663029 w 2902662"/>
                <a:gd name="connsiteY39" fmla="*/ 1065525 h 1862848"/>
                <a:gd name="connsiteX40" fmla="*/ 2656944 w 2902662"/>
                <a:gd name="connsiteY40" fmla="*/ 1056979 h 1862848"/>
                <a:gd name="connsiteX41" fmla="*/ 2655785 w 2902662"/>
                <a:gd name="connsiteY41" fmla="*/ 1056400 h 1862848"/>
                <a:gd name="connsiteX42" fmla="*/ 2645425 w 2902662"/>
                <a:gd name="connsiteY42" fmla="*/ 1046696 h 1862848"/>
                <a:gd name="connsiteX43" fmla="*/ 2639485 w 2902662"/>
                <a:gd name="connsiteY43" fmla="*/ 1035833 h 1862848"/>
                <a:gd name="connsiteX44" fmla="*/ 2635935 w 2902662"/>
                <a:gd name="connsiteY44" fmla="*/ 1026853 h 1862848"/>
                <a:gd name="connsiteX45" fmla="*/ 2634776 w 2902662"/>
                <a:gd name="connsiteY45" fmla="*/ 1017946 h 1862848"/>
                <a:gd name="connsiteX46" fmla="*/ 2629995 w 2902662"/>
                <a:gd name="connsiteY46" fmla="*/ 1000058 h 1862848"/>
                <a:gd name="connsiteX47" fmla="*/ 2629995 w 2902662"/>
                <a:gd name="connsiteY47" fmla="*/ 999479 h 1862848"/>
                <a:gd name="connsiteX48" fmla="*/ 2627676 w 2902662"/>
                <a:gd name="connsiteY48" fmla="*/ 996437 h 1862848"/>
                <a:gd name="connsiteX49" fmla="*/ 2622678 w 2902662"/>
                <a:gd name="connsiteY49" fmla="*/ 982606 h 1862848"/>
                <a:gd name="connsiteX50" fmla="*/ 2609203 w 2902662"/>
                <a:gd name="connsiteY50" fmla="*/ 930030 h 1862848"/>
                <a:gd name="connsiteX51" fmla="*/ 2602684 w 2902662"/>
                <a:gd name="connsiteY51" fmla="*/ 916850 h 1862848"/>
                <a:gd name="connsiteX52" fmla="*/ 2587688 w 2902662"/>
                <a:gd name="connsiteY52" fmla="*/ 929740 h 1862848"/>
                <a:gd name="connsiteX53" fmla="*/ 2571968 w 2902662"/>
                <a:gd name="connsiteY53" fmla="*/ 956245 h 1862848"/>
                <a:gd name="connsiteX54" fmla="*/ 2567476 w 2902662"/>
                <a:gd name="connsiteY54" fmla="*/ 979419 h 1862848"/>
                <a:gd name="connsiteX55" fmla="*/ 2560739 w 2902662"/>
                <a:gd name="connsiteY55" fmla="*/ 1001145 h 1862848"/>
                <a:gd name="connsiteX56" fmla="*/ 2548785 w 2902662"/>
                <a:gd name="connsiteY56" fmla="*/ 1015628 h 1862848"/>
                <a:gd name="connsiteX57" fmla="*/ 2528501 w 2902662"/>
                <a:gd name="connsiteY57" fmla="*/ 1019032 h 1862848"/>
                <a:gd name="connsiteX58" fmla="*/ 2494815 w 2902662"/>
                <a:gd name="connsiteY58" fmla="*/ 1041337 h 1862848"/>
                <a:gd name="connsiteX59" fmla="*/ 2476849 w 2902662"/>
                <a:gd name="connsiteY59" fmla="*/ 1024174 h 1862848"/>
                <a:gd name="connsiteX60" fmla="*/ 2457362 w 2902662"/>
                <a:gd name="connsiteY60" fmla="*/ 1005345 h 1862848"/>
                <a:gd name="connsiteX61" fmla="*/ 2439395 w 2902662"/>
                <a:gd name="connsiteY61" fmla="*/ 991658 h 1862848"/>
                <a:gd name="connsiteX62" fmla="*/ 2424400 w 2902662"/>
                <a:gd name="connsiteY62" fmla="*/ 967832 h 1862848"/>
                <a:gd name="connsiteX63" fmla="*/ 2417735 w 2902662"/>
                <a:gd name="connsiteY63" fmla="*/ 959432 h 1862848"/>
                <a:gd name="connsiteX64" fmla="*/ 2414040 w 2902662"/>
                <a:gd name="connsiteY64" fmla="*/ 930465 h 1862848"/>
                <a:gd name="connsiteX65" fmla="*/ 2419619 w 2902662"/>
                <a:gd name="connsiteY65" fmla="*/ 918878 h 1862848"/>
                <a:gd name="connsiteX66" fmla="*/ 2420125 w 2902662"/>
                <a:gd name="connsiteY66" fmla="*/ 915474 h 1862848"/>
                <a:gd name="connsiteX67" fmla="*/ 2423385 w 2902662"/>
                <a:gd name="connsiteY67" fmla="*/ 907508 h 1862848"/>
                <a:gd name="connsiteX68" fmla="*/ 2423820 w 2902662"/>
                <a:gd name="connsiteY68" fmla="*/ 906711 h 1862848"/>
                <a:gd name="connsiteX69" fmla="*/ 2433383 w 2902662"/>
                <a:gd name="connsiteY69" fmla="*/ 888752 h 1862848"/>
                <a:gd name="connsiteX70" fmla="*/ 2432731 w 2902662"/>
                <a:gd name="connsiteY70" fmla="*/ 885493 h 1862848"/>
                <a:gd name="connsiteX71" fmla="*/ 2427442 w 2902662"/>
                <a:gd name="connsiteY71" fmla="*/ 885493 h 1862848"/>
                <a:gd name="connsiteX72" fmla="*/ 2420198 w 2902662"/>
                <a:gd name="connsiteY72" fmla="*/ 884189 h 1862848"/>
                <a:gd name="connsiteX73" fmla="*/ 2415417 w 2902662"/>
                <a:gd name="connsiteY73" fmla="*/ 887086 h 1862848"/>
                <a:gd name="connsiteX74" fmla="*/ 2409404 w 2902662"/>
                <a:gd name="connsiteY74" fmla="*/ 888172 h 1862848"/>
                <a:gd name="connsiteX75" fmla="*/ 2404043 w 2902662"/>
                <a:gd name="connsiteY75" fmla="*/ 890345 h 1862848"/>
                <a:gd name="connsiteX76" fmla="*/ 2375717 w 2902662"/>
                <a:gd name="connsiteY76" fmla="*/ 886579 h 1862848"/>
                <a:gd name="connsiteX77" fmla="*/ 2375065 w 2902662"/>
                <a:gd name="connsiteY77" fmla="*/ 886145 h 1862848"/>
                <a:gd name="connsiteX78" fmla="*/ 2368473 w 2902662"/>
                <a:gd name="connsiteY78" fmla="*/ 886724 h 1862848"/>
                <a:gd name="connsiteX79" fmla="*/ 2339496 w 2902662"/>
                <a:gd name="connsiteY79" fmla="*/ 871371 h 1862848"/>
                <a:gd name="connsiteX80" fmla="*/ 2308128 w 2902662"/>
                <a:gd name="connsiteY80" fmla="*/ 841752 h 1862848"/>
                <a:gd name="connsiteX81" fmla="*/ 2299797 w 2902662"/>
                <a:gd name="connsiteY81" fmla="*/ 835669 h 1862848"/>
                <a:gd name="connsiteX82" fmla="*/ 2299797 w 2902662"/>
                <a:gd name="connsiteY82" fmla="*/ 835669 h 1862848"/>
                <a:gd name="connsiteX83" fmla="*/ 2265096 w 2902662"/>
                <a:gd name="connsiteY83" fmla="*/ 803298 h 1862848"/>
                <a:gd name="connsiteX84" fmla="*/ 2252708 w 2902662"/>
                <a:gd name="connsiteY84" fmla="*/ 810540 h 1862848"/>
                <a:gd name="connsiteX85" fmla="*/ 2221992 w 2902662"/>
                <a:gd name="connsiteY85" fmla="*/ 804602 h 1862848"/>
                <a:gd name="connsiteX86" fmla="*/ 2195043 w 2902662"/>
                <a:gd name="connsiteY86" fmla="*/ 794319 h 1862848"/>
                <a:gd name="connsiteX87" fmla="*/ 2150128 w 2902662"/>
                <a:gd name="connsiteY87" fmla="*/ 794319 h 1862848"/>
                <a:gd name="connsiteX88" fmla="*/ 2135639 w 2902662"/>
                <a:gd name="connsiteY88" fmla="*/ 822562 h 1862848"/>
                <a:gd name="connsiteX89" fmla="*/ 2157372 w 2902662"/>
                <a:gd name="connsiteY89" fmla="*/ 849139 h 1862848"/>
                <a:gd name="connsiteX90" fmla="*/ 2149114 w 2902662"/>
                <a:gd name="connsiteY90" fmla="*/ 867968 h 1862848"/>
                <a:gd name="connsiteX91" fmla="*/ 2138682 w 2902662"/>
                <a:gd name="connsiteY91" fmla="*/ 886000 h 1862848"/>
                <a:gd name="connsiteX92" fmla="*/ 2149114 w 2902662"/>
                <a:gd name="connsiteY92" fmla="*/ 907725 h 1862848"/>
                <a:gd name="connsiteX93" fmla="*/ 2162661 w 2902662"/>
                <a:gd name="connsiteY93" fmla="*/ 942776 h 1862848"/>
                <a:gd name="connsiteX94" fmla="*/ 2149114 w 2902662"/>
                <a:gd name="connsiteY94" fmla="*/ 961677 h 1862848"/>
                <a:gd name="connsiteX95" fmla="*/ 2141507 w 2902662"/>
                <a:gd name="connsiteY95" fmla="*/ 985068 h 1862848"/>
                <a:gd name="connsiteX96" fmla="*/ 2168311 w 2902662"/>
                <a:gd name="connsiteY96" fmla="*/ 1041409 h 1862848"/>
                <a:gd name="connsiteX97" fmla="*/ 2174469 w 2902662"/>
                <a:gd name="connsiteY97" fmla="*/ 1063931 h 1862848"/>
                <a:gd name="connsiteX98" fmla="*/ 2179105 w 2902662"/>
                <a:gd name="connsiteY98" fmla="*/ 1071173 h 1862848"/>
                <a:gd name="connsiteX99" fmla="*/ 2186350 w 2902662"/>
                <a:gd name="connsiteY99" fmla="*/ 1156047 h 1862848"/>
                <a:gd name="connsiteX100" fmla="*/ 2138464 w 2902662"/>
                <a:gd name="connsiteY100" fmla="*/ 1209999 h 1862848"/>
                <a:gd name="connsiteX101" fmla="*/ 2091231 w 2902662"/>
                <a:gd name="connsiteY101" fmla="*/ 1229697 h 1862848"/>
                <a:gd name="connsiteX102" fmla="*/ 2100214 w 2902662"/>
                <a:gd name="connsiteY102" fmla="*/ 1267426 h 1862848"/>
                <a:gd name="connsiteX103" fmla="*/ 2109197 w 2902662"/>
                <a:gd name="connsiteY103" fmla="*/ 1305953 h 1862848"/>
                <a:gd name="connsiteX104" fmla="*/ 2118977 w 2902662"/>
                <a:gd name="connsiteY104" fmla="*/ 1352228 h 1862848"/>
                <a:gd name="connsiteX105" fmla="*/ 2111733 w 2902662"/>
                <a:gd name="connsiteY105" fmla="*/ 1384816 h 1862848"/>
                <a:gd name="connsiteX106" fmla="*/ 2117021 w 2902662"/>
                <a:gd name="connsiteY106" fmla="*/ 1404514 h 1862848"/>
                <a:gd name="connsiteX107" fmla="*/ 2102025 w 2902662"/>
                <a:gd name="connsiteY107" fmla="*/ 1402776 h 1862848"/>
                <a:gd name="connsiteX108" fmla="*/ 2083335 w 2902662"/>
                <a:gd name="connsiteY108" fmla="*/ 1426746 h 1862848"/>
                <a:gd name="connsiteX109" fmla="*/ 2054865 w 2902662"/>
                <a:gd name="connsiteY109" fmla="*/ 1414797 h 1862848"/>
                <a:gd name="connsiteX110" fmla="*/ 2042839 w 2902662"/>
                <a:gd name="connsiteY110" fmla="*/ 1388220 h 1862848"/>
                <a:gd name="connsiteX111" fmla="*/ 2018860 w 2902662"/>
                <a:gd name="connsiteY111" fmla="*/ 1361642 h 1862848"/>
                <a:gd name="connsiteX112" fmla="*/ 1995678 w 2902662"/>
                <a:gd name="connsiteY112" fmla="*/ 1327389 h 1862848"/>
                <a:gd name="connsiteX113" fmla="*/ 1993432 w 2902662"/>
                <a:gd name="connsiteY113" fmla="*/ 1268295 h 1862848"/>
                <a:gd name="connsiteX114" fmla="*/ 1997199 w 2902662"/>
                <a:gd name="connsiteY114" fmla="*/ 1237445 h 1862848"/>
                <a:gd name="connsiteX115" fmla="*/ 1978436 w 2902662"/>
                <a:gd name="connsiteY115" fmla="*/ 1213402 h 1862848"/>
                <a:gd name="connsiteX116" fmla="*/ 1927726 w 2902662"/>
                <a:gd name="connsiteY116" fmla="*/ 1209999 h 1862848"/>
                <a:gd name="connsiteX117" fmla="*/ 1900342 w 2902662"/>
                <a:gd name="connsiteY117" fmla="*/ 1207392 h 1862848"/>
                <a:gd name="connsiteX118" fmla="*/ 1889693 w 2902662"/>
                <a:gd name="connsiteY118" fmla="*/ 1205436 h 1862848"/>
                <a:gd name="connsiteX119" fmla="*/ 1863541 w 2902662"/>
                <a:gd name="connsiteY119" fmla="*/ 1186752 h 1862848"/>
                <a:gd name="connsiteX120" fmla="*/ 1862309 w 2902662"/>
                <a:gd name="connsiteY120" fmla="*/ 1186752 h 1862848"/>
                <a:gd name="connsiteX121" fmla="*/ 1823117 w 2902662"/>
                <a:gd name="connsiteY121" fmla="*/ 1173138 h 1862848"/>
                <a:gd name="connsiteX122" fmla="*/ 1765742 w 2902662"/>
                <a:gd name="connsiteY122" fmla="*/ 1127514 h 1862848"/>
                <a:gd name="connsiteX123" fmla="*/ 1764221 w 2902662"/>
                <a:gd name="connsiteY123" fmla="*/ 1118752 h 1862848"/>
                <a:gd name="connsiteX124" fmla="*/ 1742488 w 2902662"/>
                <a:gd name="connsiteY124" fmla="*/ 1116652 h 1862848"/>
                <a:gd name="connsiteX125" fmla="*/ 1697572 w 2902662"/>
                <a:gd name="connsiteY125" fmla="*/ 1096085 h 1862848"/>
                <a:gd name="connsiteX126" fmla="*/ 1647369 w 2902662"/>
                <a:gd name="connsiteY126" fmla="*/ 1113176 h 1862848"/>
                <a:gd name="connsiteX127" fmla="*/ 1651860 w 2902662"/>
                <a:gd name="connsiteY127" fmla="*/ 1094347 h 1862848"/>
                <a:gd name="connsiteX128" fmla="*/ 1636865 w 2902662"/>
                <a:gd name="connsiteY128" fmla="*/ 1045465 h 1862848"/>
                <a:gd name="connsiteX129" fmla="*/ 1612161 w 2902662"/>
                <a:gd name="connsiteY129" fmla="*/ 1012080 h 1862848"/>
                <a:gd name="connsiteX130" fmla="*/ 1574708 w 2902662"/>
                <a:gd name="connsiteY130" fmla="*/ 1001797 h 1862848"/>
                <a:gd name="connsiteX131" fmla="*/ 1573187 w 2902662"/>
                <a:gd name="connsiteY131" fmla="*/ 928944 h 1862848"/>
                <a:gd name="connsiteX132" fmla="*/ 1582459 w 2902662"/>
                <a:gd name="connsiteY132" fmla="*/ 902366 h 1862848"/>
                <a:gd name="connsiteX133" fmla="*/ 1581373 w 2902662"/>
                <a:gd name="connsiteY133" fmla="*/ 897442 h 1862848"/>
                <a:gd name="connsiteX134" fmla="*/ 1585285 w 2902662"/>
                <a:gd name="connsiteY134" fmla="*/ 874992 h 1862848"/>
                <a:gd name="connsiteX135" fmla="*/ 1608829 w 2902662"/>
                <a:gd name="connsiteY135" fmla="*/ 832121 h 1862848"/>
                <a:gd name="connsiteX136" fmla="*/ 1632301 w 2902662"/>
                <a:gd name="connsiteY136" fmla="*/ 811192 h 1862848"/>
                <a:gd name="connsiteX137" fmla="*/ 1642008 w 2902662"/>
                <a:gd name="connsiteY137" fmla="*/ 809454 h 1862848"/>
                <a:gd name="connsiteX138" fmla="*/ 1648093 w 2902662"/>
                <a:gd name="connsiteY138" fmla="*/ 795332 h 1862848"/>
                <a:gd name="connsiteX139" fmla="*/ 1656352 w 2902662"/>
                <a:gd name="connsiteY139" fmla="*/ 783311 h 1862848"/>
                <a:gd name="connsiteX140" fmla="*/ 1672072 w 2902662"/>
                <a:gd name="connsiteY140" fmla="*/ 772158 h 1862848"/>
                <a:gd name="connsiteX141" fmla="*/ 1711047 w 2902662"/>
                <a:gd name="connsiteY141" fmla="*/ 745581 h 1862848"/>
                <a:gd name="connsiteX142" fmla="*/ 1662365 w 2902662"/>
                <a:gd name="connsiteY142" fmla="*/ 723856 h 1862848"/>
                <a:gd name="connsiteX143" fmla="*/ 1609191 w 2902662"/>
                <a:gd name="connsiteY143" fmla="*/ 697351 h 1862848"/>
                <a:gd name="connsiteX144" fmla="*/ 1685547 w 2902662"/>
                <a:gd name="connsiteY144" fmla="*/ 712776 h 1862848"/>
                <a:gd name="connsiteX145" fmla="*/ 1726043 w 2902662"/>
                <a:gd name="connsiteY145" fmla="*/ 719583 h 1862848"/>
                <a:gd name="connsiteX146" fmla="*/ 1734229 w 2902662"/>
                <a:gd name="connsiteY146" fmla="*/ 686198 h 1862848"/>
                <a:gd name="connsiteX147" fmla="*/ 1784432 w 2902662"/>
                <a:gd name="connsiteY147" fmla="*/ 695613 h 1862848"/>
                <a:gd name="connsiteX148" fmla="*/ 1832390 w 2902662"/>
                <a:gd name="connsiteY148" fmla="*/ 639054 h 1862848"/>
                <a:gd name="connsiteX149" fmla="*/ 1806165 w 2902662"/>
                <a:gd name="connsiteY149" fmla="*/ 620225 h 1862848"/>
                <a:gd name="connsiteX150" fmla="*/ 1747776 w 2902662"/>
                <a:gd name="connsiteY150" fmla="*/ 597920 h 1862848"/>
                <a:gd name="connsiteX151" fmla="*/ 1749949 w 2902662"/>
                <a:gd name="connsiteY151" fmla="*/ 576195 h 1862848"/>
                <a:gd name="connsiteX152" fmla="*/ 1817394 w 2902662"/>
                <a:gd name="connsiteY152" fmla="*/ 613925 h 1862848"/>
                <a:gd name="connsiteX153" fmla="*/ 1868105 w 2902662"/>
                <a:gd name="connsiteY153" fmla="*/ 571922 h 1862848"/>
                <a:gd name="connsiteX154" fmla="*/ 1848617 w 2902662"/>
                <a:gd name="connsiteY154" fmla="*/ 549690 h 1862848"/>
                <a:gd name="connsiteX155" fmla="*/ 1874842 w 2902662"/>
                <a:gd name="connsiteY155" fmla="*/ 536799 h 1862848"/>
                <a:gd name="connsiteX156" fmla="*/ 1896575 w 2902662"/>
                <a:gd name="connsiteY156" fmla="*/ 554832 h 1862848"/>
                <a:gd name="connsiteX157" fmla="*/ 1932797 w 2902662"/>
                <a:gd name="connsiteY157" fmla="*/ 550559 h 1862848"/>
                <a:gd name="connsiteX158" fmla="*/ 1914106 w 2902662"/>
                <a:gd name="connsiteY158" fmla="*/ 523112 h 1862848"/>
                <a:gd name="connsiteX159" fmla="*/ 1920119 w 2902662"/>
                <a:gd name="connsiteY159" fmla="*/ 512829 h 1862848"/>
                <a:gd name="connsiteX160" fmla="*/ 1943301 w 2902662"/>
                <a:gd name="connsiteY160" fmla="*/ 536003 h 1862848"/>
                <a:gd name="connsiteX161" fmla="*/ 1970830 w 2902662"/>
                <a:gd name="connsiteY161" fmla="*/ 537596 h 1862848"/>
                <a:gd name="connsiteX162" fmla="*/ 2000532 w 2902662"/>
                <a:gd name="connsiteY162" fmla="*/ 502401 h 1862848"/>
                <a:gd name="connsiteX163" fmla="*/ 2020164 w 2902662"/>
                <a:gd name="connsiteY163" fmla="*/ 493855 h 1862848"/>
                <a:gd name="connsiteX164" fmla="*/ 2023352 w 2902662"/>
                <a:gd name="connsiteY164" fmla="*/ 492552 h 1862848"/>
                <a:gd name="connsiteX165" fmla="*/ 2005385 w 2902662"/>
                <a:gd name="connsiteY165" fmla="*/ 453518 h 1862848"/>
                <a:gd name="connsiteX166" fmla="*/ 1994157 w 2902662"/>
                <a:gd name="connsiteY166" fmla="*/ 426072 h 1862848"/>
                <a:gd name="connsiteX167" fmla="*/ 1994881 w 2902662"/>
                <a:gd name="connsiteY167" fmla="*/ 409778 h 1862848"/>
                <a:gd name="connsiteX168" fmla="*/ 2028567 w 2902662"/>
                <a:gd name="connsiteY168" fmla="*/ 396091 h 1862848"/>
                <a:gd name="connsiteX169" fmla="*/ 2019585 w 2902662"/>
                <a:gd name="connsiteY169" fmla="*/ 372917 h 1862848"/>
                <a:gd name="connsiteX170" fmla="*/ 2008356 w 2902662"/>
                <a:gd name="connsiteY170" fmla="*/ 355826 h 1862848"/>
                <a:gd name="connsiteX171" fmla="*/ 1982856 w 2902662"/>
                <a:gd name="connsiteY171" fmla="*/ 335260 h 1862848"/>
                <a:gd name="connsiteX172" fmla="*/ 1944678 w 2902662"/>
                <a:gd name="connsiteY172" fmla="*/ 323238 h 1862848"/>
                <a:gd name="connsiteX173" fmla="*/ 1891504 w 2902662"/>
                <a:gd name="connsiteY173" fmla="*/ 318097 h 1862848"/>
                <a:gd name="connsiteX174" fmla="*/ 1894474 w 2902662"/>
                <a:gd name="connsiteY174" fmla="*/ 354957 h 1862848"/>
                <a:gd name="connsiteX175" fmla="*/ 1904979 w 2902662"/>
                <a:gd name="connsiteY175" fmla="*/ 373859 h 1862848"/>
                <a:gd name="connsiteX176" fmla="*/ 1898966 w 2902662"/>
                <a:gd name="connsiteY176" fmla="*/ 390949 h 1862848"/>
                <a:gd name="connsiteX177" fmla="*/ 1877233 w 2902662"/>
                <a:gd name="connsiteY177" fmla="*/ 408040 h 1862848"/>
                <a:gd name="connsiteX178" fmla="*/ 1860715 w 2902662"/>
                <a:gd name="connsiteY178" fmla="*/ 446639 h 1862848"/>
                <a:gd name="connsiteX179" fmla="*/ 1845720 w 2902662"/>
                <a:gd name="connsiteY179" fmla="*/ 422669 h 1862848"/>
                <a:gd name="connsiteX180" fmla="*/ 1841228 w 2902662"/>
                <a:gd name="connsiteY180" fmla="*/ 452650 h 1862848"/>
                <a:gd name="connsiteX181" fmla="*/ 1853978 w 2902662"/>
                <a:gd name="connsiteY181" fmla="*/ 476620 h 1862848"/>
                <a:gd name="connsiteX182" fmla="*/ 1829999 w 2902662"/>
                <a:gd name="connsiteY182" fmla="*/ 495521 h 1862848"/>
                <a:gd name="connsiteX183" fmla="*/ 1811309 w 2902662"/>
                <a:gd name="connsiteY183" fmla="*/ 478358 h 1862848"/>
                <a:gd name="connsiteX184" fmla="*/ 1788851 w 2902662"/>
                <a:gd name="connsiteY184" fmla="*/ 438094 h 1862848"/>
                <a:gd name="connsiteX185" fmla="*/ 1803340 w 2902662"/>
                <a:gd name="connsiteY185" fmla="*/ 420930 h 1862848"/>
                <a:gd name="connsiteX186" fmla="*/ 1802616 w 2902662"/>
                <a:gd name="connsiteY186" fmla="*/ 395222 h 1862848"/>
                <a:gd name="connsiteX187" fmla="*/ 1780086 w 2902662"/>
                <a:gd name="connsiteY187" fmla="*/ 368645 h 1862848"/>
                <a:gd name="connsiteX188" fmla="*/ 1748645 w 2902662"/>
                <a:gd name="connsiteY188" fmla="*/ 360099 h 1862848"/>
                <a:gd name="connsiteX189" fmla="*/ 1735895 w 2902662"/>
                <a:gd name="connsiteY189" fmla="*/ 387546 h 1862848"/>
                <a:gd name="connsiteX190" fmla="*/ 1720972 w 2902662"/>
                <a:gd name="connsiteY190" fmla="*/ 418323 h 1862848"/>
                <a:gd name="connsiteX191" fmla="*/ 1709743 w 2902662"/>
                <a:gd name="connsiteY191" fmla="*/ 372121 h 1862848"/>
                <a:gd name="connsiteX192" fmla="*/ 1714162 w 2902662"/>
                <a:gd name="connsiteY192" fmla="*/ 355826 h 1862848"/>
                <a:gd name="connsiteX193" fmla="*/ 1722420 w 2902662"/>
                <a:gd name="connsiteY193" fmla="*/ 340401 h 1862848"/>
                <a:gd name="connsiteX194" fmla="*/ 1688734 w 2902662"/>
                <a:gd name="connsiteY194" fmla="*/ 324976 h 1862848"/>
                <a:gd name="connsiteX195" fmla="*/ 1663306 w 2902662"/>
                <a:gd name="connsiteY195" fmla="*/ 332725 h 1862848"/>
                <a:gd name="connsiteX196" fmla="*/ 1664755 w 2902662"/>
                <a:gd name="connsiteY196" fmla="*/ 299268 h 1862848"/>
                <a:gd name="connsiteX197" fmla="*/ 1684243 w 2902662"/>
                <a:gd name="connsiteY197" fmla="*/ 291519 h 1862848"/>
                <a:gd name="connsiteX198" fmla="*/ 1663306 w 2902662"/>
                <a:gd name="connsiteY198" fmla="*/ 266680 h 1862848"/>
                <a:gd name="connsiteX199" fmla="*/ 1633315 w 2902662"/>
                <a:gd name="connsiteY199" fmla="*/ 246185 h 1862848"/>
                <a:gd name="connsiteX200" fmla="*/ 1634836 w 2902662"/>
                <a:gd name="connsiteY200" fmla="*/ 211859 h 1862848"/>
                <a:gd name="connsiteX201" fmla="*/ 1591370 w 2902662"/>
                <a:gd name="connsiteY201" fmla="*/ 177605 h 1862848"/>
                <a:gd name="connsiteX202" fmla="*/ 1583111 w 2902662"/>
                <a:gd name="connsiteY202" fmla="*/ 160442 h 1862848"/>
                <a:gd name="connsiteX203" fmla="*/ 1607815 w 2902662"/>
                <a:gd name="connsiteY203" fmla="*/ 139876 h 1862848"/>
                <a:gd name="connsiteX204" fmla="*/ 1613103 w 2902662"/>
                <a:gd name="connsiteY204" fmla="*/ 115036 h 1862848"/>
                <a:gd name="connsiteX205" fmla="*/ 1615349 w 2902662"/>
                <a:gd name="connsiteY205" fmla="*/ 102218 h 1862848"/>
                <a:gd name="connsiteX206" fmla="*/ 1667798 w 2902662"/>
                <a:gd name="connsiteY206" fmla="*/ 107360 h 1862848"/>
                <a:gd name="connsiteX207" fmla="*/ 1716480 w 2902662"/>
                <a:gd name="connsiteY207" fmla="*/ 31103 h 1862848"/>
                <a:gd name="connsiteX208" fmla="*/ 1681273 w 2902662"/>
                <a:gd name="connsiteY208" fmla="*/ 13940 h 1862848"/>
                <a:gd name="connsiteX209" fmla="*/ 1625853 w 2902662"/>
                <a:gd name="connsiteY209" fmla="*/ 253 h 1862848"/>
                <a:gd name="connsiteX210" fmla="*/ 1555438 w 2902662"/>
                <a:gd name="connsiteY210" fmla="*/ 13071 h 1862848"/>
                <a:gd name="connsiteX211" fmla="*/ 1564421 w 2902662"/>
                <a:gd name="connsiteY211" fmla="*/ 36245 h 1862848"/>
                <a:gd name="connsiteX212" fmla="*/ 1542688 w 2902662"/>
                <a:gd name="connsiteY212" fmla="*/ 33638 h 1862848"/>
                <a:gd name="connsiteX213" fmla="*/ 1542688 w 2902662"/>
                <a:gd name="connsiteY213" fmla="*/ 78175 h 1862848"/>
                <a:gd name="connsiteX214" fmla="*/ 1555438 w 2902662"/>
                <a:gd name="connsiteY214" fmla="*/ 121047 h 1862848"/>
                <a:gd name="connsiteX215" fmla="*/ 1561378 w 2902662"/>
                <a:gd name="connsiteY215" fmla="*/ 165584 h 1862848"/>
                <a:gd name="connsiteX216" fmla="*/ 1540442 w 2902662"/>
                <a:gd name="connsiteY216" fmla="*/ 187889 h 1862848"/>
                <a:gd name="connsiteX217" fmla="*/ 1550946 w 2902662"/>
                <a:gd name="connsiteY217" fmla="*/ 210990 h 1862848"/>
                <a:gd name="connsiteX218" fmla="*/ 1523200 w 2902662"/>
                <a:gd name="connsiteY218" fmla="*/ 207586 h 1862848"/>
                <a:gd name="connsiteX219" fmla="*/ 1516463 w 2902662"/>
                <a:gd name="connsiteY219" fmla="*/ 249589 h 1862848"/>
                <a:gd name="connsiteX220" fmla="*/ 1522476 w 2902662"/>
                <a:gd name="connsiteY220" fmla="*/ 268418 h 1862848"/>
                <a:gd name="connsiteX221" fmla="*/ 1524722 w 2902662"/>
                <a:gd name="connsiteY221" fmla="*/ 311869 h 1862848"/>
                <a:gd name="connsiteX222" fmla="*/ 1592891 w 2902662"/>
                <a:gd name="connsiteY222" fmla="*/ 339243 h 1862848"/>
                <a:gd name="connsiteX223" fmla="*/ 1592094 w 2902662"/>
                <a:gd name="connsiteY223" fmla="*/ 358941 h 1862848"/>
                <a:gd name="connsiteX224" fmla="*/ 1581590 w 2902662"/>
                <a:gd name="connsiteY224" fmla="*/ 389791 h 1862848"/>
                <a:gd name="connsiteX225" fmla="*/ 1598107 w 2902662"/>
                <a:gd name="connsiteY225" fmla="*/ 376104 h 1862848"/>
                <a:gd name="connsiteX226" fmla="*/ 1613103 w 2902662"/>
                <a:gd name="connsiteY226" fmla="*/ 397829 h 1862848"/>
                <a:gd name="connsiteX227" fmla="*/ 1589849 w 2902662"/>
                <a:gd name="connsiteY227" fmla="*/ 420930 h 1862848"/>
                <a:gd name="connsiteX228" fmla="*/ 1556887 w 2902662"/>
                <a:gd name="connsiteY228" fmla="*/ 436355 h 1862848"/>
                <a:gd name="connsiteX229" fmla="*/ 1556887 w 2902662"/>
                <a:gd name="connsiteY229" fmla="*/ 474085 h 1862848"/>
                <a:gd name="connsiteX230" fmla="*/ 1538921 w 2902662"/>
                <a:gd name="connsiteY230" fmla="*/ 488569 h 1862848"/>
                <a:gd name="connsiteX231" fmla="*/ 1520955 w 2902662"/>
                <a:gd name="connsiteY231" fmla="*/ 456850 h 1862848"/>
                <a:gd name="connsiteX232" fmla="*/ 1525446 w 2902662"/>
                <a:gd name="connsiteY232" fmla="*/ 426869 h 1862848"/>
                <a:gd name="connsiteX233" fmla="*/ 1486471 w 2902662"/>
                <a:gd name="connsiteY233" fmla="*/ 414051 h 1862848"/>
                <a:gd name="connsiteX234" fmla="*/ 1511247 w 2902662"/>
                <a:gd name="connsiteY234" fmla="*/ 409706 h 1862848"/>
                <a:gd name="connsiteX235" fmla="*/ 1529213 w 2902662"/>
                <a:gd name="connsiteY235" fmla="*/ 394280 h 1862848"/>
                <a:gd name="connsiteX236" fmla="*/ 1568116 w 2902662"/>
                <a:gd name="connsiteY236" fmla="*/ 390877 h 1862848"/>
                <a:gd name="connsiteX237" fmla="*/ 1549425 w 2902662"/>
                <a:gd name="connsiteY237" fmla="*/ 357492 h 1862848"/>
                <a:gd name="connsiteX238" fmla="*/ 1522476 w 2902662"/>
                <a:gd name="connsiteY238" fmla="*/ 354885 h 1862848"/>
                <a:gd name="connsiteX239" fmla="*/ 1550149 w 2902662"/>
                <a:gd name="connsiteY239" fmla="*/ 348874 h 1862848"/>
                <a:gd name="connsiteX240" fmla="*/ 1529938 w 2902662"/>
                <a:gd name="connsiteY240" fmla="*/ 335187 h 1862848"/>
                <a:gd name="connsiteX241" fmla="*/ 1492484 w 2902662"/>
                <a:gd name="connsiteY241" fmla="*/ 325773 h 1862848"/>
                <a:gd name="connsiteX242" fmla="*/ 1453510 w 2902662"/>
                <a:gd name="connsiteY242" fmla="*/ 336056 h 1862848"/>
                <a:gd name="connsiteX243" fmla="*/ 1419099 w 2902662"/>
                <a:gd name="connsiteY243" fmla="*/ 362634 h 1862848"/>
                <a:gd name="connsiteX244" fmla="*/ 1449018 w 2902662"/>
                <a:gd name="connsiteY244" fmla="*/ 382332 h 1862848"/>
                <a:gd name="connsiteX245" fmla="*/ 1474518 w 2902662"/>
                <a:gd name="connsiteY245" fmla="*/ 404564 h 1862848"/>
                <a:gd name="connsiteX246" fmla="*/ 1458798 w 2902662"/>
                <a:gd name="connsiteY246" fmla="*/ 414847 h 1862848"/>
                <a:gd name="connsiteX247" fmla="*/ 1445323 w 2902662"/>
                <a:gd name="connsiteY247" fmla="*/ 425131 h 1862848"/>
                <a:gd name="connsiteX248" fmla="*/ 1443078 w 2902662"/>
                <a:gd name="connsiteY248" fmla="*/ 449970 h 1862848"/>
                <a:gd name="connsiteX249" fmla="*/ 1411637 w 2902662"/>
                <a:gd name="connsiteY249" fmla="*/ 449101 h 1862848"/>
                <a:gd name="connsiteX250" fmla="*/ 1345713 w 2902662"/>
                <a:gd name="connsiteY250" fmla="*/ 458588 h 1862848"/>
                <a:gd name="connsiteX251" fmla="*/ 1292540 w 2902662"/>
                <a:gd name="connsiteY251" fmla="*/ 444104 h 1862848"/>
                <a:gd name="connsiteX252" fmla="*/ 1256318 w 2902662"/>
                <a:gd name="connsiteY252" fmla="*/ 434690 h 1862848"/>
                <a:gd name="connsiteX253" fmla="*/ 1226399 w 2902662"/>
                <a:gd name="connsiteY253" fmla="*/ 417599 h 1862848"/>
                <a:gd name="connsiteX254" fmla="*/ 1209157 w 2902662"/>
                <a:gd name="connsiteY254" fmla="*/ 386749 h 1862848"/>
                <a:gd name="connsiteX255" fmla="*/ 1153738 w 2902662"/>
                <a:gd name="connsiteY255" fmla="*/ 389284 h 1862848"/>
                <a:gd name="connsiteX256" fmla="*/ 1104259 w 2902662"/>
                <a:gd name="connsiteY256" fmla="*/ 414195 h 1862848"/>
                <a:gd name="connsiteX257" fmla="*/ 1119255 w 2902662"/>
                <a:gd name="connsiteY257" fmla="*/ 430417 h 1862848"/>
                <a:gd name="connsiteX258" fmla="*/ 1150695 w 2902662"/>
                <a:gd name="connsiteY258" fmla="*/ 418396 h 1862848"/>
                <a:gd name="connsiteX259" fmla="*/ 1195683 w 2902662"/>
                <a:gd name="connsiteY259" fmla="*/ 403912 h 1862848"/>
                <a:gd name="connsiteX260" fmla="*/ 1140263 w 2902662"/>
                <a:gd name="connsiteY260" fmla="*/ 437369 h 1862848"/>
                <a:gd name="connsiteX261" fmla="*/ 1143958 w 2902662"/>
                <a:gd name="connsiteY261" fmla="*/ 490524 h 1862848"/>
                <a:gd name="connsiteX262" fmla="*/ 1135772 w 2902662"/>
                <a:gd name="connsiteY262" fmla="*/ 519492 h 1862848"/>
                <a:gd name="connsiteX263" fmla="*/ 1114763 w 2902662"/>
                <a:gd name="connsiteY263" fmla="*/ 509208 h 1862848"/>
                <a:gd name="connsiteX264" fmla="*/ 1110996 w 2902662"/>
                <a:gd name="connsiteY264" fmla="*/ 477489 h 1862848"/>
                <a:gd name="connsiteX265" fmla="*/ 1093827 w 2902662"/>
                <a:gd name="connsiteY265" fmla="*/ 466337 h 1862848"/>
                <a:gd name="connsiteX266" fmla="*/ 1071297 w 2902662"/>
                <a:gd name="connsiteY266" fmla="*/ 457791 h 1862848"/>
                <a:gd name="connsiteX267" fmla="*/ 1041378 w 2902662"/>
                <a:gd name="connsiteY267" fmla="*/ 449174 h 1862848"/>
                <a:gd name="connsiteX268" fmla="*/ 979221 w 2902662"/>
                <a:gd name="connsiteY268" fmla="*/ 461195 h 1862848"/>
                <a:gd name="connsiteX269" fmla="*/ 879611 w 2902662"/>
                <a:gd name="connsiteY269" fmla="*/ 453518 h 1862848"/>
                <a:gd name="connsiteX270" fmla="*/ 917789 w 2902662"/>
                <a:gd name="connsiteY270" fmla="*/ 423537 h 1862848"/>
                <a:gd name="connsiteX271" fmla="*/ 905039 w 2902662"/>
                <a:gd name="connsiteY271" fmla="*/ 394570 h 1862848"/>
                <a:gd name="connsiteX272" fmla="*/ 850344 w 2902662"/>
                <a:gd name="connsiteY272" fmla="*/ 379145 h 1862848"/>
                <a:gd name="connsiteX273" fmla="*/ 800937 w 2902662"/>
                <a:gd name="connsiteY273" fmla="*/ 374076 h 1862848"/>
                <a:gd name="connsiteX274" fmla="*/ 751458 w 2902662"/>
                <a:gd name="connsiteY274" fmla="*/ 356044 h 1862848"/>
                <a:gd name="connsiteX275" fmla="*/ 685607 w 2902662"/>
                <a:gd name="connsiteY275" fmla="*/ 330335 h 1862848"/>
                <a:gd name="connsiteX276" fmla="*/ 609179 w 2902662"/>
                <a:gd name="connsiteY276" fmla="*/ 333739 h 1862848"/>
                <a:gd name="connsiteX277" fmla="*/ 570204 w 2902662"/>
                <a:gd name="connsiteY277" fmla="*/ 350033 h 1862848"/>
                <a:gd name="connsiteX278" fmla="*/ 571725 w 2902662"/>
                <a:gd name="connsiteY278" fmla="*/ 325194 h 1862848"/>
                <a:gd name="connsiteX279" fmla="*/ 560497 w 2902662"/>
                <a:gd name="connsiteY279" fmla="*/ 295212 h 1862848"/>
                <a:gd name="connsiteX280" fmla="*/ 514785 w 2902662"/>
                <a:gd name="connsiteY280" fmla="*/ 350033 h 1862848"/>
                <a:gd name="connsiteX281" fmla="*/ 464074 w 2902662"/>
                <a:gd name="connsiteY281" fmla="*/ 272908 h 1862848"/>
                <a:gd name="connsiteX282" fmla="*/ 443862 w 2902662"/>
                <a:gd name="connsiteY282" fmla="*/ 279787 h 1862848"/>
                <a:gd name="connsiteX283" fmla="*/ 431909 w 2902662"/>
                <a:gd name="connsiteY283" fmla="*/ 302020 h 1862848"/>
                <a:gd name="connsiteX284" fmla="*/ 407133 w 2902662"/>
                <a:gd name="connsiteY284" fmla="*/ 326932 h 1862848"/>
                <a:gd name="connsiteX285" fmla="*/ 374171 w 2902662"/>
                <a:gd name="connsiteY285" fmla="*/ 332942 h 1862848"/>
                <a:gd name="connsiteX286" fmla="*/ 342007 w 2902662"/>
                <a:gd name="connsiteY286" fmla="*/ 344891 h 1862848"/>
                <a:gd name="connsiteX287" fmla="*/ 289557 w 2902662"/>
                <a:gd name="connsiteY287" fmla="*/ 377480 h 1862848"/>
                <a:gd name="connsiteX288" fmla="*/ 267100 w 2902662"/>
                <a:gd name="connsiteY288" fmla="*/ 394570 h 1862848"/>
                <a:gd name="connsiteX289" fmla="*/ 275358 w 2902662"/>
                <a:gd name="connsiteY289" fmla="*/ 372845 h 1862848"/>
                <a:gd name="connsiteX290" fmla="*/ 340558 w 2902662"/>
                <a:gd name="connsiteY290" fmla="*/ 330046 h 1862848"/>
                <a:gd name="connsiteX291" fmla="*/ 391993 w 2902662"/>
                <a:gd name="connsiteY291" fmla="*/ 304699 h 1862848"/>
                <a:gd name="connsiteX292" fmla="*/ 390471 w 2902662"/>
                <a:gd name="connsiteY292" fmla="*/ 304699 h 1862848"/>
                <a:gd name="connsiteX293" fmla="*/ 304263 w 2902662"/>
                <a:gd name="connsiteY293" fmla="*/ 322659 h 1862848"/>
                <a:gd name="connsiteX294" fmla="*/ 296222 w 2902662"/>
                <a:gd name="connsiteY294" fmla="*/ 325194 h 1862848"/>
                <a:gd name="connsiteX295" fmla="*/ 275431 w 2902662"/>
                <a:gd name="connsiteY295" fmla="*/ 331711 h 1862848"/>
                <a:gd name="connsiteX296" fmla="*/ 273909 w 2902662"/>
                <a:gd name="connsiteY296" fmla="*/ 340184 h 1862848"/>
                <a:gd name="connsiteX297" fmla="*/ 249931 w 2902662"/>
                <a:gd name="connsiteY297" fmla="*/ 347861 h 1862848"/>
                <a:gd name="connsiteX298" fmla="*/ 242686 w 2902662"/>
                <a:gd name="connsiteY298" fmla="*/ 341922 h 1862848"/>
                <a:gd name="connsiteX299" fmla="*/ 243918 w 2902662"/>
                <a:gd name="connsiteY299" fmla="*/ 340257 h 1862848"/>
                <a:gd name="connsiteX300" fmla="*/ 214940 w 2902662"/>
                <a:gd name="connsiteY300" fmla="*/ 345181 h 1862848"/>
                <a:gd name="connsiteX301" fmla="*/ 202263 w 2902662"/>
                <a:gd name="connsiteY301" fmla="*/ 347064 h 1862848"/>
                <a:gd name="connsiteX302" fmla="*/ 178356 w 2902662"/>
                <a:gd name="connsiteY302" fmla="*/ 371903 h 1862848"/>
                <a:gd name="connsiteX303" fmla="*/ 191831 w 2902662"/>
                <a:gd name="connsiteY303" fmla="*/ 394136 h 1862848"/>
                <a:gd name="connsiteX304" fmla="*/ 141120 w 2902662"/>
                <a:gd name="connsiteY304" fmla="*/ 378711 h 1862848"/>
                <a:gd name="connsiteX305" fmla="*/ 62446 w 2902662"/>
                <a:gd name="connsiteY305" fmla="*/ 336781 h 1862848"/>
                <a:gd name="connsiteX306" fmla="*/ 0 w 2902662"/>
                <a:gd name="connsiteY306" fmla="*/ 330987 h 1862848"/>
                <a:gd name="connsiteX307" fmla="*/ 0 w 2902662"/>
                <a:gd name="connsiteY307" fmla="*/ 923150 h 1862848"/>
                <a:gd name="connsiteX308" fmla="*/ 17966 w 2902662"/>
                <a:gd name="connsiteY308" fmla="*/ 927351 h 1862848"/>
                <a:gd name="connsiteX309" fmla="*/ 48972 w 2902662"/>
                <a:gd name="connsiteY309" fmla="*/ 920543 h 1862848"/>
                <a:gd name="connsiteX310" fmla="*/ 71429 w 2902662"/>
                <a:gd name="connsiteY310" fmla="*/ 939951 h 1862848"/>
                <a:gd name="connsiteX311" fmla="*/ 105406 w 2902662"/>
                <a:gd name="connsiteY311" fmla="*/ 978767 h 1862848"/>
                <a:gd name="connsiteX312" fmla="*/ 131340 w 2902662"/>
                <a:gd name="connsiteY312" fmla="*/ 998176 h 1862848"/>
                <a:gd name="connsiteX313" fmla="*/ 162274 w 2902662"/>
                <a:gd name="connsiteY313" fmla="*/ 970802 h 1862848"/>
                <a:gd name="connsiteX314" fmla="*/ 208203 w 2902662"/>
                <a:gd name="connsiteY314" fmla="*/ 973119 h 1862848"/>
                <a:gd name="connsiteX315" fmla="*/ 281154 w 2902662"/>
                <a:gd name="connsiteY315" fmla="*/ 1067914 h 1862848"/>
                <a:gd name="connsiteX316" fmla="*/ 341065 w 2902662"/>
                <a:gd name="connsiteY316" fmla="*/ 1149023 h 1862848"/>
                <a:gd name="connsiteX317" fmla="*/ 373012 w 2902662"/>
                <a:gd name="connsiteY317" fmla="*/ 1190156 h 1862848"/>
                <a:gd name="connsiteX318" fmla="*/ 380257 w 2902662"/>
                <a:gd name="connsiteY318" fmla="*/ 1225569 h 1862848"/>
                <a:gd name="connsiteX319" fmla="*/ 357220 w 2902662"/>
                <a:gd name="connsiteY319" fmla="*/ 1244180 h 1862848"/>
                <a:gd name="connsiteX320" fmla="*/ 371708 w 2902662"/>
                <a:gd name="connsiteY320" fmla="*/ 1263805 h 1862848"/>
                <a:gd name="connsiteX321" fmla="*/ 366130 w 2902662"/>
                <a:gd name="connsiteY321" fmla="*/ 1273075 h 1862848"/>
                <a:gd name="connsiteX322" fmla="*/ 366927 w 2902662"/>
                <a:gd name="connsiteY322" fmla="*/ 1273075 h 1862848"/>
                <a:gd name="connsiteX323" fmla="*/ 403873 w 2902662"/>
                <a:gd name="connsiteY323" fmla="*/ 1306242 h 1862848"/>
                <a:gd name="connsiteX324" fmla="*/ 406771 w 2902662"/>
                <a:gd name="connsiteY324" fmla="*/ 1309719 h 1862848"/>
                <a:gd name="connsiteX325" fmla="*/ 415102 w 2902662"/>
                <a:gd name="connsiteY325" fmla="*/ 1327533 h 1862848"/>
                <a:gd name="connsiteX326" fmla="*/ 420608 w 2902662"/>
                <a:gd name="connsiteY326" fmla="*/ 1342017 h 1862848"/>
                <a:gd name="connsiteX327" fmla="*/ 447340 w 2902662"/>
                <a:gd name="connsiteY327" fmla="*/ 1362729 h 1862848"/>
                <a:gd name="connsiteX328" fmla="*/ 449585 w 2902662"/>
                <a:gd name="connsiteY328" fmla="*/ 1379892 h 1862848"/>
                <a:gd name="connsiteX329" fmla="*/ 448137 w 2902662"/>
                <a:gd name="connsiteY329" fmla="*/ 1402993 h 1862848"/>
                <a:gd name="connsiteX330" fmla="*/ 455381 w 2902662"/>
                <a:gd name="connsiteY330" fmla="*/ 1423560 h 1862848"/>
                <a:gd name="connsiteX331" fmla="*/ 491603 w 2902662"/>
                <a:gd name="connsiteY331" fmla="*/ 1438985 h 1862848"/>
                <a:gd name="connsiteX332" fmla="*/ 514857 w 2902662"/>
                <a:gd name="connsiteY332" fmla="*/ 1455279 h 1862848"/>
                <a:gd name="connsiteX333" fmla="*/ 543835 w 2902662"/>
                <a:gd name="connsiteY333" fmla="*/ 1465562 h 1862848"/>
                <a:gd name="connsiteX334" fmla="*/ 556585 w 2902662"/>
                <a:gd name="connsiteY334" fmla="*/ 1488664 h 1862848"/>
                <a:gd name="connsiteX335" fmla="*/ 582012 w 2902662"/>
                <a:gd name="connsiteY335" fmla="*/ 1492936 h 1862848"/>
                <a:gd name="connsiteX336" fmla="*/ 602297 w 2902662"/>
                <a:gd name="connsiteY336" fmla="*/ 1504089 h 1862848"/>
                <a:gd name="connsiteX337" fmla="*/ 628159 w 2902662"/>
                <a:gd name="connsiteY337" fmla="*/ 1540298 h 1862848"/>
                <a:gd name="connsiteX338" fmla="*/ 1559132 w 2902662"/>
                <a:gd name="connsiteY338" fmla="*/ 1534577 h 1862848"/>
                <a:gd name="connsiteX339" fmla="*/ 1570723 w 2902662"/>
                <a:gd name="connsiteY339" fmla="*/ 1517269 h 1862848"/>
                <a:gd name="connsiteX340" fmla="*/ 1584705 w 2902662"/>
                <a:gd name="connsiteY340" fmla="*/ 1547033 h 1862848"/>
                <a:gd name="connsiteX341" fmla="*/ 1613683 w 2902662"/>
                <a:gd name="connsiteY341" fmla="*/ 1558403 h 1862848"/>
                <a:gd name="connsiteX342" fmla="*/ 1644689 w 2902662"/>
                <a:gd name="connsiteY342" fmla="*/ 1559561 h 1862848"/>
                <a:gd name="connsiteX343" fmla="*/ 1672652 w 2902662"/>
                <a:gd name="connsiteY343" fmla="*/ 1572162 h 1862848"/>
                <a:gd name="connsiteX344" fmla="*/ 1701629 w 2902662"/>
                <a:gd name="connsiteY344" fmla="*/ 1577883 h 1862848"/>
                <a:gd name="connsiteX345" fmla="*/ 1749949 w 2902662"/>
                <a:gd name="connsiteY345" fmla="*/ 1585632 h 1862848"/>
                <a:gd name="connsiteX346" fmla="*/ 1793995 w 2902662"/>
                <a:gd name="connsiteY346" fmla="*/ 1538488 h 1862848"/>
                <a:gd name="connsiteX347" fmla="*/ 1865931 w 2902662"/>
                <a:gd name="connsiteY347" fmla="*/ 1572669 h 1862848"/>
                <a:gd name="connsiteX348" fmla="*/ 1902153 w 2902662"/>
                <a:gd name="connsiteY348" fmla="*/ 1601636 h 1862848"/>
                <a:gd name="connsiteX349" fmla="*/ 1921206 w 2902662"/>
                <a:gd name="connsiteY349" fmla="*/ 1655588 h 1862848"/>
                <a:gd name="connsiteX350" fmla="*/ 1940476 w 2902662"/>
                <a:gd name="connsiteY350" fmla="*/ 1670868 h 1862848"/>
                <a:gd name="connsiteX351" fmla="*/ 1992056 w 2902662"/>
                <a:gd name="connsiteY351" fmla="*/ 1678761 h 1862848"/>
                <a:gd name="connsiteX352" fmla="*/ 2055009 w 2902662"/>
                <a:gd name="connsiteY352" fmla="*/ 1697590 h 1862848"/>
                <a:gd name="connsiteX353" fmla="*/ 2066963 w 2902662"/>
                <a:gd name="connsiteY353" fmla="*/ 1750673 h 1862848"/>
                <a:gd name="connsiteX354" fmla="*/ 2023496 w 2902662"/>
                <a:gd name="connsiteY354" fmla="*/ 1738724 h 1862848"/>
                <a:gd name="connsiteX355" fmla="*/ 2013064 w 2902662"/>
                <a:gd name="connsiteY355" fmla="*/ 1772978 h 1862848"/>
                <a:gd name="connsiteX356" fmla="*/ 1989086 w 2902662"/>
                <a:gd name="connsiteY356" fmla="*/ 1832940 h 1862848"/>
                <a:gd name="connsiteX357" fmla="*/ 1988216 w 2902662"/>
                <a:gd name="connsiteY357" fmla="*/ 1832578 h 1862848"/>
                <a:gd name="connsiteX358" fmla="*/ 1993650 w 2902662"/>
                <a:gd name="connsiteY358" fmla="*/ 1862849 h 1862848"/>
                <a:gd name="connsiteX359" fmla="*/ 2035522 w 2902662"/>
                <a:gd name="connsiteY359" fmla="*/ 1838154 h 1862848"/>
                <a:gd name="connsiteX360" fmla="*/ 2078988 w 2902662"/>
                <a:gd name="connsiteY360" fmla="*/ 1843296 h 1862848"/>
                <a:gd name="connsiteX361" fmla="*/ 2099925 w 2902662"/>
                <a:gd name="connsiteY361" fmla="*/ 1834678 h 1862848"/>
                <a:gd name="connsiteX362" fmla="*/ 2099417 w 2902662"/>
                <a:gd name="connsiteY362" fmla="*/ 1838516 h 1862848"/>
                <a:gd name="connsiteX363" fmla="*/ 2109415 w 2902662"/>
                <a:gd name="connsiteY363" fmla="*/ 1828957 h 1862848"/>
                <a:gd name="connsiteX364" fmla="*/ 2107531 w 2902662"/>
                <a:gd name="connsiteY364" fmla="*/ 1813604 h 1862848"/>
                <a:gd name="connsiteX365" fmla="*/ 2083480 w 2902662"/>
                <a:gd name="connsiteY365" fmla="*/ 1805566 h 1862848"/>
                <a:gd name="connsiteX366" fmla="*/ 2152374 w 2902662"/>
                <a:gd name="connsiteY366" fmla="*/ 1774716 h 1862848"/>
                <a:gd name="connsiteX367" fmla="*/ 2199027 w 2902662"/>
                <a:gd name="connsiteY367" fmla="*/ 1770877 h 1862848"/>
                <a:gd name="connsiteX368" fmla="*/ 2244232 w 2902662"/>
                <a:gd name="connsiteY368" fmla="*/ 1731844 h 1862848"/>
                <a:gd name="connsiteX369" fmla="*/ 2360142 w 2902662"/>
                <a:gd name="connsiteY369" fmla="*/ 1730685 h 1862848"/>
                <a:gd name="connsiteX370" fmla="*/ 2402087 w 2902662"/>
                <a:gd name="connsiteY370" fmla="*/ 1680427 h 1862848"/>
                <a:gd name="connsiteX371" fmla="*/ 2445046 w 2902662"/>
                <a:gd name="connsiteY371" fmla="*/ 1611920 h 1862848"/>
                <a:gd name="connsiteX372" fmla="*/ 2489961 w 2902662"/>
                <a:gd name="connsiteY372" fmla="*/ 1626403 h 1862848"/>
                <a:gd name="connsiteX373" fmla="*/ 2518432 w 2902662"/>
                <a:gd name="connsiteY373" fmla="*/ 1733872 h 1862848"/>
                <a:gd name="connsiteX374" fmla="*/ 2553929 w 2902662"/>
                <a:gd name="connsiteY374" fmla="*/ 1716926 h 1862848"/>
                <a:gd name="connsiteX375" fmla="*/ 2593628 w 2902662"/>
                <a:gd name="connsiteY375" fmla="*/ 1684338 h 1862848"/>
                <a:gd name="connsiteX376" fmla="*/ 2595874 w 2902662"/>
                <a:gd name="connsiteY376" fmla="*/ 1700632 h 1862848"/>
                <a:gd name="connsiteX377" fmla="*/ 2626590 w 2902662"/>
                <a:gd name="connsiteY377" fmla="*/ 1714391 h 1862848"/>
                <a:gd name="connsiteX378" fmla="*/ 2601090 w 2902662"/>
                <a:gd name="connsiteY378" fmla="*/ 1722068 h 1862848"/>
                <a:gd name="connsiteX379" fmla="*/ 2557624 w 2902662"/>
                <a:gd name="connsiteY379" fmla="*/ 1747776 h 1862848"/>
                <a:gd name="connsiteX380" fmla="*/ 2553929 w 2902662"/>
                <a:gd name="connsiteY380" fmla="*/ 1790648 h 1862848"/>
                <a:gd name="connsiteX381" fmla="*/ 2598120 w 2902662"/>
                <a:gd name="connsiteY381" fmla="*/ 1781161 h 1862848"/>
                <a:gd name="connsiteX382" fmla="*/ 2630285 w 2902662"/>
                <a:gd name="connsiteY382" fmla="*/ 1749514 h 1862848"/>
                <a:gd name="connsiteX383" fmla="*/ 2657668 w 2902662"/>
                <a:gd name="connsiteY383" fmla="*/ 1743793 h 1862848"/>
                <a:gd name="connsiteX384" fmla="*/ 2661870 w 2902662"/>
                <a:gd name="connsiteY384" fmla="*/ 1738941 h 1862848"/>
                <a:gd name="connsiteX385" fmla="*/ 2672809 w 2902662"/>
                <a:gd name="connsiteY385" fmla="*/ 1730034 h 1862848"/>
                <a:gd name="connsiteX386" fmla="*/ 2677518 w 2902662"/>
                <a:gd name="connsiteY386" fmla="*/ 1725833 h 1862848"/>
                <a:gd name="connsiteX387" fmla="*/ 2703525 w 2902662"/>
                <a:gd name="connsiteY387" fmla="*/ 1714826 h 1862848"/>
                <a:gd name="connsiteX388" fmla="*/ 2710262 w 2902662"/>
                <a:gd name="connsiteY388" fmla="*/ 1715405 h 1862848"/>
                <a:gd name="connsiteX389" fmla="*/ 2714754 w 2902662"/>
                <a:gd name="connsiteY389" fmla="*/ 1709467 h 1862848"/>
                <a:gd name="connsiteX390" fmla="*/ 2714174 w 2902662"/>
                <a:gd name="connsiteY390" fmla="*/ 1705846 h 1862848"/>
                <a:gd name="connsiteX391" fmla="*/ 2732285 w 2902662"/>
                <a:gd name="connsiteY391" fmla="*/ 1696432 h 1862848"/>
                <a:gd name="connsiteX392" fmla="*/ 2733662 w 2902662"/>
                <a:gd name="connsiteY392" fmla="*/ 1695707 h 1862848"/>
                <a:gd name="connsiteX393" fmla="*/ 2756409 w 2902662"/>
                <a:gd name="connsiteY393" fmla="*/ 1672534 h 1862848"/>
                <a:gd name="connsiteX394" fmla="*/ 2746339 w 2902662"/>
                <a:gd name="connsiteY394" fmla="*/ 1671592 h 1862848"/>
                <a:gd name="connsiteX395" fmla="*/ 2745615 w 2902662"/>
                <a:gd name="connsiteY395" fmla="*/ 1645015 h 1862848"/>
                <a:gd name="connsiteX396" fmla="*/ 2722360 w 2902662"/>
                <a:gd name="connsiteY396" fmla="*/ 1660440 h 1862848"/>
                <a:gd name="connsiteX397" fmla="*/ 2705191 w 2902662"/>
                <a:gd name="connsiteY397" fmla="*/ 1682745 h 1862848"/>
                <a:gd name="connsiteX398" fmla="*/ 2690703 w 2902662"/>
                <a:gd name="connsiteY398" fmla="*/ 1699039 h 1862848"/>
                <a:gd name="connsiteX399" fmla="*/ 2630792 w 2902662"/>
                <a:gd name="connsiteY399" fmla="*/ 1687017 h 1862848"/>
                <a:gd name="connsiteX400" fmla="*/ 2594063 w 2902662"/>
                <a:gd name="connsiteY400" fmla="*/ 1652763 h 1862848"/>
                <a:gd name="connsiteX401" fmla="*/ 2593701 w 2902662"/>
                <a:gd name="connsiteY401" fmla="*/ 1650156 h 1862848"/>
                <a:gd name="connsiteX402" fmla="*/ 2579936 w 2902662"/>
                <a:gd name="connsiteY402" fmla="*/ 1621189 h 1862848"/>
                <a:gd name="connsiteX403" fmla="*/ 2585949 w 2902662"/>
                <a:gd name="connsiteY403" fmla="*/ 1595770 h 1862848"/>
                <a:gd name="connsiteX404" fmla="*/ 2584645 w 2902662"/>
                <a:gd name="connsiteY404" fmla="*/ 1594250 h 1862848"/>
                <a:gd name="connsiteX405" fmla="*/ 2574575 w 2902662"/>
                <a:gd name="connsiteY405" fmla="*/ 1600622 h 1862848"/>
                <a:gd name="connsiteX406" fmla="*/ 2571605 w 2902662"/>
                <a:gd name="connsiteY406" fmla="*/ 1585197 h 1862848"/>
                <a:gd name="connsiteX407" fmla="*/ 2578125 w 2902662"/>
                <a:gd name="connsiteY407" fmla="*/ 1582445 h 1862848"/>
                <a:gd name="connsiteX408" fmla="*/ 2578125 w 2902662"/>
                <a:gd name="connsiteY408" fmla="*/ 1582011 h 1862848"/>
                <a:gd name="connsiteX409" fmla="*/ 2569359 w 2902662"/>
                <a:gd name="connsiteY409" fmla="*/ 1566369 h 1862848"/>
                <a:gd name="connsiteX410" fmla="*/ 2570736 w 2902662"/>
                <a:gd name="connsiteY410" fmla="*/ 1542543 h 1862848"/>
                <a:gd name="connsiteX411" fmla="*/ 2548278 w 2902662"/>
                <a:gd name="connsiteY411" fmla="*/ 1526539 h 1862848"/>
                <a:gd name="connsiteX412" fmla="*/ 2458810 w 2902662"/>
                <a:gd name="connsiteY412" fmla="*/ 1562748 h 1862848"/>
                <a:gd name="connsiteX413" fmla="*/ 2385425 w 2902662"/>
                <a:gd name="connsiteY413" fmla="*/ 1634731 h 1862848"/>
                <a:gd name="connsiteX414" fmla="*/ 2416141 w 2902662"/>
                <a:gd name="connsiteY414" fmla="*/ 1594467 h 1862848"/>
                <a:gd name="connsiteX415" fmla="*/ 2422878 w 2902662"/>
                <a:gd name="connsiteY415" fmla="*/ 1576507 h 1862848"/>
                <a:gd name="connsiteX416" fmla="*/ 2470039 w 2902662"/>
                <a:gd name="connsiteY416" fmla="*/ 1525814 h 1862848"/>
                <a:gd name="connsiteX417" fmla="*/ 2505247 w 2902662"/>
                <a:gd name="connsiteY417" fmla="*/ 1513793 h 1862848"/>
                <a:gd name="connsiteX418" fmla="*/ 2529950 w 2902662"/>
                <a:gd name="connsiteY418" fmla="*/ 1479539 h 1862848"/>
                <a:gd name="connsiteX419" fmla="*/ 2562115 w 2902662"/>
                <a:gd name="connsiteY419" fmla="*/ 1471573 h 1862848"/>
                <a:gd name="connsiteX420" fmla="*/ 2578342 w 2902662"/>
                <a:gd name="connsiteY420" fmla="*/ 1467952 h 1862848"/>
                <a:gd name="connsiteX421" fmla="*/ 2588702 w 2902662"/>
                <a:gd name="connsiteY421" fmla="*/ 1469328 h 1862848"/>
                <a:gd name="connsiteX422" fmla="*/ 2706857 w 2902662"/>
                <a:gd name="connsiteY422" fmla="*/ 1466938 h 1862848"/>
                <a:gd name="connsiteX423" fmla="*/ 2720694 w 2902662"/>
                <a:gd name="connsiteY423" fmla="*/ 1466938 h 1862848"/>
                <a:gd name="connsiteX424" fmla="*/ 2741196 w 2902662"/>
                <a:gd name="connsiteY424" fmla="*/ 1467373 h 1862848"/>
                <a:gd name="connsiteX425" fmla="*/ 2801831 w 2902662"/>
                <a:gd name="connsiteY425" fmla="*/ 1424574 h 1862848"/>
                <a:gd name="connsiteX426" fmla="*/ 2848268 w 2902662"/>
                <a:gd name="connsiteY426" fmla="*/ 1409149 h 1862848"/>
                <a:gd name="connsiteX427" fmla="*/ 2895501 w 2902662"/>
                <a:gd name="connsiteY427" fmla="*/ 1376561 h 1862848"/>
                <a:gd name="connsiteX428" fmla="*/ 2892458 w 2902662"/>
                <a:gd name="connsiteY428" fmla="*/ 1360846 h 1862848"/>
                <a:gd name="connsiteX429" fmla="*/ 796880 w 2902662"/>
                <a:gd name="connsiteY429" fmla="*/ 561349 h 1862848"/>
                <a:gd name="connsiteX430" fmla="*/ 750444 w 2902662"/>
                <a:gd name="connsiteY430" fmla="*/ 589230 h 1862848"/>
                <a:gd name="connsiteX431" fmla="*/ 727769 w 2902662"/>
                <a:gd name="connsiteY431" fmla="*/ 604945 h 1862848"/>
                <a:gd name="connsiteX432" fmla="*/ 717699 w 2902662"/>
                <a:gd name="connsiteY432" fmla="*/ 625367 h 1862848"/>
                <a:gd name="connsiteX433" fmla="*/ 674813 w 2902662"/>
                <a:gd name="connsiteY433" fmla="*/ 647092 h 1862848"/>
                <a:gd name="connsiteX434" fmla="*/ 699226 w 2902662"/>
                <a:gd name="connsiteY434" fmla="*/ 599441 h 1862848"/>
                <a:gd name="connsiteX435" fmla="*/ 659310 w 2902662"/>
                <a:gd name="connsiteY435" fmla="*/ 627395 h 1862848"/>
                <a:gd name="connsiteX436" fmla="*/ 628956 w 2902662"/>
                <a:gd name="connsiteY436" fmla="*/ 638909 h 1862848"/>
                <a:gd name="connsiteX437" fmla="*/ 614032 w 2902662"/>
                <a:gd name="connsiteY437" fmla="*/ 624425 h 1862848"/>
                <a:gd name="connsiteX438" fmla="*/ 633085 w 2902662"/>
                <a:gd name="connsiteY438" fmla="*/ 601903 h 1862848"/>
                <a:gd name="connsiteX439" fmla="*/ 634896 w 2902662"/>
                <a:gd name="connsiteY439" fmla="*/ 577426 h 1862848"/>
                <a:gd name="connsiteX440" fmla="*/ 671843 w 2902662"/>
                <a:gd name="connsiteY440" fmla="*/ 571271 h 1862848"/>
                <a:gd name="connsiteX441" fmla="*/ 629535 w 2902662"/>
                <a:gd name="connsiteY441" fmla="*/ 554252 h 1862848"/>
                <a:gd name="connsiteX442" fmla="*/ 564336 w 2902662"/>
                <a:gd name="connsiteY442" fmla="*/ 566491 h 1862848"/>
                <a:gd name="connsiteX443" fmla="*/ 653659 w 2902662"/>
                <a:gd name="connsiteY443" fmla="*/ 536510 h 1862848"/>
                <a:gd name="connsiteX444" fmla="*/ 737042 w 2902662"/>
                <a:gd name="connsiteY444" fmla="*/ 518116 h 1862848"/>
                <a:gd name="connsiteX445" fmla="*/ 721539 w 2902662"/>
                <a:gd name="connsiteY445" fmla="*/ 552876 h 1862848"/>
                <a:gd name="connsiteX446" fmla="*/ 778697 w 2902662"/>
                <a:gd name="connsiteY446" fmla="*/ 544041 h 1862848"/>
                <a:gd name="connsiteX447" fmla="*/ 796880 w 2902662"/>
                <a:gd name="connsiteY447" fmla="*/ 561349 h 1862848"/>
                <a:gd name="connsiteX448" fmla="*/ 986248 w 2902662"/>
                <a:gd name="connsiteY448" fmla="*/ 836538 h 1862848"/>
                <a:gd name="connsiteX449" fmla="*/ 944593 w 2902662"/>
                <a:gd name="connsiteY449" fmla="*/ 857684 h 1862848"/>
                <a:gd name="connsiteX450" fmla="*/ 915978 w 2902662"/>
                <a:gd name="connsiteY450" fmla="*/ 886652 h 1862848"/>
                <a:gd name="connsiteX451" fmla="*/ 824264 w 2902662"/>
                <a:gd name="connsiteY451" fmla="*/ 875789 h 1862848"/>
                <a:gd name="connsiteX452" fmla="*/ 858820 w 2902662"/>
                <a:gd name="connsiteY452" fmla="*/ 862826 h 1862848"/>
                <a:gd name="connsiteX453" fmla="*/ 885624 w 2902662"/>
                <a:gd name="connsiteY453" fmla="*/ 832845 h 1862848"/>
                <a:gd name="connsiteX454" fmla="*/ 874902 w 2902662"/>
                <a:gd name="connsiteY454" fmla="*/ 796636 h 1862848"/>
                <a:gd name="connsiteX455" fmla="*/ 923729 w 2902662"/>
                <a:gd name="connsiteY455" fmla="*/ 795912 h 1862848"/>
                <a:gd name="connsiteX456" fmla="*/ 975526 w 2902662"/>
                <a:gd name="connsiteY456" fmla="*/ 817637 h 1862848"/>
                <a:gd name="connsiteX457" fmla="*/ 1067240 w 2902662"/>
                <a:gd name="connsiteY457" fmla="*/ 778821 h 1862848"/>
                <a:gd name="connsiteX458" fmla="*/ 986248 w 2902662"/>
                <a:gd name="connsiteY458" fmla="*/ 836538 h 1862848"/>
                <a:gd name="connsiteX459" fmla="*/ 1507842 w 2902662"/>
                <a:gd name="connsiteY459" fmla="*/ 1459335 h 1862848"/>
                <a:gd name="connsiteX460" fmla="*/ 1479372 w 2902662"/>
                <a:gd name="connsiteY460" fmla="*/ 1390755 h 1862848"/>
                <a:gd name="connsiteX461" fmla="*/ 1428662 w 2902662"/>
                <a:gd name="connsiteY461" fmla="*/ 1305084 h 1862848"/>
                <a:gd name="connsiteX462" fmla="*/ 1470606 w 2902662"/>
                <a:gd name="connsiteY462" fmla="*/ 1289659 h 1862848"/>
                <a:gd name="connsiteX463" fmla="*/ 1511030 w 2902662"/>
                <a:gd name="connsiteY463" fmla="*/ 1399372 h 1862848"/>
                <a:gd name="connsiteX464" fmla="*/ 1507553 w 2902662"/>
                <a:gd name="connsiteY464" fmla="*/ 1459407 h 18628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</a:cxnLst>
              <a:rect l="l" t="t" r="r" b="b"/>
              <a:pathLst>
                <a:path w="2902662" h="1862848">
                  <a:moveTo>
                    <a:pt x="2892458" y="1360846"/>
                  </a:moveTo>
                  <a:cubicBezTo>
                    <a:pt x="2882026" y="1358311"/>
                    <a:pt x="2872246" y="1350563"/>
                    <a:pt x="2882751" y="1349693"/>
                  </a:cubicBezTo>
                  <a:cubicBezTo>
                    <a:pt x="2890959" y="1348984"/>
                    <a:pt x="2897833" y="1343183"/>
                    <a:pt x="2899920" y="1335210"/>
                  </a:cubicBezTo>
                  <a:cubicBezTo>
                    <a:pt x="2893574" y="1331589"/>
                    <a:pt x="2888264" y="1326404"/>
                    <a:pt x="2884489" y="1320147"/>
                  </a:cubicBezTo>
                  <a:cubicBezTo>
                    <a:pt x="2881150" y="1314549"/>
                    <a:pt x="2879469" y="1308125"/>
                    <a:pt x="2879636" y="1301608"/>
                  </a:cubicBezTo>
                  <a:cubicBezTo>
                    <a:pt x="2876593" y="1297625"/>
                    <a:pt x="2873768" y="1293497"/>
                    <a:pt x="2871015" y="1289297"/>
                  </a:cubicBezTo>
                  <a:cubicBezTo>
                    <a:pt x="2863771" y="1292193"/>
                    <a:pt x="2857903" y="1302694"/>
                    <a:pt x="2849282" y="1301608"/>
                  </a:cubicBezTo>
                  <a:cubicBezTo>
                    <a:pt x="2834793" y="1299870"/>
                    <a:pt x="2858989" y="1279375"/>
                    <a:pt x="2847036" y="1270758"/>
                  </a:cubicBezTo>
                  <a:cubicBezTo>
                    <a:pt x="2835083" y="1262140"/>
                    <a:pt x="2812553" y="1268223"/>
                    <a:pt x="2794587" y="1285241"/>
                  </a:cubicBezTo>
                  <a:cubicBezTo>
                    <a:pt x="2776621" y="1302259"/>
                    <a:pt x="2778070" y="1284372"/>
                    <a:pt x="2762349" y="1301535"/>
                  </a:cubicBezTo>
                  <a:cubicBezTo>
                    <a:pt x="2746629" y="1318698"/>
                    <a:pt x="2746629" y="1292990"/>
                    <a:pt x="2754163" y="1286110"/>
                  </a:cubicBezTo>
                  <a:cubicBezTo>
                    <a:pt x="2761697" y="1279231"/>
                    <a:pt x="2766841" y="1286979"/>
                    <a:pt x="2773578" y="1276696"/>
                  </a:cubicBezTo>
                  <a:cubicBezTo>
                    <a:pt x="2780315" y="1266412"/>
                    <a:pt x="2787125" y="1276696"/>
                    <a:pt x="2804294" y="1263805"/>
                  </a:cubicBezTo>
                  <a:cubicBezTo>
                    <a:pt x="2817769" y="1253812"/>
                    <a:pt x="2829794" y="1255188"/>
                    <a:pt x="2836894" y="1251857"/>
                  </a:cubicBezTo>
                  <a:cubicBezTo>
                    <a:pt x="2834699" y="1248880"/>
                    <a:pt x="2832830" y="1245672"/>
                    <a:pt x="2831316" y="1242297"/>
                  </a:cubicBezTo>
                  <a:cubicBezTo>
                    <a:pt x="2831156" y="1241848"/>
                    <a:pt x="2830961" y="1241414"/>
                    <a:pt x="2830736" y="1240994"/>
                  </a:cubicBezTo>
                  <a:cubicBezTo>
                    <a:pt x="2826911" y="1238242"/>
                    <a:pt x="2823579" y="1234867"/>
                    <a:pt x="2820884" y="1231000"/>
                  </a:cubicBezTo>
                  <a:cubicBezTo>
                    <a:pt x="2818740" y="1231456"/>
                    <a:pt x="2816559" y="1231695"/>
                    <a:pt x="2814364" y="1231724"/>
                  </a:cubicBezTo>
                  <a:lnTo>
                    <a:pt x="2812480" y="1231724"/>
                  </a:lnTo>
                  <a:cubicBezTo>
                    <a:pt x="2807199" y="1231681"/>
                    <a:pt x="2801998" y="1230442"/>
                    <a:pt x="2797267" y="1228103"/>
                  </a:cubicBezTo>
                  <a:cubicBezTo>
                    <a:pt x="2791522" y="1231420"/>
                    <a:pt x="2785061" y="1233310"/>
                    <a:pt x="2778432" y="1233607"/>
                  </a:cubicBezTo>
                  <a:cubicBezTo>
                    <a:pt x="2765139" y="1233716"/>
                    <a:pt x="2752888" y="1226430"/>
                    <a:pt x="2746629" y="1214706"/>
                  </a:cubicBezTo>
                  <a:lnTo>
                    <a:pt x="2745253" y="1214706"/>
                  </a:lnTo>
                  <a:cubicBezTo>
                    <a:pt x="2733133" y="1215191"/>
                    <a:pt x="2721716" y="1209028"/>
                    <a:pt x="2715478" y="1198629"/>
                  </a:cubicBezTo>
                  <a:cubicBezTo>
                    <a:pt x="2707415" y="1194284"/>
                    <a:pt x="2701424" y="1186912"/>
                    <a:pt x="2698816" y="1178135"/>
                  </a:cubicBezTo>
                  <a:lnTo>
                    <a:pt x="2698816" y="1178135"/>
                  </a:lnTo>
                  <a:cubicBezTo>
                    <a:pt x="2698099" y="1176020"/>
                    <a:pt x="2697585" y="1173833"/>
                    <a:pt x="2697295" y="1171617"/>
                  </a:cubicBezTo>
                  <a:lnTo>
                    <a:pt x="2697295" y="1171617"/>
                  </a:lnTo>
                  <a:cubicBezTo>
                    <a:pt x="2696947" y="1169437"/>
                    <a:pt x="2696773" y="1167236"/>
                    <a:pt x="2696788" y="1165027"/>
                  </a:cubicBezTo>
                  <a:lnTo>
                    <a:pt x="2696788" y="1165027"/>
                  </a:lnTo>
                  <a:cubicBezTo>
                    <a:pt x="2696831" y="1162797"/>
                    <a:pt x="2697027" y="1160573"/>
                    <a:pt x="2697367" y="1158365"/>
                  </a:cubicBezTo>
                  <a:lnTo>
                    <a:pt x="2697367" y="1158365"/>
                  </a:lnTo>
                  <a:cubicBezTo>
                    <a:pt x="2697708" y="1156149"/>
                    <a:pt x="2698244" y="1153969"/>
                    <a:pt x="2698961" y="1151847"/>
                  </a:cubicBezTo>
                  <a:cubicBezTo>
                    <a:pt x="2692383" y="1147075"/>
                    <a:pt x="2685226" y="1143157"/>
                    <a:pt x="2677663" y="1140188"/>
                  </a:cubicBezTo>
                  <a:cubicBezTo>
                    <a:pt x="2658175" y="1132946"/>
                    <a:pt x="2670925" y="1121359"/>
                    <a:pt x="2681430" y="1129904"/>
                  </a:cubicBezTo>
                  <a:cubicBezTo>
                    <a:pt x="2691934" y="1138450"/>
                    <a:pt x="2703887" y="1121359"/>
                    <a:pt x="2708379" y="1112741"/>
                  </a:cubicBezTo>
                  <a:cubicBezTo>
                    <a:pt x="2712870" y="1104124"/>
                    <a:pt x="2701134" y="1096447"/>
                    <a:pt x="2694904" y="1095650"/>
                  </a:cubicBezTo>
                  <a:cubicBezTo>
                    <a:pt x="2691065" y="1095071"/>
                    <a:pt x="2689688" y="1090219"/>
                    <a:pt x="2689616" y="1084571"/>
                  </a:cubicBezTo>
                  <a:cubicBezTo>
                    <a:pt x="2683820" y="1082376"/>
                    <a:pt x="2678793" y="1078553"/>
                    <a:pt x="2675127" y="1073563"/>
                  </a:cubicBezTo>
                  <a:cubicBezTo>
                    <a:pt x="2670650" y="1071615"/>
                    <a:pt x="2666557" y="1068892"/>
                    <a:pt x="2663029" y="1065525"/>
                  </a:cubicBezTo>
                  <a:cubicBezTo>
                    <a:pt x="2660523" y="1063048"/>
                    <a:pt x="2658465" y="1060158"/>
                    <a:pt x="2656944" y="1056979"/>
                  </a:cubicBezTo>
                  <a:lnTo>
                    <a:pt x="2655785" y="1056400"/>
                  </a:lnTo>
                  <a:cubicBezTo>
                    <a:pt x="2651561" y="1054097"/>
                    <a:pt x="2647997" y="1050758"/>
                    <a:pt x="2645425" y="1046696"/>
                  </a:cubicBezTo>
                  <a:cubicBezTo>
                    <a:pt x="2642658" y="1043567"/>
                    <a:pt x="2640630" y="1039852"/>
                    <a:pt x="2639485" y="1035833"/>
                  </a:cubicBezTo>
                  <a:cubicBezTo>
                    <a:pt x="2637920" y="1033001"/>
                    <a:pt x="2636732" y="1029989"/>
                    <a:pt x="2635935" y="1026853"/>
                  </a:cubicBezTo>
                  <a:cubicBezTo>
                    <a:pt x="2635573" y="1023884"/>
                    <a:pt x="2635138" y="1020915"/>
                    <a:pt x="2634776" y="1017946"/>
                  </a:cubicBezTo>
                  <a:cubicBezTo>
                    <a:pt x="2631755" y="1012456"/>
                    <a:pt x="2630118" y="1006323"/>
                    <a:pt x="2629995" y="1000058"/>
                  </a:cubicBezTo>
                  <a:lnTo>
                    <a:pt x="2629995" y="999479"/>
                  </a:lnTo>
                  <a:cubicBezTo>
                    <a:pt x="2629198" y="998465"/>
                    <a:pt x="2628401" y="997524"/>
                    <a:pt x="2627676" y="996437"/>
                  </a:cubicBezTo>
                  <a:cubicBezTo>
                    <a:pt x="2625032" y="992237"/>
                    <a:pt x="2623330" y="987523"/>
                    <a:pt x="2622678" y="982606"/>
                  </a:cubicBezTo>
                  <a:cubicBezTo>
                    <a:pt x="2604567" y="972757"/>
                    <a:pt x="2600075" y="947555"/>
                    <a:pt x="2609203" y="930030"/>
                  </a:cubicBezTo>
                  <a:cubicBezTo>
                    <a:pt x="2606414" y="925967"/>
                    <a:pt x="2604219" y="921528"/>
                    <a:pt x="2602684" y="916850"/>
                  </a:cubicBezTo>
                  <a:cubicBezTo>
                    <a:pt x="2598192" y="902366"/>
                    <a:pt x="2592179" y="909174"/>
                    <a:pt x="2587688" y="929740"/>
                  </a:cubicBezTo>
                  <a:cubicBezTo>
                    <a:pt x="2583196" y="950307"/>
                    <a:pt x="2567476" y="949438"/>
                    <a:pt x="2571968" y="956245"/>
                  </a:cubicBezTo>
                  <a:cubicBezTo>
                    <a:pt x="2581168" y="970729"/>
                    <a:pt x="2574213" y="970729"/>
                    <a:pt x="2567476" y="979419"/>
                  </a:cubicBezTo>
                  <a:cubicBezTo>
                    <a:pt x="2560739" y="988109"/>
                    <a:pt x="2571968" y="1001145"/>
                    <a:pt x="2560739" y="1001145"/>
                  </a:cubicBezTo>
                  <a:cubicBezTo>
                    <a:pt x="2549510" y="1001145"/>
                    <a:pt x="2554726" y="1027722"/>
                    <a:pt x="2548785" y="1015628"/>
                  </a:cubicBezTo>
                  <a:cubicBezTo>
                    <a:pt x="2542845" y="1003535"/>
                    <a:pt x="2528501" y="1007083"/>
                    <a:pt x="2528501" y="1019032"/>
                  </a:cubicBezTo>
                  <a:cubicBezTo>
                    <a:pt x="2528501" y="1030981"/>
                    <a:pt x="2504595" y="1042206"/>
                    <a:pt x="2494815" y="1041337"/>
                  </a:cubicBezTo>
                  <a:cubicBezTo>
                    <a:pt x="2485035" y="1040468"/>
                    <a:pt x="2485107" y="1017366"/>
                    <a:pt x="2476849" y="1024174"/>
                  </a:cubicBezTo>
                  <a:cubicBezTo>
                    <a:pt x="2468590" y="1030981"/>
                    <a:pt x="2470112" y="1004476"/>
                    <a:pt x="2457362" y="1005345"/>
                  </a:cubicBezTo>
                  <a:cubicBezTo>
                    <a:pt x="2444611" y="1006214"/>
                    <a:pt x="2435628" y="1004476"/>
                    <a:pt x="2439395" y="991658"/>
                  </a:cubicBezTo>
                  <a:cubicBezTo>
                    <a:pt x="2442656" y="980361"/>
                    <a:pt x="2423603" y="974350"/>
                    <a:pt x="2424400" y="967832"/>
                  </a:cubicBezTo>
                  <a:cubicBezTo>
                    <a:pt x="2421864" y="965298"/>
                    <a:pt x="2419626" y="962481"/>
                    <a:pt x="2417735" y="959432"/>
                  </a:cubicBezTo>
                  <a:cubicBezTo>
                    <a:pt x="2412765" y="950633"/>
                    <a:pt x="2411439" y="940234"/>
                    <a:pt x="2414040" y="930465"/>
                  </a:cubicBezTo>
                  <a:cubicBezTo>
                    <a:pt x="2415214" y="926308"/>
                    <a:pt x="2417097" y="922390"/>
                    <a:pt x="2419619" y="918878"/>
                  </a:cubicBezTo>
                  <a:cubicBezTo>
                    <a:pt x="2419619" y="917719"/>
                    <a:pt x="2419619" y="916560"/>
                    <a:pt x="2420125" y="915474"/>
                  </a:cubicBezTo>
                  <a:cubicBezTo>
                    <a:pt x="2420915" y="912708"/>
                    <a:pt x="2422009" y="910035"/>
                    <a:pt x="2423385" y="907508"/>
                  </a:cubicBezTo>
                  <a:cubicBezTo>
                    <a:pt x="2423559" y="907262"/>
                    <a:pt x="2423704" y="906994"/>
                    <a:pt x="2423820" y="906711"/>
                  </a:cubicBezTo>
                  <a:cubicBezTo>
                    <a:pt x="2427008" y="897659"/>
                    <a:pt x="2433383" y="894835"/>
                    <a:pt x="2433383" y="888752"/>
                  </a:cubicBezTo>
                  <a:cubicBezTo>
                    <a:pt x="2433419" y="887629"/>
                    <a:pt x="2433194" y="886514"/>
                    <a:pt x="2432731" y="885493"/>
                  </a:cubicBezTo>
                  <a:cubicBezTo>
                    <a:pt x="2430992" y="885493"/>
                    <a:pt x="2429181" y="885493"/>
                    <a:pt x="2427442" y="885493"/>
                  </a:cubicBezTo>
                  <a:cubicBezTo>
                    <a:pt x="2425001" y="885218"/>
                    <a:pt x="2422581" y="884783"/>
                    <a:pt x="2420198" y="884189"/>
                  </a:cubicBezTo>
                  <a:cubicBezTo>
                    <a:pt x="2418517" y="885000"/>
                    <a:pt x="2416916" y="885971"/>
                    <a:pt x="2415417" y="887086"/>
                  </a:cubicBezTo>
                  <a:cubicBezTo>
                    <a:pt x="2412809" y="889114"/>
                    <a:pt x="2410998" y="889114"/>
                    <a:pt x="2409404" y="888172"/>
                  </a:cubicBezTo>
                  <a:cubicBezTo>
                    <a:pt x="2407665" y="889005"/>
                    <a:pt x="2405869" y="889729"/>
                    <a:pt x="2404043" y="890345"/>
                  </a:cubicBezTo>
                  <a:cubicBezTo>
                    <a:pt x="2394481" y="892974"/>
                    <a:pt x="2384259" y="891612"/>
                    <a:pt x="2375717" y="886579"/>
                  </a:cubicBezTo>
                  <a:lnTo>
                    <a:pt x="2375065" y="886145"/>
                  </a:lnTo>
                  <a:cubicBezTo>
                    <a:pt x="2372892" y="886528"/>
                    <a:pt x="2370683" y="886724"/>
                    <a:pt x="2368473" y="886724"/>
                  </a:cubicBezTo>
                  <a:cubicBezTo>
                    <a:pt x="2356788" y="887043"/>
                    <a:pt x="2345791" y="881213"/>
                    <a:pt x="2339496" y="871371"/>
                  </a:cubicBezTo>
                  <a:cubicBezTo>
                    <a:pt x="2323326" y="870198"/>
                    <a:pt x="2310221" y="857822"/>
                    <a:pt x="2308128" y="841752"/>
                  </a:cubicBezTo>
                  <a:cubicBezTo>
                    <a:pt x="2305128" y="840043"/>
                    <a:pt x="2302332" y="838008"/>
                    <a:pt x="2299797" y="835669"/>
                  </a:cubicBezTo>
                  <a:cubicBezTo>
                    <a:pt x="2299797" y="835669"/>
                    <a:pt x="2299797" y="835669"/>
                    <a:pt x="2299797" y="835669"/>
                  </a:cubicBezTo>
                  <a:cubicBezTo>
                    <a:pt x="2281447" y="835858"/>
                    <a:pt x="2266176" y="821613"/>
                    <a:pt x="2265096" y="803298"/>
                  </a:cubicBezTo>
                  <a:cubicBezTo>
                    <a:pt x="2260025" y="805978"/>
                    <a:pt x="2255606" y="808802"/>
                    <a:pt x="2252708" y="810540"/>
                  </a:cubicBezTo>
                  <a:cubicBezTo>
                    <a:pt x="2245971" y="814016"/>
                    <a:pt x="2228729" y="798591"/>
                    <a:pt x="2221992" y="804602"/>
                  </a:cubicBezTo>
                  <a:cubicBezTo>
                    <a:pt x="2215255" y="810613"/>
                    <a:pt x="2213806" y="800329"/>
                    <a:pt x="2195043" y="794319"/>
                  </a:cubicBezTo>
                  <a:cubicBezTo>
                    <a:pt x="2176280" y="788308"/>
                    <a:pt x="2151577" y="786570"/>
                    <a:pt x="2150128" y="794319"/>
                  </a:cubicBezTo>
                  <a:cubicBezTo>
                    <a:pt x="2148679" y="802067"/>
                    <a:pt x="2133611" y="804602"/>
                    <a:pt x="2135639" y="822562"/>
                  </a:cubicBezTo>
                  <a:cubicBezTo>
                    <a:pt x="2137668" y="840521"/>
                    <a:pt x="2153678" y="837045"/>
                    <a:pt x="2157372" y="849139"/>
                  </a:cubicBezTo>
                  <a:cubicBezTo>
                    <a:pt x="2161067" y="861233"/>
                    <a:pt x="2150128" y="856815"/>
                    <a:pt x="2149114" y="867968"/>
                  </a:cubicBezTo>
                  <a:cubicBezTo>
                    <a:pt x="2148100" y="879120"/>
                    <a:pt x="2138682" y="878251"/>
                    <a:pt x="2138682" y="886000"/>
                  </a:cubicBezTo>
                  <a:cubicBezTo>
                    <a:pt x="2138682" y="893749"/>
                    <a:pt x="2145419" y="892011"/>
                    <a:pt x="2149114" y="907725"/>
                  </a:cubicBezTo>
                  <a:cubicBezTo>
                    <a:pt x="2152808" y="923440"/>
                    <a:pt x="2160415" y="922209"/>
                    <a:pt x="2162661" y="942776"/>
                  </a:cubicBezTo>
                  <a:cubicBezTo>
                    <a:pt x="2164907" y="963343"/>
                    <a:pt x="2156648" y="959070"/>
                    <a:pt x="2149114" y="961677"/>
                  </a:cubicBezTo>
                  <a:cubicBezTo>
                    <a:pt x="2141580" y="964284"/>
                    <a:pt x="2148679" y="972902"/>
                    <a:pt x="2141507" y="985068"/>
                  </a:cubicBezTo>
                  <a:cubicBezTo>
                    <a:pt x="2162371" y="995713"/>
                    <a:pt x="2176353" y="1017656"/>
                    <a:pt x="2168311" y="1041409"/>
                  </a:cubicBezTo>
                  <a:cubicBezTo>
                    <a:pt x="2172354" y="1048224"/>
                    <a:pt x="2174484" y="1056009"/>
                    <a:pt x="2174469" y="1063931"/>
                  </a:cubicBezTo>
                  <a:cubicBezTo>
                    <a:pt x="2176193" y="1066227"/>
                    <a:pt x="2177744" y="1068646"/>
                    <a:pt x="2179105" y="1071173"/>
                  </a:cubicBezTo>
                  <a:cubicBezTo>
                    <a:pt x="2191059" y="1094347"/>
                    <a:pt x="2190334" y="1130339"/>
                    <a:pt x="2186350" y="1156047"/>
                  </a:cubicBezTo>
                  <a:cubicBezTo>
                    <a:pt x="2182366" y="1181756"/>
                    <a:pt x="2157372" y="1187694"/>
                    <a:pt x="2138464" y="1209999"/>
                  </a:cubicBezTo>
                  <a:cubicBezTo>
                    <a:pt x="2119557" y="1232304"/>
                    <a:pt x="2100214" y="1228828"/>
                    <a:pt x="2091231" y="1229697"/>
                  </a:cubicBezTo>
                  <a:cubicBezTo>
                    <a:pt x="2082248" y="1230566"/>
                    <a:pt x="2087537" y="1251422"/>
                    <a:pt x="2100214" y="1267426"/>
                  </a:cubicBezTo>
                  <a:cubicBezTo>
                    <a:pt x="2112892" y="1283431"/>
                    <a:pt x="2102460" y="1289152"/>
                    <a:pt x="2109197" y="1305953"/>
                  </a:cubicBezTo>
                  <a:cubicBezTo>
                    <a:pt x="2115935" y="1322754"/>
                    <a:pt x="2109197" y="1336803"/>
                    <a:pt x="2118977" y="1352228"/>
                  </a:cubicBezTo>
                  <a:cubicBezTo>
                    <a:pt x="2128757" y="1367653"/>
                    <a:pt x="2122744" y="1373953"/>
                    <a:pt x="2111733" y="1384816"/>
                  </a:cubicBezTo>
                  <a:cubicBezTo>
                    <a:pt x="2100721" y="1395679"/>
                    <a:pt x="2116297" y="1389958"/>
                    <a:pt x="2117021" y="1404514"/>
                  </a:cubicBezTo>
                  <a:cubicBezTo>
                    <a:pt x="2117746" y="1419070"/>
                    <a:pt x="2111733" y="1410525"/>
                    <a:pt x="2102025" y="1402776"/>
                  </a:cubicBezTo>
                  <a:cubicBezTo>
                    <a:pt x="2092318" y="1395027"/>
                    <a:pt x="2083335" y="1417260"/>
                    <a:pt x="2083335" y="1426746"/>
                  </a:cubicBezTo>
                  <a:cubicBezTo>
                    <a:pt x="2083335" y="1436233"/>
                    <a:pt x="2060081" y="1413928"/>
                    <a:pt x="2054865" y="1414797"/>
                  </a:cubicBezTo>
                  <a:cubicBezTo>
                    <a:pt x="2049649" y="1415666"/>
                    <a:pt x="2056313" y="1400314"/>
                    <a:pt x="2042839" y="1388220"/>
                  </a:cubicBezTo>
                  <a:cubicBezTo>
                    <a:pt x="2029364" y="1376126"/>
                    <a:pt x="2018860" y="1373736"/>
                    <a:pt x="2018860" y="1361642"/>
                  </a:cubicBezTo>
                  <a:cubicBezTo>
                    <a:pt x="2018860" y="1349549"/>
                    <a:pt x="1995678" y="1341076"/>
                    <a:pt x="1995678" y="1327389"/>
                  </a:cubicBezTo>
                  <a:cubicBezTo>
                    <a:pt x="1995678" y="1313701"/>
                    <a:pt x="1998648" y="1278579"/>
                    <a:pt x="1993432" y="1268295"/>
                  </a:cubicBezTo>
                  <a:cubicBezTo>
                    <a:pt x="1988216" y="1258012"/>
                    <a:pt x="1992635" y="1246570"/>
                    <a:pt x="1997199" y="1237445"/>
                  </a:cubicBezTo>
                  <a:cubicBezTo>
                    <a:pt x="2001763" y="1228321"/>
                    <a:pt x="1991911" y="1213402"/>
                    <a:pt x="1978436" y="1213402"/>
                  </a:cubicBezTo>
                  <a:cubicBezTo>
                    <a:pt x="1964962" y="1213402"/>
                    <a:pt x="1946271" y="1208261"/>
                    <a:pt x="1927726" y="1209999"/>
                  </a:cubicBezTo>
                  <a:cubicBezTo>
                    <a:pt x="1918518" y="1211339"/>
                    <a:pt x="1909130" y="1210448"/>
                    <a:pt x="1900342" y="1207392"/>
                  </a:cubicBezTo>
                  <a:cubicBezTo>
                    <a:pt x="1896727" y="1207145"/>
                    <a:pt x="1893156" y="1206486"/>
                    <a:pt x="1889693" y="1205436"/>
                  </a:cubicBezTo>
                  <a:cubicBezTo>
                    <a:pt x="1879384" y="1201801"/>
                    <a:pt x="1870322" y="1195320"/>
                    <a:pt x="1863541" y="1186752"/>
                  </a:cubicBezTo>
                  <a:lnTo>
                    <a:pt x="1862309" y="1186752"/>
                  </a:lnTo>
                  <a:cubicBezTo>
                    <a:pt x="1847690" y="1190670"/>
                    <a:pt x="1832158" y="1185275"/>
                    <a:pt x="1823117" y="1173138"/>
                  </a:cubicBezTo>
                  <a:cubicBezTo>
                    <a:pt x="1796603" y="1171400"/>
                    <a:pt x="1773276" y="1159451"/>
                    <a:pt x="1765742" y="1127514"/>
                  </a:cubicBezTo>
                  <a:cubicBezTo>
                    <a:pt x="1765075" y="1124625"/>
                    <a:pt x="1764568" y="1121699"/>
                    <a:pt x="1764221" y="1118752"/>
                  </a:cubicBezTo>
                  <a:cubicBezTo>
                    <a:pt x="1757186" y="1116615"/>
                    <a:pt x="1749797" y="1115906"/>
                    <a:pt x="1742488" y="1116652"/>
                  </a:cubicBezTo>
                  <a:cubicBezTo>
                    <a:pt x="1733504" y="1118317"/>
                    <a:pt x="1711047" y="1094926"/>
                    <a:pt x="1697572" y="1096085"/>
                  </a:cubicBezTo>
                  <a:cubicBezTo>
                    <a:pt x="1684098" y="1097244"/>
                    <a:pt x="1652585" y="1112307"/>
                    <a:pt x="1647369" y="1113176"/>
                  </a:cubicBezTo>
                  <a:cubicBezTo>
                    <a:pt x="1642153" y="1114045"/>
                    <a:pt x="1648093" y="1100358"/>
                    <a:pt x="1651860" y="1094347"/>
                  </a:cubicBezTo>
                  <a:cubicBezTo>
                    <a:pt x="1655627" y="1088336"/>
                    <a:pt x="1640632" y="1062628"/>
                    <a:pt x="1636865" y="1045465"/>
                  </a:cubicBezTo>
                  <a:cubicBezTo>
                    <a:pt x="1633098" y="1028302"/>
                    <a:pt x="1627882" y="1009256"/>
                    <a:pt x="1612161" y="1012080"/>
                  </a:cubicBezTo>
                  <a:cubicBezTo>
                    <a:pt x="1598868" y="1013058"/>
                    <a:pt x="1585640" y="1009429"/>
                    <a:pt x="1574708" y="1001797"/>
                  </a:cubicBezTo>
                  <a:cubicBezTo>
                    <a:pt x="1570217" y="998320"/>
                    <a:pt x="1569492" y="949511"/>
                    <a:pt x="1573187" y="928944"/>
                  </a:cubicBezTo>
                  <a:cubicBezTo>
                    <a:pt x="1575316" y="919776"/>
                    <a:pt x="1578424" y="910868"/>
                    <a:pt x="1582459" y="902366"/>
                  </a:cubicBezTo>
                  <a:cubicBezTo>
                    <a:pt x="1581981" y="900751"/>
                    <a:pt x="1581619" y="899107"/>
                    <a:pt x="1581373" y="897442"/>
                  </a:cubicBezTo>
                  <a:cubicBezTo>
                    <a:pt x="1580445" y="889737"/>
                    <a:pt x="1581807" y="881930"/>
                    <a:pt x="1585285" y="874992"/>
                  </a:cubicBezTo>
                  <a:cubicBezTo>
                    <a:pt x="1581880" y="856960"/>
                    <a:pt x="1589704" y="836900"/>
                    <a:pt x="1608829" y="832121"/>
                  </a:cubicBezTo>
                  <a:cubicBezTo>
                    <a:pt x="1612422" y="821504"/>
                    <a:pt x="1621340" y="813553"/>
                    <a:pt x="1632301" y="811192"/>
                  </a:cubicBezTo>
                  <a:cubicBezTo>
                    <a:pt x="1635633" y="810468"/>
                    <a:pt x="1638820" y="809888"/>
                    <a:pt x="1642008" y="809454"/>
                  </a:cubicBezTo>
                  <a:cubicBezTo>
                    <a:pt x="1645703" y="806630"/>
                    <a:pt x="1646644" y="802212"/>
                    <a:pt x="1648093" y="795332"/>
                  </a:cubicBezTo>
                  <a:cubicBezTo>
                    <a:pt x="1650339" y="784977"/>
                    <a:pt x="1663886" y="791856"/>
                    <a:pt x="1656352" y="783311"/>
                  </a:cubicBezTo>
                  <a:cubicBezTo>
                    <a:pt x="1648818" y="774766"/>
                    <a:pt x="1654831" y="772158"/>
                    <a:pt x="1672072" y="772158"/>
                  </a:cubicBezTo>
                  <a:cubicBezTo>
                    <a:pt x="1689314" y="772158"/>
                    <a:pt x="1714741" y="764917"/>
                    <a:pt x="1711047" y="745581"/>
                  </a:cubicBezTo>
                  <a:cubicBezTo>
                    <a:pt x="1707352" y="726245"/>
                    <a:pt x="1662365" y="740439"/>
                    <a:pt x="1662365" y="723856"/>
                  </a:cubicBezTo>
                  <a:cubicBezTo>
                    <a:pt x="1662365" y="707272"/>
                    <a:pt x="1605424" y="706765"/>
                    <a:pt x="1609191" y="697351"/>
                  </a:cubicBezTo>
                  <a:cubicBezTo>
                    <a:pt x="1612958" y="687936"/>
                    <a:pt x="1666132" y="704158"/>
                    <a:pt x="1685547" y="712776"/>
                  </a:cubicBezTo>
                  <a:cubicBezTo>
                    <a:pt x="1697978" y="719293"/>
                    <a:pt x="1712163" y="721683"/>
                    <a:pt x="1726043" y="719583"/>
                  </a:cubicBezTo>
                  <a:cubicBezTo>
                    <a:pt x="1741763" y="718786"/>
                    <a:pt x="1731259" y="695613"/>
                    <a:pt x="1734229" y="686198"/>
                  </a:cubicBezTo>
                  <a:cubicBezTo>
                    <a:pt x="1737199" y="676784"/>
                    <a:pt x="1767191" y="700682"/>
                    <a:pt x="1784432" y="695613"/>
                  </a:cubicBezTo>
                  <a:cubicBezTo>
                    <a:pt x="1801674" y="690543"/>
                    <a:pt x="1818119" y="650206"/>
                    <a:pt x="1832390" y="639054"/>
                  </a:cubicBezTo>
                  <a:cubicBezTo>
                    <a:pt x="1846661" y="627902"/>
                    <a:pt x="1833839" y="617691"/>
                    <a:pt x="1806165" y="620225"/>
                  </a:cubicBezTo>
                  <a:cubicBezTo>
                    <a:pt x="1778492" y="622760"/>
                    <a:pt x="1762699" y="610811"/>
                    <a:pt x="1747776" y="597920"/>
                  </a:cubicBezTo>
                  <a:cubicBezTo>
                    <a:pt x="1732852" y="585030"/>
                    <a:pt x="1734229" y="574819"/>
                    <a:pt x="1749949" y="576195"/>
                  </a:cubicBezTo>
                  <a:cubicBezTo>
                    <a:pt x="1765669" y="577571"/>
                    <a:pt x="1803195" y="613056"/>
                    <a:pt x="1817394" y="613925"/>
                  </a:cubicBezTo>
                  <a:cubicBezTo>
                    <a:pt x="1831593" y="614794"/>
                    <a:pt x="1856369" y="582206"/>
                    <a:pt x="1868105" y="571922"/>
                  </a:cubicBezTo>
                  <a:cubicBezTo>
                    <a:pt x="1879841" y="561639"/>
                    <a:pt x="1856876" y="557439"/>
                    <a:pt x="1848617" y="549690"/>
                  </a:cubicBezTo>
                  <a:cubicBezTo>
                    <a:pt x="1840359" y="541941"/>
                    <a:pt x="1863106" y="536799"/>
                    <a:pt x="1874842" y="536799"/>
                  </a:cubicBezTo>
                  <a:cubicBezTo>
                    <a:pt x="1886578" y="536799"/>
                    <a:pt x="1892084" y="548821"/>
                    <a:pt x="1896575" y="554832"/>
                  </a:cubicBezTo>
                  <a:cubicBezTo>
                    <a:pt x="1901067" y="560842"/>
                    <a:pt x="1922075" y="550559"/>
                    <a:pt x="1932797" y="550559"/>
                  </a:cubicBezTo>
                  <a:cubicBezTo>
                    <a:pt x="1943519" y="550559"/>
                    <a:pt x="1931348" y="530789"/>
                    <a:pt x="1914106" y="523112"/>
                  </a:cubicBezTo>
                  <a:cubicBezTo>
                    <a:pt x="1896865" y="515436"/>
                    <a:pt x="1914831" y="500880"/>
                    <a:pt x="1920119" y="512829"/>
                  </a:cubicBezTo>
                  <a:cubicBezTo>
                    <a:pt x="1925408" y="524778"/>
                    <a:pt x="1937288" y="522243"/>
                    <a:pt x="1943301" y="536003"/>
                  </a:cubicBezTo>
                  <a:cubicBezTo>
                    <a:pt x="1951705" y="555194"/>
                    <a:pt x="1957138" y="543824"/>
                    <a:pt x="1970830" y="537596"/>
                  </a:cubicBezTo>
                  <a:cubicBezTo>
                    <a:pt x="1976365" y="522786"/>
                    <a:pt x="1986854" y="510345"/>
                    <a:pt x="2000532" y="502401"/>
                  </a:cubicBezTo>
                  <a:cubicBezTo>
                    <a:pt x="2006813" y="498990"/>
                    <a:pt x="2013383" y="496129"/>
                    <a:pt x="2020164" y="493855"/>
                  </a:cubicBezTo>
                  <a:cubicBezTo>
                    <a:pt x="2021251" y="493479"/>
                    <a:pt x="2022316" y="493044"/>
                    <a:pt x="2023352" y="492552"/>
                  </a:cubicBezTo>
                  <a:cubicBezTo>
                    <a:pt x="2029871" y="477344"/>
                    <a:pt x="2016614" y="463150"/>
                    <a:pt x="2005385" y="453518"/>
                  </a:cubicBezTo>
                  <a:cubicBezTo>
                    <a:pt x="1994157" y="443887"/>
                    <a:pt x="2006110" y="432952"/>
                    <a:pt x="1994157" y="426072"/>
                  </a:cubicBezTo>
                  <a:cubicBezTo>
                    <a:pt x="1982204" y="419192"/>
                    <a:pt x="1979668" y="406374"/>
                    <a:pt x="1994881" y="409778"/>
                  </a:cubicBezTo>
                  <a:cubicBezTo>
                    <a:pt x="2007936" y="413703"/>
                    <a:pt x="2021953" y="408004"/>
                    <a:pt x="2028567" y="396091"/>
                  </a:cubicBezTo>
                  <a:cubicBezTo>
                    <a:pt x="2035305" y="384070"/>
                    <a:pt x="2006110" y="381607"/>
                    <a:pt x="2019585" y="372917"/>
                  </a:cubicBezTo>
                  <a:cubicBezTo>
                    <a:pt x="2033059" y="364227"/>
                    <a:pt x="2021830" y="355826"/>
                    <a:pt x="2008356" y="355826"/>
                  </a:cubicBezTo>
                  <a:cubicBezTo>
                    <a:pt x="1994881" y="355826"/>
                    <a:pt x="1983652" y="348078"/>
                    <a:pt x="1982856" y="335260"/>
                  </a:cubicBezTo>
                  <a:cubicBezTo>
                    <a:pt x="1982059" y="322442"/>
                    <a:pt x="1958949" y="330987"/>
                    <a:pt x="1944678" y="323238"/>
                  </a:cubicBezTo>
                  <a:cubicBezTo>
                    <a:pt x="1930406" y="315490"/>
                    <a:pt x="1898966" y="317300"/>
                    <a:pt x="1891504" y="318097"/>
                  </a:cubicBezTo>
                  <a:cubicBezTo>
                    <a:pt x="1884042" y="318893"/>
                    <a:pt x="1883246" y="354306"/>
                    <a:pt x="1894474" y="354957"/>
                  </a:cubicBezTo>
                  <a:cubicBezTo>
                    <a:pt x="1905703" y="355609"/>
                    <a:pt x="1914759" y="369441"/>
                    <a:pt x="1904979" y="373859"/>
                  </a:cubicBezTo>
                  <a:cubicBezTo>
                    <a:pt x="1895199" y="378276"/>
                    <a:pt x="1906500" y="391818"/>
                    <a:pt x="1898966" y="390949"/>
                  </a:cubicBezTo>
                  <a:cubicBezTo>
                    <a:pt x="1891432" y="390080"/>
                    <a:pt x="1879551" y="385808"/>
                    <a:pt x="1877233" y="408040"/>
                  </a:cubicBezTo>
                  <a:cubicBezTo>
                    <a:pt x="1874915" y="430272"/>
                    <a:pt x="1873466" y="438890"/>
                    <a:pt x="1860715" y="446639"/>
                  </a:cubicBezTo>
                  <a:cubicBezTo>
                    <a:pt x="1847965" y="454388"/>
                    <a:pt x="1857745" y="421800"/>
                    <a:pt x="1845720" y="422669"/>
                  </a:cubicBezTo>
                  <a:cubicBezTo>
                    <a:pt x="1833694" y="423537"/>
                    <a:pt x="1832245" y="450043"/>
                    <a:pt x="1841228" y="452650"/>
                  </a:cubicBezTo>
                  <a:cubicBezTo>
                    <a:pt x="1850211" y="455257"/>
                    <a:pt x="1851732" y="463802"/>
                    <a:pt x="1853978" y="476620"/>
                  </a:cubicBezTo>
                  <a:cubicBezTo>
                    <a:pt x="1856224" y="489438"/>
                    <a:pt x="1837534" y="480024"/>
                    <a:pt x="1829999" y="495521"/>
                  </a:cubicBezTo>
                  <a:cubicBezTo>
                    <a:pt x="1822465" y="511019"/>
                    <a:pt x="1821741" y="488641"/>
                    <a:pt x="1811309" y="478358"/>
                  </a:cubicBezTo>
                  <a:cubicBezTo>
                    <a:pt x="1800877" y="468075"/>
                    <a:pt x="1788054" y="450912"/>
                    <a:pt x="1788851" y="438094"/>
                  </a:cubicBezTo>
                  <a:cubicBezTo>
                    <a:pt x="1788178" y="429374"/>
                    <a:pt x="1794632" y="421734"/>
                    <a:pt x="1803340" y="420930"/>
                  </a:cubicBezTo>
                  <a:cubicBezTo>
                    <a:pt x="1811599" y="419192"/>
                    <a:pt x="1803340" y="410647"/>
                    <a:pt x="1802616" y="395222"/>
                  </a:cubicBezTo>
                  <a:cubicBezTo>
                    <a:pt x="1801891" y="379797"/>
                    <a:pt x="1792111" y="384939"/>
                    <a:pt x="1780086" y="368645"/>
                  </a:cubicBezTo>
                  <a:cubicBezTo>
                    <a:pt x="1768060" y="352350"/>
                    <a:pt x="1755382" y="352423"/>
                    <a:pt x="1748645" y="360099"/>
                  </a:cubicBezTo>
                  <a:cubicBezTo>
                    <a:pt x="1741908" y="367776"/>
                    <a:pt x="1746399" y="382404"/>
                    <a:pt x="1735895" y="387546"/>
                  </a:cubicBezTo>
                  <a:cubicBezTo>
                    <a:pt x="1725391" y="392687"/>
                    <a:pt x="1729955" y="416513"/>
                    <a:pt x="1720972" y="418323"/>
                  </a:cubicBezTo>
                  <a:cubicBezTo>
                    <a:pt x="1711989" y="420134"/>
                    <a:pt x="1717205" y="376393"/>
                    <a:pt x="1709743" y="372121"/>
                  </a:cubicBezTo>
                  <a:cubicBezTo>
                    <a:pt x="1702281" y="367848"/>
                    <a:pt x="1702933" y="357637"/>
                    <a:pt x="1714162" y="355826"/>
                  </a:cubicBezTo>
                  <a:cubicBezTo>
                    <a:pt x="1725391" y="354016"/>
                    <a:pt x="1732200" y="340401"/>
                    <a:pt x="1722420" y="340401"/>
                  </a:cubicBezTo>
                  <a:cubicBezTo>
                    <a:pt x="1712641" y="340401"/>
                    <a:pt x="1695471" y="328380"/>
                    <a:pt x="1688734" y="324976"/>
                  </a:cubicBezTo>
                  <a:cubicBezTo>
                    <a:pt x="1681997" y="321573"/>
                    <a:pt x="1670768" y="339460"/>
                    <a:pt x="1663306" y="332725"/>
                  </a:cubicBezTo>
                  <a:cubicBezTo>
                    <a:pt x="1655845" y="325990"/>
                    <a:pt x="1664031" y="308682"/>
                    <a:pt x="1664755" y="299268"/>
                  </a:cubicBezTo>
                  <a:cubicBezTo>
                    <a:pt x="1665480" y="289854"/>
                    <a:pt x="1676781" y="303541"/>
                    <a:pt x="1684243" y="291519"/>
                  </a:cubicBezTo>
                  <a:cubicBezTo>
                    <a:pt x="1691704" y="279498"/>
                    <a:pt x="1663306" y="279570"/>
                    <a:pt x="1663306" y="266680"/>
                  </a:cubicBezTo>
                  <a:cubicBezTo>
                    <a:pt x="1663306" y="253789"/>
                    <a:pt x="1640777" y="250458"/>
                    <a:pt x="1633315" y="246185"/>
                  </a:cubicBezTo>
                  <a:cubicBezTo>
                    <a:pt x="1625853" y="241913"/>
                    <a:pt x="1638531" y="220405"/>
                    <a:pt x="1634836" y="211859"/>
                  </a:cubicBezTo>
                  <a:cubicBezTo>
                    <a:pt x="1631141" y="203314"/>
                    <a:pt x="1603323" y="175071"/>
                    <a:pt x="1591370" y="177605"/>
                  </a:cubicBezTo>
                  <a:cubicBezTo>
                    <a:pt x="1579417" y="180140"/>
                    <a:pt x="1576374" y="159573"/>
                    <a:pt x="1583111" y="160442"/>
                  </a:cubicBezTo>
                  <a:cubicBezTo>
                    <a:pt x="1589849" y="161311"/>
                    <a:pt x="1595137" y="156170"/>
                    <a:pt x="1607815" y="139876"/>
                  </a:cubicBezTo>
                  <a:cubicBezTo>
                    <a:pt x="1620492" y="123581"/>
                    <a:pt x="1622303" y="118150"/>
                    <a:pt x="1613103" y="115036"/>
                  </a:cubicBezTo>
                  <a:cubicBezTo>
                    <a:pt x="1603903" y="111922"/>
                    <a:pt x="1599629" y="101349"/>
                    <a:pt x="1615349" y="102218"/>
                  </a:cubicBezTo>
                  <a:cubicBezTo>
                    <a:pt x="1631069" y="103087"/>
                    <a:pt x="1658815" y="115036"/>
                    <a:pt x="1667798" y="107360"/>
                  </a:cubicBezTo>
                  <a:cubicBezTo>
                    <a:pt x="1676781" y="99683"/>
                    <a:pt x="1705251" y="49063"/>
                    <a:pt x="1716480" y="31103"/>
                  </a:cubicBezTo>
                  <a:cubicBezTo>
                    <a:pt x="1727709" y="13144"/>
                    <a:pt x="1708222" y="11406"/>
                    <a:pt x="1681273" y="13940"/>
                  </a:cubicBezTo>
                  <a:cubicBezTo>
                    <a:pt x="1654324" y="16475"/>
                    <a:pt x="1648311" y="1919"/>
                    <a:pt x="1625853" y="253"/>
                  </a:cubicBezTo>
                  <a:cubicBezTo>
                    <a:pt x="1603396" y="-1412"/>
                    <a:pt x="1561378" y="5395"/>
                    <a:pt x="1555438" y="13071"/>
                  </a:cubicBezTo>
                  <a:cubicBezTo>
                    <a:pt x="1549498" y="20748"/>
                    <a:pt x="1566667" y="27555"/>
                    <a:pt x="1564421" y="36245"/>
                  </a:cubicBezTo>
                  <a:cubicBezTo>
                    <a:pt x="1562175" y="44935"/>
                    <a:pt x="1548701" y="30234"/>
                    <a:pt x="1542688" y="33638"/>
                  </a:cubicBezTo>
                  <a:cubicBezTo>
                    <a:pt x="1536675" y="37042"/>
                    <a:pt x="1544934" y="48122"/>
                    <a:pt x="1542688" y="78175"/>
                  </a:cubicBezTo>
                  <a:cubicBezTo>
                    <a:pt x="1540442" y="108229"/>
                    <a:pt x="1547904" y="109894"/>
                    <a:pt x="1555438" y="121047"/>
                  </a:cubicBezTo>
                  <a:cubicBezTo>
                    <a:pt x="1562972" y="132199"/>
                    <a:pt x="1561378" y="146755"/>
                    <a:pt x="1561378" y="165584"/>
                  </a:cubicBezTo>
                  <a:cubicBezTo>
                    <a:pt x="1561378" y="184413"/>
                    <a:pt x="1545658" y="183616"/>
                    <a:pt x="1540442" y="187889"/>
                  </a:cubicBezTo>
                  <a:cubicBezTo>
                    <a:pt x="1535226" y="192161"/>
                    <a:pt x="1553917" y="199041"/>
                    <a:pt x="1550946" y="210990"/>
                  </a:cubicBezTo>
                  <a:cubicBezTo>
                    <a:pt x="1547976" y="222939"/>
                    <a:pt x="1532184" y="204183"/>
                    <a:pt x="1523200" y="207586"/>
                  </a:cubicBezTo>
                  <a:cubicBezTo>
                    <a:pt x="1514217" y="210990"/>
                    <a:pt x="1506756" y="240175"/>
                    <a:pt x="1516463" y="249589"/>
                  </a:cubicBezTo>
                  <a:cubicBezTo>
                    <a:pt x="1526171" y="259003"/>
                    <a:pt x="1529938" y="257265"/>
                    <a:pt x="1522476" y="268418"/>
                  </a:cubicBezTo>
                  <a:cubicBezTo>
                    <a:pt x="1515014" y="279570"/>
                    <a:pt x="1506756" y="295864"/>
                    <a:pt x="1524722" y="311869"/>
                  </a:cubicBezTo>
                  <a:cubicBezTo>
                    <a:pt x="1542688" y="327873"/>
                    <a:pt x="1575432" y="326352"/>
                    <a:pt x="1592891" y="339243"/>
                  </a:cubicBezTo>
                  <a:cubicBezTo>
                    <a:pt x="1610350" y="352133"/>
                    <a:pt x="1585647" y="344384"/>
                    <a:pt x="1592094" y="358941"/>
                  </a:cubicBezTo>
                  <a:cubicBezTo>
                    <a:pt x="1598542" y="373497"/>
                    <a:pt x="1580866" y="378638"/>
                    <a:pt x="1581590" y="389791"/>
                  </a:cubicBezTo>
                  <a:cubicBezTo>
                    <a:pt x="1582314" y="400943"/>
                    <a:pt x="1588834" y="394932"/>
                    <a:pt x="1598107" y="376104"/>
                  </a:cubicBezTo>
                  <a:cubicBezTo>
                    <a:pt x="1607380" y="357275"/>
                    <a:pt x="1613828" y="381245"/>
                    <a:pt x="1613103" y="397829"/>
                  </a:cubicBezTo>
                  <a:cubicBezTo>
                    <a:pt x="1612379" y="414413"/>
                    <a:pt x="1599629" y="404636"/>
                    <a:pt x="1589849" y="420930"/>
                  </a:cubicBezTo>
                  <a:cubicBezTo>
                    <a:pt x="1580069" y="437224"/>
                    <a:pt x="1571158" y="439759"/>
                    <a:pt x="1556887" y="436355"/>
                  </a:cubicBezTo>
                  <a:cubicBezTo>
                    <a:pt x="1542615" y="432952"/>
                    <a:pt x="1550946" y="459457"/>
                    <a:pt x="1556887" y="474085"/>
                  </a:cubicBezTo>
                  <a:cubicBezTo>
                    <a:pt x="1562827" y="488714"/>
                    <a:pt x="1555438" y="493783"/>
                    <a:pt x="1538921" y="488569"/>
                  </a:cubicBezTo>
                  <a:cubicBezTo>
                    <a:pt x="1522404" y="483355"/>
                    <a:pt x="1512696" y="471406"/>
                    <a:pt x="1520955" y="456850"/>
                  </a:cubicBezTo>
                  <a:cubicBezTo>
                    <a:pt x="1529213" y="442294"/>
                    <a:pt x="1535443" y="425131"/>
                    <a:pt x="1525446" y="426869"/>
                  </a:cubicBezTo>
                  <a:cubicBezTo>
                    <a:pt x="1515449" y="428607"/>
                    <a:pt x="1493209" y="426000"/>
                    <a:pt x="1486471" y="414051"/>
                  </a:cubicBezTo>
                  <a:cubicBezTo>
                    <a:pt x="1479734" y="402102"/>
                    <a:pt x="1491035" y="407171"/>
                    <a:pt x="1511247" y="409706"/>
                  </a:cubicBezTo>
                  <a:cubicBezTo>
                    <a:pt x="1531459" y="412240"/>
                    <a:pt x="1514217" y="394280"/>
                    <a:pt x="1529213" y="394280"/>
                  </a:cubicBezTo>
                  <a:cubicBezTo>
                    <a:pt x="1544209" y="394280"/>
                    <a:pt x="1555438" y="403695"/>
                    <a:pt x="1568116" y="390877"/>
                  </a:cubicBezTo>
                  <a:cubicBezTo>
                    <a:pt x="1580793" y="378059"/>
                    <a:pt x="1559929" y="353147"/>
                    <a:pt x="1549425" y="357492"/>
                  </a:cubicBezTo>
                  <a:cubicBezTo>
                    <a:pt x="1538921" y="361837"/>
                    <a:pt x="1522476" y="366906"/>
                    <a:pt x="1522476" y="354885"/>
                  </a:cubicBezTo>
                  <a:cubicBezTo>
                    <a:pt x="1522476" y="342864"/>
                    <a:pt x="1540442" y="351481"/>
                    <a:pt x="1550149" y="348874"/>
                  </a:cubicBezTo>
                  <a:cubicBezTo>
                    <a:pt x="1559857" y="346267"/>
                    <a:pt x="1544934" y="330915"/>
                    <a:pt x="1529938" y="335187"/>
                  </a:cubicBezTo>
                  <a:cubicBezTo>
                    <a:pt x="1514942" y="339460"/>
                    <a:pt x="1504510" y="340329"/>
                    <a:pt x="1492484" y="325773"/>
                  </a:cubicBezTo>
                  <a:cubicBezTo>
                    <a:pt x="1480459" y="311217"/>
                    <a:pt x="1458798" y="302599"/>
                    <a:pt x="1453510" y="336056"/>
                  </a:cubicBezTo>
                  <a:cubicBezTo>
                    <a:pt x="1448221" y="369513"/>
                    <a:pt x="1427358" y="351481"/>
                    <a:pt x="1419099" y="362634"/>
                  </a:cubicBezTo>
                  <a:cubicBezTo>
                    <a:pt x="1410840" y="373786"/>
                    <a:pt x="1428806" y="381463"/>
                    <a:pt x="1449018" y="382332"/>
                  </a:cubicBezTo>
                  <a:cubicBezTo>
                    <a:pt x="1469230" y="383201"/>
                    <a:pt x="1484226" y="404564"/>
                    <a:pt x="1474518" y="404564"/>
                  </a:cubicBezTo>
                  <a:cubicBezTo>
                    <a:pt x="1464811" y="404564"/>
                    <a:pt x="1469302" y="420858"/>
                    <a:pt x="1458798" y="414847"/>
                  </a:cubicBezTo>
                  <a:cubicBezTo>
                    <a:pt x="1448294" y="408837"/>
                    <a:pt x="1437789" y="414847"/>
                    <a:pt x="1445323" y="425131"/>
                  </a:cubicBezTo>
                  <a:cubicBezTo>
                    <a:pt x="1452858" y="435414"/>
                    <a:pt x="1442281" y="439614"/>
                    <a:pt x="1443078" y="449970"/>
                  </a:cubicBezTo>
                  <a:cubicBezTo>
                    <a:pt x="1443875" y="460326"/>
                    <a:pt x="1427358" y="450839"/>
                    <a:pt x="1411637" y="449101"/>
                  </a:cubicBezTo>
                  <a:cubicBezTo>
                    <a:pt x="1395917" y="447363"/>
                    <a:pt x="1366650" y="453446"/>
                    <a:pt x="1345713" y="458588"/>
                  </a:cubicBezTo>
                  <a:cubicBezTo>
                    <a:pt x="1324777" y="463729"/>
                    <a:pt x="1301523" y="455112"/>
                    <a:pt x="1292540" y="444104"/>
                  </a:cubicBezTo>
                  <a:cubicBezTo>
                    <a:pt x="1283557" y="433097"/>
                    <a:pt x="1271531" y="434690"/>
                    <a:pt x="1256318" y="434690"/>
                  </a:cubicBezTo>
                  <a:cubicBezTo>
                    <a:pt x="1241105" y="434690"/>
                    <a:pt x="1245814" y="418396"/>
                    <a:pt x="1226399" y="417599"/>
                  </a:cubicBezTo>
                  <a:cubicBezTo>
                    <a:pt x="1206984" y="416803"/>
                    <a:pt x="1211403" y="397901"/>
                    <a:pt x="1209157" y="386749"/>
                  </a:cubicBezTo>
                  <a:cubicBezTo>
                    <a:pt x="1206911" y="375597"/>
                    <a:pt x="1167937" y="379000"/>
                    <a:pt x="1153738" y="389284"/>
                  </a:cubicBezTo>
                  <a:cubicBezTo>
                    <a:pt x="1139539" y="399567"/>
                    <a:pt x="1111793" y="395294"/>
                    <a:pt x="1104259" y="414195"/>
                  </a:cubicBezTo>
                  <a:cubicBezTo>
                    <a:pt x="1096725" y="433097"/>
                    <a:pt x="1110996" y="430417"/>
                    <a:pt x="1119255" y="430417"/>
                  </a:cubicBezTo>
                  <a:cubicBezTo>
                    <a:pt x="1130701" y="430417"/>
                    <a:pt x="1129759" y="414992"/>
                    <a:pt x="1150695" y="418396"/>
                  </a:cubicBezTo>
                  <a:cubicBezTo>
                    <a:pt x="1171631" y="421800"/>
                    <a:pt x="1186917" y="393556"/>
                    <a:pt x="1195683" y="403912"/>
                  </a:cubicBezTo>
                  <a:cubicBezTo>
                    <a:pt x="1204448" y="414268"/>
                    <a:pt x="1159461" y="433893"/>
                    <a:pt x="1140263" y="437369"/>
                  </a:cubicBezTo>
                  <a:cubicBezTo>
                    <a:pt x="1121066" y="440845"/>
                    <a:pt x="1125267" y="459095"/>
                    <a:pt x="1143958" y="490524"/>
                  </a:cubicBezTo>
                  <a:cubicBezTo>
                    <a:pt x="1162648" y="521954"/>
                    <a:pt x="1135772" y="504211"/>
                    <a:pt x="1135772" y="519492"/>
                  </a:cubicBezTo>
                  <a:cubicBezTo>
                    <a:pt x="1135772" y="534772"/>
                    <a:pt x="1100564" y="514350"/>
                    <a:pt x="1114763" y="509208"/>
                  </a:cubicBezTo>
                  <a:cubicBezTo>
                    <a:pt x="1128962" y="504066"/>
                    <a:pt x="1122007" y="487483"/>
                    <a:pt x="1110996" y="477489"/>
                  </a:cubicBezTo>
                  <a:cubicBezTo>
                    <a:pt x="1099985" y="467495"/>
                    <a:pt x="1092306" y="477489"/>
                    <a:pt x="1093827" y="466337"/>
                  </a:cubicBezTo>
                  <a:cubicBezTo>
                    <a:pt x="1095348" y="455184"/>
                    <a:pt x="1081801" y="467206"/>
                    <a:pt x="1071297" y="457791"/>
                  </a:cubicBezTo>
                  <a:cubicBezTo>
                    <a:pt x="1060793" y="448377"/>
                    <a:pt x="1055577" y="440628"/>
                    <a:pt x="1041378" y="449174"/>
                  </a:cubicBezTo>
                  <a:cubicBezTo>
                    <a:pt x="1027179" y="457719"/>
                    <a:pt x="1010662" y="455184"/>
                    <a:pt x="979221" y="461195"/>
                  </a:cubicBezTo>
                  <a:cubicBezTo>
                    <a:pt x="947780" y="467206"/>
                    <a:pt x="890043" y="465468"/>
                    <a:pt x="879611" y="453518"/>
                  </a:cubicBezTo>
                  <a:cubicBezTo>
                    <a:pt x="869179" y="441570"/>
                    <a:pt x="906560" y="420061"/>
                    <a:pt x="917789" y="423537"/>
                  </a:cubicBezTo>
                  <a:cubicBezTo>
                    <a:pt x="929018" y="427014"/>
                    <a:pt x="922280" y="409778"/>
                    <a:pt x="905039" y="394570"/>
                  </a:cubicBezTo>
                  <a:cubicBezTo>
                    <a:pt x="887797" y="379362"/>
                    <a:pt x="849619" y="369731"/>
                    <a:pt x="850344" y="379145"/>
                  </a:cubicBezTo>
                  <a:cubicBezTo>
                    <a:pt x="851068" y="388560"/>
                    <a:pt x="828611" y="380014"/>
                    <a:pt x="800937" y="374076"/>
                  </a:cubicBezTo>
                  <a:cubicBezTo>
                    <a:pt x="773264" y="368138"/>
                    <a:pt x="769497" y="356913"/>
                    <a:pt x="751458" y="356044"/>
                  </a:cubicBezTo>
                  <a:cubicBezTo>
                    <a:pt x="727276" y="354965"/>
                    <a:pt x="704123" y="345927"/>
                    <a:pt x="685607" y="330335"/>
                  </a:cubicBezTo>
                  <a:cubicBezTo>
                    <a:pt x="664598" y="311507"/>
                    <a:pt x="615192" y="316648"/>
                    <a:pt x="609179" y="333739"/>
                  </a:cubicBezTo>
                  <a:cubicBezTo>
                    <a:pt x="603166" y="350830"/>
                    <a:pt x="586721" y="350033"/>
                    <a:pt x="570204" y="350033"/>
                  </a:cubicBezTo>
                  <a:cubicBezTo>
                    <a:pt x="553687" y="350033"/>
                    <a:pt x="577448" y="328887"/>
                    <a:pt x="571725" y="325194"/>
                  </a:cubicBezTo>
                  <a:cubicBezTo>
                    <a:pt x="563829" y="320342"/>
                    <a:pt x="572450" y="296951"/>
                    <a:pt x="560497" y="295212"/>
                  </a:cubicBezTo>
                  <a:cubicBezTo>
                    <a:pt x="548543" y="293474"/>
                    <a:pt x="537242" y="351771"/>
                    <a:pt x="514785" y="350033"/>
                  </a:cubicBezTo>
                  <a:cubicBezTo>
                    <a:pt x="492327" y="348295"/>
                    <a:pt x="482620" y="288333"/>
                    <a:pt x="464074" y="272908"/>
                  </a:cubicBezTo>
                  <a:cubicBezTo>
                    <a:pt x="445529" y="257483"/>
                    <a:pt x="427852" y="256614"/>
                    <a:pt x="443862" y="279787"/>
                  </a:cubicBezTo>
                  <a:cubicBezTo>
                    <a:pt x="459872" y="302961"/>
                    <a:pt x="430388" y="286667"/>
                    <a:pt x="431909" y="302020"/>
                  </a:cubicBezTo>
                  <a:cubicBezTo>
                    <a:pt x="433430" y="317372"/>
                    <a:pt x="406409" y="335477"/>
                    <a:pt x="407133" y="326932"/>
                  </a:cubicBezTo>
                  <a:cubicBezTo>
                    <a:pt x="407858" y="318386"/>
                    <a:pt x="392210" y="308900"/>
                    <a:pt x="374171" y="332942"/>
                  </a:cubicBezTo>
                  <a:cubicBezTo>
                    <a:pt x="356133" y="356985"/>
                    <a:pt x="343455" y="353437"/>
                    <a:pt x="342007" y="344891"/>
                  </a:cubicBezTo>
                  <a:cubicBezTo>
                    <a:pt x="340558" y="336346"/>
                    <a:pt x="287312" y="367196"/>
                    <a:pt x="289557" y="377480"/>
                  </a:cubicBezTo>
                  <a:cubicBezTo>
                    <a:pt x="291803" y="387763"/>
                    <a:pt x="281299" y="395439"/>
                    <a:pt x="267100" y="394570"/>
                  </a:cubicBezTo>
                  <a:cubicBezTo>
                    <a:pt x="252901" y="393701"/>
                    <a:pt x="264057" y="380087"/>
                    <a:pt x="275358" y="372845"/>
                  </a:cubicBezTo>
                  <a:cubicBezTo>
                    <a:pt x="287964" y="365168"/>
                    <a:pt x="322519" y="333449"/>
                    <a:pt x="340558" y="330046"/>
                  </a:cubicBezTo>
                  <a:cubicBezTo>
                    <a:pt x="356278" y="327004"/>
                    <a:pt x="384676" y="314186"/>
                    <a:pt x="391993" y="304699"/>
                  </a:cubicBezTo>
                  <a:lnTo>
                    <a:pt x="390471" y="304699"/>
                  </a:lnTo>
                  <a:cubicBezTo>
                    <a:pt x="361045" y="306676"/>
                    <a:pt x="332031" y="312723"/>
                    <a:pt x="304263" y="322659"/>
                  </a:cubicBezTo>
                  <a:cubicBezTo>
                    <a:pt x="301510" y="323673"/>
                    <a:pt x="298830" y="324469"/>
                    <a:pt x="296222" y="325194"/>
                  </a:cubicBezTo>
                  <a:cubicBezTo>
                    <a:pt x="289340" y="327439"/>
                    <a:pt x="282385" y="329611"/>
                    <a:pt x="275431" y="331711"/>
                  </a:cubicBezTo>
                  <a:cubicBezTo>
                    <a:pt x="272736" y="333674"/>
                    <a:pt x="272069" y="337411"/>
                    <a:pt x="273909" y="340184"/>
                  </a:cubicBezTo>
                  <a:cubicBezTo>
                    <a:pt x="279922" y="353871"/>
                    <a:pt x="255147" y="338446"/>
                    <a:pt x="249931" y="347861"/>
                  </a:cubicBezTo>
                  <a:cubicBezTo>
                    <a:pt x="244715" y="357275"/>
                    <a:pt x="234935" y="347064"/>
                    <a:pt x="242686" y="341922"/>
                  </a:cubicBezTo>
                  <a:cubicBezTo>
                    <a:pt x="243266" y="341517"/>
                    <a:pt x="243700" y="340930"/>
                    <a:pt x="243918" y="340257"/>
                  </a:cubicBezTo>
                  <a:cubicBezTo>
                    <a:pt x="234370" y="342480"/>
                    <a:pt x="224691" y="344124"/>
                    <a:pt x="214940" y="345181"/>
                  </a:cubicBezTo>
                  <a:cubicBezTo>
                    <a:pt x="210847" y="346506"/>
                    <a:pt x="206566" y="347144"/>
                    <a:pt x="202263" y="347064"/>
                  </a:cubicBezTo>
                  <a:cubicBezTo>
                    <a:pt x="184297" y="347064"/>
                    <a:pt x="166041" y="361548"/>
                    <a:pt x="178356" y="371903"/>
                  </a:cubicBezTo>
                  <a:cubicBezTo>
                    <a:pt x="190672" y="382259"/>
                    <a:pt x="197771" y="387328"/>
                    <a:pt x="191831" y="394136"/>
                  </a:cubicBezTo>
                  <a:cubicBezTo>
                    <a:pt x="185890" y="400943"/>
                    <a:pt x="167055" y="376176"/>
                    <a:pt x="141120" y="378711"/>
                  </a:cubicBezTo>
                  <a:cubicBezTo>
                    <a:pt x="115185" y="381245"/>
                    <a:pt x="62446" y="345326"/>
                    <a:pt x="62446" y="336781"/>
                  </a:cubicBezTo>
                  <a:cubicBezTo>
                    <a:pt x="62446" y="329539"/>
                    <a:pt x="25573" y="334101"/>
                    <a:pt x="0" y="330987"/>
                  </a:cubicBezTo>
                  <a:lnTo>
                    <a:pt x="0" y="923150"/>
                  </a:lnTo>
                  <a:cubicBezTo>
                    <a:pt x="0" y="923150"/>
                    <a:pt x="12967" y="934230"/>
                    <a:pt x="17966" y="927351"/>
                  </a:cubicBezTo>
                  <a:cubicBezTo>
                    <a:pt x="22965" y="920471"/>
                    <a:pt x="31948" y="929668"/>
                    <a:pt x="48972" y="920543"/>
                  </a:cubicBezTo>
                  <a:cubicBezTo>
                    <a:pt x="65996" y="911419"/>
                    <a:pt x="71429" y="931044"/>
                    <a:pt x="71429" y="939951"/>
                  </a:cubicBezTo>
                  <a:cubicBezTo>
                    <a:pt x="71429" y="948859"/>
                    <a:pt x="95408" y="963922"/>
                    <a:pt x="105406" y="978767"/>
                  </a:cubicBezTo>
                  <a:cubicBezTo>
                    <a:pt x="115403" y="993613"/>
                    <a:pt x="120329" y="1006214"/>
                    <a:pt x="131340" y="998176"/>
                  </a:cubicBezTo>
                  <a:cubicBezTo>
                    <a:pt x="142352" y="990137"/>
                    <a:pt x="162274" y="985647"/>
                    <a:pt x="162274" y="970802"/>
                  </a:cubicBezTo>
                  <a:cubicBezTo>
                    <a:pt x="162274" y="955956"/>
                    <a:pt x="208203" y="953639"/>
                    <a:pt x="208203" y="973119"/>
                  </a:cubicBezTo>
                  <a:cubicBezTo>
                    <a:pt x="208203" y="992599"/>
                    <a:pt x="255147" y="1015339"/>
                    <a:pt x="281154" y="1067914"/>
                  </a:cubicBezTo>
                  <a:cubicBezTo>
                    <a:pt x="307161" y="1120490"/>
                    <a:pt x="302887" y="1131860"/>
                    <a:pt x="341065" y="1149023"/>
                  </a:cubicBezTo>
                  <a:cubicBezTo>
                    <a:pt x="379243" y="1166186"/>
                    <a:pt x="378011" y="1175310"/>
                    <a:pt x="373012" y="1190156"/>
                  </a:cubicBezTo>
                  <a:cubicBezTo>
                    <a:pt x="368014" y="1205002"/>
                    <a:pt x="395977" y="1212968"/>
                    <a:pt x="380257" y="1225569"/>
                  </a:cubicBezTo>
                  <a:cubicBezTo>
                    <a:pt x="374099" y="1230348"/>
                    <a:pt x="365768" y="1237373"/>
                    <a:pt x="357220" y="1244180"/>
                  </a:cubicBezTo>
                  <a:cubicBezTo>
                    <a:pt x="357944" y="1251422"/>
                    <a:pt x="363884" y="1256564"/>
                    <a:pt x="371708" y="1263805"/>
                  </a:cubicBezTo>
                  <a:cubicBezTo>
                    <a:pt x="376779" y="1268658"/>
                    <a:pt x="370912" y="1271047"/>
                    <a:pt x="366130" y="1273075"/>
                  </a:cubicBezTo>
                  <a:lnTo>
                    <a:pt x="366927" y="1273075"/>
                  </a:lnTo>
                  <a:cubicBezTo>
                    <a:pt x="383879" y="1273075"/>
                    <a:pt x="403149" y="1287993"/>
                    <a:pt x="403873" y="1306242"/>
                  </a:cubicBezTo>
                  <a:cubicBezTo>
                    <a:pt x="405185" y="1307061"/>
                    <a:pt x="406199" y="1308277"/>
                    <a:pt x="406771" y="1309719"/>
                  </a:cubicBezTo>
                  <a:cubicBezTo>
                    <a:pt x="411161" y="1314759"/>
                    <a:pt x="414052" y="1320936"/>
                    <a:pt x="415102" y="1327533"/>
                  </a:cubicBezTo>
                  <a:cubicBezTo>
                    <a:pt x="417855" y="1331965"/>
                    <a:pt x="419724" y="1336883"/>
                    <a:pt x="420608" y="1342017"/>
                  </a:cubicBezTo>
                  <a:cubicBezTo>
                    <a:pt x="427852" y="1335862"/>
                    <a:pt x="440892" y="1358673"/>
                    <a:pt x="447340" y="1362729"/>
                  </a:cubicBezTo>
                  <a:cubicBezTo>
                    <a:pt x="453787" y="1366784"/>
                    <a:pt x="460887" y="1379892"/>
                    <a:pt x="449585" y="1379892"/>
                  </a:cubicBezTo>
                  <a:cubicBezTo>
                    <a:pt x="438284" y="1379892"/>
                    <a:pt x="439878" y="1402124"/>
                    <a:pt x="448137" y="1402993"/>
                  </a:cubicBezTo>
                  <a:cubicBezTo>
                    <a:pt x="456395" y="1403862"/>
                    <a:pt x="455381" y="1415884"/>
                    <a:pt x="455381" y="1423560"/>
                  </a:cubicBezTo>
                  <a:cubicBezTo>
                    <a:pt x="455381" y="1431236"/>
                    <a:pt x="481605" y="1442389"/>
                    <a:pt x="491603" y="1438985"/>
                  </a:cubicBezTo>
                  <a:cubicBezTo>
                    <a:pt x="501600" y="1435581"/>
                    <a:pt x="510366" y="1445792"/>
                    <a:pt x="514857" y="1455279"/>
                  </a:cubicBezTo>
                  <a:cubicBezTo>
                    <a:pt x="519349" y="1464766"/>
                    <a:pt x="537315" y="1471501"/>
                    <a:pt x="543835" y="1465562"/>
                  </a:cubicBezTo>
                  <a:cubicBezTo>
                    <a:pt x="550355" y="1459624"/>
                    <a:pt x="555063" y="1476642"/>
                    <a:pt x="556585" y="1488664"/>
                  </a:cubicBezTo>
                  <a:cubicBezTo>
                    <a:pt x="558106" y="1500685"/>
                    <a:pt x="573029" y="1493806"/>
                    <a:pt x="582012" y="1492936"/>
                  </a:cubicBezTo>
                  <a:cubicBezTo>
                    <a:pt x="590995" y="1492067"/>
                    <a:pt x="596501" y="1506696"/>
                    <a:pt x="602297" y="1504089"/>
                  </a:cubicBezTo>
                  <a:cubicBezTo>
                    <a:pt x="615481" y="1498440"/>
                    <a:pt x="619466" y="1524801"/>
                    <a:pt x="628159" y="1540298"/>
                  </a:cubicBezTo>
                  <a:lnTo>
                    <a:pt x="1559132" y="1534577"/>
                  </a:lnTo>
                  <a:cubicBezTo>
                    <a:pt x="1559132" y="1534577"/>
                    <a:pt x="1559785" y="1508144"/>
                    <a:pt x="1570723" y="1517269"/>
                  </a:cubicBezTo>
                  <a:cubicBezTo>
                    <a:pt x="1581663" y="1526394"/>
                    <a:pt x="1571738" y="1541312"/>
                    <a:pt x="1584705" y="1547033"/>
                  </a:cubicBezTo>
                  <a:cubicBezTo>
                    <a:pt x="1597673" y="1552754"/>
                    <a:pt x="1606438" y="1561879"/>
                    <a:pt x="1613683" y="1558403"/>
                  </a:cubicBezTo>
                  <a:cubicBezTo>
                    <a:pt x="1620927" y="1554927"/>
                    <a:pt x="1632663" y="1543557"/>
                    <a:pt x="1644689" y="1559561"/>
                  </a:cubicBezTo>
                  <a:cubicBezTo>
                    <a:pt x="1656714" y="1575566"/>
                    <a:pt x="1665625" y="1561879"/>
                    <a:pt x="1672652" y="1572162"/>
                  </a:cubicBezTo>
                  <a:cubicBezTo>
                    <a:pt x="1679679" y="1582445"/>
                    <a:pt x="1692574" y="1590411"/>
                    <a:pt x="1701629" y="1577883"/>
                  </a:cubicBezTo>
                  <a:cubicBezTo>
                    <a:pt x="1708874" y="1567672"/>
                    <a:pt x="1736547" y="1579983"/>
                    <a:pt x="1749949" y="1585632"/>
                  </a:cubicBezTo>
                  <a:cubicBezTo>
                    <a:pt x="1766394" y="1570569"/>
                    <a:pt x="1779361" y="1538488"/>
                    <a:pt x="1793995" y="1538488"/>
                  </a:cubicBezTo>
                  <a:cubicBezTo>
                    <a:pt x="1813482" y="1538488"/>
                    <a:pt x="1862961" y="1543557"/>
                    <a:pt x="1865931" y="1572669"/>
                  </a:cubicBezTo>
                  <a:cubicBezTo>
                    <a:pt x="1868902" y="1601781"/>
                    <a:pt x="1898893" y="1574407"/>
                    <a:pt x="1902153" y="1601636"/>
                  </a:cubicBezTo>
                  <a:cubicBezTo>
                    <a:pt x="1904761" y="1624882"/>
                    <a:pt x="1924538" y="1643277"/>
                    <a:pt x="1921206" y="1655588"/>
                  </a:cubicBezTo>
                  <a:cubicBezTo>
                    <a:pt x="1927907" y="1660317"/>
                    <a:pt x="1934340" y="1665422"/>
                    <a:pt x="1940476" y="1670868"/>
                  </a:cubicBezTo>
                  <a:cubicBezTo>
                    <a:pt x="1949966" y="1667247"/>
                    <a:pt x="1975321" y="1671882"/>
                    <a:pt x="1992056" y="1678761"/>
                  </a:cubicBezTo>
                  <a:cubicBezTo>
                    <a:pt x="2013064" y="1687307"/>
                    <a:pt x="2044505" y="1668478"/>
                    <a:pt x="2055009" y="1697590"/>
                  </a:cubicBezTo>
                  <a:cubicBezTo>
                    <a:pt x="2065514" y="1726702"/>
                    <a:pt x="2089782" y="1748717"/>
                    <a:pt x="2066963" y="1750673"/>
                  </a:cubicBezTo>
                  <a:cubicBezTo>
                    <a:pt x="2047475" y="1752411"/>
                    <a:pt x="2022048" y="1721706"/>
                    <a:pt x="2023496" y="1738724"/>
                  </a:cubicBezTo>
                  <a:cubicBezTo>
                    <a:pt x="2024945" y="1755742"/>
                    <a:pt x="2013064" y="1747269"/>
                    <a:pt x="2013064" y="1772978"/>
                  </a:cubicBezTo>
                  <a:cubicBezTo>
                    <a:pt x="2013064" y="1798686"/>
                    <a:pt x="1998069" y="1834678"/>
                    <a:pt x="1989086" y="1832940"/>
                  </a:cubicBezTo>
                  <a:cubicBezTo>
                    <a:pt x="1988723" y="1832940"/>
                    <a:pt x="1988506" y="1832940"/>
                    <a:pt x="1988216" y="1832578"/>
                  </a:cubicBezTo>
                  <a:cubicBezTo>
                    <a:pt x="1986695" y="1842282"/>
                    <a:pt x="1986550" y="1854882"/>
                    <a:pt x="1993650" y="1862849"/>
                  </a:cubicBezTo>
                  <a:cubicBezTo>
                    <a:pt x="2005096" y="1853362"/>
                    <a:pt x="2021468" y="1836995"/>
                    <a:pt x="2035522" y="1838154"/>
                  </a:cubicBezTo>
                  <a:cubicBezTo>
                    <a:pt x="2057980" y="1839820"/>
                    <a:pt x="2063992" y="1855245"/>
                    <a:pt x="2078988" y="1843296"/>
                  </a:cubicBezTo>
                  <a:cubicBezTo>
                    <a:pt x="2093984" y="1831347"/>
                    <a:pt x="2096954" y="1826132"/>
                    <a:pt x="2099925" y="1834678"/>
                  </a:cubicBezTo>
                  <a:cubicBezTo>
                    <a:pt x="2100207" y="1835974"/>
                    <a:pt x="2100026" y="1837336"/>
                    <a:pt x="2099417" y="1838516"/>
                  </a:cubicBezTo>
                  <a:cubicBezTo>
                    <a:pt x="2105141" y="1835040"/>
                    <a:pt x="2109125" y="1831709"/>
                    <a:pt x="2109415" y="1828957"/>
                  </a:cubicBezTo>
                  <a:cubicBezTo>
                    <a:pt x="2109596" y="1823772"/>
                    <a:pt x="2108958" y="1818594"/>
                    <a:pt x="2107531" y="1813604"/>
                  </a:cubicBezTo>
                  <a:cubicBezTo>
                    <a:pt x="2092463" y="1816139"/>
                    <a:pt x="2087609" y="1817442"/>
                    <a:pt x="2083480" y="1805566"/>
                  </a:cubicBezTo>
                  <a:cubicBezTo>
                    <a:pt x="2077467" y="1788403"/>
                    <a:pt x="2128395" y="1771312"/>
                    <a:pt x="2152374" y="1774716"/>
                  </a:cubicBezTo>
                  <a:cubicBezTo>
                    <a:pt x="2175049" y="1777902"/>
                    <a:pt x="2191059" y="1759725"/>
                    <a:pt x="2199027" y="1770877"/>
                  </a:cubicBezTo>
                  <a:cubicBezTo>
                    <a:pt x="2213516" y="1756394"/>
                    <a:pt x="2238002" y="1731844"/>
                    <a:pt x="2244232" y="1731844"/>
                  </a:cubicBezTo>
                  <a:cubicBezTo>
                    <a:pt x="2253215" y="1731844"/>
                    <a:pt x="2360142" y="1730685"/>
                    <a:pt x="2360142" y="1730685"/>
                  </a:cubicBezTo>
                  <a:cubicBezTo>
                    <a:pt x="2360142" y="1730685"/>
                    <a:pt x="2397088" y="1704470"/>
                    <a:pt x="2402087" y="1680427"/>
                  </a:cubicBezTo>
                  <a:cubicBezTo>
                    <a:pt x="2407086" y="1656384"/>
                    <a:pt x="2431065" y="1599319"/>
                    <a:pt x="2445046" y="1611920"/>
                  </a:cubicBezTo>
                  <a:cubicBezTo>
                    <a:pt x="2459028" y="1624520"/>
                    <a:pt x="2489019" y="1615323"/>
                    <a:pt x="2489961" y="1626403"/>
                  </a:cubicBezTo>
                  <a:cubicBezTo>
                    <a:pt x="2490903" y="1637483"/>
                    <a:pt x="2480036" y="1675792"/>
                    <a:pt x="2518432" y="1733872"/>
                  </a:cubicBezTo>
                  <a:cubicBezTo>
                    <a:pt x="2531978" y="1724095"/>
                    <a:pt x="2545960" y="1716419"/>
                    <a:pt x="2553929" y="1716926"/>
                  </a:cubicBezTo>
                  <a:cubicBezTo>
                    <a:pt x="2567404" y="1717795"/>
                    <a:pt x="2587615" y="1697228"/>
                    <a:pt x="2593628" y="1684338"/>
                  </a:cubicBezTo>
                  <a:cubicBezTo>
                    <a:pt x="2599641" y="1671447"/>
                    <a:pt x="2608117" y="1696359"/>
                    <a:pt x="2595874" y="1700632"/>
                  </a:cubicBezTo>
                  <a:cubicBezTo>
                    <a:pt x="2583631" y="1704905"/>
                    <a:pt x="2605581" y="1715116"/>
                    <a:pt x="2626590" y="1714391"/>
                  </a:cubicBezTo>
                  <a:cubicBezTo>
                    <a:pt x="2647598" y="1713667"/>
                    <a:pt x="2616810" y="1722937"/>
                    <a:pt x="2601090" y="1722068"/>
                  </a:cubicBezTo>
                  <a:cubicBezTo>
                    <a:pt x="2585369" y="1721199"/>
                    <a:pt x="2578632" y="1723806"/>
                    <a:pt x="2557624" y="1747776"/>
                  </a:cubicBezTo>
                  <a:cubicBezTo>
                    <a:pt x="2536615" y="1771746"/>
                    <a:pt x="2541903" y="1778626"/>
                    <a:pt x="2553929" y="1790648"/>
                  </a:cubicBezTo>
                  <a:cubicBezTo>
                    <a:pt x="2565955" y="1802669"/>
                    <a:pt x="2581602" y="1797455"/>
                    <a:pt x="2598120" y="1781161"/>
                  </a:cubicBezTo>
                  <a:cubicBezTo>
                    <a:pt x="2614637" y="1764867"/>
                    <a:pt x="2613840" y="1748645"/>
                    <a:pt x="2630285" y="1749514"/>
                  </a:cubicBezTo>
                  <a:cubicBezTo>
                    <a:pt x="2639637" y="1748928"/>
                    <a:pt x="2648859" y="1747001"/>
                    <a:pt x="2657668" y="1743793"/>
                  </a:cubicBezTo>
                  <a:cubicBezTo>
                    <a:pt x="2658813" y="1741968"/>
                    <a:pt x="2660233" y="1740339"/>
                    <a:pt x="2661870" y="1738941"/>
                  </a:cubicBezTo>
                  <a:lnTo>
                    <a:pt x="2672809" y="1730034"/>
                  </a:lnTo>
                  <a:cubicBezTo>
                    <a:pt x="2674403" y="1728585"/>
                    <a:pt x="2675997" y="1727282"/>
                    <a:pt x="2677518" y="1725833"/>
                  </a:cubicBezTo>
                  <a:cubicBezTo>
                    <a:pt x="2684451" y="1718961"/>
                    <a:pt x="2693767" y="1715021"/>
                    <a:pt x="2703525" y="1714826"/>
                  </a:cubicBezTo>
                  <a:cubicBezTo>
                    <a:pt x="2705786" y="1714761"/>
                    <a:pt x="2708045" y="1714956"/>
                    <a:pt x="2710262" y="1715405"/>
                  </a:cubicBezTo>
                  <a:cubicBezTo>
                    <a:pt x="2711595" y="1713305"/>
                    <a:pt x="2713095" y="1711321"/>
                    <a:pt x="2714754" y="1709467"/>
                  </a:cubicBezTo>
                  <a:cubicBezTo>
                    <a:pt x="2714370" y="1708301"/>
                    <a:pt x="2714174" y="1707077"/>
                    <a:pt x="2714174" y="1705846"/>
                  </a:cubicBezTo>
                  <a:cubicBezTo>
                    <a:pt x="2714174" y="1701139"/>
                    <a:pt x="2722433" y="1698604"/>
                    <a:pt x="2732285" y="1696432"/>
                  </a:cubicBezTo>
                  <a:lnTo>
                    <a:pt x="2733662" y="1695707"/>
                  </a:lnTo>
                  <a:cubicBezTo>
                    <a:pt x="2737407" y="1684975"/>
                    <a:pt x="2745745" y="1676480"/>
                    <a:pt x="2756409" y="1672534"/>
                  </a:cubicBezTo>
                  <a:cubicBezTo>
                    <a:pt x="2753171" y="1671433"/>
                    <a:pt x="2749722" y="1671107"/>
                    <a:pt x="2746339" y="1671592"/>
                  </a:cubicBezTo>
                  <a:cubicBezTo>
                    <a:pt x="2735835" y="1673330"/>
                    <a:pt x="2744094" y="1654429"/>
                    <a:pt x="2745615" y="1645015"/>
                  </a:cubicBezTo>
                  <a:cubicBezTo>
                    <a:pt x="2747136" y="1635600"/>
                    <a:pt x="2723157" y="1649287"/>
                    <a:pt x="2722360" y="1660440"/>
                  </a:cubicBezTo>
                  <a:cubicBezTo>
                    <a:pt x="2721564" y="1671592"/>
                    <a:pt x="2705191" y="1675865"/>
                    <a:pt x="2705191" y="1682745"/>
                  </a:cubicBezTo>
                  <a:cubicBezTo>
                    <a:pt x="2705191" y="1702732"/>
                    <a:pt x="2702946" y="1692159"/>
                    <a:pt x="2690703" y="1699039"/>
                  </a:cubicBezTo>
                  <a:cubicBezTo>
                    <a:pt x="2678460" y="1705918"/>
                    <a:pt x="2632313" y="1699039"/>
                    <a:pt x="2630792" y="1687017"/>
                  </a:cubicBezTo>
                  <a:cubicBezTo>
                    <a:pt x="2629270" y="1674996"/>
                    <a:pt x="2595584" y="1669057"/>
                    <a:pt x="2594063" y="1652763"/>
                  </a:cubicBezTo>
                  <a:cubicBezTo>
                    <a:pt x="2593990" y="1651887"/>
                    <a:pt x="2593867" y="1651018"/>
                    <a:pt x="2593701" y="1650156"/>
                  </a:cubicBezTo>
                  <a:cubicBezTo>
                    <a:pt x="2584623" y="1643349"/>
                    <a:pt x="2579480" y="1632523"/>
                    <a:pt x="2579936" y="1621189"/>
                  </a:cubicBezTo>
                  <a:cubicBezTo>
                    <a:pt x="2580813" y="1612492"/>
                    <a:pt x="2582841" y="1603946"/>
                    <a:pt x="2585949" y="1595770"/>
                  </a:cubicBezTo>
                  <a:cubicBezTo>
                    <a:pt x="2585442" y="1595263"/>
                    <a:pt x="2585080" y="1594757"/>
                    <a:pt x="2584645" y="1594250"/>
                  </a:cubicBezTo>
                  <a:cubicBezTo>
                    <a:pt x="2580733" y="1595329"/>
                    <a:pt x="2577227" y="1597552"/>
                    <a:pt x="2574575" y="1600622"/>
                  </a:cubicBezTo>
                  <a:cubicBezTo>
                    <a:pt x="2561898" y="1614309"/>
                    <a:pt x="2554364" y="1592946"/>
                    <a:pt x="2571605" y="1585197"/>
                  </a:cubicBezTo>
                  <a:lnTo>
                    <a:pt x="2578125" y="1582445"/>
                  </a:lnTo>
                  <a:cubicBezTo>
                    <a:pt x="2578125" y="1582445"/>
                    <a:pt x="2578125" y="1582445"/>
                    <a:pt x="2578125" y="1582011"/>
                  </a:cubicBezTo>
                  <a:cubicBezTo>
                    <a:pt x="2574148" y="1577463"/>
                    <a:pt x="2571163" y="1572133"/>
                    <a:pt x="2569359" y="1566369"/>
                  </a:cubicBezTo>
                  <a:cubicBezTo>
                    <a:pt x="2567251" y="1558482"/>
                    <a:pt x="2567729" y="1550132"/>
                    <a:pt x="2570736" y="1542543"/>
                  </a:cubicBezTo>
                  <a:cubicBezTo>
                    <a:pt x="2561246" y="1540805"/>
                    <a:pt x="2553016" y="1534939"/>
                    <a:pt x="2548278" y="1526539"/>
                  </a:cubicBezTo>
                  <a:cubicBezTo>
                    <a:pt x="2516874" y="1534265"/>
                    <a:pt x="2486745" y="1546461"/>
                    <a:pt x="2458810" y="1562748"/>
                  </a:cubicBezTo>
                  <a:cubicBezTo>
                    <a:pt x="2432586" y="1579911"/>
                    <a:pt x="2399624" y="1634731"/>
                    <a:pt x="2385425" y="1634731"/>
                  </a:cubicBezTo>
                  <a:cubicBezTo>
                    <a:pt x="2371226" y="1634731"/>
                    <a:pt x="2410128" y="1605764"/>
                    <a:pt x="2416141" y="1594467"/>
                  </a:cubicBezTo>
                  <a:cubicBezTo>
                    <a:pt x="2422154" y="1583170"/>
                    <a:pt x="2414620" y="1572162"/>
                    <a:pt x="2422878" y="1576507"/>
                  </a:cubicBezTo>
                  <a:cubicBezTo>
                    <a:pt x="2431137" y="1580852"/>
                    <a:pt x="2454319" y="1539646"/>
                    <a:pt x="2470039" y="1525814"/>
                  </a:cubicBezTo>
                  <a:cubicBezTo>
                    <a:pt x="2485759" y="1511982"/>
                    <a:pt x="2503001" y="1524945"/>
                    <a:pt x="2505247" y="1513793"/>
                  </a:cubicBezTo>
                  <a:cubicBezTo>
                    <a:pt x="2507492" y="1502641"/>
                    <a:pt x="2514954" y="1494964"/>
                    <a:pt x="2529950" y="1479539"/>
                  </a:cubicBezTo>
                  <a:cubicBezTo>
                    <a:pt x="2533355" y="1475991"/>
                    <a:pt x="2545453" y="1473456"/>
                    <a:pt x="2562115" y="1471573"/>
                  </a:cubicBezTo>
                  <a:cubicBezTo>
                    <a:pt x="2567164" y="1469096"/>
                    <a:pt x="2572721" y="1467858"/>
                    <a:pt x="2578342" y="1467952"/>
                  </a:cubicBezTo>
                  <a:cubicBezTo>
                    <a:pt x="2581841" y="1467945"/>
                    <a:pt x="2585326" y="1468408"/>
                    <a:pt x="2588702" y="1469328"/>
                  </a:cubicBezTo>
                  <a:cubicBezTo>
                    <a:pt x="2626735" y="1466938"/>
                    <a:pt x="2674693" y="1466649"/>
                    <a:pt x="2706857" y="1466938"/>
                  </a:cubicBezTo>
                  <a:cubicBezTo>
                    <a:pt x="2711429" y="1466033"/>
                    <a:pt x="2716123" y="1466033"/>
                    <a:pt x="2720694" y="1466938"/>
                  </a:cubicBezTo>
                  <a:cubicBezTo>
                    <a:pt x="2730981" y="1466938"/>
                    <a:pt x="2738371" y="1466938"/>
                    <a:pt x="2741196" y="1467373"/>
                  </a:cubicBezTo>
                  <a:cubicBezTo>
                    <a:pt x="2758437" y="1468242"/>
                    <a:pt x="2791907" y="1441664"/>
                    <a:pt x="2801831" y="1424574"/>
                  </a:cubicBezTo>
                  <a:cubicBezTo>
                    <a:pt x="2811756" y="1407483"/>
                    <a:pt x="2824361" y="1407411"/>
                    <a:pt x="2848268" y="1409149"/>
                  </a:cubicBezTo>
                  <a:cubicBezTo>
                    <a:pt x="2872174" y="1410887"/>
                    <a:pt x="2883475" y="1385975"/>
                    <a:pt x="2895501" y="1376561"/>
                  </a:cubicBezTo>
                  <a:cubicBezTo>
                    <a:pt x="2907526" y="1367146"/>
                    <a:pt x="2902962" y="1363453"/>
                    <a:pt x="2892458" y="1360846"/>
                  </a:cubicBezTo>
                  <a:close/>
                  <a:moveTo>
                    <a:pt x="796880" y="561349"/>
                  </a:moveTo>
                  <a:cubicBezTo>
                    <a:pt x="777248" y="589230"/>
                    <a:pt x="770656" y="593358"/>
                    <a:pt x="750444" y="589230"/>
                  </a:cubicBezTo>
                  <a:cubicBezTo>
                    <a:pt x="730232" y="585102"/>
                    <a:pt x="717699" y="596472"/>
                    <a:pt x="727769" y="604945"/>
                  </a:cubicBezTo>
                  <a:cubicBezTo>
                    <a:pt x="737839" y="613418"/>
                    <a:pt x="738491" y="619936"/>
                    <a:pt x="717699" y="625367"/>
                  </a:cubicBezTo>
                  <a:cubicBezTo>
                    <a:pt x="696908" y="630798"/>
                    <a:pt x="683144" y="649193"/>
                    <a:pt x="674813" y="647092"/>
                  </a:cubicBezTo>
                  <a:cubicBezTo>
                    <a:pt x="666482" y="644992"/>
                    <a:pt x="710527" y="608928"/>
                    <a:pt x="699226" y="599441"/>
                  </a:cubicBezTo>
                  <a:cubicBezTo>
                    <a:pt x="687925" y="589955"/>
                    <a:pt x="659889" y="615808"/>
                    <a:pt x="659310" y="627395"/>
                  </a:cubicBezTo>
                  <a:cubicBezTo>
                    <a:pt x="658730" y="638982"/>
                    <a:pt x="640257" y="639633"/>
                    <a:pt x="628956" y="638909"/>
                  </a:cubicBezTo>
                  <a:cubicBezTo>
                    <a:pt x="617655" y="638185"/>
                    <a:pt x="602731" y="625946"/>
                    <a:pt x="614032" y="624425"/>
                  </a:cubicBezTo>
                  <a:cubicBezTo>
                    <a:pt x="625334" y="622905"/>
                    <a:pt x="617582" y="608711"/>
                    <a:pt x="633085" y="601903"/>
                  </a:cubicBezTo>
                  <a:cubicBezTo>
                    <a:pt x="648588" y="595096"/>
                    <a:pt x="630115" y="584885"/>
                    <a:pt x="634896" y="577426"/>
                  </a:cubicBezTo>
                  <a:cubicBezTo>
                    <a:pt x="639678" y="569967"/>
                    <a:pt x="671118" y="584668"/>
                    <a:pt x="671843" y="571271"/>
                  </a:cubicBezTo>
                  <a:cubicBezTo>
                    <a:pt x="672567" y="557873"/>
                    <a:pt x="640257" y="546069"/>
                    <a:pt x="629535" y="554252"/>
                  </a:cubicBezTo>
                  <a:cubicBezTo>
                    <a:pt x="618814" y="562435"/>
                    <a:pt x="593748" y="581482"/>
                    <a:pt x="564336" y="566491"/>
                  </a:cubicBezTo>
                  <a:cubicBezTo>
                    <a:pt x="554919" y="561784"/>
                    <a:pt x="639315" y="551500"/>
                    <a:pt x="653659" y="536510"/>
                  </a:cubicBezTo>
                  <a:cubicBezTo>
                    <a:pt x="668003" y="521519"/>
                    <a:pt x="732261" y="504501"/>
                    <a:pt x="737042" y="518116"/>
                  </a:cubicBezTo>
                  <a:cubicBezTo>
                    <a:pt x="741823" y="531730"/>
                    <a:pt x="702486" y="540638"/>
                    <a:pt x="721539" y="552876"/>
                  </a:cubicBezTo>
                  <a:cubicBezTo>
                    <a:pt x="740592" y="565115"/>
                    <a:pt x="771597" y="557004"/>
                    <a:pt x="778697" y="544041"/>
                  </a:cubicBezTo>
                  <a:cubicBezTo>
                    <a:pt x="785796" y="531079"/>
                    <a:pt x="816513" y="533396"/>
                    <a:pt x="796880" y="561349"/>
                  </a:cubicBezTo>
                  <a:close/>
                  <a:moveTo>
                    <a:pt x="986248" y="836538"/>
                  </a:moveTo>
                  <a:cubicBezTo>
                    <a:pt x="963066" y="859712"/>
                    <a:pt x="964515" y="853557"/>
                    <a:pt x="944593" y="857684"/>
                  </a:cubicBezTo>
                  <a:cubicBezTo>
                    <a:pt x="924671" y="861812"/>
                    <a:pt x="940391" y="884914"/>
                    <a:pt x="915978" y="886652"/>
                  </a:cubicBezTo>
                  <a:cubicBezTo>
                    <a:pt x="891564" y="888390"/>
                    <a:pt x="832595" y="891431"/>
                    <a:pt x="824264" y="875789"/>
                  </a:cubicBezTo>
                  <a:cubicBezTo>
                    <a:pt x="821511" y="870575"/>
                    <a:pt x="856429" y="874413"/>
                    <a:pt x="858820" y="862826"/>
                  </a:cubicBezTo>
                  <a:cubicBezTo>
                    <a:pt x="861210" y="851239"/>
                    <a:pt x="870773" y="832845"/>
                    <a:pt x="885624" y="832845"/>
                  </a:cubicBezTo>
                  <a:cubicBezTo>
                    <a:pt x="900475" y="832845"/>
                    <a:pt x="899316" y="810395"/>
                    <a:pt x="874902" y="796636"/>
                  </a:cubicBezTo>
                  <a:cubicBezTo>
                    <a:pt x="850489" y="782876"/>
                    <a:pt x="910037" y="774114"/>
                    <a:pt x="923729" y="795912"/>
                  </a:cubicBezTo>
                  <a:cubicBezTo>
                    <a:pt x="937421" y="817710"/>
                    <a:pt x="961835" y="833424"/>
                    <a:pt x="975526" y="817637"/>
                  </a:cubicBezTo>
                  <a:cubicBezTo>
                    <a:pt x="989218" y="801850"/>
                    <a:pt x="1067240" y="758399"/>
                    <a:pt x="1067240" y="778821"/>
                  </a:cubicBezTo>
                  <a:cubicBezTo>
                    <a:pt x="1067240" y="799243"/>
                    <a:pt x="1009502" y="813437"/>
                    <a:pt x="986248" y="836538"/>
                  </a:cubicBezTo>
                  <a:close/>
                  <a:moveTo>
                    <a:pt x="1507842" y="1459335"/>
                  </a:moveTo>
                  <a:cubicBezTo>
                    <a:pt x="1491470" y="1461362"/>
                    <a:pt x="1509364" y="1409656"/>
                    <a:pt x="1479372" y="1390755"/>
                  </a:cubicBezTo>
                  <a:cubicBezTo>
                    <a:pt x="1444164" y="1368595"/>
                    <a:pt x="1428662" y="1327389"/>
                    <a:pt x="1428662" y="1305084"/>
                  </a:cubicBezTo>
                  <a:cubicBezTo>
                    <a:pt x="1428662" y="1282779"/>
                    <a:pt x="1458581" y="1272568"/>
                    <a:pt x="1470606" y="1289659"/>
                  </a:cubicBezTo>
                  <a:cubicBezTo>
                    <a:pt x="1482632" y="1306749"/>
                    <a:pt x="1500598" y="1377067"/>
                    <a:pt x="1511030" y="1399372"/>
                  </a:cubicBezTo>
                  <a:cubicBezTo>
                    <a:pt x="1521462" y="1421677"/>
                    <a:pt x="1521027" y="1457669"/>
                    <a:pt x="1507553" y="1459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3" name="Freeform 200">
              <a:extLst>
                <a:ext uri="{FF2B5EF4-FFF2-40B4-BE49-F238E27FC236}">
                  <a16:creationId xmlns:a16="http://schemas.microsoft.com/office/drawing/2014/main" id="{FCB006DE-69F9-0820-7516-17ADC1224F04}"/>
                </a:ext>
              </a:extLst>
            </p:cNvPr>
            <p:cNvSpPr/>
            <p:nvPr/>
          </p:nvSpPr>
          <p:spPr>
            <a:xfrm>
              <a:off x="1570871" y="552440"/>
              <a:ext cx="228574" cy="144373"/>
            </a:xfrm>
            <a:custGeom>
              <a:avLst/>
              <a:gdLst>
                <a:gd name="connsiteX0" fmla="*/ 226386 w 228575"/>
                <a:gd name="connsiteY0" fmla="*/ 22710 h 144372"/>
                <a:gd name="connsiteX1" fmla="*/ 199437 w 228575"/>
                <a:gd name="connsiteY1" fmla="*/ 5547 h 144372"/>
                <a:gd name="connsiteX2" fmla="*/ 178501 w 228575"/>
                <a:gd name="connsiteY2" fmla="*/ 20972 h 144372"/>
                <a:gd name="connsiteX3" fmla="*/ 133514 w 228575"/>
                <a:gd name="connsiteY3" fmla="*/ 15830 h 144372"/>
                <a:gd name="connsiteX4" fmla="*/ 73241 w 228575"/>
                <a:gd name="connsiteY4" fmla="*/ 51098 h 144372"/>
                <a:gd name="connsiteX5" fmla="*/ 73820 w 228575"/>
                <a:gd name="connsiteY5" fmla="*/ 57036 h 144372"/>
                <a:gd name="connsiteX6" fmla="*/ 37019 w 228575"/>
                <a:gd name="connsiteY6" fmla="*/ 94549 h 144372"/>
                <a:gd name="connsiteX7" fmla="*/ 12315 w 228575"/>
                <a:gd name="connsiteY7" fmla="*/ 92376 h 144372"/>
                <a:gd name="connsiteX8" fmla="*/ 0 w 228575"/>
                <a:gd name="connsiteY8" fmla="*/ 132785 h 144372"/>
                <a:gd name="connsiteX9" fmla="*/ 15213 w 228575"/>
                <a:gd name="connsiteY9" fmla="*/ 132351 h 144372"/>
                <a:gd name="connsiteX10" fmla="*/ 42162 w 228575"/>
                <a:gd name="connsiteY10" fmla="*/ 113522 h 144372"/>
                <a:gd name="connsiteX11" fmla="*/ 66141 w 228575"/>
                <a:gd name="connsiteY11" fmla="*/ 144372 h 144372"/>
                <a:gd name="connsiteX12" fmla="*/ 94611 w 228575"/>
                <a:gd name="connsiteY12" fmla="*/ 115405 h 144372"/>
                <a:gd name="connsiteX13" fmla="*/ 117069 w 228575"/>
                <a:gd name="connsiteY13" fmla="*/ 98314 h 144372"/>
                <a:gd name="connsiteX14" fmla="*/ 136556 w 228575"/>
                <a:gd name="connsiteY14" fmla="*/ 62105 h 144372"/>
                <a:gd name="connsiteX15" fmla="*/ 146988 w 228575"/>
                <a:gd name="connsiteY15" fmla="*/ 96359 h 144372"/>
                <a:gd name="connsiteX16" fmla="*/ 178501 w 228575"/>
                <a:gd name="connsiteY16" fmla="*/ 87814 h 144372"/>
                <a:gd name="connsiteX17" fmla="*/ 205450 w 228575"/>
                <a:gd name="connsiteY17" fmla="*/ 72389 h 144372"/>
                <a:gd name="connsiteX18" fmla="*/ 205450 w 228575"/>
                <a:gd name="connsiteY18" fmla="*/ 43421 h 144372"/>
                <a:gd name="connsiteX19" fmla="*/ 226386 w 228575"/>
                <a:gd name="connsiteY19" fmla="*/ 22710 h 144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8575" h="144372">
                  <a:moveTo>
                    <a:pt x="226386" y="22710"/>
                  </a:moveTo>
                  <a:cubicBezTo>
                    <a:pt x="235442" y="12426"/>
                    <a:pt x="214433" y="20972"/>
                    <a:pt x="199437" y="5547"/>
                  </a:cubicBezTo>
                  <a:cubicBezTo>
                    <a:pt x="184442" y="-9878"/>
                    <a:pt x="178501" y="10688"/>
                    <a:pt x="178501" y="20972"/>
                  </a:cubicBezTo>
                  <a:cubicBezTo>
                    <a:pt x="178501" y="31255"/>
                    <a:pt x="150031" y="22710"/>
                    <a:pt x="133514" y="15830"/>
                  </a:cubicBezTo>
                  <a:cubicBezTo>
                    <a:pt x="116996" y="8950"/>
                    <a:pt x="96712" y="37555"/>
                    <a:pt x="73241" y="51098"/>
                  </a:cubicBezTo>
                  <a:cubicBezTo>
                    <a:pt x="73581" y="53060"/>
                    <a:pt x="73777" y="55044"/>
                    <a:pt x="73820" y="57036"/>
                  </a:cubicBezTo>
                  <a:cubicBezTo>
                    <a:pt x="73820" y="75503"/>
                    <a:pt x="56723" y="97083"/>
                    <a:pt x="37019" y="94549"/>
                  </a:cubicBezTo>
                  <a:cubicBezTo>
                    <a:pt x="28760" y="93535"/>
                    <a:pt x="20574" y="92810"/>
                    <a:pt x="12315" y="92376"/>
                  </a:cubicBezTo>
                  <a:cubicBezTo>
                    <a:pt x="11772" y="106686"/>
                    <a:pt x="7527" y="120605"/>
                    <a:pt x="0" y="132785"/>
                  </a:cubicBezTo>
                  <a:cubicBezTo>
                    <a:pt x="4680" y="130099"/>
                    <a:pt x="10388" y="129939"/>
                    <a:pt x="15213" y="132351"/>
                  </a:cubicBezTo>
                  <a:cubicBezTo>
                    <a:pt x="31368" y="138506"/>
                    <a:pt x="34628" y="122067"/>
                    <a:pt x="42162" y="113522"/>
                  </a:cubicBezTo>
                  <a:cubicBezTo>
                    <a:pt x="49696" y="104977"/>
                    <a:pt x="46654" y="144372"/>
                    <a:pt x="66141" y="144372"/>
                  </a:cubicBezTo>
                  <a:cubicBezTo>
                    <a:pt x="82586" y="144372"/>
                    <a:pt x="79616" y="103239"/>
                    <a:pt x="94611" y="115405"/>
                  </a:cubicBezTo>
                  <a:cubicBezTo>
                    <a:pt x="109607" y="127571"/>
                    <a:pt x="114026" y="110263"/>
                    <a:pt x="117069" y="98314"/>
                  </a:cubicBezTo>
                  <a:cubicBezTo>
                    <a:pt x="120111" y="86365"/>
                    <a:pt x="120039" y="65726"/>
                    <a:pt x="136556" y="62105"/>
                  </a:cubicBezTo>
                  <a:cubicBezTo>
                    <a:pt x="153073" y="58484"/>
                    <a:pt x="139526" y="80934"/>
                    <a:pt x="146988" y="96359"/>
                  </a:cubicBezTo>
                  <a:cubicBezTo>
                    <a:pt x="157927" y="118809"/>
                    <a:pt x="176980" y="98097"/>
                    <a:pt x="178501" y="87814"/>
                  </a:cubicBezTo>
                  <a:cubicBezTo>
                    <a:pt x="180022" y="77530"/>
                    <a:pt x="206972" y="84410"/>
                    <a:pt x="205450" y="72389"/>
                  </a:cubicBezTo>
                  <a:cubicBezTo>
                    <a:pt x="203929" y="60367"/>
                    <a:pt x="212694" y="56963"/>
                    <a:pt x="205450" y="43421"/>
                  </a:cubicBezTo>
                  <a:cubicBezTo>
                    <a:pt x="198206" y="29879"/>
                    <a:pt x="217403" y="32993"/>
                    <a:pt x="226386" y="22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4" name="Freeform 201">
              <a:extLst>
                <a:ext uri="{FF2B5EF4-FFF2-40B4-BE49-F238E27FC236}">
                  <a16:creationId xmlns:a16="http://schemas.microsoft.com/office/drawing/2014/main" id="{840B1BB1-C991-443E-6EDD-0A58785436F8}"/>
                </a:ext>
              </a:extLst>
            </p:cNvPr>
            <p:cNvSpPr/>
            <p:nvPr/>
          </p:nvSpPr>
          <p:spPr>
            <a:xfrm>
              <a:off x="1197828" y="2097715"/>
              <a:ext cx="45164" cy="72963"/>
            </a:xfrm>
            <a:custGeom>
              <a:avLst/>
              <a:gdLst>
                <a:gd name="connsiteX0" fmla="*/ 45164 w 45164"/>
                <a:gd name="connsiteY0" fmla="*/ 46313 h 72962"/>
                <a:gd name="connsiteX1" fmla="*/ 41832 w 45164"/>
                <a:gd name="connsiteY1" fmla="*/ 30887 h 72962"/>
                <a:gd name="connsiteX2" fmla="*/ 6479 w 45164"/>
                <a:gd name="connsiteY2" fmla="*/ 5831 h 72962"/>
                <a:gd name="connsiteX3" fmla="*/ 29082 w 45164"/>
                <a:gd name="connsiteY3" fmla="*/ 72962 h 72962"/>
                <a:gd name="connsiteX4" fmla="*/ 45164 w 45164"/>
                <a:gd name="connsiteY4" fmla="*/ 46313 h 72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164" h="72962">
                  <a:moveTo>
                    <a:pt x="45164" y="46313"/>
                  </a:moveTo>
                  <a:cubicBezTo>
                    <a:pt x="43216" y="41388"/>
                    <a:pt x="42085" y="36174"/>
                    <a:pt x="41832" y="30887"/>
                  </a:cubicBezTo>
                  <a:cubicBezTo>
                    <a:pt x="41832" y="10683"/>
                    <a:pt x="33428" y="-10536"/>
                    <a:pt x="6479" y="5831"/>
                  </a:cubicBezTo>
                  <a:cubicBezTo>
                    <a:pt x="-10472" y="16187"/>
                    <a:pt x="8942" y="51020"/>
                    <a:pt x="29082" y="72962"/>
                  </a:cubicBezTo>
                  <a:cubicBezTo>
                    <a:pt x="30096" y="62092"/>
                    <a:pt x="36015" y="52280"/>
                    <a:pt x="45164" y="463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5" name="Freeform 202">
              <a:extLst>
                <a:ext uri="{FF2B5EF4-FFF2-40B4-BE49-F238E27FC236}">
                  <a16:creationId xmlns:a16="http://schemas.microsoft.com/office/drawing/2014/main" id="{79225C0B-F5B1-D0A7-A852-FF73C2B4B246}"/>
                </a:ext>
              </a:extLst>
            </p:cNvPr>
            <p:cNvSpPr/>
            <p:nvPr/>
          </p:nvSpPr>
          <p:spPr>
            <a:xfrm>
              <a:off x="2132919" y="395553"/>
              <a:ext cx="221133" cy="134334"/>
            </a:xfrm>
            <a:custGeom>
              <a:avLst/>
              <a:gdLst>
                <a:gd name="connsiteX0" fmla="*/ 203678 w 221134"/>
                <a:gd name="connsiteY0" fmla="*/ 78500 h 134333"/>
                <a:gd name="connsiteX1" fmla="*/ 163182 w 221134"/>
                <a:gd name="connsiteY1" fmla="*/ 51053 h 134333"/>
                <a:gd name="connsiteX2" fmla="*/ 126960 w 221134"/>
                <a:gd name="connsiteY2" fmla="*/ 23607 h 134333"/>
                <a:gd name="connsiteX3" fmla="*/ 104503 w 221134"/>
                <a:gd name="connsiteY3" fmla="*/ 20203 h 134333"/>
                <a:gd name="connsiteX4" fmla="*/ 23366 w 221134"/>
                <a:gd name="connsiteY4" fmla="*/ 1085 h 134333"/>
                <a:gd name="connsiteX5" fmla="*/ 3806 w 221134"/>
                <a:gd name="connsiteY5" fmla="*/ 13686 h 134333"/>
                <a:gd name="connsiteX6" fmla="*/ 256 w 221134"/>
                <a:gd name="connsiteY6" fmla="*/ 14410 h 134333"/>
                <a:gd name="connsiteX7" fmla="*/ 29596 w 221134"/>
                <a:gd name="connsiteY7" fmla="*/ 45912 h 134333"/>
                <a:gd name="connsiteX8" fmla="*/ 74511 w 221134"/>
                <a:gd name="connsiteY8" fmla="*/ 69882 h 134333"/>
                <a:gd name="connsiteX9" fmla="*/ 20613 w 221134"/>
                <a:gd name="connsiteY9" fmla="*/ 80166 h 134333"/>
                <a:gd name="connsiteX10" fmla="*/ 64079 w 221134"/>
                <a:gd name="connsiteY10" fmla="*/ 93853 h 134333"/>
                <a:gd name="connsiteX11" fmla="*/ 153909 w 221134"/>
                <a:gd name="connsiteY11" fmla="*/ 112754 h 134333"/>
                <a:gd name="connsiteX12" fmla="*/ 216863 w 221134"/>
                <a:gd name="connsiteY12" fmla="*/ 121299 h 134333"/>
                <a:gd name="connsiteX13" fmla="*/ 203678 w 221134"/>
                <a:gd name="connsiteY13" fmla="*/ 78500 h 134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1134" h="134333">
                  <a:moveTo>
                    <a:pt x="203678" y="78500"/>
                  </a:moveTo>
                  <a:cubicBezTo>
                    <a:pt x="210922" y="61337"/>
                    <a:pt x="179699" y="51053"/>
                    <a:pt x="163182" y="51053"/>
                  </a:cubicBezTo>
                  <a:cubicBezTo>
                    <a:pt x="146665" y="51053"/>
                    <a:pt x="140725" y="16800"/>
                    <a:pt x="126960" y="23607"/>
                  </a:cubicBezTo>
                  <a:cubicBezTo>
                    <a:pt x="113196" y="30414"/>
                    <a:pt x="104503" y="42508"/>
                    <a:pt x="104503" y="20203"/>
                  </a:cubicBezTo>
                  <a:cubicBezTo>
                    <a:pt x="104503" y="2099"/>
                    <a:pt x="53068" y="-2391"/>
                    <a:pt x="23366" y="1085"/>
                  </a:cubicBezTo>
                  <a:cubicBezTo>
                    <a:pt x="18512" y="7436"/>
                    <a:pt x="11594" y="11890"/>
                    <a:pt x="3806" y="13686"/>
                  </a:cubicBezTo>
                  <a:lnTo>
                    <a:pt x="256" y="14410"/>
                  </a:lnTo>
                  <a:cubicBezTo>
                    <a:pt x="-2352" y="30342"/>
                    <a:pt x="15470" y="56702"/>
                    <a:pt x="29596" y="45912"/>
                  </a:cubicBezTo>
                  <a:cubicBezTo>
                    <a:pt x="47562" y="32225"/>
                    <a:pt x="80307" y="54457"/>
                    <a:pt x="74511" y="69882"/>
                  </a:cubicBezTo>
                  <a:cubicBezTo>
                    <a:pt x="68716" y="85307"/>
                    <a:pt x="16556" y="66768"/>
                    <a:pt x="20613" y="80166"/>
                  </a:cubicBezTo>
                  <a:cubicBezTo>
                    <a:pt x="22134" y="85307"/>
                    <a:pt x="27857" y="105874"/>
                    <a:pt x="64079" y="93853"/>
                  </a:cubicBezTo>
                  <a:cubicBezTo>
                    <a:pt x="95136" y="81976"/>
                    <a:pt x="130278" y="89370"/>
                    <a:pt x="153909" y="112754"/>
                  </a:cubicBezTo>
                  <a:cubicBezTo>
                    <a:pt x="177888" y="134986"/>
                    <a:pt x="200346" y="143604"/>
                    <a:pt x="216863" y="121299"/>
                  </a:cubicBezTo>
                  <a:cubicBezTo>
                    <a:pt x="233380" y="98994"/>
                    <a:pt x="196144" y="95591"/>
                    <a:pt x="203678" y="78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6" name="Freeform 203">
              <a:extLst>
                <a:ext uri="{FF2B5EF4-FFF2-40B4-BE49-F238E27FC236}">
                  <a16:creationId xmlns:a16="http://schemas.microsoft.com/office/drawing/2014/main" id="{94111CB2-8F9F-C6A5-1114-7F31FAC2EB77}"/>
                </a:ext>
              </a:extLst>
            </p:cNvPr>
            <p:cNvSpPr/>
            <p:nvPr/>
          </p:nvSpPr>
          <p:spPr>
            <a:xfrm>
              <a:off x="2320200" y="334399"/>
              <a:ext cx="48866" cy="33718"/>
            </a:xfrm>
            <a:custGeom>
              <a:avLst/>
              <a:gdLst>
                <a:gd name="connsiteX0" fmla="*/ 47837 w 48867"/>
                <a:gd name="connsiteY0" fmla="*/ 26538 h 33718"/>
                <a:gd name="connsiteX1" fmla="*/ 2922 w 48867"/>
                <a:gd name="connsiteY1" fmla="*/ 7709 h 33718"/>
                <a:gd name="connsiteX2" fmla="*/ 47837 w 48867"/>
                <a:gd name="connsiteY2" fmla="*/ 26538 h 33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867" h="33718">
                  <a:moveTo>
                    <a:pt x="47837" y="26538"/>
                  </a:moveTo>
                  <a:cubicBezTo>
                    <a:pt x="58341" y="5971"/>
                    <a:pt x="-15334" y="-10178"/>
                    <a:pt x="2922" y="7709"/>
                  </a:cubicBezTo>
                  <a:cubicBezTo>
                    <a:pt x="13354" y="17992"/>
                    <a:pt x="37333" y="47104"/>
                    <a:pt x="47837" y="26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7" name="Freeform 204">
              <a:extLst>
                <a:ext uri="{FF2B5EF4-FFF2-40B4-BE49-F238E27FC236}">
                  <a16:creationId xmlns:a16="http://schemas.microsoft.com/office/drawing/2014/main" id="{79388012-6AD9-74CD-93CE-50406D33028C}"/>
                </a:ext>
              </a:extLst>
            </p:cNvPr>
            <p:cNvSpPr/>
            <p:nvPr/>
          </p:nvSpPr>
          <p:spPr>
            <a:xfrm>
              <a:off x="2122467" y="532410"/>
              <a:ext cx="52417" cy="57767"/>
            </a:xfrm>
            <a:custGeom>
              <a:avLst/>
              <a:gdLst>
                <a:gd name="connsiteX0" fmla="*/ 50844 w 52418"/>
                <a:gd name="connsiteY0" fmla="*/ 53023 h 57766"/>
                <a:gd name="connsiteX1" fmla="*/ 133 w 52418"/>
                <a:gd name="connsiteY1" fmla="*/ 6748 h 57766"/>
                <a:gd name="connsiteX2" fmla="*/ 50844 w 52418"/>
                <a:gd name="connsiteY2" fmla="*/ 53023 h 57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418" h="57766">
                  <a:moveTo>
                    <a:pt x="50844" y="53023"/>
                  </a:moveTo>
                  <a:cubicBezTo>
                    <a:pt x="62797" y="35860"/>
                    <a:pt x="2886" y="-18960"/>
                    <a:pt x="133" y="6748"/>
                  </a:cubicBezTo>
                  <a:cubicBezTo>
                    <a:pt x="-2620" y="32457"/>
                    <a:pt x="38094" y="71345"/>
                    <a:pt x="50844" y="53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8" name="Freeform 205">
              <a:extLst>
                <a:ext uri="{FF2B5EF4-FFF2-40B4-BE49-F238E27FC236}">
                  <a16:creationId xmlns:a16="http://schemas.microsoft.com/office/drawing/2014/main" id="{1358A2EE-EE20-E4FA-B974-9394D6B9DEA6}"/>
                </a:ext>
              </a:extLst>
            </p:cNvPr>
            <p:cNvSpPr/>
            <p:nvPr/>
          </p:nvSpPr>
          <p:spPr>
            <a:xfrm>
              <a:off x="1733039" y="619109"/>
              <a:ext cx="400639" cy="190417"/>
            </a:xfrm>
            <a:custGeom>
              <a:avLst/>
              <a:gdLst>
                <a:gd name="connsiteX0" fmla="*/ 387679 w 400640"/>
                <a:gd name="connsiteY0" fmla="*/ 58804 h 190416"/>
                <a:gd name="connsiteX1" fmla="*/ 350225 w 400640"/>
                <a:gd name="connsiteY1" fmla="*/ 74229 h 190416"/>
                <a:gd name="connsiteX2" fmla="*/ 311251 w 400640"/>
                <a:gd name="connsiteY2" fmla="*/ 38020 h 190416"/>
                <a:gd name="connsiteX3" fmla="*/ 305383 w 400640"/>
                <a:gd name="connsiteY3" fmla="*/ 27157 h 190416"/>
                <a:gd name="connsiteX4" fmla="*/ 290894 w 400640"/>
                <a:gd name="connsiteY4" fmla="*/ 16729 h 190416"/>
                <a:gd name="connsiteX5" fmla="*/ 279882 w 400640"/>
                <a:gd name="connsiteY5" fmla="*/ 1666 h 190416"/>
                <a:gd name="connsiteX6" fmla="*/ 278723 w 400640"/>
                <a:gd name="connsiteY6" fmla="*/ 0 h 190416"/>
                <a:gd name="connsiteX7" fmla="*/ 251629 w 400640"/>
                <a:gd name="connsiteY7" fmla="*/ 39758 h 190416"/>
                <a:gd name="connsiteX8" fmla="*/ 254672 w 400640"/>
                <a:gd name="connsiteY8" fmla="*/ 65466 h 190416"/>
                <a:gd name="connsiteX9" fmla="*/ 280100 w 400640"/>
                <a:gd name="connsiteY9" fmla="*/ 94433 h 190416"/>
                <a:gd name="connsiteX10" fmla="*/ 202223 w 400640"/>
                <a:gd name="connsiteY10" fmla="*/ 79008 h 190416"/>
                <a:gd name="connsiteX11" fmla="*/ 122535 w 400640"/>
                <a:gd name="connsiteY11" fmla="*/ 37875 h 190416"/>
                <a:gd name="connsiteX12" fmla="*/ 86313 w 400640"/>
                <a:gd name="connsiteY12" fmla="*/ 15642 h 190416"/>
                <a:gd name="connsiteX13" fmla="*/ 50091 w 400640"/>
                <a:gd name="connsiteY13" fmla="*/ 39613 h 190416"/>
                <a:gd name="connsiteX14" fmla="*/ 54583 w 400640"/>
                <a:gd name="connsiteY14" fmla="*/ 65321 h 190416"/>
                <a:gd name="connsiteX15" fmla="*/ 51612 w 400640"/>
                <a:gd name="connsiteY15" fmla="*/ 72201 h 190416"/>
                <a:gd name="connsiteX16" fmla="*/ 26112 w 400640"/>
                <a:gd name="connsiteY16" fmla="*/ 97909 h 190416"/>
                <a:gd name="connsiteX17" fmla="*/ 60596 w 400640"/>
                <a:gd name="connsiteY17" fmla="*/ 97909 h 190416"/>
                <a:gd name="connsiteX18" fmla="*/ 685 w 400640"/>
                <a:gd name="connsiteY18" fmla="*/ 120142 h 190416"/>
                <a:gd name="connsiteX19" fmla="*/ 44151 w 400640"/>
                <a:gd name="connsiteY19" fmla="*/ 133901 h 190416"/>
                <a:gd name="connsiteX20" fmla="*/ 90587 w 400640"/>
                <a:gd name="connsiteY20" fmla="*/ 128759 h 190416"/>
                <a:gd name="connsiteX21" fmla="*/ 117536 w 400640"/>
                <a:gd name="connsiteY21" fmla="*/ 116738 h 190416"/>
                <a:gd name="connsiteX22" fmla="*/ 181939 w 400640"/>
                <a:gd name="connsiteY22" fmla="*/ 121880 h 190416"/>
                <a:gd name="connsiteX23" fmla="*/ 132532 w 400640"/>
                <a:gd name="connsiteY23" fmla="*/ 152730 h 190416"/>
                <a:gd name="connsiteX24" fmla="*/ 131011 w 400640"/>
                <a:gd name="connsiteY24" fmla="*/ 188939 h 190416"/>
                <a:gd name="connsiteX25" fmla="*/ 250832 w 400640"/>
                <a:gd name="connsiteY25" fmla="*/ 146067 h 190416"/>
                <a:gd name="connsiteX26" fmla="*/ 298790 w 400640"/>
                <a:gd name="connsiteY26" fmla="*/ 142664 h 190416"/>
                <a:gd name="connsiteX27" fmla="*/ 375218 w 400640"/>
                <a:gd name="connsiteY27" fmla="*/ 137522 h 190416"/>
                <a:gd name="connsiteX28" fmla="*/ 387679 w 400640"/>
                <a:gd name="connsiteY28" fmla="*/ 58804 h 190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400640" h="190416">
                  <a:moveTo>
                    <a:pt x="387679" y="58804"/>
                  </a:moveTo>
                  <a:cubicBezTo>
                    <a:pt x="366742" y="48520"/>
                    <a:pt x="366742" y="70825"/>
                    <a:pt x="350225" y="74229"/>
                  </a:cubicBezTo>
                  <a:cubicBezTo>
                    <a:pt x="333708" y="77632"/>
                    <a:pt x="324798" y="53662"/>
                    <a:pt x="311251" y="38020"/>
                  </a:cubicBezTo>
                  <a:cubicBezTo>
                    <a:pt x="308585" y="34826"/>
                    <a:pt x="306592" y="31133"/>
                    <a:pt x="305383" y="27157"/>
                  </a:cubicBezTo>
                  <a:cubicBezTo>
                    <a:pt x="299602" y="25245"/>
                    <a:pt x="294545" y="21602"/>
                    <a:pt x="290894" y="16729"/>
                  </a:cubicBezTo>
                  <a:cubicBezTo>
                    <a:pt x="287127" y="11804"/>
                    <a:pt x="283650" y="6518"/>
                    <a:pt x="279882" y="1666"/>
                  </a:cubicBezTo>
                  <a:cubicBezTo>
                    <a:pt x="279455" y="1137"/>
                    <a:pt x="279071" y="587"/>
                    <a:pt x="278723" y="0"/>
                  </a:cubicBezTo>
                  <a:cubicBezTo>
                    <a:pt x="258077" y="9559"/>
                    <a:pt x="229606" y="36788"/>
                    <a:pt x="251629" y="39758"/>
                  </a:cubicBezTo>
                  <a:cubicBezTo>
                    <a:pt x="277130" y="43161"/>
                    <a:pt x="268147" y="58586"/>
                    <a:pt x="254672" y="65466"/>
                  </a:cubicBezTo>
                  <a:cubicBezTo>
                    <a:pt x="241198" y="72346"/>
                    <a:pt x="286113" y="84295"/>
                    <a:pt x="280100" y="94433"/>
                  </a:cubicBezTo>
                  <a:cubicBezTo>
                    <a:pt x="274087" y="104572"/>
                    <a:pt x="205193" y="96171"/>
                    <a:pt x="202223" y="79008"/>
                  </a:cubicBezTo>
                  <a:cubicBezTo>
                    <a:pt x="199253" y="61845"/>
                    <a:pt x="145282" y="31067"/>
                    <a:pt x="122535" y="37875"/>
                  </a:cubicBezTo>
                  <a:cubicBezTo>
                    <a:pt x="99788" y="44682"/>
                    <a:pt x="109060" y="17380"/>
                    <a:pt x="86313" y="15642"/>
                  </a:cubicBezTo>
                  <a:cubicBezTo>
                    <a:pt x="63566" y="13904"/>
                    <a:pt x="71317" y="37875"/>
                    <a:pt x="50091" y="39613"/>
                  </a:cubicBezTo>
                  <a:cubicBezTo>
                    <a:pt x="28865" y="41351"/>
                    <a:pt x="30604" y="65321"/>
                    <a:pt x="54583" y="65321"/>
                  </a:cubicBezTo>
                  <a:cubicBezTo>
                    <a:pt x="78561" y="65321"/>
                    <a:pt x="86096" y="73867"/>
                    <a:pt x="51612" y="72201"/>
                  </a:cubicBezTo>
                  <a:cubicBezTo>
                    <a:pt x="17129" y="70535"/>
                    <a:pt x="2206" y="104717"/>
                    <a:pt x="26112" y="97909"/>
                  </a:cubicBezTo>
                  <a:cubicBezTo>
                    <a:pt x="50019" y="91102"/>
                    <a:pt x="78561" y="91030"/>
                    <a:pt x="60596" y="97909"/>
                  </a:cubicBezTo>
                  <a:cubicBezTo>
                    <a:pt x="42629" y="104789"/>
                    <a:pt x="-6342" y="109424"/>
                    <a:pt x="685" y="120142"/>
                  </a:cubicBezTo>
                  <a:cubicBezTo>
                    <a:pt x="5176" y="127384"/>
                    <a:pt x="24663" y="125283"/>
                    <a:pt x="44151" y="133901"/>
                  </a:cubicBezTo>
                  <a:cubicBezTo>
                    <a:pt x="63638" y="142519"/>
                    <a:pt x="75591" y="147588"/>
                    <a:pt x="90587" y="128759"/>
                  </a:cubicBezTo>
                  <a:cubicBezTo>
                    <a:pt x="105583" y="109931"/>
                    <a:pt x="124998" y="91030"/>
                    <a:pt x="117536" y="116738"/>
                  </a:cubicBezTo>
                  <a:cubicBezTo>
                    <a:pt x="110074" y="142447"/>
                    <a:pt x="141515" y="123980"/>
                    <a:pt x="181939" y="121880"/>
                  </a:cubicBezTo>
                  <a:cubicBezTo>
                    <a:pt x="222362" y="119780"/>
                    <a:pt x="174694" y="149326"/>
                    <a:pt x="132532" y="152730"/>
                  </a:cubicBezTo>
                  <a:cubicBezTo>
                    <a:pt x="90370" y="156134"/>
                    <a:pt x="98049" y="180104"/>
                    <a:pt x="131011" y="188939"/>
                  </a:cubicBezTo>
                  <a:cubicBezTo>
                    <a:pt x="163973" y="197774"/>
                    <a:pt x="234388" y="164896"/>
                    <a:pt x="250832" y="146067"/>
                  </a:cubicBezTo>
                  <a:cubicBezTo>
                    <a:pt x="267277" y="127239"/>
                    <a:pt x="282273" y="156351"/>
                    <a:pt x="298790" y="142664"/>
                  </a:cubicBezTo>
                  <a:cubicBezTo>
                    <a:pt x="315307" y="128977"/>
                    <a:pt x="346748" y="144402"/>
                    <a:pt x="375218" y="137522"/>
                  </a:cubicBezTo>
                  <a:cubicBezTo>
                    <a:pt x="403689" y="130642"/>
                    <a:pt x="408832" y="69087"/>
                    <a:pt x="387679" y="588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9" name="Freeform 206">
              <a:extLst>
                <a:ext uri="{FF2B5EF4-FFF2-40B4-BE49-F238E27FC236}">
                  <a16:creationId xmlns:a16="http://schemas.microsoft.com/office/drawing/2014/main" id="{2314DA4A-4FB4-74BF-8CB3-D004F6036CF3}"/>
                </a:ext>
              </a:extLst>
            </p:cNvPr>
            <p:cNvSpPr/>
            <p:nvPr/>
          </p:nvSpPr>
          <p:spPr>
            <a:xfrm>
              <a:off x="1816475" y="520111"/>
              <a:ext cx="45894" cy="25484"/>
            </a:xfrm>
            <a:custGeom>
              <a:avLst/>
              <a:gdLst>
                <a:gd name="connsiteX0" fmla="*/ 45257 w 45895"/>
                <a:gd name="connsiteY0" fmla="*/ 15571 h 25483"/>
                <a:gd name="connsiteX1" fmla="*/ 269 w 45895"/>
                <a:gd name="connsiteY1" fmla="*/ 5288 h 25483"/>
                <a:gd name="connsiteX2" fmla="*/ 45257 w 45895"/>
                <a:gd name="connsiteY2" fmla="*/ 15571 h 25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895" h="25483">
                  <a:moveTo>
                    <a:pt x="45257" y="15571"/>
                  </a:moveTo>
                  <a:cubicBezTo>
                    <a:pt x="52501" y="-4996"/>
                    <a:pt x="-4367" y="-1520"/>
                    <a:pt x="269" y="5288"/>
                  </a:cubicBezTo>
                  <a:cubicBezTo>
                    <a:pt x="10773" y="20713"/>
                    <a:pt x="37723" y="36138"/>
                    <a:pt x="45257" y="155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0" name="Freeform 207">
              <a:extLst>
                <a:ext uri="{FF2B5EF4-FFF2-40B4-BE49-F238E27FC236}">
                  <a16:creationId xmlns:a16="http://schemas.microsoft.com/office/drawing/2014/main" id="{69A82F87-DC72-29DB-67FB-2146F9410246}"/>
                </a:ext>
              </a:extLst>
            </p:cNvPr>
            <p:cNvSpPr/>
            <p:nvPr/>
          </p:nvSpPr>
          <p:spPr>
            <a:xfrm>
              <a:off x="1879697" y="510757"/>
              <a:ext cx="116605" cy="66275"/>
            </a:xfrm>
            <a:custGeom>
              <a:avLst/>
              <a:gdLst>
                <a:gd name="connsiteX0" fmla="*/ 106347 w 116606"/>
                <a:gd name="connsiteY0" fmla="*/ 16379 h 66275"/>
                <a:gd name="connsiteX1" fmla="*/ 85411 w 116606"/>
                <a:gd name="connsiteY1" fmla="*/ 954 h 66275"/>
                <a:gd name="connsiteX2" fmla="*/ 0 w 116606"/>
                <a:gd name="connsiteY2" fmla="*/ 31804 h 66275"/>
                <a:gd name="connsiteX3" fmla="*/ 44915 w 116606"/>
                <a:gd name="connsiteY3" fmla="*/ 66058 h 66275"/>
                <a:gd name="connsiteX4" fmla="*/ 92873 w 116606"/>
                <a:gd name="connsiteY4" fmla="*/ 31804 h 66275"/>
                <a:gd name="connsiteX5" fmla="*/ 106347 w 116606"/>
                <a:gd name="connsiteY5" fmla="*/ 16379 h 66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6606" h="66275">
                  <a:moveTo>
                    <a:pt x="106347" y="16379"/>
                  </a:moveTo>
                  <a:cubicBezTo>
                    <a:pt x="125835" y="12975"/>
                    <a:pt x="116851" y="-4188"/>
                    <a:pt x="85411" y="954"/>
                  </a:cubicBezTo>
                  <a:cubicBezTo>
                    <a:pt x="53970" y="6095"/>
                    <a:pt x="0" y="6023"/>
                    <a:pt x="0" y="31804"/>
                  </a:cubicBezTo>
                  <a:cubicBezTo>
                    <a:pt x="0" y="52371"/>
                    <a:pt x="10504" y="62654"/>
                    <a:pt x="44915" y="66058"/>
                  </a:cubicBezTo>
                  <a:cubicBezTo>
                    <a:pt x="79326" y="69461"/>
                    <a:pt x="109317" y="31804"/>
                    <a:pt x="92873" y="31804"/>
                  </a:cubicBezTo>
                  <a:cubicBezTo>
                    <a:pt x="76428" y="31804"/>
                    <a:pt x="86860" y="19782"/>
                    <a:pt x="106347" y="16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1" name="Freeform 208">
              <a:extLst>
                <a:ext uri="{FF2B5EF4-FFF2-40B4-BE49-F238E27FC236}">
                  <a16:creationId xmlns:a16="http://schemas.microsoft.com/office/drawing/2014/main" id="{EBE5D0BD-1ADB-981A-4607-D2EE67FCF9FC}"/>
                </a:ext>
              </a:extLst>
            </p:cNvPr>
            <p:cNvSpPr/>
            <p:nvPr/>
          </p:nvSpPr>
          <p:spPr>
            <a:xfrm>
              <a:off x="1868731" y="457542"/>
              <a:ext cx="141291" cy="41712"/>
            </a:xfrm>
            <a:custGeom>
              <a:avLst/>
              <a:gdLst>
                <a:gd name="connsiteX0" fmla="*/ 115068 w 141292"/>
                <a:gd name="connsiteY0" fmla="*/ 0 h 41712"/>
                <a:gd name="connsiteX1" fmla="*/ 92900 w 141292"/>
                <a:gd name="connsiteY1" fmla="*/ 15425 h 41712"/>
                <a:gd name="connsiteX2" fmla="*/ 50086 w 141292"/>
                <a:gd name="connsiteY2" fmla="*/ 9197 h 41712"/>
                <a:gd name="connsiteX3" fmla="*/ 3432 w 141292"/>
                <a:gd name="connsiteY3" fmla="*/ 33602 h 41712"/>
                <a:gd name="connsiteX4" fmla="*/ 43928 w 141292"/>
                <a:gd name="connsiteY4" fmla="*/ 37006 h 41712"/>
                <a:gd name="connsiteX5" fmla="*/ 84351 w 141292"/>
                <a:gd name="connsiteY5" fmla="*/ 31864 h 41712"/>
                <a:gd name="connsiteX6" fmla="*/ 141292 w 141292"/>
                <a:gd name="connsiteY6" fmla="*/ 23319 h 41712"/>
                <a:gd name="connsiteX7" fmla="*/ 115068 w 141292"/>
                <a:gd name="connsiteY7" fmla="*/ 0 h 41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1292" h="41712">
                  <a:moveTo>
                    <a:pt x="115068" y="0"/>
                  </a:moveTo>
                  <a:cubicBezTo>
                    <a:pt x="108222" y="5888"/>
                    <a:pt x="100796" y="11051"/>
                    <a:pt x="92900" y="15425"/>
                  </a:cubicBezTo>
                  <a:cubicBezTo>
                    <a:pt x="78882" y="23369"/>
                    <a:pt x="61256" y="20806"/>
                    <a:pt x="50086" y="9197"/>
                  </a:cubicBezTo>
                  <a:cubicBezTo>
                    <a:pt x="25238" y="15425"/>
                    <a:pt x="-11419" y="20494"/>
                    <a:pt x="3432" y="33602"/>
                  </a:cubicBezTo>
                  <a:cubicBezTo>
                    <a:pt x="15385" y="44175"/>
                    <a:pt x="28932" y="30198"/>
                    <a:pt x="43928" y="37006"/>
                  </a:cubicBezTo>
                  <a:cubicBezTo>
                    <a:pt x="58924" y="43813"/>
                    <a:pt x="73847" y="21653"/>
                    <a:pt x="84351" y="31864"/>
                  </a:cubicBezTo>
                  <a:cubicBezTo>
                    <a:pt x="94856" y="42075"/>
                    <a:pt x="141292" y="50765"/>
                    <a:pt x="141292" y="23319"/>
                  </a:cubicBezTo>
                  <a:cubicBezTo>
                    <a:pt x="141292" y="11008"/>
                    <a:pt x="129411" y="3549"/>
                    <a:pt x="115068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2" name="Freeform 209">
              <a:extLst>
                <a:ext uri="{FF2B5EF4-FFF2-40B4-BE49-F238E27FC236}">
                  <a16:creationId xmlns:a16="http://schemas.microsoft.com/office/drawing/2014/main" id="{50D5BE2A-4AC8-C5F3-5957-BF3B0AE821F8}"/>
                </a:ext>
              </a:extLst>
            </p:cNvPr>
            <p:cNvSpPr/>
            <p:nvPr/>
          </p:nvSpPr>
          <p:spPr>
            <a:xfrm>
              <a:off x="35273" y="1748971"/>
              <a:ext cx="58683" cy="35588"/>
            </a:xfrm>
            <a:custGeom>
              <a:avLst/>
              <a:gdLst>
                <a:gd name="connsiteX0" fmla="*/ 43047 w 58683"/>
                <a:gd name="connsiteY0" fmla="*/ 35208 h 35587"/>
                <a:gd name="connsiteX1" fmla="*/ 51885 w 58683"/>
                <a:gd name="connsiteY1" fmla="*/ 31660 h 35587"/>
                <a:gd name="connsiteX2" fmla="*/ 55765 w 58683"/>
                <a:gd name="connsiteY2" fmla="*/ 9362 h 35587"/>
                <a:gd name="connsiteX3" fmla="*/ 54276 w 58683"/>
                <a:gd name="connsiteY3" fmla="*/ 7544 h 35587"/>
                <a:gd name="connsiteX4" fmla="*/ 30297 w 58683"/>
                <a:gd name="connsiteY4" fmla="*/ 5879 h 35587"/>
                <a:gd name="connsiteX5" fmla="*/ 305 w 58683"/>
                <a:gd name="connsiteY5" fmla="*/ 17828 h 35587"/>
                <a:gd name="connsiteX6" fmla="*/ 43047 w 58683"/>
                <a:gd name="connsiteY6" fmla="*/ 35208 h 355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8683" h="35587">
                  <a:moveTo>
                    <a:pt x="43047" y="35208"/>
                  </a:moveTo>
                  <a:cubicBezTo>
                    <a:pt x="45817" y="33622"/>
                    <a:pt x="48790" y="32435"/>
                    <a:pt x="51885" y="31660"/>
                  </a:cubicBezTo>
                  <a:cubicBezTo>
                    <a:pt x="59117" y="26576"/>
                    <a:pt x="60854" y="16589"/>
                    <a:pt x="55765" y="9362"/>
                  </a:cubicBezTo>
                  <a:cubicBezTo>
                    <a:pt x="55314" y="8718"/>
                    <a:pt x="54816" y="8109"/>
                    <a:pt x="54276" y="7544"/>
                  </a:cubicBezTo>
                  <a:cubicBezTo>
                    <a:pt x="46017" y="-1001"/>
                    <a:pt x="31746" y="19566"/>
                    <a:pt x="30297" y="5879"/>
                  </a:cubicBezTo>
                  <a:cubicBezTo>
                    <a:pt x="28848" y="-7808"/>
                    <a:pt x="-3462" y="5010"/>
                    <a:pt x="305" y="17828"/>
                  </a:cubicBezTo>
                  <a:cubicBezTo>
                    <a:pt x="3710" y="29487"/>
                    <a:pt x="28558" y="37453"/>
                    <a:pt x="43047" y="352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3" name="Freeform 210">
              <a:extLst>
                <a:ext uri="{FF2B5EF4-FFF2-40B4-BE49-F238E27FC236}">
                  <a16:creationId xmlns:a16="http://schemas.microsoft.com/office/drawing/2014/main" id="{428E6349-AC7F-BEAC-2E60-F8A17740505E}"/>
                </a:ext>
              </a:extLst>
            </p:cNvPr>
            <p:cNvSpPr/>
            <p:nvPr/>
          </p:nvSpPr>
          <p:spPr>
            <a:xfrm>
              <a:off x="114942" y="2056305"/>
              <a:ext cx="53753" cy="26989"/>
            </a:xfrm>
            <a:custGeom>
              <a:avLst/>
              <a:gdLst>
                <a:gd name="connsiteX0" fmla="*/ 47993 w 53753"/>
                <a:gd name="connsiteY0" fmla="*/ 1109 h 26989"/>
                <a:gd name="connsiteX1" fmla="*/ 3078 w 53753"/>
                <a:gd name="connsiteY1" fmla="*/ 26818 h 26989"/>
                <a:gd name="connsiteX2" fmla="*/ 30027 w 53753"/>
                <a:gd name="connsiteY2" fmla="*/ 16534 h 26989"/>
                <a:gd name="connsiteX3" fmla="*/ 47993 w 53753"/>
                <a:gd name="connsiteY3" fmla="*/ 1109 h 269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753" h="26989">
                  <a:moveTo>
                    <a:pt x="47993" y="1109"/>
                  </a:moveTo>
                  <a:cubicBezTo>
                    <a:pt x="31476" y="-6132"/>
                    <a:pt x="-11846" y="24356"/>
                    <a:pt x="3078" y="26818"/>
                  </a:cubicBezTo>
                  <a:cubicBezTo>
                    <a:pt x="13510" y="28556"/>
                    <a:pt x="18001" y="16534"/>
                    <a:pt x="30027" y="16534"/>
                  </a:cubicBezTo>
                  <a:cubicBezTo>
                    <a:pt x="42052" y="16534"/>
                    <a:pt x="64293" y="7989"/>
                    <a:pt x="47993" y="11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4" name="Freeform 211">
              <a:extLst>
                <a:ext uri="{FF2B5EF4-FFF2-40B4-BE49-F238E27FC236}">
                  <a16:creationId xmlns:a16="http://schemas.microsoft.com/office/drawing/2014/main" id="{C0FA2C86-DA94-47D2-90ED-9F8B4FEF58CC}"/>
                </a:ext>
              </a:extLst>
            </p:cNvPr>
            <p:cNvSpPr/>
            <p:nvPr/>
          </p:nvSpPr>
          <p:spPr>
            <a:xfrm>
              <a:off x="460136" y="1850130"/>
              <a:ext cx="91711" cy="86490"/>
            </a:xfrm>
            <a:custGeom>
              <a:avLst/>
              <a:gdLst>
                <a:gd name="connsiteX0" fmla="*/ 10538 w 91711"/>
                <a:gd name="connsiteY0" fmla="*/ 72658 h 86489"/>
                <a:gd name="connsiteX1" fmla="*/ 77041 w 91711"/>
                <a:gd name="connsiteY1" fmla="*/ 49919 h 86489"/>
                <a:gd name="connsiteX2" fmla="*/ 65305 w 91711"/>
                <a:gd name="connsiteY2" fmla="*/ 37535 h 86489"/>
                <a:gd name="connsiteX3" fmla="*/ 89284 w 91711"/>
                <a:gd name="connsiteY3" fmla="*/ 24717 h 86489"/>
                <a:gd name="connsiteX4" fmla="*/ 82547 w 91711"/>
                <a:gd name="connsiteY4" fmla="*/ 5816 h 86489"/>
                <a:gd name="connsiteX5" fmla="*/ 56322 w 91711"/>
                <a:gd name="connsiteY5" fmla="*/ 16969 h 86489"/>
                <a:gd name="connsiteX6" fmla="*/ 26331 w 91711"/>
                <a:gd name="connsiteY6" fmla="*/ 56436 h 86489"/>
                <a:gd name="connsiteX7" fmla="*/ 1627 w 91711"/>
                <a:gd name="connsiteY7" fmla="*/ 66647 h 86489"/>
                <a:gd name="connsiteX8" fmla="*/ 1627 w 91711"/>
                <a:gd name="connsiteY8" fmla="*/ 86490 h 86489"/>
                <a:gd name="connsiteX9" fmla="*/ 10538 w 91711"/>
                <a:gd name="connsiteY9" fmla="*/ 72658 h 86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1711" h="86489">
                  <a:moveTo>
                    <a:pt x="10538" y="72658"/>
                  </a:moveTo>
                  <a:cubicBezTo>
                    <a:pt x="27879" y="55024"/>
                    <a:pt x="52527" y="46595"/>
                    <a:pt x="77041" y="49919"/>
                  </a:cubicBezTo>
                  <a:cubicBezTo>
                    <a:pt x="73057" y="45429"/>
                    <a:pt x="65740" y="42315"/>
                    <a:pt x="65305" y="37535"/>
                  </a:cubicBezTo>
                  <a:cubicBezTo>
                    <a:pt x="64581" y="29859"/>
                    <a:pt x="81026" y="29859"/>
                    <a:pt x="89284" y="24717"/>
                  </a:cubicBezTo>
                  <a:cubicBezTo>
                    <a:pt x="97543" y="19576"/>
                    <a:pt x="82040" y="15230"/>
                    <a:pt x="82547" y="5816"/>
                  </a:cubicBezTo>
                  <a:cubicBezTo>
                    <a:pt x="83054" y="-3598"/>
                    <a:pt x="71318" y="-2729"/>
                    <a:pt x="56322" y="16969"/>
                  </a:cubicBezTo>
                  <a:cubicBezTo>
                    <a:pt x="41326" y="36666"/>
                    <a:pt x="28649" y="46950"/>
                    <a:pt x="26331" y="56436"/>
                  </a:cubicBezTo>
                  <a:cubicBezTo>
                    <a:pt x="24012" y="65923"/>
                    <a:pt x="6916" y="54698"/>
                    <a:pt x="1627" y="66647"/>
                  </a:cubicBezTo>
                  <a:cubicBezTo>
                    <a:pt x="-542" y="73085"/>
                    <a:pt x="-542" y="80052"/>
                    <a:pt x="1627" y="86490"/>
                  </a:cubicBezTo>
                  <a:cubicBezTo>
                    <a:pt x="3380" y="81203"/>
                    <a:pt x="6445" y="76438"/>
                    <a:pt x="10538" y="7265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5" name="Freeform 212">
              <a:extLst>
                <a:ext uri="{FF2B5EF4-FFF2-40B4-BE49-F238E27FC236}">
                  <a16:creationId xmlns:a16="http://schemas.microsoft.com/office/drawing/2014/main" id="{53EEA74F-450C-D65B-B70C-EC2A61642036}"/>
                </a:ext>
              </a:extLst>
            </p:cNvPr>
            <p:cNvSpPr/>
            <p:nvPr/>
          </p:nvSpPr>
          <p:spPr>
            <a:xfrm>
              <a:off x="1487922" y="2338053"/>
              <a:ext cx="1956694" cy="1103523"/>
            </a:xfrm>
            <a:custGeom>
              <a:avLst/>
              <a:gdLst>
                <a:gd name="connsiteX0" fmla="*/ 1927726 w 1956703"/>
                <a:gd name="connsiteY0" fmla="*/ 111218 h 1103517"/>
                <a:gd name="connsiteX1" fmla="*/ 1882811 w 1956703"/>
                <a:gd name="connsiteY1" fmla="*/ 96734 h 1103517"/>
                <a:gd name="connsiteX2" fmla="*/ 1839852 w 1956703"/>
                <a:gd name="connsiteY2" fmla="*/ 165242 h 1103517"/>
                <a:gd name="connsiteX3" fmla="*/ 1797907 w 1956703"/>
                <a:gd name="connsiteY3" fmla="*/ 215500 h 1103517"/>
                <a:gd name="connsiteX4" fmla="*/ 1681997 w 1956703"/>
                <a:gd name="connsiteY4" fmla="*/ 216659 h 1103517"/>
                <a:gd name="connsiteX5" fmla="*/ 1636792 w 1956703"/>
                <a:gd name="connsiteY5" fmla="*/ 255692 h 1103517"/>
                <a:gd name="connsiteX6" fmla="*/ 1638096 w 1956703"/>
                <a:gd name="connsiteY6" fmla="*/ 257792 h 1103517"/>
                <a:gd name="connsiteX7" fmla="*/ 1572173 w 1956703"/>
                <a:gd name="connsiteY7" fmla="*/ 295522 h 1103517"/>
                <a:gd name="connsiteX8" fmla="*/ 1545296 w 1956703"/>
                <a:gd name="connsiteY8" fmla="*/ 298419 h 1103517"/>
                <a:gd name="connsiteX9" fmla="*/ 1547179 w 1956703"/>
                <a:gd name="connsiteY9" fmla="*/ 313772 h 1103517"/>
                <a:gd name="connsiteX10" fmla="*/ 1537182 w 1956703"/>
                <a:gd name="connsiteY10" fmla="*/ 323331 h 1103517"/>
                <a:gd name="connsiteX11" fmla="*/ 1459812 w 1956703"/>
                <a:gd name="connsiteY11" fmla="*/ 377789 h 1103517"/>
                <a:gd name="connsiteX12" fmla="*/ 1392367 w 1956703"/>
                <a:gd name="connsiteY12" fmla="*/ 360626 h 1103517"/>
                <a:gd name="connsiteX13" fmla="*/ 1417867 w 1956703"/>
                <a:gd name="connsiteY13" fmla="*/ 352081 h 1103517"/>
                <a:gd name="connsiteX14" fmla="*/ 1431414 w 1956703"/>
                <a:gd name="connsiteY14" fmla="*/ 347663 h 1103517"/>
                <a:gd name="connsiteX15" fmla="*/ 1425981 w 1956703"/>
                <a:gd name="connsiteY15" fmla="*/ 317393 h 1103517"/>
                <a:gd name="connsiteX16" fmla="*/ 1413376 w 1956703"/>
                <a:gd name="connsiteY16" fmla="*/ 268076 h 1103517"/>
                <a:gd name="connsiteX17" fmla="*/ 1377154 w 1956703"/>
                <a:gd name="connsiteY17" fmla="*/ 274956 h 1103517"/>
                <a:gd name="connsiteX18" fmla="*/ 1390629 w 1956703"/>
                <a:gd name="connsiteY18" fmla="*/ 204710 h 1103517"/>
                <a:gd name="connsiteX19" fmla="*/ 1338252 w 1956703"/>
                <a:gd name="connsiteY19" fmla="*/ 197830 h 1103517"/>
                <a:gd name="connsiteX20" fmla="*/ 1303769 w 1956703"/>
                <a:gd name="connsiteY20" fmla="*/ 226797 h 1103517"/>
                <a:gd name="connsiteX21" fmla="*/ 1294786 w 1956703"/>
                <a:gd name="connsiteY21" fmla="*/ 309065 h 1103517"/>
                <a:gd name="connsiteX22" fmla="*/ 1270807 w 1956703"/>
                <a:gd name="connsiteY22" fmla="*/ 365623 h 1103517"/>
                <a:gd name="connsiteX23" fmla="*/ 1245379 w 1956703"/>
                <a:gd name="connsiteY23" fmla="*/ 291974 h 1103517"/>
                <a:gd name="connsiteX24" fmla="*/ 1252623 w 1956703"/>
                <a:gd name="connsiteY24" fmla="*/ 225132 h 1103517"/>
                <a:gd name="connsiteX25" fmla="*/ 1303334 w 1956703"/>
                <a:gd name="connsiteY25" fmla="*/ 175453 h 1103517"/>
                <a:gd name="connsiteX26" fmla="*/ 1373749 w 1956703"/>
                <a:gd name="connsiteY26" fmla="*/ 159956 h 1103517"/>
                <a:gd name="connsiteX27" fmla="*/ 1377589 w 1956703"/>
                <a:gd name="connsiteY27" fmla="*/ 155538 h 1103517"/>
                <a:gd name="connsiteX28" fmla="*/ 1358319 w 1956703"/>
                <a:gd name="connsiteY28" fmla="*/ 140258 h 1103517"/>
                <a:gd name="connsiteX29" fmla="*/ 1354262 w 1956703"/>
                <a:gd name="connsiteY29" fmla="*/ 146268 h 1103517"/>
                <a:gd name="connsiteX30" fmla="*/ 1322821 w 1956703"/>
                <a:gd name="connsiteY30" fmla="*/ 130843 h 1103517"/>
                <a:gd name="connsiteX31" fmla="*/ 1259868 w 1956703"/>
                <a:gd name="connsiteY31" fmla="*/ 144603 h 1103517"/>
                <a:gd name="connsiteX32" fmla="*/ 1234440 w 1956703"/>
                <a:gd name="connsiteY32" fmla="*/ 120560 h 1103517"/>
                <a:gd name="connsiteX33" fmla="*/ 1222415 w 1956703"/>
                <a:gd name="connsiteY33" fmla="*/ 99993 h 1103517"/>
                <a:gd name="connsiteX34" fmla="*/ 1146059 w 1956703"/>
                <a:gd name="connsiteY34" fmla="*/ 136202 h 1103517"/>
                <a:gd name="connsiteX35" fmla="*/ 1102593 w 1956703"/>
                <a:gd name="connsiteY35" fmla="*/ 127657 h 1103517"/>
                <a:gd name="connsiteX36" fmla="*/ 1170038 w 1956703"/>
                <a:gd name="connsiteY36" fmla="*/ 77978 h 1103517"/>
                <a:gd name="connsiteX37" fmla="*/ 1187352 w 1956703"/>
                <a:gd name="connsiteY37" fmla="*/ 70302 h 1103517"/>
                <a:gd name="connsiteX38" fmla="*/ 1139032 w 1956703"/>
                <a:gd name="connsiteY38" fmla="*/ 62553 h 1103517"/>
                <a:gd name="connsiteX39" fmla="*/ 1110054 w 1956703"/>
                <a:gd name="connsiteY39" fmla="*/ 56832 h 1103517"/>
                <a:gd name="connsiteX40" fmla="*/ 1082091 w 1956703"/>
                <a:gd name="connsiteY40" fmla="*/ 44231 h 1103517"/>
                <a:gd name="connsiteX41" fmla="*/ 1051085 w 1956703"/>
                <a:gd name="connsiteY41" fmla="*/ 43073 h 1103517"/>
                <a:gd name="connsiteX42" fmla="*/ 1022108 w 1956703"/>
                <a:gd name="connsiteY42" fmla="*/ 31703 h 1103517"/>
                <a:gd name="connsiteX43" fmla="*/ 1008126 w 1956703"/>
                <a:gd name="connsiteY43" fmla="*/ 1939 h 1103517"/>
                <a:gd name="connsiteX44" fmla="*/ 996535 w 1956703"/>
                <a:gd name="connsiteY44" fmla="*/ 19247 h 1103517"/>
                <a:gd name="connsiteX45" fmla="*/ 65562 w 1956703"/>
                <a:gd name="connsiteY45" fmla="*/ 24968 h 1103517"/>
                <a:gd name="connsiteX46" fmla="*/ 68894 w 1956703"/>
                <a:gd name="connsiteY46" fmla="*/ 29965 h 1103517"/>
                <a:gd name="connsiteX47" fmla="*/ 74834 w 1956703"/>
                <a:gd name="connsiteY47" fmla="*/ 70229 h 1103517"/>
                <a:gd name="connsiteX48" fmla="*/ 64402 w 1956703"/>
                <a:gd name="connsiteY48" fmla="*/ 109625 h 1103517"/>
                <a:gd name="connsiteX49" fmla="*/ 59911 w 1956703"/>
                <a:gd name="connsiteY49" fmla="*/ 89927 h 1103517"/>
                <a:gd name="connsiteX50" fmla="*/ 55419 w 1956703"/>
                <a:gd name="connsiteY50" fmla="*/ 65957 h 1103517"/>
                <a:gd name="connsiteX51" fmla="*/ 48827 w 1956703"/>
                <a:gd name="connsiteY51" fmla="*/ 51980 h 1103517"/>
                <a:gd name="connsiteX52" fmla="*/ 0 w 1956703"/>
                <a:gd name="connsiteY52" fmla="*/ 51980 h 1103517"/>
                <a:gd name="connsiteX53" fmla="*/ 5361 w 1956703"/>
                <a:gd name="connsiteY53" fmla="*/ 79064 h 1103517"/>
                <a:gd name="connsiteX54" fmla="*/ 17604 w 1956703"/>
                <a:gd name="connsiteY54" fmla="*/ 113608 h 1103517"/>
                <a:gd name="connsiteX55" fmla="*/ 28470 w 1956703"/>
                <a:gd name="connsiteY55" fmla="*/ 141851 h 1103517"/>
                <a:gd name="connsiteX56" fmla="*/ 28470 w 1956703"/>
                <a:gd name="connsiteY56" fmla="*/ 154669 h 1103517"/>
                <a:gd name="connsiteX57" fmla="*/ 21733 w 1956703"/>
                <a:gd name="connsiteY57" fmla="*/ 189864 h 1103517"/>
                <a:gd name="connsiteX58" fmla="*/ 18690 w 1956703"/>
                <a:gd name="connsiteY58" fmla="*/ 235126 h 1103517"/>
                <a:gd name="connsiteX59" fmla="*/ 28325 w 1956703"/>
                <a:gd name="connsiteY59" fmla="*/ 275607 h 1103517"/>
                <a:gd name="connsiteX60" fmla="*/ 17531 w 1956703"/>
                <a:gd name="connsiteY60" fmla="*/ 328835 h 1103517"/>
                <a:gd name="connsiteX61" fmla="*/ 19705 w 1956703"/>
                <a:gd name="connsiteY61" fmla="*/ 422978 h 1103517"/>
                <a:gd name="connsiteX62" fmla="*/ 26369 w 1956703"/>
                <a:gd name="connsiteY62" fmla="*/ 465126 h 1103517"/>
                <a:gd name="connsiteX63" fmla="*/ 35715 w 1956703"/>
                <a:gd name="connsiteY63" fmla="*/ 501769 h 1103517"/>
                <a:gd name="connsiteX64" fmla="*/ 73603 w 1956703"/>
                <a:gd name="connsiteY64" fmla="*/ 553331 h 1103517"/>
                <a:gd name="connsiteX65" fmla="*/ 119315 w 1956703"/>
                <a:gd name="connsiteY65" fmla="*/ 604965 h 1103517"/>
                <a:gd name="connsiteX66" fmla="*/ 129312 w 1956703"/>
                <a:gd name="connsiteY66" fmla="*/ 661813 h 1103517"/>
                <a:gd name="connsiteX67" fmla="*/ 139237 w 1956703"/>
                <a:gd name="connsiteY67" fmla="*/ 682887 h 1103517"/>
                <a:gd name="connsiteX68" fmla="*/ 144598 w 1956703"/>
                <a:gd name="connsiteY68" fmla="*/ 689332 h 1103517"/>
                <a:gd name="connsiteX69" fmla="*/ 157130 w 1956703"/>
                <a:gd name="connsiteY69" fmla="*/ 699036 h 1103517"/>
                <a:gd name="connsiteX70" fmla="*/ 186108 w 1956703"/>
                <a:gd name="connsiteY70" fmla="*/ 715475 h 1103517"/>
                <a:gd name="connsiteX71" fmla="*/ 188498 w 1956703"/>
                <a:gd name="connsiteY71" fmla="*/ 717141 h 1103517"/>
                <a:gd name="connsiteX72" fmla="*/ 216534 w 1956703"/>
                <a:gd name="connsiteY72" fmla="*/ 723731 h 1103517"/>
                <a:gd name="connsiteX73" fmla="*/ 247975 w 1956703"/>
                <a:gd name="connsiteY73" fmla="*/ 766603 h 1103517"/>
                <a:gd name="connsiteX74" fmla="*/ 255581 w 1956703"/>
                <a:gd name="connsiteY74" fmla="*/ 791008 h 1103517"/>
                <a:gd name="connsiteX75" fmla="*/ 333241 w 1956703"/>
                <a:gd name="connsiteY75" fmla="*/ 779348 h 1103517"/>
                <a:gd name="connsiteX76" fmla="*/ 370839 w 1956703"/>
                <a:gd name="connsiteY76" fmla="*/ 802232 h 1103517"/>
                <a:gd name="connsiteX77" fmla="*/ 457772 w 1956703"/>
                <a:gd name="connsiteY77" fmla="*/ 836993 h 1103517"/>
                <a:gd name="connsiteX78" fmla="*/ 553759 w 1956703"/>
                <a:gd name="connsiteY78" fmla="*/ 836051 h 1103517"/>
                <a:gd name="connsiteX79" fmla="*/ 564988 w 1956703"/>
                <a:gd name="connsiteY79" fmla="*/ 819612 h 1103517"/>
                <a:gd name="connsiteX80" fmla="*/ 617800 w 1956703"/>
                <a:gd name="connsiteY80" fmla="*/ 819612 h 1103517"/>
                <a:gd name="connsiteX81" fmla="*/ 656195 w 1956703"/>
                <a:gd name="connsiteY81" fmla="*/ 858936 h 1103517"/>
                <a:gd name="connsiteX82" fmla="*/ 677928 w 1956703"/>
                <a:gd name="connsiteY82" fmla="*/ 889134 h 1103517"/>
                <a:gd name="connsiteX83" fmla="*/ 689881 w 1956703"/>
                <a:gd name="connsiteY83" fmla="*/ 913901 h 1103517"/>
                <a:gd name="connsiteX84" fmla="*/ 729073 w 1956703"/>
                <a:gd name="connsiteY84" fmla="*/ 936713 h 1103517"/>
                <a:gd name="connsiteX85" fmla="*/ 755515 w 1956703"/>
                <a:gd name="connsiteY85" fmla="*/ 901083 h 1103517"/>
                <a:gd name="connsiteX86" fmla="*/ 815498 w 1956703"/>
                <a:gd name="connsiteY86" fmla="*/ 940406 h 1103517"/>
                <a:gd name="connsiteX87" fmla="*/ 847519 w 1956703"/>
                <a:gd name="connsiteY87" fmla="*/ 992547 h 1103517"/>
                <a:gd name="connsiteX88" fmla="*/ 855560 w 1956703"/>
                <a:gd name="connsiteY88" fmla="*/ 1021514 h 1103517"/>
                <a:gd name="connsiteX89" fmla="*/ 865122 w 1956703"/>
                <a:gd name="connsiteY89" fmla="*/ 1045340 h 1103517"/>
                <a:gd name="connsiteX90" fmla="*/ 912356 w 1956703"/>
                <a:gd name="connsiteY90" fmla="*/ 1064531 h 1103517"/>
                <a:gd name="connsiteX91" fmla="*/ 926410 w 1956703"/>
                <a:gd name="connsiteY91" fmla="*/ 1070542 h 1103517"/>
                <a:gd name="connsiteX92" fmla="*/ 916630 w 1956703"/>
                <a:gd name="connsiteY92" fmla="*/ 1020718 h 1103517"/>
                <a:gd name="connsiteX93" fmla="*/ 924888 w 1956703"/>
                <a:gd name="connsiteY93" fmla="*/ 983857 h 1103517"/>
                <a:gd name="connsiteX94" fmla="*/ 947708 w 1956703"/>
                <a:gd name="connsiteY94" fmla="*/ 965753 h 1103517"/>
                <a:gd name="connsiteX95" fmla="*/ 949592 w 1956703"/>
                <a:gd name="connsiteY95" fmla="*/ 959959 h 1103517"/>
                <a:gd name="connsiteX96" fmla="*/ 949592 w 1956703"/>
                <a:gd name="connsiteY96" fmla="*/ 959959 h 1103517"/>
                <a:gd name="connsiteX97" fmla="*/ 954663 w 1956703"/>
                <a:gd name="connsiteY97" fmla="*/ 951414 h 1103517"/>
                <a:gd name="connsiteX98" fmla="*/ 959734 w 1956703"/>
                <a:gd name="connsiteY98" fmla="*/ 946272 h 1103517"/>
                <a:gd name="connsiteX99" fmla="*/ 962631 w 1956703"/>
                <a:gd name="connsiteY99" fmla="*/ 939609 h 1103517"/>
                <a:gd name="connsiteX100" fmla="*/ 984365 w 1956703"/>
                <a:gd name="connsiteY100" fmla="*/ 922374 h 1103517"/>
                <a:gd name="connsiteX101" fmla="*/ 997115 w 1956703"/>
                <a:gd name="connsiteY101" fmla="*/ 921215 h 1103517"/>
                <a:gd name="connsiteX102" fmla="*/ 1003055 w 1956703"/>
                <a:gd name="connsiteY102" fmla="*/ 912887 h 1103517"/>
                <a:gd name="connsiteX103" fmla="*/ 1004939 w 1956703"/>
                <a:gd name="connsiteY103" fmla="*/ 911005 h 1103517"/>
                <a:gd name="connsiteX104" fmla="*/ 1011169 w 1956703"/>
                <a:gd name="connsiteY104" fmla="*/ 906152 h 1103517"/>
                <a:gd name="connsiteX105" fmla="*/ 1012255 w 1956703"/>
                <a:gd name="connsiteY105" fmla="*/ 905645 h 1103517"/>
                <a:gd name="connsiteX106" fmla="*/ 1012690 w 1956703"/>
                <a:gd name="connsiteY106" fmla="*/ 902314 h 1103517"/>
                <a:gd name="connsiteX107" fmla="*/ 1029642 w 1956703"/>
                <a:gd name="connsiteY107" fmla="*/ 879864 h 1103517"/>
                <a:gd name="connsiteX108" fmla="*/ 1057967 w 1956703"/>
                <a:gd name="connsiteY108" fmla="*/ 876099 h 1103517"/>
                <a:gd name="connsiteX109" fmla="*/ 1067313 w 1956703"/>
                <a:gd name="connsiteY109" fmla="*/ 880371 h 1103517"/>
                <a:gd name="connsiteX110" fmla="*/ 1073977 w 1956703"/>
                <a:gd name="connsiteY110" fmla="*/ 879720 h 1103517"/>
                <a:gd name="connsiteX111" fmla="*/ 1105201 w 1956703"/>
                <a:gd name="connsiteY111" fmla="*/ 898476 h 1103517"/>
                <a:gd name="connsiteX112" fmla="*/ 1123891 w 1956703"/>
                <a:gd name="connsiteY112" fmla="*/ 915422 h 1103517"/>
                <a:gd name="connsiteX113" fmla="*/ 1152361 w 1956703"/>
                <a:gd name="connsiteY113" fmla="*/ 924836 h 1103517"/>
                <a:gd name="connsiteX114" fmla="*/ 1167357 w 1956703"/>
                <a:gd name="connsiteY114" fmla="*/ 911149 h 1103517"/>
                <a:gd name="connsiteX115" fmla="*/ 1185903 w 1956703"/>
                <a:gd name="connsiteY115" fmla="*/ 928385 h 1103517"/>
                <a:gd name="connsiteX116" fmla="*/ 1194741 w 1956703"/>
                <a:gd name="connsiteY116" fmla="*/ 920057 h 1103517"/>
                <a:gd name="connsiteX117" fmla="*/ 1189815 w 1956703"/>
                <a:gd name="connsiteY117" fmla="*/ 915422 h 1103517"/>
                <a:gd name="connsiteX118" fmla="*/ 1183077 w 1956703"/>
                <a:gd name="connsiteY118" fmla="*/ 893696 h 1103517"/>
                <a:gd name="connsiteX119" fmla="*/ 1212055 w 1956703"/>
                <a:gd name="connsiteY119" fmla="*/ 876533 h 1103517"/>
                <a:gd name="connsiteX120" fmla="*/ 1236034 w 1956703"/>
                <a:gd name="connsiteY120" fmla="*/ 870595 h 1103517"/>
                <a:gd name="connsiteX121" fmla="*/ 1249508 w 1956703"/>
                <a:gd name="connsiteY121" fmla="*/ 880806 h 1103517"/>
                <a:gd name="connsiteX122" fmla="*/ 1294423 w 1956703"/>
                <a:gd name="connsiteY122" fmla="*/ 874867 h 1103517"/>
                <a:gd name="connsiteX123" fmla="*/ 1325936 w 1956703"/>
                <a:gd name="connsiteY123" fmla="*/ 900576 h 1103517"/>
                <a:gd name="connsiteX124" fmla="*/ 1349118 w 1956703"/>
                <a:gd name="connsiteY124" fmla="*/ 904849 h 1103517"/>
                <a:gd name="connsiteX125" fmla="*/ 1380559 w 1956703"/>
                <a:gd name="connsiteY125" fmla="*/ 892827 h 1103517"/>
                <a:gd name="connsiteX126" fmla="*/ 1414318 w 1956703"/>
                <a:gd name="connsiteY126" fmla="*/ 935626 h 1103517"/>
                <a:gd name="connsiteX127" fmla="*/ 1415042 w 1956703"/>
                <a:gd name="connsiteY127" fmla="*/ 979077 h 1103517"/>
                <a:gd name="connsiteX128" fmla="*/ 1429531 w 1956703"/>
                <a:gd name="connsiteY128" fmla="*/ 1017676 h 1103517"/>
                <a:gd name="connsiteX129" fmla="*/ 1437427 w 1956703"/>
                <a:gd name="connsiteY129" fmla="*/ 1040271 h 1103517"/>
                <a:gd name="connsiteX130" fmla="*/ 1440180 w 1956703"/>
                <a:gd name="connsiteY130" fmla="*/ 1042805 h 1103517"/>
                <a:gd name="connsiteX131" fmla="*/ 1450250 w 1956703"/>
                <a:gd name="connsiteY131" fmla="*/ 1062358 h 1103517"/>
                <a:gd name="connsiteX132" fmla="*/ 1466260 w 1956703"/>
                <a:gd name="connsiteY132" fmla="*/ 1091326 h 1103517"/>
                <a:gd name="connsiteX133" fmla="*/ 1491760 w 1956703"/>
                <a:gd name="connsiteY133" fmla="*/ 1096467 h 1103517"/>
                <a:gd name="connsiteX134" fmla="*/ 1496903 w 1956703"/>
                <a:gd name="connsiteY134" fmla="*/ 1078870 h 1103517"/>
                <a:gd name="connsiteX135" fmla="*/ 1496396 w 1956703"/>
                <a:gd name="connsiteY135" fmla="*/ 1073076 h 1103517"/>
                <a:gd name="connsiteX136" fmla="*/ 1495165 w 1956703"/>
                <a:gd name="connsiteY136" fmla="*/ 1023035 h 1103517"/>
                <a:gd name="connsiteX137" fmla="*/ 1499512 w 1956703"/>
                <a:gd name="connsiteY137" fmla="*/ 1004496 h 1103517"/>
                <a:gd name="connsiteX138" fmla="*/ 1498207 w 1956703"/>
                <a:gd name="connsiteY138" fmla="*/ 999572 h 1103517"/>
                <a:gd name="connsiteX139" fmla="*/ 1482922 w 1956703"/>
                <a:gd name="connsiteY139" fmla="*/ 969229 h 1103517"/>
                <a:gd name="connsiteX140" fmla="*/ 1480748 w 1956703"/>
                <a:gd name="connsiteY140" fmla="*/ 940261 h 1103517"/>
                <a:gd name="connsiteX141" fmla="*/ 1478285 w 1956703"/>
                <a:gd name="connsiteY141" fmla="*/ 936133 h 1103517"/>
                <a:gd name="connsiteX142" fmla="*/ 1459523 w 1956703"/>
                <a:gd name="connsiteY142" fmla="*/ 860674 h 1103517"/>
                <a:gd name="connsiteX143" fmla="*/ 1465898 w 1956703"/>
                <a:gd name="connsiteY143" fmla="*/ 834820 h 1103517"/>
                <a:gd name="connsiteX144" fmla="*/ 1484443 w 1956703"/>
                <a:gd name="connsiteY144" fmla="*/ 789849 h 1103517"/>
                <a:gd name="connsiteX145" fmla="*/ 1498932 w 1956703"/>
                <a:gd name="connsiteY145" fmla="*/ 774062 h 1103517"/>
                <a:gd name="connsiteX146" fmla="*/ 1521824 w 1956703"/>
                <a:gd name="connsiteY146" fmla="*/ 769354 h 1103517"/>
                <a:gd name="connsiteX147" fmla="*/ 1529431 w 1956703"/>
                <a:gd name="connsiteY147" fmla="*/ 760447 h 1103517"/>
                <a:gd name="connsiteX148" fmla="*/ 1557104 w 1956703"/>
                <a:gd name="connsiteY148" fmla="*/ 729597 h 1103517"/>
                <a:gd name="connsiteX149" fmla="*/ 1561016 w 1956703"/>
                <a:gd name="connsiteY149" fmla="*/ 729597 h 1103517"/>
                <a:gd name="connsiteX150" fmla="*/ 1589414 w 1956703"/>
                <a:gd name="connsiteY150" fmla="*/ 680352 h 1103517"/>
                <a:gd name="connsiteX151" fmla="*/ 1616580 w 1956703"/>
                <a:gd name="connsiteY151" fmla="*/ 667462 h 1103517"/>
                <a:gd name="connsiteX152" fmla="*/ 1616580 w 1956703"/>
                <a:gd name="connsiteY152" fmla="*/ 666883 h 1103517"/>
                <a:gd name="connsiteX153" fmla="*/ 1624839 w 1956703"/>
                <a:gd name="connsiteY153" fmla="*/ 653196 h 1103517"/>
                <a:gd name="connsiteX154" fmla="*/ 1648021 w 1956703"/>
                <a:gd name="connsiteY154" fmla="*/ 654934 h 1103517"/>
                <a:gd name="connsiteX155" fmla="*/ 1656280 w 1956703"/>
                <a:gd name="connsiteY155" fmla="*/ 631760 h 1103517"/>
                <a:gd name="connsiteX156" fmla="*/ 1645775 w 1956703"/>
                <a:gd name="connsiteY156" fmla="*/ 618942 h 1103517"/>
                <a:gd name="connsiteX157" fmla="*/ 1633822 w 1956703"/>
                <a:gd name="connsiteY157" fmla="*/ 592364 h 1103517"/>
                <a:gd name="connsiteX158" fmla="*/ 1633025 w 1956703"/>
                <a:gd name="connsiteY158" fmla="*/ 573536 h 1103517"/>
                <a:gd name="connsiteX159" fmla="*/ 1611292 w 1956703"/>
                <a:gd name="connsiteY159" fmla="*/ 540947 h 1103517"/>
                <a:gd name="connsiteX160" fmla="*/ 1624766 w 1956703"/>
                <a:gd name="connsiteY160" fmla="*/ 527261 h 1103517"/>
                <a:gd name="connsiteX161" fmla="*/ 1629982 w 1956703"/>
                <a:gd name="connsiteY161" fmla="*/ 476568 h 1103517"/>
                <a:gd name="connsiteX162" fmla="*/ 1641211 w 1956703"/>
                <a:gd name="connsiteY162" fmla="*/ 476568 h 1103517"/>
                <a:gd name="connsiteX163" fmla="*/ 1638241 w 1956703"/>
                <a:gd name="connsiteY163" fmla="*/ 514225 h 1103517"/>
                <a:gd name="connsiteX164" fmla="*/ 1648093 w 1956703"/>
                <a:gd name="connsiteY164" fmla="*/ 536820 h 1103517"/>
                <a:gd name="connsiteX165" fmla="*/ 1650049 w 1956703"/>
                <a:gd name="connsiteY165" fmla="*/ 534430 h 1103517"/>
                <a:gd name="connsiteX166" fmla="*/ 1654251 w 1956703"/>
                <a:gd name="connsiteY166" fmla="*/ 530881 h 1103517"/>
                <a:gd name="connsiteX167" fmla="*/ 1654251 w 1956703"/>
                <a:gd name="connsiteY167" fmla="*/ 530519 h 1103517"/>
                <a:gd name="connsiteX168" fmla="*/ 1654251 w 1956703"/>
                <a:gd name="connsiteY168" fmla="*/ 525957 h 1103517"/>
                <a:gd name="connsiteX169" fmla="*/ 1661495 w 1956703"/>
                <a:gd name="connsiteY169" fmla="*/ 503580 h 1103517"/>
                <a:gd name="connsiteX170" fmla="*/ 1663886 w 1956703"/>
                <a:gd name="connsiteY170" fmla="*/ 499524 h 1103517"/>
                <a:gd name="connsiteX171" fmla="*/ 1664321 w 1956703"/>
                <a:gd name="connsiteY171" fmla="*/ 498728 h 1103517"/>
                <a:gd name="connsiteX172" fmla="*/ 1665118 w 1956703"/>
                <a:gd name="connsiteY172" fmla="*/ 496990 h 1103517"/>
                <a:gd name="connsiteX173" fmla="*/ 1668885 w 1956703"/>
                <a:gd name="connsiteY173" fmla="*/ 482506 h 1103517"/>
                <a:gd name="connsiteX174" fmla="*/ 1672217 w 1956703"/>
                <a:gd name="connsiteY174" fmla="*/ 486996 h 1103517"/>
                <a:gd name="connsiteX175" fmla="*/ 1675839 w 1956703"/>
                <a:gd name="connsiteY175" fmla="*/ 483882 h 1103517"/>
                <a:gd name="connsiteX176" fmla="*/ 1681055 w 1956703"/>
                <a:gd name="connsiteY176" fmla="*/ 480116 h 1103517"/>
                <a:gd name="connsiteX177" fmla="*/ 1681925 w 1956703"/>
                <a:gd name="connsiteY177" fmla="*/ 479320 h 1103517"/>
                <a:gd name="connsiteX178" fmla="*/ 1695761 w 1956703"/>
                <a:gd name="connsiteY178" fmla="*/ 470629 h 1103517"/>
                <a:gd name="connsiteX179" fmla="*/ 1708367 w 1956703"/>
                <a:gd name="connsiteY179" fmla="*/ 442604 h 1103517"/>
                <a:gd name="connsiteX180" fmla="*/ 1711771 w 1956703"/>
                <a:gd name="connsiteY180" fmla="*/ 434348 h 1103517"/>
                <a:gd name="connsiteX181" fmla="*/ 1711771 w 1956703"/>
                <a:gd name="connsiteY181" fmla="*/ 434348 h 1103517"/>
                <a:gd name="connsiteX182" fmla="*/ 1710757 w 1956703"/>
                <a:gd name="connsiteY182" fmla="*/ 432972 h 1103517"/>
                <a:gd name="connsiteX183" fmla="*/ 1723942 w 1956703"/>
                <a:gd name="connsiteY183" fmla="*/ 421820 h 1103517"/>
                <a:gd name="connsiteX184" fmla="*/ 1726043 w 1956703"/>
                <a:gd name="connsiteY184" fmla="*/ 420444 h 1103517"/>
                <a:gd name="connsiteX185" fmla="*/ 1747196 w 1956703"/>
                <a:gd name="connsiteY185" fmla="*/ 413202 h 1103517"/>
                <a:gd name="connsiteX186" fmla="*/ 1752702 w 1956703"/>
                <a:gd name="connsiteY186" fmla="*/ 413564 h 1103517"/>
                <a:gd name="connsiteX187" fmla="*/ 1753137 w 1956703"/>
                <a:gd name="connsiteY187" fmla="*/ 413564 h 1103517"/>
                <a:gd name="connsiteX188" fmla="*/ 1759946 w 1956703"/>
                <a:gd name="connsiteY188" fmla="*/ 410595 h 1103517"/>
                <a:gd name="connsiteX189" fmla="*/ 1778927 w 1956703"/>
                <a:gd name="connsiteY189" fmla="*/ 406105 h 1103517"/>
                <a:gd name="connsiteX190" fmla="*/ 1727202 w 1956703"/>
                <a:gd name="connsiteY190" fmla="*/ 404656 h 1103517"/>
                <a:gd name="connsiteX191" fmla="*/ 1781897 w 1956703"/>
                <a:gd name="connsiteY191" fmla="*/ 384959 h 1103517"/>
                <a:gd name="connsiteX192" fmla="*/ 1799138 w 1956703"/>
                <a:gd name="connsiteY192" fmla="*/ 369679 h 1103517"/>
                <a:gd name="connsiteX193" fmla="*/ 1822994 w 1956703"/>
                <a:gd name="connsiteY193" fmla="*/ 375197 h 1103517"/>
                <a:gd name="connsiteX194" fmla="*/ 1823987 w 1956703"/>
                <a:gd name="connsiteY194" fmla="*/ 374531 h 1103517"/>
                <a:gd name="connsiteX195" fmla="*/ 1823407 w 1956703"/>
                <a:gd name="connsiteY195" fmla="*/ 370041 h 1103517"/>
                <a:gd name="connsiteX196" fmla="*/ 1817974 w 1956703"/>
                <a:gd name="connsiteY196" fmla="*/ 350633 h 1103517"/>
                <a:gd name="connsiteX197" fmla="*/ 1818916 w 1956703"/>
                <a:gd name="connsiteY197" fmla="*/ 342377 h 1103517"/>
                <a:gd name="connsiteX198" fmla="*/ 1818916 w 1956703"/>
                <a:gd name="connsiteY198" fmla="*/ 342377 h 1103517"/>
                <a:gd name="connsiteX199" fmla="*/ 1821958 w 1956703"/>
                <a:gd name="connsiteY199" fmla="*/ 329704 h 1103517"/>
                <a:gd name="connsiteX200" fmla="*/ 1823842 w 1956703"/>
                <a:gd name="connsiteY200" fmla="*/ 324924 h 1103517"/>
                <a:gd name="connsiteX201" fmla="*/ 1823407 w 1956703"/>
                <a:gd name="connsiteY201" fmla="*/ 322679 h 1103517"/>
                <a:gd name="connsiteX202" fmla="*/ 1823407 w 1956703"/>
                <a:gd name="connsiteY202" fmla="*/ 321955 h 1103517"/>
                <a:gd name="connsiteX203" fmla="*/ 1818481 w 1956703"/>
                <a:gd name="connsiteY203" fmla="*/ 303199 h 1103517"/>
                <a:gd name="connsiteX204" fmla="*/ 1829275 w 1956703"/>
                <a:gd name="connsiteY204" fmla="*/ 276621 h 1103517"/>
                <a:gd name="connsiteX205" fmla="*/ 1853688 w 1956703"/>
                <a:gd name="connsiteY205" fmla="*/ 264889 h 1103517"/>
                <a:gd name="connsiteX206" fmla="*/ 1878247 w 1956703"/>
                <a:gd name="connsiteY206" fmla="*/ 250840 h 1103517"/>
                <a:gd name="connsiteX207" fmla="*/ 1881941 w 1956703"/>
                <a:gd name="connsiteY207" fmla="*/ 249971 h 1103517"/>
                <a:gd name="connsiteX208" fmla="*/ 1889548 w 1956703"/>
                <a:gd name="connsiteY208" fmla="*/ 238674 h 1103517"/>
                <a:gd name="connsiteX209" fmla="*/ 1931493 w 1956703"/>
                <a:gd name="connsiteY209" fmla="*/ 240340 h 1103517"/>
                <a:gd name="connsiteX210" fmla="*/ 1956703 w 1956703"/>
                <a:gd name="connsiteY210" fmla="*/ 218614 h 1103517"/>
                <a:gd name="connsiteX211" fmla="*/ 1927726 w 1956703"/>
                <a:gd name="connsiteY211" fmla="*/ 111218 h 11035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</a:cxnLst>
              <a:rect l="l" t="t" r="r" b="b"/>
              <a:pathLst>
                <a:path w="1956703" h="1103517">
                  <a:moveTo>
                    <a:pt x="1927726" y="111218"/>
                  </a:moveTo>
                  <a:cubicBezTo>
                    <a:pt x="1926784" y="99776"/>
                    <a:pt x="1896793" y="108901"/>
                    <a:pt x="1882811" y="96734"/>
                  </a:cubicBezTo>
                  <a:cubicBezTo>
                    <a:pt x="1868829" y="84568"/>
                    <a:pt x="1844850" y="141272"/>
                    <a:pt x="1839852" y="165242"/>
                  </a:cubicBezTo>
                  <a:cubicBezTo>
                    <a:pt x="1834853" y="189212"/>
                    <a:pt x="1797907" y="215500"/>
                    <a:pt x="1797907" y="215500"/>
                  </a:cubicBezTo>
                  <a:cubicBezTo>
                    <a:pt x="1797907" y="215500"/>
                    <a:pt x="1691052" y="216659"/>
                    <a:pt x="1681997" y="216659"/>
                  </a:cubicBezTo>
                  <a:cubicBezTo>
                    <a:pt x="1675767" y="216659"/>
                    <a:pt x="1651208" y="240919"/>
                    <a:pt x="1636792" y="255692"/>
                  </a:cubicBezTo>
                  <a:cubicBezTo>
                    <a:pt x="1637227" y="256344"/>
                    <a:pt x="1637661" y="256996"/>
                    <a:pt x="1638096" y="257792"/>
                  </a:cubicBezTo>
                  <a:cubicBezTo>
                    <a:pt x="1648890" y="280097"/>
                    <a:pt x="1609626" y="294001"/>
                    <a:pt x="1572173" y="295522"/>
                  </a:cubicBezTo>
                  <a:cubicBezTo>
                    <a:pt x="1563160" y="295935"/>
                    <a:pt x="1554185" y="296898"/>
                    <a:pt x="1545296" y="298419"/>
                  </a:cubicBezTo>
                  <a:cubicBezTo>
                    <a:pt x="1546730" y="303409"/>
                    <a:pt x="1547360" y="308587"/>
                    <a:pt x="1547179" y="313772"/>
                  </a:cubicBezTo>
                  <a:cubicBezTo>
                    <a:pt x="1547179" y="316524"/>
                    <a:pt x="1542905" y="319855"/>
                    <a:pt x="1537182" y="323331"/>
                  </a:cubicBezTo>
                  <a:cubicBezTo>
                    <a:pt x="1531459" y="336656"/>
                    <a:pt x="1485530" y="362292"/>
                    <a:pt x="1459812" y="377789"/>
                  </a:cubicBezTo>
                  <a:cubicBezTo>
                    <a:pt x="1431342" y="394880"/>
                    <a:pt x="1392367" y="386335"/>
                    <a:pt x="1392367" y="360626"/>
                  </a:cubicBezTo>
                  <a:cubicBezTo>
                    <a:pt x="1392367" y="334918"/>
                    <a:pt x="1413376" y="340060"/>
                    <a:pt x="1417867" y="352081"/>
                  </a:cubicBezTo>
                  <a:cubicBezTo>
                    <a:pt x="1419534" y="356571"/>
                    <a:pt x="1424605" y="353312"/>
                    <a:pt x="1431414" y="347663"/>
                  </a:cubicBezTo>
                  <a:cubicBezTo>
                    <a:pt x="1424170" y="339698"/>
                    <a:pt x="1424170" y="327097"/>
                    <a:pt x="1425981" y="317393"/>
                  </a:cubicBezTo>
                  <a:cubicBezTo>
                    <a:pt x="1417360" y="313047"/>
                    <a:pt x="1430762" y="274738"/>
                    <a:pt x="1413376" y="268076"/>
                  </a:cubicBezTo>
                  <a:cubicBezTo>
                    <a:pt x="1395989" y="261413"/>
                    <a:pt x="1374401" y="297043"/>
                    <a:pt x="1377154" y="274956"/>
                  </a:cubicBezTo>
                  <a:cubicBezTo>
                    <a:pt x="1379907" y="252868"/>
                    <a:pt x="1407146" y="233822"/>
                    <a:pt x="1390629" y="204710"/>
                  </a:cubicBezTo>
                  <a:cubicBezTo>
                    <a:pt x="1374111" y="175598"/>
                    <a:pt x="1344192" y="175743"/>
                    <a:pt x="1338252" y="197830"/>
                  </a:cubicBezTo>
                  <a:cubicBezTo>
                    <a:pt x="1332311" y="219918"/>
                    <a:pt x="1311303" y="209779"/>
                    <a:pt x="1303769" y="226797"/>
                  </a:cubicBezTo>
                  <a:cubicBezTo>
                    <a:pt x="1293576" y="252948"/>
                    <a:pt x="1290475" y="281328"/>
                    <a:pt x="1294786" y="309065"/>
                  </a:cubicBezTo>
                  <a:cubicBezTo>
                    <a:pt x="1300798" y="336511"/>
                    <a:pt x="1293264" y="350198"/>
                    <a:pt x="1270807" y="365623"/>
                  </a:cubicBezTo>
                  <a:cubicBezTo>
                    <a:pt x="1248349" y="381048"/>
                    <a:pt x="1236613" y="342015"/>
                    <a:pt x="1245379" y="291974"/>
                  </a:cubicBezTo>
                  <a:cubicBezTo>
                    <a:pt x="1251319" y="257648"/>
                    <a:pt x="1267837" y="225132"/>
                    <a:pt x="1252623" y="225132"/>
                  </a:cubicBezTo>
                  <a:cubicBezTo>
                    <a:pt x="1237410" y="225132"/>
                    <a:pt x="1272111" y="183998"/>
                    <a:pt x="1303334" y="175453"/>
                  </a:cubicBezTo>
                  <a:cubicBezTo>
                    <a:pt x="1334557" y="166908"/>
                    <a:pt x="1373749" y="170311"/>
                    <a:pt x="1373749" y="159956"/>
                  </a:cubicBezTo>
                  <a:cubicBezTo>
                    <a:pt x="1373749" y="157928"/>
                    <a:pt x="1375198" y="156479"/>
                    <a:pt x="1377589" y="155538"/>
                  </a:cubicBezTo>
                  <a:cubicBezTo>
                    <a:pt x="1371453" y="150092"/>
                    <a:pt x="1365020" y="144987"/>
                    <a:pt x="1358319" y="140258"/>
                  </a:cubicBezTo>
                  <a:cubicBezTo>
                    <a:pt x="1357667" y="142655"/>
                    <a:pt x="1356240" y="144762"/>
                    <a:pt x="1354262" y="146268"/>
                  </a:cubicBezTo>
                  <a:cubicBezTo>
                    <a:pt x="1341947" y="156117"/>
                    <a:pt x="1345279" y="130843"/>
                    <a:pt x="1322821" y="130843"/>
                  </a:cubicBezTo>
                  <a:cubicBezTo>
                    <a:pt x="1300364" y="130843"/>
                    <a:pt x="1277906" y="154814"/>
                    <a:pt x="1259868" y="144603"/>
                  </a:cubicBezTo>
                  <a:cubicBezTo>
                    <a:pt x="1241829" y="134392"/>
                    <a:pt x="1250885" y="120560"/>
                    <a:pt x="1234440" y="120560"/>
                  </a:cubicBezTo>
                  <a:cubicBezTo>
                    <a:pt x="1217995" y="120560"/>
                    <a:pt x="1246393" y="84351"/>
                    <a:pt x="1222415" y="99993"/>
                  </a:cubicBezTo>
                  <a:cubicBezTo>
                    <a:pt x="1198435" y="115636"/>
                    <a:pt x="1162503" y="153148"/>
                    <a:pt x="1146059" y="136202"/>
                  </a:cubicBezTo>
                  <a:cubicBezTo>
                    <a:pt x="1129614" y="119257"/>
                    <a:pt x="1114618" y="141344"/>
                    <a:pt x="1102593" y="127657"/>
                  </a:cubicBezTo>
                  <a:cubicBezTo>
                    <a:pt x="1090567" y="113970"/>
                    <a:pt x="1144538" y="76240"/>
                    <a:pt x="1170038" y="77978"/>
                  </a:cubicBezTo>
                  <a:cubicBezTo>
                    <a:pt x="1176616" y="77906"/>
                    <a:pt x="1182882" y="75125"/>
                    <a:pt x="1187352" y="70302"/>
                  </a:cubicBezTo>
                  <a:cubicBezTo>
                    <a:pt x="1173950" y="64653"/>
                    <a:pt x="1146349" y="52342"/>
                    <a:pt x="1139032" y="62553"/>
                  </a:cubicBezTo>
                  <a:cubicBezTo>
                    <a:pt x="1130049" y="75081"/>
                    <a:pt x="1117299" y="67043"/>
                    <a:pt x="1110054" y="56832"/>
                  </a:cubicBezTo>
                  <a:cubicBezTo>
                    <a:pt x="1102810" y="46621"/>
                    <a:pt x="1094044" y="60236"/>
                    <a:pt x="1082091" y="44231"/>
                  </a:cubicBezTo>
                  <a:cubicBezTo>
                    <a:pt x="1070138" y="28227"/>
                    <a:pt x="1058112" y="39669"/>
                    <a:pt x="1051085" y="43073"/>
                  </a:cubicBezTo>
                  <a:cubicBezTo>
                    <a:pt x="1044058" y="46476"/>
                    <a:pt x="1035148" y="37352"/>
                    <a:pt x="1022108" y="31703"/>
                  </a:cubicBezTo>
                  <a:cubicBezTo>
                    <a:pt x="1009068" y="26054"/>
                    <a:pt x="1019137" y="11136"/>
                    <a:pt x="1008126" y="1939"/>
                  </a:cubicBezTo>
                  <a:cubicBezTo>
                    <a:pt x="997115" y="-7258"/>
                    <a:pt x="996535" y="19247"/>
                    <a:pt x="996535" y="19247"/>
                  </a:cubicBezTo>
                  <a:lnTo>
                    <a:pt x="65562" y="24968"/>
                  </a:lnTo>
                  <a:cubicBezTo>
                    <a:pt x="66540" y="26721"/>
                    <a:pt x="67648" y="28394"/>
                    <a:pt x="68894" y="29965"/>
                  </a:cubicBezTo>
                  <a:cubicBezTo>
                    <a:pt x="80123" y="43652"/>
                    <a:pt x="71140" y="53935"/>
                    <a:pt x="74834" y="70229"/>
                  </a:cubicBezTo>
                  <a:cubicBezTo>
                    <a:pt x="78529" y="86523"/>
                    <a:pt x="75631" y="109625"/>
                    <a:pt x="64402" y="109625"/>
                  </a:cubicBezTo>
                  <a:cubicBezTo>
                    <a:pt x="53174" y="109625"/>
                    <a:pt x="51652" y="95141"/>
                    <a:pt x="59911" y="89927"/>
                  </a:cubicBezTo>
                  <a:cubicBezTo>
                    <a:pt x="68170" y="84713"/>
                    <a:pt x="63606" y="65957"/>
                    <a:pt x="55419" y="65957"/>
                  </a:cubicBezTo>
                  <a:cubicBezTo>
                    <a:pt x="50566" y="65957"/>
                    <a:pt x="48682" y="59512"/>
                    <a:pt x="48827" y="51980"/>
                  </a:cubicBezTo>
                  <a:cubicBezTo>
                    <a:pt x="34701" y="56397"/>
                    <a:pt x="18546" y="54877"/>
                    <a:pt x="0" y="51980"/>
                  </a:cubicBezTo>
                  <a:cubicBezTo>
                    <a:pt x="2456" y="60866"/>
                    <a:pt x="4245" y="69918"/>
                    <a:pt x="5361" y="79064"/>
                  </a:cubicBezTo>
                  <a:cubicBezTo>
                    <a:pt x="12569" y="89217"/>
                    <a:pt x="16807" y="101181"/>
                    <a:pt x="17604" y="113608"/>
                  </a:cubicBezTo>
                  <a:cubicBezTo>
                    <a:pt x="23327" y="127150"/>
                    <a:pt x="18908" y="136057"/>
                    <a:pt x="28470" y="141851"/>
                  </a:cubicBezTo>
                  <a:cubicBezTo>
                    <a:pt x="39699" y="148731"/>
                    <a:pt x="38902" y="156335"/>
                    <a:pt x="28470" y="154669"/>
                  </a:cubicBezTo>
                  <a:cubicBezTo>
                    <a:pt x="18039" y="153003"/>
                    <a:pt x="25428" y="164156"/>
                    <a:pt x="21733" y="189864"/>
                  </a:cubicBezTo>
                  <a:cubicBezTo>
                    <a:pt x="19966" y="204891"/>
                    <a:pt x="18944" y="219997"/>
                    <a:pt x="18690" y="235126"/>
                  </a:cubicBezTo>
                  <a:cubicBezTo>
                    <a:pt x="23073" y="248313"/>
                    <a:pt x="26297" y="261855"/>
                    <a:pt x="28325" y="275607"/>
                  </a:cubicBezTo>
                  <a:cubicBezTo>
                    <a:pt x="30354" y="297333"/>
                    <a:pt x="20284" y="309499"/>
                    <a:pt x="17531" y="328835"/>
                  </a:cubicBezTo>
                  <a:cubicBezTo>
                    <a:pt x="21733" y="359975"/>
                    <a:pt x="25862" y="390680"/>
                    <a:pt x="19705" y="422978"/>
                  </a:cubicBezTo>
                  <a:cubicBezTo>
                    <a:pt x="15575" y="444704"/>
                    <a:pt x="16590" y="443473"/>
                    <a:pt x="26369" y="465126"/>
                  </a:cubicBezTo>
                  <a:cubicBezTo>
                    <a:pt x="31680" y="476676"/>
                    <a:pt x="34845" y="489089"/>
                    <a:pt x="35715" y="501769"/>
                  </a:cubicBezTo>
                  <a:cubicBezTo>
                    <a:pt x="49718" y="517904"/>
                    <a:pt x="62388" y="535147"/>
                    <a:pt x="73603" y="553331"/>
                  </a:cubicBezTo>
                  <a:cubicBezTo>
                    <a:pt x="86643" y="574622"/>
                    <a:pt x="96133" y="593089"/>
                    <a:pt x="119315" y="604965"/>
                  </a:cubicBezTo>
                  <a:cubicBezTo>
                    <a:pt x="138875" y="614887"/>
                    <a:pt x="142859" y="645302"/>
                    <a:pt x="129312" y="661813"/>
                  </a:cubicBezTo>
                  <a:cubicBezTo>
                    <a:pt x="135057" y="667411"/>
                    <a:pt x="138578" y="674899"/>
                    <a:pt x="139237" y="682887"/>
                  </a:cubicBezTo>
                  <a:cubicBezTo>
                    <a:pt x="140874" y="685154"/>
                    <a:pt x="142663" y="687305"/>
                    <a:pt x="144598" y="689332"/>
                  </a:cubicBezTo>
                  <a:cubicBezTo>
                    <a:pt x="148328" y="693112"/>
                    <a:pt x="152537" y="696371"/>
                    <a:pt x="157130" y="699036"/>
                  </a:cubicBezTo>
                  <a:cubicBezTo>
                    <a:pt x="167591" y="702969"/>
                    <a:pt x="177364" y="708516"/>
                    <a:pt x="186108" y="715475"/>
                  </a:cubicBezTo>
                  <a:lnTo>
                    <a:pt x="188498" y="717141"/>
                  </a:lnTo>
                  <a:cubicBezTo>
                    <a:pt x="202335" y="726990"/>
                    <a:pt x="206899" y="721196"/>
                    <a:pt x="216534" y="723731"/>
                  </a:cubicBezTo>
                  <a:cubicBezTo>
                    <a:pt x="226169" y="726266"/>
                    <a:pt x="244208" y="750309"/>
                    <a:pt x="247975" y="766603"/>
                  </a:cubicBezTo>
                  <a:cubicBezTo>
                    <a:pt x="249836" y="774931"/>
                    <a:pt x="252379" y="783099"/>
                    <a:pt x="255581" y="791008"/>
                  </a:cubicBezTo>
                  <a:lnTo>
                    <a:pt x="333241" y="779348"/>
                  </a:lnTo>
                  <a:cubicBezTo>
                    <a:pt x="333241" y="779348"/>
                    <a:pt x="357220" y="798539"/>
                    <a:pt x="370839" y="802232"/>
                  </a:cubicBezTo>
                  <a:cubicBezTo>
                    <a:pt x="384459" y="805926"/>
                    <a:pt x="457772" y="836993"/>
                    <a:pt x="457772" y="836993"/>
                  </a:cubicBezTo>
                  <a:lnTo>
                    <a:pt x="553759" y="836051"/>
                  </a:lnTo>
                  <a:lnTo>
                    <a:pt x="564988" y="819612"/>
                  </a:lnTo>
                  <a:lnTo>
                    <a:pt x="617800" y="819612"/>
                  </a:lnTo>
                  <a:cubicBezTo>
                    <a:pt x="617800" y="819612"/>
                    <a:pt x="651414" y="857125"/>
                    <a:pt x="656195" y="858936"/>
                  </a:cubicBezTo>
                  <a:cubicBezTo>
                    <a:pt x="660976" y="860746"/>
                    <a:pt x="677928" y="878126"/>
                    <a:pt x="677928" y="889134"/>
                  </a:cubicBezTo>
                  <a:cubicBezTo>
                    <a:pt x="677131" y="898947"/>
                    <a:pt x="681702" y="908419"/>
                    <a:pt x="689881" y="913901"/>
                  </a:cubicBezTo>
                  <a:cubicBezTo>
                    <a:pt x="697922" y="918463"/>
                    <a:pt x="725089" y="938596"/>
                    <a:pt x="729073" y="936713"/>
                  </a:cubicBezTo>
                  <a:cubicBezTo>
                    <a:pt x="733057" y="934830"/>
                    <a:pt x="741099" y="900504"/>
                    <a:pt x="755515" y="901083"/>
                  </a:cubicBezTo>
                  <a:cubicBezTo>
                    <a:pt x="769931" y="901662"/>
                    <a:pt x="809123" y="914770"/>
                    <a:pt x="815498" y="940406"/>
                  </a:cubicBezTo>
                  <a:cubicBezTo>
                    <a:pt x="821308" y="960343"/>
                    <a:pt x="832363" y="978346"/>
                    <a:pt x="847519" y="992547"/>
                  </a:cubicBezTo>
                  <a:cubicBezTo>
                    <a:pt x="853893" y="998051"/>
                    <a:pt x="850706" y="1013621"/>
                    <a:pt x="855560" y="1021514"/>
                  </a:cubicBezTo>
                  <a:cubicBezTo>
                    <a:pt x="860414" y="1029408"/>
                    <a:pt x="859544" y="1045340"/>
                    <a:pt x="865122" y="1045340"/>
                  </a:cubicBezTo>
                  <a:cubicBezTo>
                    <a:pt x="870700" y="1045340"/>
                    <a:pt x="899533" y="1065472"/>
                    <a:pt x="912356" y="1064531"/>
                  </a:cubicBezTo>
                  <a:cubicBezTo>
                    <a:pt x="917543" y="1065052"/>
                    <a:pt x="922447" y="1067152"/>
                    <a:pt x="926410" y="1070542"/>
                  </a:cubicBezTo>
                  <a:cubicBezTo>
                    <a:pt x="927931" y="1039909"/>
                    <a:pt x="900402" y="1034767"/>
                    <a:pt x="916630" y="1020718"/>
                  </a:cubicBezTo>
                  <a:cubicBezTo>
                    <a:pt x="935320" y="1004424"/>
                    <a:pt x="915905" y="990737"/>
                    <a:pt x="924888" y="983857"/>
                  </a:cubicBezTo>
                  <a:cubicBezTo>
                    <a:pt x="932133" y="978426"/>
                    <a:pt x="943361" y="972922"/>
                    <a:pt x="947708" y="965753"/>
                  </a:cubicBezTo>
                  <a:cubicBezTo>
                    <a:pt x="948179" y="963776"/>
                    <a:pt x="948809" y="961835"/>
                    <a:pt x="949592" y="959959"/>
                  </a:cubicBezTo>
                  <a:lnTo>
                    <a:pt x="949592" y="959959"/>
                  </a:lnTo>
                  <a:cubicBezTo>
                    <a:pt x="949048" y="956273"/>
                    <a:pt x="951164" y="952710"/>
                    <a:pt x="954663" y="951414"/>
                  </a:cubicBezTo>
                  <a:cubicBezTo>
                    <a:pt x="956220" y="949574"/>
                    <a:pt x="957915" y="947858"/>
                    <a:pt x="959734" y="946272"/>
                  </a:cubicBezTo>
                  <a:cubicBezTo>
                    <a:pt x="960538" y="943983"/>
                    <a:pt x="961509" y="941753"/>
                    <a:pt x="962631" y="939609"/>
                  </a:cubicBezTo>
                  <a:cubicBezTo>
                    <a:pt x="967391" y="931289"/>
                    <a:pt x="975171" y="925112"/>
                    <a:pt x="984365" y="922374"/>
                  </a:cubicBezTo>
                  <a:cubicBezTo>
                    <a:pt x="988487" y="921107"/>
                    <a:pt x="992833" y="920715"/>
                    <a:pt x="997115" y="921215"/>
                  </a:cubicBezTo>
                  <a:cubicBezTo>
                    <a:pt x="998730" y="918196"/>
                    <a:pt x="1000722" y="915393"/>
                    <a:pt x="1003055" y="912887"/>
                  </a:cubicBezTo>
                  <a:cubicBezTo>
                    <a:pt x="1003446" y="912062"/>
                    <a:pt x="1004113" y="911395"/>
                    <a:pt x="1004939" y="911005"/>
                  </a:cubicBezTo>
                  <a:cubicBezTo>
                    <a:pt x="1006844" y="909179"/>
                    <a:pt x="1008930" y="907550"/>
                    <a:pt x="1011169" y="906152"/>
                  </a:cubicBezTo>
                  <a:lnTo>
                    <a:pt x="1012255" y="905645"/>
                  </a:lnTo>
                  <a:cubicBezTo>
                    <a:pt x="1012335" y="904530"/>
                    <a:pt x="1012480" y="903415"/>
                    <a:pt x="1012690" y="902314"/>
                  </a:cubicBezTo>
                  <a:cubicBezTo>
                    <a:pt x="1015247" y="892936"/>
                    <a:pt x="1021318" y="884897"/>
                    <a:pt x="1029642" y="879864"/>
                  </a:cubicBezTo>
                  <a:cubicBezTo>
                    <a:pt x="1038197" y="874860"/>
                    <a:pt x="1048405" y="873506"/>
                    <a:pt x="1057967" y="876099"/>
                  </a:cubicBezTo>
                  <a:cubicBezTo>
                    <a:pt x="1061278" y="877047"/>
                    <a:pt x="1064429" y="878488"/>
                    <a:pt x="1067313" y="880371"/>
                  </a:cubicBezTo>
                  <a:cubicBezTo>
                    <a:pt x="1069515" y="879966"/>
                    <a:pt x="1071739" y="879749"/>
                    <a:pt x="1073977" y="879720"/>
                  </a:cubicBezTo>
                  <a:cubicBezTo>
                    <a:pt x="1087191" y="879213"/>
                    <a:pt x="1099448" y="886570"/>
                    <a:pt x="1105201" y="898476"/>
                  </a:cubicBezTo>
                  <a:cubicBezTo>
                    <a:pt x="1109692" y="898476"/>
                    <a:pt x="1117154" y="907094"/>
                    <a:pt x="1123891" y="915422"/>
                  </a:cubicBezTo>
                  <a:cubicBezTo>
                    <a:pt x="1133599" y="927371"/>
                    <a:pt x="1138380" y="923967"/>
                    <a:pt x="1152361" y="924836"/>
                  </a:cubicBezTo>
                  <a:cubicBezTo>
                    <a:pt x="1166343" y="925705"/>
                    <a:pt x="1166850" y="921360"/>
                    <a:pt x="1167357" y="911149"/>
                  </a:cubicBezTo>
                  <a:cubicBezTo>
                    <a:pt x="1167864" y="903907"/>
                    <a:pt x="1175978" y="918898"/>
                    <a:pt x="1185903" y="928385"/>
                  </a:cubicBezTo>
                  <a:cubicBezTo>
                    <a:pt x="1188279" y="925061"/>
                    <a:pt x="1191278" y="922229"/>
                    <a:pt x="1194741" y="920057"/>
                  </a:cubicBezTo>
                  <a:cubicBezTo>
                    <a:pt x="1193147" y="918463"/>
                    <a:pt x="1191481" y="916870"/>
                    <a:pt x="1189815" y="915422"/>
                  </a:cubicBezTo>
                  <a:cubicBezTo>
                    <a:pt x="1179310" y="906008"/>
                    <a:pt x="1192061" y="901662"/>
                    <a:pt x="1183077" y="893696"/>
                  </a:cubicBezTo>
                  <a:cubicBezTo>
                    <a:pt x="1174095" y="885730"/>
                    <a:pt x="1194306" y="875664"/>
                    <a:pt x="1212055" y="876533"/>
                  </a:cubicBezTo>
                  <a:cubicBezTo>
                    <a:pt x="1229804" y="877402"/>
                    <a:pt x="1229297" y="882544"/>
                    <a:pt x="1236034" y="870595"/>
                  </a:cubicBezTo>
                  <a:cubicBezTo>
                    <a:pt x="1242771" y="858646"/>
                    <a:pt x="1249508" y="870595"/>
                    <a:pt x="1249508" y="880806"/>
                  </a:cubicBezTo>
                  <a:cubicBezTo>
                    <a:pt x="1249508" y="891017"/>
                    <a:pt x="1278486" y="874867"/>
                    <a:pt x="1294423" y="874867"/>
                  </a:cubicBezTo>
                  <a:cubicBezTo>
                    <a:pt x="1309303" y="875932"/>
                    <a:pt x="1321909" y="886216"/>
                    <a:pt x="1325936" y="900576"/>
                  </a:cubicBezTo>
                  <a:cubicBezTo>
                    <a:pt x="1327385" y="910860"/>
                    <a:pt x="1337890" y="915929"/>
                    <a:pt x="1349118" y="904849"/>
                  </a:cubicBezTo>
                  <a:cubicBezTo>
                    <a:pt x="1360347" y="893769"/>
                    <a:pt x="1370127" y="880806"/>
                    <a:pt x="1380559" y="892827"/>
                  </a:cubicBezTo>
                  <a:cubicBezTo>
                    <a:pt x="1390991" y="904849"/>
                    <a:pt x="1401568" y="921070"/>
                    <a:pt x="1414318" y="935626"/>
                  </a:cubicBezTo>
                  <a:cubicBezTo>
                    <a:pt x="1427068" y="950183"/>
                    <a:pt x="1408305" y="968215"/>
                    <a:pt x="1415042" y="979077"/>
                  </a:cubicBezTo>
                  <a:cubicBezTo>
                    <a:pt x="1421779" y="989940"/>
                    <a:pt x="1414318" y="1005655"/>
                    <a:pt x="1429531" y="1017676"/>
                  </a:cubicBezTo>
                  <a:cubicBezTo>
                    <a:pt x="1435609" y="1023521"/>
                    <a:pt x="1438543" y="1031914"/>
                    <a:pt x="1437427" y="1040271"/>
                  </a:cubicBezTo>
                  <a:cubicBezTo>
                    <a:pt x="1438412" y="1041039"/>
                    <a:pt x="1439333" y="1041886"/>
                    <a:pt x="1440180" y="1042805"/>
                  </a:cubicBezTo>
                  <a:cubicBezTo>
                    <a:pt x="1445367" y="1048200"/>
                    <a:pt x="1448866" y="1055001"/>
                    <a:pt x="1450250" y="1062358"/>
                  </a:cubicBezTo>
                  <a:cubicBezTo>
                    <a:pt x="1458132" y="1070375"/>
                    <a:pt x="1463666" y="1080390"/>
                    <a:pt x="1466260" y="1091326"/>
                  </a:cubicBezTo>
                  <a:cubicBezTo>
                    <a:pt x="1467781" y="1099871"/>
                    <a:pt x="1490239" y="1111023"/>
                    <a:pt x="1491760" y="1096467"/>
                  </a:cubicBezTo>
                  <a:cubicBezTo>
                    <a:pt x="1492658" y="1090392"/>
                    <a:pt x="1494390" y="1084467"/>
                    <a:pt x="1496903" y="1078870"/>
                  </a:cubicBezTo>
                  <a:cubicBezTo>
                    <a:pt x="1496592" y="1076951"/>
                    <a:pt x="1496418" y="1075017"/>
                    <a:pt x="1496396" y="1073076"/>
                  </a:cubicBezTo>
                  <a:cubicBezTo>
                    <a:pt x="1497106" y="1056384"/>
                    <a:pt x="1496701" y="1039670"/>
                    <a:pt x="1495165" y="1023035"/>
                  </a:cubicBezTo>
                  <a:cubicBezTo>
                    <a:pt x="1494375" y="1016540"/>
                    <a:pt x="1495911" y="1009964"/>
                    <a:pt x="1499512" y="1004496"/>
                  </a:cubicBezTo>
                  <a:lnTo>
                    <a:pt x="1498207" y="999572"/>
                  </a:lnTo>
                  <a:cubicBezTo>
                    <a:pt x="1488862" y="992228"/>
                    <a:pt x="1483262" y="981112"/>
                    <a:pt x="1482922" y="969229"/>
                  </a:cubicBezTo>
                  <a:cubicBezTo>
                    <a:pt x="1482922" y="959597"/>
                    <a:pt x="1481256" y="950038"/>
                    <a:pt x="1480748" y="940261"/>
                  </a:cubicBezTo>
                  <a:cubicBezTo>
                    <a:pt x="1480024" y="938958"/>
                    <a:pt x="1479227" y="937582"/>
                    <a:pt x="1478285" y="936133"/>
                  </a:cubicBezTo>
                  <a:cubicBezTo>
                    <a:pt x="1466260" y="918101"/>
                    <a:pt x="1458798" y="886382"/>
                    <a:pt x="1459523" y="860674"/>
                  </a:cubicBezTo>
                  <a:cubicBezTo>
                    <a:pt x="1460182" y="851759"/>
                    <a:pt x="1462333" y="843018"/>
                    <a:pt x="1465898" y="834820"/>
                  </a:cubicBezTo>
                  <a:cubicBezTo>
                    <a:pt x="1460696" y="817331"/>
                    <a:pt x="1468426" y="798590"/>
                    <a:pt x="1484443" y="789849"/>
                  </a:cubicBezTo>
                  <a:cubicBezTo>
                    <a:pt x="1487761" y="783375"/>
                    <a:pt x="1492767" y="777922"/>
                    <a:pt x="1498932" y="774062"/>
                  </a:cubicBezTo>
                  <a:cubicBezTo>
                    <a:pt x="1505785" y="769890"/>
                    <a:pt x="1513877" y="768225"/>
                    <a:pt x="1521824" y="769354"/>
                  </a:cubicBezTo>
                  <a:cubicBezTo>
                    <a:pt x="1525830" y="768051"/>
                    <a:pt x="1528771" y="764611"/>
                    <a:pt x="1529431" y="760447"/>
                  </a:cubicBezTo>
                  <a:cubicBezTo>
                    <a:pt x="1532401" y="746760"/>
                    <a:pt x="1548121" y="729597"/>
                    <a:pt x="1557104" y="729597"/>
                  </a:cubicBezTo>
                  <a:lnTo>
                    <a:pt x="1561016" y="729597"/>
                  </a:lnTo>
                  <a:cubicBezTo>
                    <a:pt x="1555148" y="709247"/>
                    <a:pt x="1564566" y="683611"/>
                    <a:pt x="1589414" y="680352"/>
                  </a:cubicBezTo>
                  <a:cubicBezTo>
                    <a:pt x="1595919" y="672003"/>
                    <a:pt x="1605996" y="667223"/>
                    <a:pt x="1616580" y="667462"/>
                  </a:cubicBezTo>
                  <a:cubicBezTo>
                    <a:pt x="1616566" y="667266"/>
                    <a:pt x="1616566" y="667078"/>
                    <a:pt x="1616580" y="666883"/>
                  </a:cubicBezTo>
                  <a:cubicBezTo>
                    <a:pt x="1611364" y="656599"/>
                    <a:pt x="1621072" y="646316"/>
                    <a:pt x="1624839" y="653196"/>
                  </a:cubicBezTo>
                  <a:cubicBezTo>
                    <a:pt x="1628606" y="660075"/>
                    <a:pt x="1640559" y="660872"/>
                    <a:pt x="1648021" y="654934"/>
                  </a:cubicBezTo>
                  <a:cubicBezTo>
                    <a:pt x="1655483" y="648995"/>
                    <a:pt x="1672797" y="632629"/>
                    <a:pt x="1656280" y="631760"/>
                  </a:cubicBezTo>
                  <a:cubicBezTo>
                    <a:pt x="1639762" y="630891"/>
                    <a:pt x="1636068" y="623215"/>
                    <a:pt x="1645775" y="618942"/>
                  </a:cubicBezTo>
                  <a:cubicBezTo>
                    <a:pt x="1655483" y="614669"/>
                    <a:pt x="1647297" y="594102"/>
                    <a:pt x="1633822" y="592364"/>
                  </a:cubicBezTo>
                  <a:cubicBezTo>
                    <a:pt x="1620348" y="590626"/>
                    <a:pt x="1624839" y="582950"/>
                    <a:pt x="1633025" y="573536"/>
                  </a:cubicBezTo>
                  <a:cubicBezTo>
                    <a:pt x="1641211" y="564121"/>
                    <a:pt x="1621072" y="548696"/>
                    <a:pt x="1611292" y="540947"/>
                  </a:cubicBezTo>
                  <a:cubicBezTo>
                    <a:pt x="1601512" y="533199"/>
                    <a:pt x="1617232" y="528926"/>
                    <a:pt x="1624766" y="527261"/>
                  </a:cubicBezTo>
                  <a:cubicBezTo>
                    <a:pt x="1632301" y="525595"/>
                    <a:pt x="1626215" y="486127"/>
                    <a:pt x="1629982" y="476568"/>
                  </a:cubicBezTo>
                  <a:cubicBezTo>
                    <a:pt x="1633750" y="467009"/>
                    <a:pt x="1646500" y="467153"/>
                    <a:pt x="1641211" y="476568"/>
                  </a:cubicBezTo>
                  <a:cubicBezTo>
                    <a:pt x="1635923" y="485982"/>
                    <a:pt x="1628461" y="501407"/>
                    <a:pt x="1638241" y="514225"/>
                  </a:cubicBezTo>
                  <a:cubicBezTo>
                    <a:pt x="1643356" y="520822"/>
                    <a:pt x="1646746" y="528586"/>
                    <a:pt x="1648093" y="536820"/>
                  </a:cubicBezTo>
                  <a:lnTo>
                    <a:pt x="1650049" y="534430"/>
                  </a:lnTo>
                  <a:cubicBezTo>
                    <a:pt x="1651346" y="533126"/>
                    <a:pt x="1652752" y="531939"/>
                    <a:pt x="1654251" y="530881"/>
                  </a:cubicBezTo>
                  <a:cubicBezTo>
                    <a:pt x="1654244" y="530758"/>
                    <a:pt x="1654244" y="530642"/>
                    <a:pt x="1654251" y="530519"/>
                  </a:cubicBezTo>
                  <a:cubicBezTo>
                    <a:pt x="1654251" y="528998"/>
                    <a:pt x="1654251" y="527405"/>
                    <a:pt x="1654251" y="525957"/>
                  </a:cubicBezTo>
                  <a:cubicBezTo>
                    <a:pt x="1654266" y="517926"/>
                    <a:pt x="1656801" y="510097"/>
                    <a:pt x="1661495" y="503580"/>
                  </a:cubicBezTo>
                  <a:cubicBezTo>
                    <a:pt x="1662365" y="502204"/>
                    <a:pt x="1663162" y="500900"/>
                    <a:pt x="1663886" y="499524"/>
                  </a:cubicBezTo>
                  <a:lnTo>
                    <a:pt x="1664321" y="498728"/>
                  </a:lnTo>
                  <a:cubicBezTo>
                    <a:pt x="1664560" y="498134"/>
                    <a:pt x="1664821" y="497554"/>
                    <a:pt x="1665118" y="496990"/>
                  </a:cubicBezTo>
                  <a:cubicBezTo>
                    <a:pt x="1660192" y="490689"/>
                    <a:pt x="1661568" y="472005"/>
                    <a:pt x="1668885" y="482506"/>
                  </a:cubicBezTo>
                  <a:cubicBezTo>
                    <a:pt x="1670116" y="484316"/>
                    <a:pt x="1671203" y="485692"/>
                    <a:pt x="1672217" y="486996"/>
                  </a:cubicBezTo>
                  <a:cubicBezTo>
                    <a:pt x="1673318" y="485845"/>
                    <a:pt x="1674535" y="484802"/>
                    <a:pt x="1675839" y="483882"/>
                  </a:cubicBezTo>
                  <a:cubicBezTo>
                    <a:pt x="1677440" y="482441"/>
                    <a:pt x="1679186" y="481181"/>
                    <a:pt x="1681055" y="480116"/>
                  </a:cubicBezTo>
                  <a:lnTo>
                    <a:pt x="1681925" y="479320"/>
                  </a:lnTo>
                  <a:cubicBezTo>
                    <a:pt x="1685815" y="475409"/>
                    <a:pt x="1690545" y="472433"/>
                    <a:pt x="1695761" y="470629"/>
                  </a:cubicBezTo>
                  <a:cubicBezTo>
                    <a:pt x="1695885" y="459940"/>
                    <a:pt x="1700449" y="449788"/>
                    <a:pt x="1708367" y="442604"/>
                  </a:cubicBezTo>
                  <a:cubicBezTo>
                    <a:pt x="1709192" y="439736"/>
                    <a:pt x="1710337" y="436962"/>
                    <a:pt x="1711771" y="434348"/>
                  </a:cubicBezTo>
                  <a:lnTo>
                    <a:pt x="1711771" y="434348"/>
                  </a:lnTo>
                  <a:cubicBezTo>
                    <a:pt x="1711518" y="433834"/>
                    <a:pt x="1711177" y="433370"/>
                    <a:pt x="1710757" y="432972"/>
                  </a:cubicBezTo>
                  <a:cubicBezTo>
                    <a:pt x="1703513" y="427686"/>
                    <a:pt x="1711771" y="422471"/>
                    <a:pt x="1723942" y="421820"/>
                  </a:cubicBezTo>
                  <a:cubicBezTo>
                    <a:pt x="1724608" y="421313"/>
                    <a:pt x="1725311" y="420849"/>
                    <a:pt x="1726043" y="420444"/>
                  </a:cubicBezTo>
                  <a:cubicBezTo>
                    <a:pt x="1732237" y="416019"/>
                    <a:pt x="1739590" y="413506"/>
                    <a:pt x="1747196" y="413202"/>
                  </a:cubicBezTo>
                  <a:cubicBezTo>
                    <a:pt x="1749036" y="413137"/>
                    <a:pt x="1750884" y="413260"/>
                    <a:pt x="1752702" y="413564"/>
                  </a:cubicBezTo>
                  <a:lnTo>
                    <a:pt x="1753137" y="413564"/>
                  </a:lnTo>
                  <a:lnTo>
                    <a:pt x="1759946" y="410595"/>
                  </a:lnTo>
                  <a:cubicBezTo>
                    <a:pt x="1765619" y="407083"/>
                    <a:pt x="1772284" y="405504"/>
                    <a:pt x="1778927" y="406105"/>
                  </a:cubicBezTo>
                  <a:cubicBezTo>
                    <a:pt x="1785374" y="390028"/>
                    <a:pt x="1727202" y="413998"/>
                    <a:pt x="1727202" y="404656"/>
                  </a:cubicBezTo>
                  <a:cubicBezTo>
                    <a:pt x="1727202" y="395315"/>
                    <a:pt x="1764655" y="385828"/>
                    <a:pt x="1781897" y="384959"/>
                  </a:cubicBezTo>
                  <a:cubicBezTo>
                    <a:pt x="1799138" y="384090"/>
                    <a:pt x="1791894" y="358599"/>
                    <a:pt x="1799138" y="369679"/>
                  </a:cubicBezTo>
                  <a:cubicBezTo>
                    <a:pt x="1804202" y="377789"/>
                    <a:pt x="1814880" y="380259"/>
                    <a:pt x="1822994" y="375197"/>
                  </a:cubicBezTo>
                  <a:cubicBezTo>
                    <a:pt x="1823335" y="374987"/>
                    <a:pt x="1823661" y="374762"/>
                    <a:pt x="1823987" y="374531"/>
                  </a:cubicBezTo>
                  <a:cubicBezTo>
                    <a:pt x="1823987" y="373010"/>
                    <a:pt x="1823552" y="371489"/>
                    <a:pt x="1823407" y="370041"/>
                  </a:cubicBezTo>
                  <a:cubicBezTo>
                    <a:pt x="1819792" y="364218"/>
                    <a:pt x="1817909" y="357483"/>
                    <a:pt x="1817974" y="350633"/>
                  </a:cubicBezTo>
                  <a:cubicBezTo>
                    <a:pt x="1818140" y="347866"/>
                    <a:pt x="1818459" y="345107"/>
                    <a:pt x="1818916" y="342377"/>
                  </a:cubicBezTo>
                  <a:lnTo>
                    <a:pt x="1818916" y="342377"/>
                  </a:lnTo>
                  <a:cubicBezTo>
                    <a:pt x="1811092" y="339915"/>
                    <a:pt x="1818191" y="335135"/>
                    <a:pt x="1821958" y="329704"/>
                  </a:cubicBezTo>
                  <a:cubicBezTo>
                    <a:pt x="1822465" y="328067"/>
                    <a:pt x="1823096" y="326467"/>
                    <a:pt x="1823842" y="324924"/>
                  </a:cubicBezTo>
                  <a:cubicBezTo>
                    <a:pt x="1823914" y="324149"/>
                    <a:pt x="1823762" y="323367"/>
                    <a:pt x="1823407" y="322679"/>
                  </a:cubicBezTo>
                  <a:lnTo>
                    <a:pt x="1823407" y="321955"/>
                  </a:lnTo>
                  <a:cubicBezTo>
                    <a:pt x="1820299" y="316183"/>
                    <a:pt x="1818604" y="309753"/>
                    <a:pt x="1818481" y="303199"/>
                  </a:cubicBezTo>
                  <a:cubicBezTo>
                    <a:pt x="1818568" y="293292"/>
                    <a:pt x="1822429" y="283783"/>
                    <a:pt x="1829275" y="276621"/>
                  </a:cubicBezTo>
                  <a:cubicBezTo>
                    <a:pt x="1835817" y="270009"/>
                    <a:pt x="1844437" y="265867"/>
                    <a:pt x="1853688" y="264889"/>
                  </a:cubicBezTo>
                  <a:cubicBezTo>
                    <a:pt x="1859354" y="256764"/>
                    <a:pt x="1868366" y="251601"/>
                    <a:pt x="1878247" y="250840"/>
                  </a:cubicBezTo>
                  <a:cubicBezTo>
                    <a:pt x="1879457" y="250471"/>
                    <a:pt x="1880695" y="250181"/>
                    <a:pt x="1881941" y="249971"/>
                  </a:cubicBezTo>
                  <a:cubicBezTo>
                    <a:pt x="1884057" y="245938"/>
                    <a:pt x="1886607" y="242150"/>
                    <a:pt x="1889548" y="238674"/>
                  </a:cubicBezTo>
                  <a:cubicBezTo>
                    <a:pt x="1900052" y="226653"/>
                    <a:pt x="1915048" y="257503"/>
                    <a:pt x="1931493" y="240340"/>
                  </a:cubicBezTo>
                  <a:cubicBezTo>
                    <a:pt x="1939288" y="232424"/>
                    <a:pt x="1947720" y="225154"/>
                    <a:pt x="1956703" y="218614"/>
                  </a:cubicBezTo>
                  <a:cubicBezTo>
                    <a:pt x="1917801" y="160607"/>
                    <a:pt x="1928668" y="121719"/>
                    <a:pt x="1927726" y="1112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A887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6" name="Freeform 213">
              <a:extLst>
                <a:ext uri="{FF2B5EF4-FFF2-40B4-BE49-F238E27FC236}">
                  <a16:creationId xmlns:a16="http://schemas.microsoft.com/office/drawing/2014/main" id="{87ECF4AB-FBC8-AA18-6942-BD37CDB8A486}"/>
                </a:ext>
              </a:extLst>
            </p:cNvPr>
            <p:cNvSpPr/>
            <p:nvPr/>
          </p:nvSpPr>
          <p:spPr>
            <a:xfrm>
              <a:off x="14931" y="1065643"/>
              <a:ext cx="1296760" cy="1001476"/>
            </a:xfrm>
            <a:custGeom>
              <a:avLst/>
              <a:gdLst>
                <a:gd name="connsiteX0" fmla="*/ 1284501 w 1296766"/>
                <a:gd name="connsiteY0" fmla="*/ 947230 h 1001470"/>
                <a:gd name="connsiteX1" fmla="*/ 1252554 w 1296766"/>
                <a:gd name="connsiteY1" fmla="*/ 906096 h 1001470"/>
                <a:gd name="connsiteX2" fmla="*/ 1193005 w 1296766"/>
                <a:gd name="connsiteY2" fmla="*/ 824988 h 1001470"/>
                <a:gd name="connsiteX3" fmla="*/ 1120054 w 1296766"/>
                <a:gd name="connsiteY3" fmla="*/ 730192 h 1001470"/>
                <a:gd name="connsiteX4" fmla="*/ 1074125 w 1296766"/>
                <a:gd name="connsiteY4" fmla="*/ 727875 h 1001470"/>
                <a:gd name="connsiteX5" fmla="*/ 1043191 w 1296766"/>
                <a:gd name="connsiteY5" fmla="*/ 755249 h 1001470"/>
                <a:gd name="connsiteX6" fmla="*/ 1017257 w 1296766"/>
                <a:gd name="connsiteY6" fmla="*/ 735841 h 1001470"/>
                <a:gd name="connsiteX7" fmla="*/ 982918 w 1296766"/>
                <a:gd name="connsiteY7" fmla="*/ 696808 h 1001470"/>
                <a:gd name="connsiteX8" fmla="*/ 959954 w 1296766"/>
                <a:gd name="connsiteY8" fmla="*/ 677400 h 1001470"/>
                <a:gd name="connsiteX9" fmla="*/ 928948 w 1296766"/>
                <a:gd name="connsiteY9" fmla="*/ 684207 h 1001470"/>
                <a:gd name="connsiteX10" fmla="*/ 910982 w 1296766"/>
                <a:gd name="connsiteY10" fmla="*/ 680007 h 1001470"/>
                <a:gd name="connsiteX11" fmla="*/ 910982 w 1296766"/>
                <a:gd name="connsiteY11" fmla="*/ 88061 h 1001470"/>
                <a:gd name="connsiteX12" fmla="*/ 895551 w 1296766"/>
                <a:gd name="connsiteY12" fmla="*/ 84367 h 1001470"/>
                <a:gd name="connsiteX13" fmla="*/ 828396 w 1296766"/>
                <a:gd name="connsiteY13" fmla="*/ 61555 h 1001470"/>
                <a:gd name="connsiteX14" fmla="*/ 805866 w 1296766"/>
                <a:gd name="connsiteY14" fmla="*/ 84222 h 1001470"/>
                <a:gd name="connsiteX15" fmla="*/ 738131 w 1296766"/>
                <a:gd name="connsiteY15" fmla="*/ 71404 h 1001470"/>
                <a:gd name="connsiteX16" fmla="*/ 697852 w 1296766"/>
                <a:gd name="connsiteY16" fmla="*/ 106744 h 1001470"/>
                <a:gd name="connsiteX17" fmla="*/ 654386 w 1296766"/>
                <a:gd name="connsiteY17" fmla="*/ 84367 h 1001470"/>
                <a:gd name="connsiteX18" fmla="*/ 632291 w 1296766"/>
                <a:gd name="connsiteY18" fmla="*/ 69232 h 1001470"/>
                <a:gd name="connsiteX19" fmla="*/ 626495 w 1296766"/>
                <a:gd name="connsiteY19" fmla="*/ 63149 h 1001470"/>
                <a:gd name="connsiteX20" fmla="*/ 577596 w 1296766"/>
                <a:gd name="connsiteY20" fmla="*/ 59166 h 1001470"/>
                <a:gd name="connsiteX21" fmla="*/ 553327 w 1296766"/>
                <a:gd name="connsiteY21" fmla="*/ 37440 h 1001470"/>
                <a:gd name="connsiteX22" fmla="*/ 549488 w 1296766"/>
                <a:gd name="connsiteY22" fmla="*/ 38744 h 1001470"/>
                <a:gd name="connsiteX23" fmla="*/ 527755 w 1296766"/>
                <a:gd name="connsiteY23" fmla="*/ 27664 h 1001470"/>
                <a:gd name="connsiteX24" fmla="*/ 517250 w 1296766"/>
                <a:gd name="connsiteY24" fmla="*/ 7966 h 1001470"/>
                <a:gd name="connsiteX25" fmla="*/ 458861 w 1296766"/>
                <a:gd name="connsiteY25" fmla="*/ 8763 h 1001470"/>
                <a:gd name="connsiteX26" fmla="*/ 442996 w 1296766"/>
                <a:gd name="connsiteY26" fmla="*/ 0 h 1001470"/>
                <a:gd name="connsiteX27" fmla="*/ 418799 w 1296766"/>
                <a:gd name="connsiteY27" fmla="*/ 5069 h 1001470"/>
                <a:gd name="connsiteX28" fmla="*/ 410179 w 1296766"/>
                <a:gd name="connsiteY28" fmla="*/ 7604 h 1001470"/>
                <a:gd name="connsiteX29" fmla="*/ 345414 w 1296766"/>
                <a:gd name="connsiteY29" fmla="*/ 34181 h 1001470"/>
                <a:gd name="connsiteX30" fmla="*/ 307598 w 1296766"/>
                <a:gd name="connsiteY30" fmla="*/ 64162 h 1001470"/>
                <a:gd name="connsiteX31" fmla="*/ 275651 w 1296766"/>
                <a:gd name="connsiteY31" fmla="*/ 66697 h 1001470"/>
                <a:gd name="connsiteX32" fmla="*/ 272536 w 1296766"/>
                <a:gd name="connsiteY32" fmla="*/ 68001 h 1001470"/>
                <a:gd name="connsiteX33" fmla="*/ 147425 w 1296766"/>
                <a:gd name="connsiteY33" fmla="*/ 124052 h 1001470"/>
                <a:gd name="connsiteX34" fmla="*/ 145035 w 1296766"/>
                <a:gd name="connsiteY34" fmla="*/ 127239 h 1001470"/>
                <a:gd name="connsiteX35" fmla="*/ 130111 w 1296766"/>
                <a:gd name="connsiteY35" fmla="*/ 138463 h 1001470"/>
                <a:gd name="connsiteX36" fmla="*/ 109610 w 1296766"/>
                <a:gd name="connsiteY36" fmla="*/ 155120 h 1001470"/>
                <a:gd name="connsiteX37" fmla="*/ 101351 w 1296766"/>
                <a:gd name="connsiteY37" fmla="*/ 161710 h 1001470"/>
                <a:gd name="connsiteX38" fmla="*/ 70780 w 1296766"/>
                <a:gd name="connsiteY38" fmla="*/ 166562 h 1001470"/>
                <a:gd name="connsiteX39" fmla="*/ 57161 w 1296766"/>
                <a:gd name="connsiteY39" fmla="*/ 173007 h 1001470"/>
                <a:gd name="connsiteX40" fmla="*/ 49264 w 1296766"/>
                <a:gd name="connsiteY40" fmla="*/ 176266 h 1001470"/>
                <a:gd name="connsiteX41" fmla="*/ 82226 w 1296766"/>
                <a:gd name="connsiteY41" fmla="*/ 196471 h 1001470"/>
                <a:gd name="connsiteX42" fmla="*/ 106060 w 1296766"/>
                <a:gd name="connsiteY42" fmla="*/ 194443 h 1001470"/>
                <a:gd name="connsiteX43" fmla="*/ 145687 w 1296766"/>
                <a:gd name="connsiteY43" fmla="*/ 218413 h 1001470"/>
                <a:gd name="connsiteX44" fmla="*/ 165536 w 1296766"/>
                <a:gd name="connsiteY44" fmla="*/ 240718 h 1001470"/>
                <a:gd name="connsiteX45" fmla="*/ 199078 w 1296766"/>
                <a:gd name="connsiteY45" fmla="*/ 266789 h 1001470"/>
                <a:gd name="connsiteX46" fmla="*/ 200454 w 1296766"/>
                <a:gd name="connsiteY46" fmla="*/ 266789 h 1001470"/>
                <a:gd name="connsiteX47" fmla="*/ 211683 w 1296766"/>
                <a:gd name="connsiteY47" fmla="*/ 300173 h 1001470"/>
                <a:gd name="connsiteX48" fmla="*/ 247905 w 1296766"/>
                <a:gd name="connsiteY48" fmla="*/ 308719 h 1001470"/>
                <a:gd name="connsiteX49" fmla="*/ 207481 w 1296766"/>
                <a:gd name="connsiteY49" fmla="*/ 321609 h 1001470"/>
                <a:gd name="connsiteX50" fmla="*/ 179011 w 1296766"/>
                <a:gd name="connsiteY50" fmla="*/ 331023 h 1001470"/>
                <a:gd name="connsiteX51" fmla="*/ 135545 w 1296766"/>
                <a:gd name="connsiteY51" fmla="*/ 329285 h 1001470"/>
                <a:gd name="connsiteX52" fmla="*/ 135545 w 1296766"/>
                <a:gd name="connsiteY52" fmla="*/ 304591 h 1001470"/>
                <a:gd name="connsiteX53" fmla="*/ 115478 w 1296766"/>
                <a:gd name="connsiteY53" fmla="*/ 294959 h 1001470"/>
                <a:gd name="connsiteX54" fmla="*/ 93745 w 1296766"/>
                <a:gd name="connsiteY54" fmla="*/ 304446 h 1001470"/>
                <a:gd name="connsiteX55" fmla="*/ 75054 w 1296766"/>
                <a:gd name="connsiteY55" fmla="*/ 327547 h 1001470"/>
                <a:gd name="connsiteX56" fmla="*/ 46077 w 1296766"/>
                <a:gd name="connsiteY56" fmla="*/ 331023 h 1001470"/>
                <a:gd name="connsiteX57" fmla="*/ 365 w 1296766"/>
                <a:gd name="connsiteY57" fmla="*/ 361005 h 1001470"/>
                <a:gd name="connsiteX58" fmla="*/ 49047 w 1296766"/>
                <a:gd name="connsiteY58" fmla="*/ 383309 h 1001470"/>
                <a:gd name="connsiteX59" fmla="*/ 43034 w 1296766"/>
                <a:gd name="connsiteY59" fmla="*/ 402138 h 1001470"/>
                <a:gd name="connsiteX60" fmla="*/ 68534 w 1296766"/>
                <a:gd name="connsiteY60" fmla="*/ 430381 h 1001470"/>
                <a:gd name="connsiteX61" fmla="*/ 82299 w 1296766"/>
                <a:gd name="connsiteY61" fmla="*/ 434654 h 1001470"/>
                <a:gd name="connsiteX62" fmla="*/ 88239 w 1296766"/>
                <a:gd name="connsiteY62" fmla="*/ 433495 h 1001470"/>
                <a:gd name="connsiteX63" fmla="*/ 106712 w 1296766"/>
                <a:gd name="connsiteY63" fmla="*/ 428209 h 1001470"/>
                <a:gd name="connsiteX64" fmla="*/ 119028 w 1296766"/>
                <a:gd name="connsiteY64" fmla="*/ 428209 h 1001470"/>
                <a:gd name="connsiteX65" fmla="*/ 133009 w 1296766"/>
                <a:gd name="connsiteY65" fmla="*/ 431105 h 1001470"/>
                <a:gd name="connsiteX66" fmla="*/ 140254 w 1296766"/>
                <a:gd name="connsiteY66" fmla="*/ 430381 h 1001470"/>
                <a:gd name="connsiteX67" fmla="*/ 154090 w 1296766"/>
                <a:gd name="connsiteY67" fmla="*/ 435523 h 1001470"/>
                <a:gd name="connsiteX68" fmla="*/ 161335 w 1296766"/>
                <a:gd name="connsiteY68" fmla="*/ 438420 h 1001470"/>
                <a:gd name="connsiteX69" fmla="*/ 171042 w 1296766"/>
                <a:gd name="connsiteY69" fmla="*/ 434654 h 1001470"/>
                <a:gd name="connsiteX70" fmla="*/ 230953 w 1296766"/>
                <a:gd name="connsiteY70" fmla="*/ 410683 h 1001470"/>
                <a:gd name="connsiteX71" fmla="*/ 221246 w 1296766"/>
                <a:gd name="connsiteY71" fmla="*/ 437261 h 1001470"/>
                <a:gd name="connsiteX72" fmla="*/ 225013 w 1296766"/>
                <a:gd name="connsiteY72" fmla="*/ 488678 h 1001470"/>
                <a:gd name="connsiteX73" fmla="*/ 183792 w 1296766"/>
                <a:gd name="connsiteY73" fmla="*/ 492082 h 1001470"/>
                <a:gd name="connsiteX74" fmla="*/ 180315 w 1296766"/>
                <a:gd name="connsiteY74" fmla="*/ 493313 h 1001470"/>
                <a:gd name="connsiteX75" fmla="*/ 176765 w 1296766"/>
                <a:gd name="connsiteY75" fmla="*/ 502872 h 1001470"/>
                <a:gd name="connsiteX76" fmla="*/ 165826 w 1296766"/>
                <a:gd name="connsiteY76" fmla="*/ 523800 h 1001470"/>
                <a:gd name="connsiteX77" fmla="*/ 144093 w 1296766"/>
                <a:gd name="connsiteY77" fmla="*/ 520687 h 1001470"/>
                <a:gd name="connsiteX78" fmla="*/ 120839 w 1296766"/>
                <a:gd name="connsiteY78" fmla="*/ 511417 h 1001470"/>
                <a:gd name="connsiteX79" fmla="*/ 115912 w 1296766"/>
                <a:gd name="connsiteY79" fmla="*/ 511924 h 1001470"/>
                <a:gd name="connsiteX80" fmla="*/ 113377 w 1296766"/>
                <a:gd name="connsiteY80" fmla="*/ 513807 h 1001470"/>
                <a:gd name="connsiteX81" fmla="*/ 120621 w 1296766"/>
                <a:gd name="connsiteY81" fmla="*/ 535532 h 1001470"/>
                <a:gd name="connsiteX82" fmla="*/ 120621 w 1296766"/>
                <a:gd name="connsiteY82" fmla="*/ 540529 h 1001470"/>
                <a:gd name="connsiteX83" fmla="*/ 109827 w 1296766"/>
                <a:gd name="connsiteY83" fmla="*/ 567107 h 1001470"/>
                <a:gd name="connsiteX84" fmla="*/ 90557 w 1296766"/>
                <a:gd name="connsiteY84" fmla="*/ 577245 h 1001470"/>
                <a:gd name="connsiteX85" fmla="*/ 89833 w 1296766"/>
                <a:gd name="connsiteY85" fmla="*/ 593032 h 1001470"/>
                <a:gd name="connsiteX86" fmla="*/ 72881 w 1296766"/>
                <a:gd name="connsiteY86" fmla="*/ 615482 h 1001470"/>
                <a:gd name="connsiteX87" fmla="*/ 64405 w 1296766"/>
                <a:gd name="connsiteY87" fmla="*/ 620407 h 1001470"/>
                <a:gd name="connsiteX88" fmla="*/ 89326 w 1296766"/>
                <a:gd name="connsiteY88" fmla="*/ 634890 h 1001470"/>
                <a:gd name="connsiteX89" fmla="*/ 87877 w 1296766"/>
                <a:gd name="connsiteY89" fmla="*/ 671751 h 1001470"/>
                <a:gd name="connsiteX90" fmla="*/ 115695 w 1296766"/>
                <a:gd name="connsiteY90" fmla="*/ 698546 h 1001470"/>
                <a:gd name="connsiteX91" fmla="*/ 130184 w 1296766"/>
                <a:gd name="connsiteY91" fmla="*/ 695576 h 1001470"/>
                <a:gd name="connsiteX92" fmla="*/ 160393 w 1296766"/>
                <a:gd name="connsiteY92" fmla="*/ 712377 h 1001470"/>
                <a:gd name="connsiteX93" fmla="*/ 169303 w 1296766"/>
                <a:gd name="connsiteY93" fmla="*/ 710277 h 1001470"/>
                <a:gd name="connsiteX94" fmla="*/ 186473 w 1296766"/>
                <a:gd name="connsiteY94" fmla="*/ 694056 h 1001470"/>
                <a:gd name="connsiteX95" fmla="*/ 200020 w 1296766"/>
                <a:gd name="connsiteY95" fmla="*/ 737507 h 1001470"/>
                <a:gd name="connsiteX96" fmla="*/ 197122 w 1296766"/>
                <a:gd name="connsiteY96" fmla="*/ 773716 h 1001470"/>
                <a:gd name="connsiteX97" fmla="*/ 203859 w 1296766"/>
                <a:gd name="connsiteY97" fmla="*/ 772774 h 1001470"/>
                <a:gd name="connsiteX98" fmla="*/ 208351 w 1296766"/>
                <a:gd name="connsiteY98" fmla="*/ 772774 h 1001470"/>
                <a:gd name="connsiteX99" fmla="*/ 212263 w 1296766"/>
                <a:gd name="connsiteY99" fmla="*/ 770240 h 1001470"/>
                <a:gd name="connsiteX100" fmla="*/ 224288 w 1296766"/>
                <a:gd name="connsiteY100" fmla="*/ 765243 h 1001470"/>
                <a:gd name="connsiteX101" fmla="*/ 231533 w 1296766"/>
                <a:gd name="connsiteY101" fmla="*/ 761042 h 1001470"/>
                <a:gd name="connsiteX102" fmla="*/ 277679 w 1296766"/>
                <a:gd name="connsiteY102" fmla="*/ 756697 h 1001470"/>
                <a:gd name="connsiteX103" fmla="*/ 279490 w 1296766"/>
                <a:gd name="connsiteY103" fmla="*/ 756191 h 1001470"/>
                <a:gd name="connsiteX104" fmla="*/ 309192 w 1296766"/>
                <a:gd name="connsiteY104" fmla="*/ 740041 h 1001470"/>
                <a:gd name="connsiteX105" fmla="*/ 335199 w 1296766"/>
                <a:gd name="connsiteY105" fmla="*/ 751049 h 1001470"/>
                <a:gd name="connsiteX106" fmla="*/ 345269 w 1296766"/>
                <a:gd name="connsiteY106" fmla="*/ 770095 h 1001470"/>
                <a:gd name="connsiteX107" fmla="*/ 351717 w 1296766"/>
                <a:gd name="connsiteY107" fmla="*/ 767126 h 1001470"/>
                <a:gd name="connsiteX108" fmla="*/ 352513 w 1296766"/>
                <a:gd name="connsiteY108" fmla="*/ 785085 h 1001470"/>
                <a:gd name="connsiteX109" fmla="*/ 340488 w 1296766"/>
                <a:gd name="connsiteY109" fmla="*/ 846786 h 1001470"/>
                <a:gd name="connsiteX110" fmla="*/ 299340 w 1296766"/>
                <a:gd name="connsiteY110" fmla="*/ 887919 h 1001470"/>
                <a:gd name="connsiteX111" fmla="*/ 242399 w 1296766"/>
                <a:gd name="connsiteY111" fmla="*/ 939336 h 1001470"/>
                <a:gd name="connsiteX112" fmla="*/ 189950 w 1296766"/>
                <a:gd name="connsiteY112" fmla="*/ 945347 h 1001470"/>
                <a:gd name="connsiteX113" fmla="*/ 165247 w 1296766"/>
                <a:gd name="connsiteY113" fmla="*/ 987349 h 1001470"/>
                <a:gd name="connsiteX114" fmla="*/ 205670 w 1296766"/>
                <a:gd name="connsiteY114" fmla="*/ 962510 h 1001470"/>
                <a:gd name="connsiteX115" fmla="*/ 217696 w 1296766"/>
                <a:gd name="connsiteY115" fmla="*/ 961641 h 1001470"/>
                <a:gd name="connsiteX116" fmla="*/ 245369 w 1296766"/>
                <a:gd name="connsiteY116" fmla="*/ 951357 h 1001470"/>
                <a:gd name="connsiteX117" fmla="*/ 270145 w 1296766"/>
                <a:gd name="connsiteY117" fmla="*/ 947881 h 1001470"/>
                <a:gd name="connsiteX118" fmla="*/ 300064 w 1296766"/>
                <a:gd name="connsiteY118" fmla="*/ 934194 h 1001470"/>
                <a:gd name="connsiteX119" fmla="*/ 320276 w 1296766"/>
                <a:gd name="connsiteY119" fmla="*/ 911093 h 1001470"/>
                <a:gd name="connsiteX120" fmla="*/ 381708 w 1296766"/>
                <a:gd name="connsiteY120" fmla="*/ 870828 h 1001470"/>
                <a:gd name="connsiteX121" fmla="*/ 395183 w 1296766"/>
                <a:gd name="connsiteY121" fmla="*/ 850189 h 1001470"/>
                <a:gd name="connsiteX122" fmla="*/ 432636 w 1296766"/>
                <a:gd name="connsiteY122" fmla="*/ 823684 h 1001470"/>
                <a:gd name="connsiteX123" fmla="*/ 458136 w 1296766"/>
                <a:gd name="connsiteY123" fmla="*/ 812532 h 1001470"/>
                <a:gd name="connsiteX124" fmla="*/ 470090 w 1296766"/>
                <a:gd name="connsiteY124" fmla="*/ 784216 h 1001470"/>
                <a:gd name="connsiteX125" fmla="*/ 487331 w 1296766"/>
                <a:gd name="connsiteY125" fmla="*/ 764519 h 1001470"/>
                <a:gd name="connsiteX126" fmla="*/ 460382 w 1296766"/>
                <a:gd name="connsiteY126" fmla="*/ 749094 h 1001470"/>
                <a:gd name="connsiteX127" fmla="*/ 488056 w 1296766"/>
                <a:gd name="connsiteY127" fmla="*/ 721719 h 1001470"/>
                <a:gd name="connsiteX128" fmla="*/ 510513 w 1296766"/>
                <a:gd name="connsiteY128" fmla="*/ 698546 h 1001470"/>
                <a:gd name="connsiteX129" fmla="*/ 533043 w 1296766"/>
                <a:gd name="connsiteY129" fmla="*/ 670303 h 1001470"/>
                <a:gd name="connsiteX130" fmla="*/ 550212 w 1296766"/>
                <a:gd name="connsiteY130" fmla="*/ 647201 h 1001470"/>
                <a:gd name="connsiteX131" fmla="*/ 579190 w 1296766"/>
                <a:gd name="connsiteY131" fmla="*/ 624027 h 1001470"/>
                <a:gd name="connsiteX132" fmla="*/ 599401 w 1296766"/>
                <a:gd name="connsiteY132" fmla="*/ 633442 h 1001470"/>
                <a:gd name="connsiteX133" fmla="*/ 600126 w 1296766"/>
                <a:gd name="connsiteY133" fmla="*/ 647925 h 1001470"/>
                <a:gd name="connsiteX134" fmla="*/ 564918 w 1296766"/>
                <a:gd name="connsiteY134" fmla="*/ 655674 h 1001470"/>
                <a:gd name="connsiteX135" fmla="*/ 551444 w 1296766"/>
                <a:gd name="connsiteY135" fmla="*/ 690797 h 1001470"/>
                <a:gd name="connsiteX136" fmla="*/ 553690 w 1296766"/>
                <a:gd name="connsiteY136" fmla="*/ 719040 h 1001470"/>
                <a:gd name="connsiteX137" fmla="*/ 541736 w 1296766"/>
                <a:gd name="connsiteY137" fmla="*/ 736203 h 1001470"/>
                <a:gd name="connsiteX138" fmla="*/ 555211 w 1296766"/>
                <a:gd name="connsiteY138" fmla="*/ 749021 h 1001470"/>
                <a:gd name="connsiteX139" fmla="*/ 621859 w 1296766"/>
                <a:gd name="connsiteY139" fmla="*/ 707019 h 1001470"/>
                <a:gd name="connsiteX140" fmla="*/ 670541 w 1296766"/>
                <a:gd name="connsiteY140" fmla="*/ 704484 h 1001470"/>
                <a:gd name="connsiteX141" fmla="*/ 671338 w 1296766"/>
                <a:gd name="connsiteY141" fmla="*/ 684786 h 1001470"/>
                <a:gd name="connsiteX142" fmla="*/ 656342 w 1296766"/>
                <a:gd name="connsiteY142" fmla="*/ 661685 h 1001470"/>
                <a:gd name="connsiteX143" fmla="*/ 667571 w 1296766"/>
                <a:gd name="connsiteY143" fmla="*/ 642784 h 1001470"/>
                <a:gd name="connsiteX144" fmla="*/ 686261 w 1296766"/>
                <a:gd name="connsiteY144" fmla="*/ 641118 h 1001470"/>
                <a:gd name="connsiteX145" fmla="*/ 710965 w 1296766"/>
                <a:gd name="connsiteY145" fmla="*/ 651401 h 1001470"/>
                <a:gd name="connsiteX146" fmla="*/ 737189 w 1296766"/>
                <a:gd name="connsiteY146" fmla="*/ 658209 h 1001470"/>
                <a:gd name="connsiteX147" fmla="*/ 722194 w 1296766"/>
                <a:gd name="connsiteY147" fmla="*/ 671099 h 1001470"/>
                <a:gd name="connsiteX148" fmla="*/ 725961 w 1296766"/>
                <a:gd name="connsiteY148" fmla="*/ 684786 h 1001470"/>
                <a:gd name="connsiteX149" fmla="*/ 752982 w 1296766"/>
                <a:gd name="connsiteY149" fmla="*/ 678776 h 1001470"/>
                <a:gd name="connsiteX150" fmla="*/ 773194 w 1296766"/>
                <a:gd name="connsiteY150" fmla="*/ 675372 h 1001470"/>
                <a:gd name="connsiteX151" fmla="*/ 780438 w 1296766"/>
                <a:gd name="connsiteY151" fmla="*/ 682614 h 1001470"/>
                <a:gd name="connsiteX152" fmla="*/ 788479 w 1296766"/>
                <a:gd name="connsiteY152" fmla="*/ 670303 h 1001470"/>
                <a:gd name="connsiteX153" fmla="*/ 814487 w 1296766"/>
                <a:gd name="connsiteY153" fmla="*/ 659295 h 1001470"/>
                <a:gd name="connsiteX154" fmla="*/ 840566 w 1296766"/>
                <a:gd name="connsiteY154" fmla="*/ 670303 h 1001470"/>
                <a:gd name="connsiteX155" fmla="*/ 855055 w 1296766"/>
                <a:gd name="connsiteY155" fmla="*/ 689856 h 1001470"/>
                <a:gd name="connsiteX156" fmla="*/ 856142 w 1296766"/>
                <a:gd name="connsiteY156" fmla="*/ 691159 h 1001470"/>
                <a:gd name="connsiteX157" fmla="*/ 875195 w 1296766"/>
                <a:gd name="connsiteY157" fmla="*/ 685583 h 1001470"/>
                <a:gd name="connsiteX158" fmla="*/ 887945 w 1296766"/>
                <a:gd name="connsiteY158" fmla="*/ 687683 h 1001470"/>
                <a:gd name="connsiteX159" fmla="*/ 902433 w 1296766"/>
                <a:gd name="connsiteY159" fmla="*/ 695576 h 1001470"/>
                <a:gd name="connsiteX160" fmla="*/ 914749 w 1296766"/>
                <a:gd name="connsiteY160" fmla="*/ 709119 h 1001470"/>
                <a:gd name="connsiteX161" fmla="*/ 921993 w 1296766"/>
                <a:gd name="connsiteY161" fmla="*/ 716867 h 1001470"/>
                <a:gd name="connsiteX162" fmla="*/ 922428 w 1296766"/>
                <a:gd name="connsiteY162" fmla="*/ 717374 h 1001470"/>
                <a:gd name="connsiteX163" fmla="*/ 963141 w 1296766"/>
                <a:gd name="connsiteY163" fmla="*/ 701949 h 1001470"/>
                <a:gd name="connsiteX164" fmla="*/ 956404 w 1296766"/>
                <a:gd name="connsiteY164" fmla="*/ 725920 h 1001470"/>
                <a:gd name="connsiteX165" fmla="*/ 969878 w 1296766"/>
                <a:gd name="connsiteY165" fmla="*/ 738376 h 1001470"/>
                <a:gd name="connsiteX166" fmla="*/ 985888 w 1296766"/>
                <a:gd name="connsiteY166" fmla="*/ 743228 h 1001470"/>
                <a:gd name="connsiteX167" fmla="*/ 1000377 w 1296766"/>
                <a:gd name="connsiteY167" fmla="*/ 752570 h 1001470"/>
                <a:gd name="connsiteX168" fmla="*/ 1007259 w 1296766"/>
                <a:gd name="connsiteY168" fmla="*/ 757204 h 1001470"/>
                <a:gd name="connsiteX169" fmla="*/ 1033629 w 1296766"/>
                <a:gd name="connsiteY169" fmla="*/ 769226 h 1001470"/>
                <a:gd name="connsiteX170" fmla="*/ 1049059 w 1296766"/>
                <a:gd name="connsiteY170" fmla="*/ 788344 h 1001470"/>
                <a:gd name="connsiteX171" fmla="*/ 1055869 w 1296766"/>
                <a:gd name="connsiteY171" fmla="*/ 801017 h 1001470"/>
                <a:gd name="connsiteX172" fmla="*/ 1073328 w 1296766"/>
                <a:gd name="connsiteY172" fmla="*/ 781247 h 1001470"/>
                <a:gd name="connsiteX173" fmla="*/ 1100277 w 1296766"/>
                <a:gd name="connsiteY173" fmla="*/ 797541 h 1001470"/>
                <a:gd name="connsiteX174" fmla="*/ 1103320 w 1296766"/>
                <a:gd name="connsiteY174" fmla="*/ 764953 h 1001470"/>
                <a:gd name="connsiteX175" fmla="*/ 1116794 w 1296766"/>
                <a:gd name="connsiteY175" fmla="*/ 768429 h 1001470"/>
                <a:gd name="connsiteX176" fmla="*/ 1119040 w 1296766"/>
                <a:gd name="connsiteY176" fmla="*/ 819122 h 1001470"/>
                <a:gd name="connsiteX177" fmla="*/ 1094264 w 1296766"/>
                <a:gd name="connsiteY177" fmla="*/ 813111 h 1001470"/>
                <a:gd name="connsiteX178" fmla="*/ 1071082 w 1296766"/>
                <a:gd name="connsiteY178" fmla="*/ 819991 h 1001470"/>
                <a:gd name="connsiteX179" fmla="*/ 1098828 w 1296766"/>
                <a:gd name="connsiteY179" fmla="*/ 857721 h 1001470"/>
                <a:gd name="connsiteX180" fmla="*/ 1109260 w 1296766"/>
                <a:gd name="connsiteY180" fmla="*/ 884226 h 1001470"/>
                <a:gd name="connsiteX181" fmla="*/ 1125053 w 1296766"/>
                <a:gd name="connsiteY181" fmla="*/ 906531 h 1001470"/>
                <a:gd name="connsiteX182" fmla="*/ 1122010 w 1296766"/>
                <a:gd name="connsiteY182" fmla="*/ 864528 h 1001470"/>
                <a:gd name="connsiteX183" fmla="*/ 1127226 w 1296766"/>
                <a:gd name="connsiteY183" fmla="*/ 838820 h 1001470"/>
                <a:gd name="connsiteX184" fmla="*/ 1131717 w 1296766"/>
                <a:gd name="connsiteY184" fmla="*/ 866266 h 1001470"/>
                <a:gd name="connsiteX185" fmla="*/ 1152002 w 1296766"/>
                <a:gd name="connsiteY185" fmla="*/ 853376 h 1001470"/>
                <a:gd name="connsiteX186" fmla="*/ 1151205 w 1296766"/>
                <a:gd name="connsiteY186" fmla="*/ 816515 h 1001470"/>
                <a:gd name="connsiteX187" fmla="*/ 1171489 w 1296766"/>
                <a:gd name="connsiteY187" fmla="*/ 843092 h 1001470"/>
                <a:gd name="connsiteX188" fmla="*/ 1160188 w 1296766"/>
                <a:gd name="connsiteY188" fmla="*/ 869670 h 1001470"/>
                <a:gd name="connsiteX189" fmla="*/ 1141497 w 1296766"/>
                <a:gd name="connsiteY189" fmla="*/ 879953 h 1001470"/>
                <a:gd name="connsiteX190" fmla="*/ 1145265 w 1296766"/>
                <a:gd name="connsiteY190" fmla="*/ 920218 h 1001470"/>
                <a:gd name="connsiteX191" fmla="*/ 1158739 w 1296766"/>
                <a:gd name="connsiteY191" fmla="*/ 906531 h 1001470"/>
                <a:gd name="connsiteX192" fmla="*/ 1180472 w 1296766"/>
                <a:gd name="connsiteY192" fmla="*/ 901389 h 1001470"/>
                <a:gd name="connsiteX193" fmla="*/ 1208942 w 1296766"/>
                <a:gd name="connsiteY193" fmla="*/ 927097 h 1001470"/>
                <a:gd name="connsiteX194" fmla="*/ 1195396 w 1296766"/>
                <a:gd name="connsiteY194" fmla="*/ 908269 h 1001470"/>
                <a:gd name="connsiteX195" fmla="*/ 1196192 w 1296766"/>
                <a:gd name="connsiteY195" fmla="*/ 886543 h 1001470"/>
                <a:gd name="connsiteX196" fmla="*/ 1222417 w 1296766"/>
                <a:gd name="connsiteY196" fmla="*/ 925070 h 1001470"/>
                <a:gd name="connsiteX197" fmla="*/ 1205175 w 1296766"/>
                <a:gd name="connsiteY197" fmla="*/ 944840 h 1001470"/>
                <a:gd name="connsiteX198" fmla="*/ 1176198 w 1296766"/>
                <a:gd name="connsiteY198" fmla="*/ 928546 h 1001470"/>
                <a:gd name="connsiteX199" fmla="*/ 1180762 w 1296766"/>
                <a:gd name="connsiteY199" fmla="*/ 958527 h 1001470"/>
                <a:gd name="connsiteX200" fmla="*/ 1181486 w 1296766"/>
                <a:gd name="connsiteY200" fmla="*/ 996184 h 1001470"/>
                <a:gd name="connsiteX201" fmla="*/ 1192715 w 1296766"/>
                <a:gd name="connsiteY201" fmla="*/ 983366 h 1001470"/>
                <a:gd name="connsiteX202" fmla="*/ 1211406 w 1296766"/>
                <a:gd name="connsiteY202" fmla="*/ 991043 h 1001470"/>
                <a:gd name="connsiteX203" fmla="*/ 1218650 w 1296766"/>
                <a:gd name="connsiteY203" fmla="*/ 969317 h 1001470"/>
                <a:gd name="connsiteX204" fmla="*/ 1235892 w 1296766"/>
                <a:gd name="connsiteY204" fmla="*/ 976559 h 1001470"/>
                <a:gd name="connsiteX205" fmla="*/ 1251612 w 1296766"/>
                <a:gd name="connsiteY205" fmla="*/ 967145 h 1001470"/>
                <a:gd name="connsiteX206" fmla="*/ 1254582 w 1296766"/>
                <a:gd name="connsiteY206" fmla="*/ 994591 h 1001470"/>
                <a:gd name="connsiteX207" fmla="*/ 1269071 w 1296766"/>
                <a:gd name="connsiteY207" fmla="*/ 997126 h 1001470"/>
                <a:gd name="connsiteX208" fmla="*/ 1269071 w 1296766"/>
                <a:gd name="connsiteY208" fmla="*/ 1001471 h 1001470"/>
                <a:gd name="connsiteX209" fmla="*/ 1292108 w 1296766"/>
                <a:gd name="connsiteY209" fmla="*/ 982859 h 1001470"/>
                <a:gd name="connsiteX210" fmla="*/ 1284501 w 1296766"/>
                <a:gd name="connsiteY210" fmla="*/ 947230 h 100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</a:cxnLst>
              <a:rect l="l" t="t" r="r" b="b"/>
              <a:pathLst>
                <a:path w="1296766" h="1001470">
                  <a:moveTo>
                    <a:pt x="1284501" y="947230"/>
                  </a:moveTo>
                  <a:cubicBezTo>
                    <a:pt x="1289500" y="932384"/>
                    <a:pt x="1290514" y="923259"/>
                    <a:pt x="1252554" y="906096"/>
                  </a:cubicBezTo>
                  <a:cubicBezTo>
                    <a:pt x="1214593" y="888933"/>
                    <a:pt x="1218577" y="877853"/>
                    <a:pt x="1193005" y="824988"/>
                  </a:cubicBezTo>
                  <a:cubicBezTo>
                    <a:pt x="1167432" y="772122"/>
                    <a:pt x="1120054" y="749601"/>
                    <a:pt x="1120054" y="730192"/>
                  </a:cubicBezTo>
                  <a:cubicBezTo>
                    <a:pt x="1120054" y="710784"/>
                    <a:pt x="1074125" y="713029"/>
                    <a:pt x="1074125" y="727875"/>
                  </a:cubicBezTo>
                  <a:cubicBezTo>
                    <a:pt x="1074125" y="742721"/>
                    <a:pt x="1054203" y="747283"/>
                    <a:pt x="1043191" y="755249"/>
                  </a:cubicBezTo>
                  <a:cubicBezTo>
                    <a:pt x="1032180" y="763215"/>
                    <a:pt x="1027181" y="750687"/>
                    <a:pt x="1017257" y="735841"/>
                  </a:cubicBezTo>
                  <a:cubicBezTo>
                    <a:pt x="1007332" y="720995"/>
                    <a:pt x="982918" y="706150"/>
                    <a:pt x="982918" y="696808"/>
                  </a:cubicBezTo>
                  <a:cubicBezTo>
                    <a:pt x="982918" y="687466"/>
                    <a:pt x="976905" y="668275"/>
                    <a:pt x="959954" y="677400"/>
                  </a:cubicBezTo>
                  <a:cubicBezTo>
                    <a:pt x="943002" y="686524"/>
                    <a:pt x="933946" y="677400"/>
                    <a:pt x="928948" y="684207"/>
                  </a:cubicBezTo>
                  <a:cubicBezTo>
                    <a:pt x="923949" y="691014"/>
                    <a:pt x="910982" y="680007"/>
                    <a:pt x="910982" y="680007"/>
                  </a:cubicBezTo>
                  <a:lnTo>
                    <a:pt x="910982" y="88061"/>
                  </a:lnTo>
                  <a:cubicBezTo>
                    <a:pt x="905693" y="87561"/>
                    <a:pt x="900499" y="86315"/>
                    <a:pt x="895551" y="84367"/>
                  </a:cubicBezTo>
                  <a:cubicBezTo>
                    <a:pt x="875412" y="75677"/>
                    <a:pt x="846289" y="60324"/>
                    <a:pt x="828396" y="61555"/>
                  </a:cubicBezTo>
                  <a:cubicBezTo>
                    <a:pt x="824680" y="72114"/>
                    <a:pt x="816406" y="80435"/>
                    <a:pt x="805866" y="84222"/>
                  </a:cubicBezTo>
                  <a:cubicBezTo>
                    <a:pt x="782633" y="92565"/>
                    <a:pt x="756706" y="87662"/>
                    <a:pt x="738131" y="71404"/>
                  </a:cubicBezTo>
                  <a:cubicBezTo>
                    <a:pt x="730394" y="88408"/>
                    <a:pt x="715724" y="101277"/>
                    <a:pt x="697852" y="106744"/>
                  </a:cubicBezTo>
                  <a:cubicBezTo>
                    <a:pt x="679727" y="111886"/>
                    <a:pt x="660725" y="102102"/>
                    <a:pt x="654386" y="84367"/>
                  </a:cubicBezTo>
                  <a:cubicBezTo>
                    <a:pt x="646157" y="80725"/>
                    <a:pt x="638666" y="75590"/>
                    <a:pt x="632291" y="69232"/>
                  </a:cubicBezTo>
                  <a:cubicBezTo>
                    <a:pt x="630625" y="67566"/>
                    <a:pt x="628596" y="65466"/>
                    <a:pt x="626495" y="63149"/>
                  </a:cubicBezTo>
                  <a:cubicBezTo>
                    <a:pt x="610117" y="63105"/>
                    <a:pt x="593766" y="61773"/>
                    <a:pt x="577596" y="59166"/>
                  </a:cubicBezTo>
                  <a:cubicBezTo>
                    <a:pt x="565814" y="57587"/>
                    <a:pt x="556193" y="48969"/>
                    <a:pt x="553327" y="37440"/>
                  </a:cubicBezTo>
                  <a:cubicBezTo>
                    <a:pt x="551806" y="37875"/>
                    <a:pt x="550430" y="38382"/>
                    <a:pt x="549488" y="38744"/>
                  </a:cubicBezTo>
                  <a:cubicBezTo>
                    <a:pt x="538983" y="43089"/>
                    <a:pt x="541229" y="25926"/>
                    <a:pt x="527755" y="27664"/>
                  </a:cubicBezTo>
                  <a:cubicBezTo>
                    <a:pt x="514280" y="29402"/>
                    <a:pt x="524785" y="20784"/>
                    <a:pt x="517250" y="7966"/>
                  </a:cubicBezTo>
                  <a:cubicBezTo>
                    <a:pt x="509716" y="-4852"/>
                    <a:pt x="472335" y="7097"/>
                    <a:pt x="458861" y="8763"/>
                  </a:cubicBezTo>
                  <a:cubicBezTo>
                    <a:pt x="452060" y="10718"/>
                    <a:pt x="444959" y="6800"/>
                    <a:pt x="442996" y="0"/>
                  </a:cubicBezTo>
                  <a:cubicBezTo>
                    <a:pt x="434846" y="1260"/>
                    <a:pt x="426769" y="2947"/>
                    <a:pt x="418799" y="5069"/>
                  </a:cubicBezTo>
                  <a:cubicBezTo>
                    <a:pt x="416177" y="6605"/>
                    <a:pt x="413217" y="7481"/>
                    <a:pt x="410179" y="7604"/>
                  </a:cubicBezTo>
                  <a:cubicBezTo>
                    <a:pt x="387975" y="14882"/>
                    <a:pt x="366329" y="23768"/>
                    <a:pt x="345414" y="34181"/>
                  </a:cubicBezTo>
                  <a:cubicBezTo>
                    <a:pt x="333026" y="44465"/>
                    <a:pt x="320566" y="54603"/>
                    <a:pt x="307598" y="64162"/>
                  </a:cubicBezTo>
                  <a:cubicBezTo>
                    <a:pt x="298251" y="70883"/>
                    <a:pt x="285942" y="71861"/>
                    <a:pt x="275651" y="66697"/>
                  </a:cubicBezTo>
                  <a:lnTo>
                    <a:pt x="272536" y="68001"/>
                  </a:lnTo>
                  <a:cubicBezTo>
                    <a:pt x="230084" y="85236"/>
                    <a:pt x="188356" y="103703"/>
                    <a:pt x="147425" y="124052"/>
                  </a:cubicBezTo>
                  <a:lnTo>
                    <a:pt x="145035" y="127239"/>
                  </a:lnTo>
                  <a:cubicBezTo>
                    <a:pt x="140944" y="132026"/>
                    <a:pt x="135849" y="135864"/>
                    <a:pt x="130111" y="138463"/>
                  </a:cubicBezTo>
                  <a:cubicBezTo>
                    <a:pt x="123374" y="144112"/>
                    <a:pt x="116492" y="149688"/>
                    <a:pt x="109610" y="155120"/>
                  </a:cubicBezTo>
                  <a:cubicBezTo>
                    <a:pt x="107002" y="157292"/>
                    <a:pt x="104321" y="159465"/>
                    <a:pt x="101351" y="161710"/>
                  </a:cubicBezTo>
                  <a:cubicBezTo>
                    <a:pt x="92951" y="169089"/>
                    <a:pt x="81053" y="170979"/>
                    <a:pt x="70780" y="166562"/>
                  </a:cubicBezTo>
                  <a:cubicBezTo>
                    <a:pt x="66216" y="168517"/>
                    <a:pt x="61652" y="170545"/>
                    <a:pt x="57161" y="173007"/>
                  </a:cubicBezTo>
                  <a:cubicBezTo>
                    <a:pt x="54631" y="174325"/>
                    <a:pt x="51988" y="175418"/>
                    <a:pt x="49264" y="176266"/>
                  </a:cubicBezTo>
                  <a:cubicBezTo>
                    <a:pt x="50061" y="183073"/>
                    <a:pt x="61218" y="189518"/>
                    <a:pt x="82226" y="196471"/>
                  </a:cubicBezTo>
                  <a:cubicBezTo>
                    <a:pt x="89744" y="193248"/>
                    <a:pt x="98104" y="192531"/>
                    <a:pt x="106060" y="194443"/>
                  </a:cubicBezTo>
                  <a:cubicBezTo>
                    <a:pt x="121245" y="198585"/>
                    <a:pt x="134970" y="206891"/>
                    <a:pt x="145687" y="218413"/>
                  </a:cubicBezTo>
                  <a:cubicBezTo>
                    <a:pt x="152497" y="225655"/>
                    <a:pt x="158220" y="233911"/>
                    <a:pt x="165536" y="240718"/>
                  </a:cubicBezTo>
                  <a:cubicBezTo>
                    <a:pt x="181471" y="240407"/>
                    <a:pt x="195456" y="251269"/>
                    <a:pt x="199078" y="266789"/>
                  </a:cubicBezTo>
                  <a:lnTo>
                    <a:pt x="200454" y="266789"/>
                  </a:lnTo>
                  <a:cubicBezTo>
                    <a:pt x="215378" y="269323"/>
                    <a:pt x="198933" y="293294"/>
                    <a:pt x="211683" y="300173"/>
                  </a:cubicBezTo>
                  <a:cubicBezTo>
                    <a:pt x="224433" y="307053"/>
                    <a:pt x="243848" y="296697"/>
                    <a:pt x="247905" y="308719"/>
                  </a:cubicBezTo>
                  <a:cubicBezTo>
                    <a:pt x="251962" y="320740"/>
                    <a:pt x="222477" y="308719"/>
                    <a:pt x="207481" y="321609"/>
                  </a:cubicBezTo>
                  <a:cubicBezTo>
                    <a:pt x="192485" y="334500"/>
                    <a:pt x="185024" y="340438"/>
                    <a:pt x="179011" y="331023"/>
                  </a:cubicBezTo>
                  <a:cubicBezTo>
                    <a:pt x="172998" y="321609"/>
                    <a:pt x="148295" y="327547"/>
                    <a:pt x="135545" y="329285"/>
                  </a:cubicBezTo>
                  <a:cubicBezTo>
                    <a:pt x="122795" y="331023"/>
                    <a:pt x="133299" y="313860"/>
                    <a:pt x="135545" y="304591"/>
                  </a:cubicBezTo>
                  <a:cubicBezTo>
                    <a:pt x="128119" y="303215"/>
                    <a:pt x="121193" y="299891"/>
                    <a:pt x="115478" y="294959"/>
                  </a:cubicBezTo>
                  <a:cubicBezTo>
                    <a:pt x="107701" y="296726"/>
                    <a:pt x="100328" y="299949"/>
                    <a:pt x="93745" y="304446"/>
                  </a:cubicBezTo>
                  <a:cubicBezTo>
                    <a:pt x="69041" y="320740"/>
                    <a:pt x="78024" y="314729"/>
                    <a:pt x="75054" y="327547"/>
                  </a:cubicBezTo>
                  <a:cubicBezTo>
                    <a:pt x="72084" y="340365"/>
                    <a:pt x="61580" y="319871"/>
                    <a:pt x="46077" y="331023"/>
                  </a:cubicBezTo>
                  <a:cubicBezTo>
                    <a:pt x="30574" y="342176"/>
                    <a:pt x="4856" y="349852"/>
                    <a:pt x="365" y="361005"/>
                  </a:cubicBezTo>
                  <a:cubicBezTo>
                    <a:pt x="-4127" y="372157"/>
                    <a:pt x="34051" y="379833"/>
                    <a:pt x="49047" y="383309"/>
                  </a:cubicBezTo>
                  <a:cubicBezTo>
                    <a:pt x="64043" y="386785"/>
                    <a:pt x="31081" y="397793"/>
                    <a:pt x="43034" y="402138"/>
                  </a:cubicBezTo>
                  <a:cubicBezTo>
                    <a:pt x="54987" y="406483"/>
                    <a:pt x="49771" y="419301"/>
                    <a:pt x="68534" y="430381"/>
                  </a:cubicBezTo>
                  <a:cubicBezTo>
                    <a:pt x="72798" y="432691"/>
                    <a:pt x="77475" y="434147"/>
                    <a:pt x="82299" y="434654"/>
                  </a:cubicBezTo>
                  <a:lnTo>
                    <a:pt x="88239" y="433495"/>
                  </a:lnTo>
                  <a:cubicBezTo>
                    <a:pt x="93824" y="430135"/>
                    <a:pt x="100197" y="428317"/>
                    <a:pt x="106712" y="428209"/>
                  </a:cubicBezTo>
                  <a:lnTo>
                    <a:pt x="119028" y="428209"/>
                  </a:lnTo>
                  <a:cubicBezTo>
                    <a:pt x="123838" y="428201"/>
                    <a:pt x="128597" y="429186"/>
                    <a:pt x="133009" y="431105"/>
                  </a:cubicBezTo>
                  <a:cubicBezTo>
                    <a:pt x="135407" y="430714"/>
                    <a:pt x="137826" y="430475"/>
                    <a:pt x="140254" y="430381"/>
                  </a:cubicBezTo>
                  <a:cubicBezTo>
                    <a:pt x="145212" y="430961"/>
                    <a:pt x="149958" y="432720"/>
                    <a:pt x="154090" y="435523"/>
                  </a:cubicBezTo>
                  <a:cubicBezTo>
                    <a:pt x="156603" y="436225"/>
                    <a:pt x="159031" y="437196"/>
                    <a:pt x="161335" y="438420"/>
                  </a:cubicBezTo>
                  <a:cubicBezTo>
                    <a:pt x="165042" y="439361"/>
                    <a:pt x="168938" y="437847"/>
                    <a:pt x="171042" y="434654"/>
                  </a:cubicBezTo>
                  <a:cubicBezTo>
                    <a:pt x="180025" y="423502"/>
                    <a:pt x="213711" y="392724"/>
                    <a:pt x="230953" y="410683"/>
                  </a:cubicBezTo>
                  <a:cubicBezTo>
                    <a:pt x="248195" y="428643"/>
                    <a:pt x="212263" y="426108"/>
                    <a:pt x="221246" y="437261"/>
                  </a:cubicBezTo>
                  <a:cubicBezTo>
                    <a:pt x="230229" y="448413"/>
                    <a:pt x="241457" y="474991"/>
                    <a:pt x="225013" y="488678"/>
                  </a:cubicBezTo>
                  <a:cubicBezTo>
                    <a:pt x="208568" y="502365"/>
                    <a:pt x="192775" y="492951"/>
                    <a:pt x="183792" y="492082"/>
                  </a:cubicBezTo>
                  <a:cubicBezTo>
                    <a:pt x="182503" y="491908"/>
                    <a:pt x="181210" y="492371"/>
                    <a:pt x="180315" y="493313"/>
                  </a:cubicBezTo>
                  <a:cubicBezTo>
                    <a:pt x="179546" y="496637"/>
                    <a:pt x="178352" y="499852"/>
                    <a:pt x="176765" y="502872"/>
                  </a:cubicBezTo>
                  <a:cubicBezTo>
                    <a:pt x="175354" y="510809"/>
                    <a:pt x="171535" y="518116"/>
                    <a:pt x="165826" y="523800"/>
                  </a:cubicBezTo>
                  <a:cubicBezTo>
                    <a:pt x="158220" y="530680"/>
                    <a:pt x="151337" y="526263"/>
                    <a:pt x="144093" y="520687"/>
                  </a:cubicBezTo>
                  <a:cubicBezTo>
                    <a:pt x="135435" y="520716"/>
                    <a:pt x="127103" y="517392"/>
                    <a:pt x="120839" y="511417"/>
                  </a:cubicBezTo>
                  <a:cubicBezTo>
                    <a:pt x="119172" y="511417"/>
                    <a:pt x="117579" y="511852"/>
                    <a:pt x="115912" y="511924"/>
                  </a:cubicBezTo>
                  <a:cubicBezTo>
                    <a:pt x="114966" y="512402"/>
                    <a:pt x="114108" y="513039"/>
                    <a:pt x="113377" y="513807"/>
                  </a:cubicBezTo>
                  <a:cubicBezTo>
                    <a:pt x="117926" y="520151"/>
                    <a:pt x="120452" y="527726"/>
                    <a:pt x="120621" y="535532"/>
                  </a:cubicBezTo>
                  <a:lnTo>
                    <a:pt x="120621" y="540529"/>
                  </a:lnTo>
                  <a:cubicBezTo>
                    <a:pt x="120471" y="550429"/>
                    <a:pt x="116620" y="559908"/>
                    <a:pt x="109827" y="567107"/>
                  </a:cubicBezTo>
                  <a:cubicBezTo>
                    <a:pt x="104677" y="572495"/>
                    <a:pt x="97912" y="576050"/>
                    <a:pt x="90557" y="577245"/>
                  </a:cubicBezTo>
                  <a:cubicBezTo>
                    <a:pt x="91383" y="582503"/>
                    <a:pt x="91137" y="587876"/>
                    <a:pt x="89833" y="593032"/>
                  </a:cubicBezTo>
                  <a:cubicBezTo>
                    <a:pt x="87274" y="602410"/>
                    <a:pt x="81205" y="610449"/>
                    <a:pt x="72881" y="615482"/>
                  </a:cubicBezTo>
                  <a:cubicBezTo>
                    <a:pt x="69983" y="617003"/>
                    <a:pt x="67158" y="618741"/>
                    <a:pt x="64405" y="620407"/>
                  </a:cubicBezTo>
                  <a:cubicBezTo>
                    <a:pt x="76865" y="637787"/>
                    <a:pt x="76141" y="624389"/>
                    <a:pt x="89326" y="634890"/>
                  </a:cubicBezTo>
                  <a:cubicBezTo>
                    <a:pt x="104321" y="646911"/>
                    <a:pt x="72881" y="668347"/>
                    <a:pt x="87877" y="671751"/>
                  </a:cubicBezTo>
                  <a:cubicBezTo>
                    <a:pt x="97150" y="673851"/>
                    <a:pt x="107002" y="686235"/>
                    <a:pt x="115695" y="698546"/>
                  </a:cubicBezTo>
                  <a:cubicBezTo>
                    <a:pt x="120269" y="696569"/>
                    <a:pt x="125201" y="695562"/>
                    <a:pt x="130184" y="695576"/>
                  </a:cubicBezTo>
                  <a:cubicBezTo>
                    <a:pt x="142599" y="695113"/>
                    <a:pt x="154244" y="701587"/>
                    <a:pt x="160393" y="712377"/>
                  </a:cubicBezTo>
                  <a:cubicBezTo>
                    <a:pt x="163233" y="711212"/>
                    <a:pt x="166241" y="710502"/>
                    <a:pt x="169303" y="710277"/>
                  </a:cubicBezTo>
                  <a:cubicBezTo>
                    <a:pt x="185024" y="709408"/>
                    <a:pt x="177490" y="684569"/>
                    <a:pt x="186473" y="694056"/>
                  </a:cubicBezTo>
                  <a:cubicBezTo>
                    <a:pt x="195456" y="703542"/>
                    <a:pt x="208206" y="730844"/>
                    <a:pt x="200020" y="737507"/>
                  </a:cubicBezTo>
                  <a:cubicBezTo>
                    <a:pt x="191833" y="744169"/>
                    <a:pt x="197629" y="763070"/>
                    <a:pt x="197122" y="773716"/>
                  </a:cubicBezTo>
                  <a:cubicBezTo>
                    <a:pt x="199344" y="773252"/>
                    <a:pt x="201594" y="772934"/>
                    <a:pt x="203859" y="772774"/>
                  </a:cubicBezTo>
                  <a:cubicBezTo>
                    <a:pt x="205354" y="772666"/>
                    <a:pt x="206855" y="772666"/>
                    <a:pt x="208351" y="772774"/>
                  </a:cubicBezTo>
                  <a:lnTo>
                    <a:pt x="212263" y="770240"/>
                  </a:lnTo>
                  <a:cubicBezTo>
                    <a:pt x="215825" y="767654"/>
                    <a:pt x="219944" y="765945"/>
                    <a:pt x="224288" y="765243"/>
                  </a:cubicBezTo>
                  <a:cubicBezTo>
                    <a:pt x="226817" y="764048"/>
                    <a:pt x="229241" y="762643"/>
                    <a:pt x="231533" y="761042"/>
                  </a:cubicBezTo>
                  <a:cubicBezTo>
                    <a:pt x="243955" y="748876"/>
                    <a:pt x="263202" y="747066"/>
                    <a:pt x="277679" y="756697"/>
                  </a:cubicBezTo>
                  <a:lnTo>
                    <a:pt x="279490" y="756191"/>
                  </a:lnTo>
                  <a:cubicBezTo>
                    <a:pt x="286275" y="746407"/>
                    <a:pt x="297292" y="740418"/>
                    <a:pt x="309192" y="740041"/>
                  </a:cubicBezTo>
                  <a:cubicBezTo>
                    <a:pt x="318977" y="740121"/>
                    <a:pt x="328330" y="744082"/>
                    <a:pt x="335199" y="751049"/>
                  </a:cubicBezTo>
                  <a:cubicBezTo>
                    <a:pt x="340245" y="756350"/>
                    <a:pt x="343730" y="762940"/>
                    <a:pt x="345269" y="770095"/>
                  </a:cubicBezTo>
                  <a:cubicBezTo>
                    <a:pt x="347370" y="769226"/>
                    <a:pt x="349471" y="768284"/>
                    <a:pt x="351717" y="767126"/>
                  </a:cubicBezTo>
                  <a:cubicBezTo>
                    <a:pt x="374971" y="755104"/>
                    <a:pt x="364467" y="767995"/>
                    <a:pt x="352513" y="785085"/>
                  </a:cubicBezTo>
                  <a:cubicBezTo>
                    <a:pt x="335996" y="808766"/>
                    <a:pt x="352513" y="843382"/>
                    <a:pt x="340488" y="846786"/>
                  </a:cubicBezTo>
                  <a:cubicBezTo>
                    <a:pt x="328462" y="850189"/>
                    <a:pt x="318755" y="885385"/>
                    <a:pt x="299340" y="887919"/>
                  </a:cubicBezTo>
                  <a:cubicBezTo>
                    <a:pt x="279925" y="890454"/>
                    <a:pt x="246891" y="932529"/>
                    <a:pt x="242399" y="939336"/>
                  </a:cubicBezTo>
                  <a:cubicBezTo>
                    <a:pt x="237908" y="946143"/>
                    <a:pt x="195963" y="925649"/>
                    <a:pt x="189950" y="945347"/>
                  </a:cubicBezTo>
                  <a:cubicBezTo>
                    <a:pt x="183937" y="965045"/>
                    <a:pt x="158654" y="979745"/>
                    <a:pt x="165247" y="987349"/>
                  </a:cubicBezTo>
                  <a:cubicBezTo>
                    <a:pt x="169738" y="992491"/>
                    <a:pt x="204221" y="972866"/>
                    <a:pt x="205670" y="962510"/>
                  </a:cubicBezTo>
                  <a:cubicBezTo>
                    <a:pt x="207119" y="952154"/>
                    <a:pt x="211683" y="953892"/>
                    <a:pt x="217696" y="961641"/>
                  </a:cubicBezTo>
                  <a:cubicBezTo>
                    <a:pt x="223709" y="969390"/>
                    <a:pt x="238632" y="958237"/>
                    <a:pt x="245369" y="951357"/>
                  </a:cubicBezTo>
                  <a:cubicBezTo>
                    <a:pt x="252107" y="944478"/>
                    <a:pt x="263408" y="947085"/>
                    <a:pt x="270145" y="947881"/>
                  </a:cubicBezTo>
                  <a:cubicBezTo>
                    <a:pt x="276882" y="948678"/>
                    <a:pt x="279852" y="938467"/>
                    <a:pt x="300064" y="934194"/>
                  </a:cubicBezTo>
                  <a:cubicBezTo>
                    <a:pt x="320276" y="929922"/>
                    <a:pt x="315785" y="923042"/>
                    <a:pt x="320276" y="911093"/>
                  </a:cubicBezTo>
                  <a:cubicBezTo>
                    <a:pt x="324768" y="899144"/>
                    <a:pt x="372725" y="873363"/>
                    <a:pt x="381708" y="870828"/>
                  </a:cubicBezTo>
                  <a:cubicBezTo>
                    <a:pt x="390691" y="868294"/>
                    <a:pt x="385475" y="851131"/>
                    <a:pt x="395183" y="850189"/>
                  </a:cubicBezTo>
                  <a:cubicBezTo>
                    <a:pt x="404890" y="849248"/>
                    <a:pt x="419886" y="835706"/>
                    <a:pt x="432636" y="823684"/>
                  </a:cubicBezTo>
                  <a:cubicBezTo>
                    <a:pt x="445386" y="811663"/>
                    <a:pt x="448356" y="816442"/>
                    <a:pt x="458136" y="812532"/>
                  </a:cubicBezTo>
                  <a:cubicBezTo>
                    <a:pt x="467916" y="808621"/>
                    <a:pt x="460382" y="785954"/>
                    <a:pt x="470090" y="784216"/>
                  </a:cubicBezTo>
                  <a:cubicBezTo>
                    <a:pt x="479799" y="782601"/>
                    <a:pt x="487016" y="774353"/>
                    <a:pt x="487331" y="764519"/>
                  </a:cubicBezTo>
                  <a:cubicBezTo>
                    <a:pt x="487331" y="755104"/>
                    <a:pt x="462628" y="755104"/>
                    <a:pt x="460382" y="749094"/>
                  </a:cubicBezTo>
                  <a:cubicBezTo>
                    <a:pt x="458136" y="743083"/>
                    <a:pt x="479869" y="720850"/>
                    <a:pt x="488056" y="721719"/>
                  </a:cubicBezTo>
                  <a:cubicBezTo>
                    <a:pt x="496242" y="722588"/>
                    <a:pt x="509789" y="712233"/>
                    <a:pt x="510513" y="698546"/>
                  </a:cubicBezTo>
                  <a:cubicBezTo>
                    <a:pt x="511238" y="684859"/>
                    <a:pt x="523263" y="682324"/>
                    <a:pt x="533043" y="670303"/>
                  </a:cubicBezTo>
                  <a:cubicBezTo>
                    <a:pt x="542823" y="658281"/>
                    <a:pt x="540287" y="647998"/>
                    <a:pt x="550212" y="647201"/>
                  </a:cubicBezTo>
                  <a:cubicBezTo>
                    <a:pt x="560137" y="646405"/>
                    <a:pt x="568975" y="630907"/>
                    <a:pt x="579190" y="624027"/>
                  </a:cubicBezTo>
                  <a:cubicBezTo>
                    <a:pt x="589404" y="617148"/>
                    <a:pt x="579190" y="632573"/>
                    <a:pt x="599401" y="633442"/>
                  </a:cubicBezTo>
                  <a:cubicBezTo>
                    <a:pt x="619613" y="634311"/>
                    <a:pt x="615122" y="655746"/>
                    <a:pt x="600126" y="647925"/>
                  </a:cubicBezTo>
                  <a:cubicBezTo>
                    <a:pt x="585130" y="640104"/>
                    <a:pt x="578393" y="641118"/>
                    <a:pt x="564918" y="655674"/>
                  </a:cubicBezTo>
                  <a:cubicBezTo>
                    <a:pt x="551444" y="670230"/>
                    <a:pt x="561948" y="674503"/>
                    <a:pt x="551444" y="690797"/>
                  </a:cubicBezTo>
                  <a:cubicBezTo>
                    <a:pt x="540939" y="707091"/>
                    <a:pt x="540215" y="717302"/>
                    <a:pt x="553690" y="719040"/>
                  </a:cubicBezTo>
                  <a:cubicBezTo>
                    <a:pt x="567164" y="720778"/>
                    <a:pt x="554486" y="731930"/>
                    <a:pt x="541736" y="736203"/>
                  </a:cubicBezTo>
                  <a:cubicBezTo>
                    <a:pt x="528986" y="740476"/>
                    <a:pt x="537969" y="749021"/>
                    <a:pt x="555211" y="749021"/>
                  </a:cubicBezTo>
                  <a:cubicBezTo>
                    <a:pt x="572452" y="749021"/>
                    <a:pt x="597880" y="720778"/>
                    <a:pt x="621859" y="707019"/>
                  </a:cubicBezTo>
                  <a:cubicBezTo>
                    <a:pt x="645838" y="693259"/>
                    <a:pt x="663804" y="707019"/>
                    <a:pt x="670541" y="704484"/>
                  </a:cubicBezTo>
                  <a:cubicBezTo>
                    <a:pt x="677278" y="701949"/>
                    <a:pt x="663297" y="689059"/>
                    <a:pt x="671338" y="684786"/>
                  </a:cubicBezTo>
                  <a:cubicBezTo>
                    <a:pt x="679379" y="680514"/>
                    <a:pt x="661558" y="677907"/>
                    <a:pt x="656342" y="661685"/>
                  </a:cubicBezTo>
                  <a:cubicBezTo>
                    <a:pt x="651126" y="645463"/>
                    <a:pt x="664528" y="655674"/>
                    <a:pt x="667571" y="642784"/>
                  </a:cubicBezTo>
                  <a:cubicBezTo>
                    <a:pt x="670614" y="629893"/>
                    <a:pt x="678800" y="635107"/>
                    <a:pt x="686261" y="641118"/>
                  </a:cubicBezTo>
                  <a:cubicBezTo>
                    <a:pt x="693723" y="647129"/>
                    <a:pt x="704227" y="635107"/>
                    <a:pt x="710965" y="651401"/>
                  </a:cubicBezTo>
                  <a:cubicBezTo>
                    <a:pt x="717702" y="667696"/>
                    <a:pt x="725453" y="647129"/>
                    <a:pt x="737189" y="658209"/>
                  </a:cubicBezTo>
                  <a:cubicBezTo>
                    <a:pt x="748925" y="669289"/>
                    <a:pt x="734944" y="667696"/>
                    <a:pt x="722194" y="671099"/>
                  </a:cubicBezTo>
                  <a:cubicBezTo>
                    <a:pt x="709443" y="674503"/>
                    <a:pt x="716253" y="694201"/>
                    <a:pt x="725961" y="684786"/>
                  </a:cubicBezTo>
                  <a:cubicBezTo>
                    <a:pt x="735668" y="675372"/>
                    <a:pt x="743927" y="669361"/>
                    <a:pt x="752982" y="678776"/>
                  </a:cubicBezTo>
                  <a:cubicBezTo>
                    <a:pt x="762038" y="688190"/>
                    <a:pt x="765660" y="683917"/>
                    <a:pt x="773194" y="675372"/>
                  </a:cubicBezTo>
                  <a:cubicBezTo>
                    <a:pt x="780728" y="666826"/>
                    <a:pt x="780438" y="675806"/>
                    <a:pt x="780438" y="682614"/>
                  </a:cubicBezTo>
                  <a:cubicBezTo>
                    <a:pt x="782430" y="678102"/>
                    <a:pt x="785147" y="673938"/>
                    <a:pt x="788479" y="670303"/>
                  </a:cubicBezTo>
                  <a:cubicBezTo>
                    <a:pt x="795347" y="663336"/>
                    <a:pt x="804700" y="659375"/>
                    <a:pt x="814487" y="659295"/>
                  </a:cubicBezTo>
                  <a:cubicBezTo>
                    <a:pt x="824317" y="659273"/>
                    <a:pt x="833728" y="663249"/>
                    <a:pt x="840566" y="670303"/>
                  </a:cubicBezTo>
                  <a:cubicBezTo>
                    <a:pt x="845565" y="676748"/>
                    <a:pt x="850274" y="683338"/>
                    <a:pt x="855055" y="689856"/>
                  </a:cubicBezTo>
                  <a:cubicBezTo>
                    <a:pt x="855055" y="690290"/>
                    <a:pt x="855780" y="690725"/>
                    <a:pt x="856142" y="691159"/>
                  </a:cubicBezTo>
                  <a:cubicBezTo>
                    <a:pt x="861756" y="687364"/>
                    <a:pt x="868421" y="685409"/>
                    <a:pt x="875195" y="685583"/>
                  </a:cubicBezTo>
                  <a:cubicBezTo>
                    <a:pt x="879519" y="685728"/>
                    <a:pt x="883801" y="686437"/>
                    <a:pt x="887945" y="687683"/>
                  </a:cubicBezTo>
                  <a:cubicBezTo>
                    <a:pt x="893305" y="689204"/>
                    <a:pt x="898253" y="691898"/>
                    <a:pt x="902433" y="695576"/>
                  </a:cubicBezTo>
                  <a:cubicBezTo>
                    <a:pt x="907302" y="699335"/>
                    <a:pt x="911474" y="703919"/>
                    <a:pt x="914749" y="709119"/>
                  </a:cubicBezTo>
                  <a:cubicBezTo>
                    <a:pt x="917610" y="711248"/>
                    <a:pt x="920059" y="713869"/>
                    <a:pt x="921993" y="716867"/>
                  </a:cubicBezTo>
                  <a:lnTo>
                    <a:pt x="922428" y="717374"/>
                  </a:lnTo>
                  <a:cubicBezTo>
                    <a:pt x="945248" y="722009"/>
                    <a:pt x="951405" y="690869"/>
                    <a:pt x="963141" y="701949"/>
                  </a:cubicBezTo>
                  <a:cubicBezTo>
                    <a:pt x="974877" y="713029"/>
                    <a:pt x="963141" y="717302"/>
                    <a:pt x="956404" y="725920"/>
                  </a:cubicBezTo>
                  <a:cubicBezTo>
                    <a:pt x="949667" y="734537"/>
                    <a:pt x="961113" y="735044"/>
                    <a:pt x="969878" y="738376"/>
                  </a:cubicBezTo>
                  <a:cubicBezTo>
                    <a:pt x="975478" y="738955"/>
                    <a:pt x="980912" y="740606"/>
                    <a:pt x="985888" y="743228"/>
                  </a:cubicBezTo>
                  <a:cubicBezTo>
                    <a:pt x="990974" y="745922"/>
                    <a:pt x="995820" y="749050"/>
                    <a:pt x="1000377" y="752570"/>
                  </a:cubicBezTo>
                  <a:cubicBezTo>
                    <a:pt x="1002775" y="753953"/>
                    <a:pt x="1005071" y="755503"/>
                    <a:pt x="1007259" y="757204"/>
                  </a:cubicBezTo>
                  <a:cubicBezTo>
                    <a:pt x="1017314" y="757479"/>
                    <a:pt x="1026826" y="761817"/>
                    <a:pt x="1033629" y="769226"/>
                  </a:cubicBezTo>
                  <a:cubicBezTo>
                    <a:pt x="1039265" y="775186"/>
                    <a:pt x="1044423" y="781580"/>
                    <a:pt x="1049059" y="788344"/>
                  </a:cubicBezTo>
                  <a:cubicBezTo>
                    <a:pt x="1051711" y="792356"/>
                    <a:pt x="1053985" y="796593"/>
                    <a:pt x="1055869" y="801017"/>
                  </a:cubicBezTo>
                  <a:cubicBezTo>
                    <a:pt x="1076298" y="810721"/>
                    <a:pt x="1055217" y="766329"/>
                    <a:pt x="1073328" y="781247"/>
                  </a:cubicBezTo>
                  <a:cubicBezTo>
                    <a:pt x="1091439" y="796165"/>
                    <a:pt x="1085354" y="782116"/>
                    <a:pt x="1100277" y="797541"/>
                  </a:cubicBezTo>
                  <a:cubicBezTo>
                    <a:pt x="1115200" y="812966"/>
                    <a:pt x="1110057" y="790661"/>
                    <a:pt x="1103320" y="764953"/>
                  </a:cubicBezTo>
                  <a:cubicBezTo>
                    <a:pt x="1096582" y="739245"/>
                    <a:pt x="1110057" y="756408"/>
                    <a:pt x="1116794" y="768429"/>
                  </a:cubicBezTo>
                  <a:cubicBezTo>
                    <a:pt x="1123531" y="780450"/>
                    <a:pt x="1123531" y="803552"/>
                    <a:pt x="1119040" y="819122"/>
                  </a:cubicBezTo>
                  <a:cubicBezTo>
                    <a:pt x="1114548" y="834692"/>
                    <a:pt x="1092018" y="821656"/>
                    <a:pt x="1094264" y="813111"/>
                  </a:cubicBezTo>
                  <a:cubicBezTo>
                    <a:pt x="1096510" y="804566"/>
                    <a:pt x="1071807" y="807970"/>
                    <a:pt x="1071082" y="819991"/>
                  </a:cubicBezTo>
                  <a:cubicBezTo>
                    <a:pt x="1070358" y="832012"/>
                    <a:pt x="1086802" y="855114"/>
                    <a:pt x="1098828" y="857721"/>
                  </a:cubicBezTo>
                  <a:cubicBezTo>
                    <a:pt x="1110854" y="860328"/>
                    <a:pt x="1101798" y="881691"/>
                    <a:pt x="1109260" y="884226"/>
                  </a:cubicBezTo>
                  <a:cubicBezTo>
                    <a:pt x="1119547" y="887774"/>
                    <a:pt x="1119040" y="909934"/>
                    <a:pt x="1125053" y="906531"/>
                  </a:cubicBezTo>
                  <a:cubicBezTo>
                    <a:pt x="1131066" y="903127"/>
                    <a:pt x="1128747" y="876550"/>
                    <a:pt x="1122010" y="864528"/>
                  </a:cubicBezTo>
                  <a:cubicBezTo>
                    <a:pt x="1115273" y="852507"/>
                    <a:pt x="1118243" y="835561"/>
                    <a:pt x="1127226" y="838820"/>
                  </a:cubicBezTo>
                  <a:cubicBezTo>
                    <a:pt x="1136209" y="842078"/>
                    <a:pt x="1127226" y="860545"/>
                    <a:pt x="1131717" y="866266"/>
                  </a:cubicBezTo>
                  <a:cubicBezTo>
                    <a:pt x="1136209" y="871987"/>
                    <a:pt x="1141497" y="860255"/>
                    <a:pt x="1152002" y="853376"/>
                  </a:cubicBezTo>
                  <a:cubicBezTo>
                    <a:pt x="1162506" y="846496"/>
                    <a:pt x="1147510" y="826798"/>
                    <a:pt x="1151205" y="816515"/>
                  </a:cubicBezTo>
                  <a:cubicBezTo>
                    <a:pt x="1154900" y="806231"/>
                    <a:pt x="1166925" y="825133"/>
                    <a:pt x="1171489" y="843092"/>
                  </a:cubicBezTo>
                  <a:cubicBezTo>
                    <a:pt x="1176053" y="861052"/>
                    <a:pt x="1160188" y="860255"/>
                    <a:pt x="1160188" y="869670"/>
                  </a:cubicBezTo>
                  <a:cubicBezTo>
                    <a:pt x="1160188" y="879084"/>
                    <a:pt x="1145699" y="874811"/>
                    <a:pt x="1141497" y="879953"/>
                  </a:cubicBezTo>
                  <a:cubicBezTo>
                    <a:pt x="1137296" y="885095"/>
                    <a:pt x="1139252" y="919421"/>
                    <a:pt x="1145265" y="920218"/>
                  </a:cubicBezTo>
                  <a:cubicBezTo>
                    <a:pt x="1151277" y="921014"/>
                    <a:pt x="1154972" y="891975"/>
                    <a:pt x="1158739" y="906531"/>
                  </a:cubicBezTo>
                  <a:cubicBezTo>
                    <a:pt x="1162506" y="921087"/>
                    <a:pt x="1176705" y="887702"/>
                    <a:pt x="1180472" y="901389"/>
                  </a:cubicBezTo>
                  <a:cubicBezTo>
                    <a:pt x="1184239" y="915076"/>
                    <a:pt x="1202205" y="930356"/>
                    <a:pt x="1208942" y="927097"/>
                  </a:cubicBezTo>
                  <a:cubicBezTo>
                    <a:pt x="1215680" y="923839"/>
                    <a:pt x="1205900" y="909065"/>
                    <a:pt x="1195396" y="908269"/>
                  </a:cubicBezTo>
                  <a:cubicBezTo>
                    <a:pt x="1184891" y="907472"/>
                    <a:pt x="1186412" y="887702"/>
                    <a:pt x="1196192" y="886543"/>
                  </a:cubicBezTo>
                  <a:cubicBezTo>
                    <a:pt x="1205972" y="885385"/>
                    <a:pt x="1223141" y="914786"/>
                    <a:pt x="1222417" y="925070"/>
                  </a:cubicBezTo>
                  <a:cubicBezTo>
                    <a:pt x="1221693" y="935353"/>
                    <a:pt x="1213362" y="934484"/>
                    <a:pt x="1205175" y="944840"/>
                  </a:cubicBezTo>
                  <a:cubicBezTo>
                    <a:pt x="1196989" y="955196"/>
                    <a:pt x="1185688" y="927677"/>
                    <a:pt x="1176198" y="928546"/>
                  </a:cubicBezTo>
                  <a:cubicBezTo>
                    <a:pt x="1166708" y="929415"/>
                    <a:pt x="1176198" y="946506"/>
                    <a:pt x="1180762" y="958527"/>
                  </a:cubicBezTo>
                  <a:cubicBezTo>
                    <a:pt x="1185326" y="970548"/>
                    <a:pt x="1168736" y="986770"/>
                    <a:pt x="1181486" y="996184"/>
                  </a:cubicBezTo>
                  <a:cubicBezTo>
                    <a:pt x="1194236" y="1005599"/>
                    <a:pt x="1190469" y="990174"/>
                    <a:pt x="1192715" y="983366"/>
                  </a:cubicBezTo>
                  <a:cubicBezTo>
                    <a:pt x="1194961" y="976559"/>
                    <a:pt x="1204668" y="985032"/>
                    <a:pt x="1211406" y="991043"/>
                  </a:cubicBezTo>
                  <a:cubicBezTo>
                    <a:pt x="1218143" y="997053"/>
                    <a:pt x="1218650" y="977355"/>
                    <a:pt x="1218650" y="969317"/>
                  </a:cubicBezTo>
                  <a:cubicBezTo>
                    <a:pt x="1218650" y="961279"/>
                    <a:pt x="1229879" y="965914"/>
                    <a:pt x="1235892" y="976559"/>
                  </a:cubicBezTo>
                  <a:cubicBezTo>
                    <a:pt x="1241904" y="987204"/>
                    <a:pt x="1242629" y="965407"/>
                    <a:pt x="1251612" y="967145"/>
                  </a:cubicBezTo>
                  <a:cubicBezTo>
                    <a:pt x="1260595" y="968883"/>
                    <a:pt x="1254582" y="985104"/>
                    <a:pt x="1254582" y="994591"/>
                  </a:cubicBezTo>
                  <a:cubicBezTo>
                    <a:pt x="1254582" y="1004078"/>
                    <a:pt x="1270302" y="986842"/>
                    <a:pt x="1269071" y="997126"/>
                  </a:cubicBezTo>
                  <a:cubicBezTo>
                    <a:pt x="1268853" y="998567"/>
                    <a:pt x="1268853" y="1000030"/>
                    <a:pt x="1269071" y="1001471"/>
                  </a:cubicBezTo>
                  <a:cubicBezTo>
                    <a:pt x="1277329" y="994664"/>
                    <a:pt x="1285950" y="987639"/>
                    <a:pt x="1292108" y="982859"/>
                  </a:cubicBezTo>
                  <a:cubicBezTo>
                    <a:pt x="1307466" y="970041"/>
                    <a:pt x="1279503" y="962075"/>
                    <a:pt x="1284501" y="9472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7" name="Freeform 214">
              <a:extLst>
                <a:ext uri="{FF2B5EF4-FFF2-40B4-BE49-F238E27FC236}">
                  <a16:creationId xmlns:a16="http://schemas.microsoft.com/office/drawing/2014/main" id="{8D511128-0401-9A75-3F61-D3D6BBDDB31B}"/>
                </a:ext>
              </a:extLst>
            </p:cNvPr>
            <p:cNvSpPr/>
            <p:nvPr/>
          </p:nvSpPr>
          <p:spPr>
            <a:xfrm>
              <a:off x="5433405" y="2613300"/>
              <a:ext cx="404317" cy="351504"/>
            </a:xfrm>
            <a:custGeom>
              <a:avLst/>
              <a:gdLst>
                <a:gd name="connsiteX0" fmla="*/ 403656 w 404318"/>
                <a:gd name="connsiteY0" fmla="*/ 62931 h 351501"/>
                <a:gd name="connsiteX1" fmla="*/ 368956 w 404318"/>
                <a:gd name="connsiteY1" fmla="*/ 61773 h 351501"/>
                <a:gd name="connsiteX2" fmla="*/ 328894 w 404318"/>
                <a:gd name="connsiteY2" fmla="*/ 50693 h 351501"/>
                <a:gd name="connsiteX3" fmla="*/ 313029 w 404318"/>
                <a:gd name="connsiteY3" fmla="*/ 46493 h 351501"/>
                <a:gd name="connsiteX4" fmla="*/ 286370 w 404318"/>
                <a:gd name="connsiteY4" fmla="*/ 49317 h 351501"/>
                <a:gd name="connsiteX5" fmla="*/ 253480 w 404318"/>
                <a:gd name="connsiteY5" fmla="*/ 31212 h 351501"/>
                <a:gd name="connsiteX6" fmla="*/ 234283 w 404318"/>
                <a:gd name="connsiteY6" fmla="*/ 20349 h 351501"/>
                <a:gd name="connsiteX7" fmla="*/ 175893 w 404318"/>
                <a:gd name="connsiteY7" fmla="*/ 13108 h 351501"/>
                <a:gd name="connsiteX8" fmla="*/ 64547 w 404318"/>
                <a:gd name="connsiteY8" fmla="*/ 11949 h 351501"/>
                <a:gd name="connsiteX9" fmla="*/ 23616 w 404318"/>
                <a:gd name="connsiteY9" fmla="*/ 0 h 351501"/>
                <a:gd name="connsiteX10" fmla="*/ 0 w 404318"/>
                <a:gd name="connsiteY10" fmla="*/ 19408 h 351501"/>
                <a:gd name="connsiteX11" fmla="*/ 1521 w 404318"/>
                <a:gd name="connsiteY11" fmla="*/ 38382 h 351501"/>
                <a:gd name="connsiteX12" fmla="*/ 14851 w 404318"/>
                <a:gd name="connsiteY12" fmla="*/ 53734 h 351501"/>
                <a:gd name="connsiteX13" fmla="*/ 18546 w 404318"/>
                <a:gd name="connsiteY13" fmla="*/ 82702 h 351501"/>
                <a:gd name="connsiteX14" fmla="*/ 17821 w 404318"/>
                <a:gd name="connsiteY14" fmla="*/ 85164 h 351501"/>
                <a:gd name="connsiteX15" fmla="*/ 18401 w 404318"/>
                <a:gd name="connsiteY15" fmla="*/ 87554 h 351501"/>
                <a:gd name="connsiteX16" fmla="*/ 36004 w 404318"/>
                <a:gd name="connsiteY16" fmla="*/ 88350 h 351501"/>
                <a:gd name="connsiteX17" fmla="*/ 49406 w 404318"/>
                <a:gd name="connsiteY17" fmla="*/ 88350 h 351501"/>
                <a:gd name="connsiteX18" fmla="*/ 70053 w 404318"/>
                <a:gd name="connsiteY18" fmla="*/ 92550 h 351501"/>
                <a:gd name="connsiteX19" fmla="*/ 78529 w 404318"/>
                <a:gd name="connsiteY19" fmla="*/ 107831 h 351501"/>
                <a:gd name="connsiteX20" fmla="*/ 56796 w 404318"/>
                <a:gd name="connsiteY20" fmla="*/ 130063 h 351501"/>
                <a:gd name="connsiteX21" fmla="*/ 59259 w 404318"/>
                <a:gd name="connsiteY21" fmla="*/ 166272 h 351501"/>
                <a:gd name="connsiteX22" fmla="*/ 53173 w 404318"/>
                <a:gd name="connsiteY22" fmla="*/ 192705 h 351501"/>
                <a:gd name="connsiteX23" fmla="*/ 44625 w 404318"/>
                <a:gd name="connsiteY23" fmla="*/ 207985 h 351501"/>
                <a:gd name="connsiteX24" fmla="*/ 54405 w 404318"/>
                <a:gd name="connsiteY24" fmla="*/ 228841 h 351501"/>
                <a:gd name="connsiteX25" fmla="*/ 45857 w 404318"/>
                <a:gd name="connsiteY25" fmla="*/ 249698 h 351501"/>
                <a:gd name="connsiteX26" fmla="*/ 53101 w 404318"/>
                <a:gd name="connsiteY26" fmla="*/ 269106 h 351501"/>
                <a:gd name="connsiteX27" fmla="*/ 39772 w 404318"/>
                <a:gd name="connsiteY27" fmla="*/ 292787 h 351501"/>
                <a:gd name="connsiteX28" fmla="*/ 44625 w 404318"/>
                <a:gd name="connsiteY28" fmla="*/ 305315 h 351501"/>
                <a:gd name="connsiteX29" fmla="*/ 62591 w 404318"/>
                <a:gd name="connsiteY29" fmla="*/ 306836 h 351501"/>
                <a:gd name="connsiteX30" fmla="*/ 103522 w 404318"/>
                <a:gd name="connsiteY30" fmla="*/ 351373 h 351501"/>
                <a:gd name="connsiteX31" fmla="*/ 111563 w 404318"/>
                <a:gd name="connsiteY31" fmla="*/ 338845 h 351501"/>
                <a:gd name="connsiteX32" fmla="*/ 131050 w 404318"/>
                <a:gd name="connsiteY32" fmla="*/ 337686 h 351501"/>
                <a:gd name="connsiteX33" fmla="*/ 161984 w 404318"/>
                <a:gd name="connsiteY33" fmla="*/ 323999 h 351501"/>
                <a:gd name="connsiteX34" fmla="*/ 204943 w 404318"/>
                <a:gd name="connsiteY34" fmla="*/ 322261 h 351501"/>
                <a:gd name="connsiteX35" fmla="*/ 229356 w 404318"/>
                <a:gd name="connsiteY35" fmla="*/ 308574 h 351501"/>
                <a:gd name="connsiteX36" fmla="*/ 255871 w 404318"/>
                <a:gd name="connsiteY36" fmla="*/ 288007 h 351501"/>
                <a:gd name="connsiteX37" fmla="*/ 268331 w 404318"/>
                <a:gd name="connsiteY37" fmla="*/ 260561 h 351501"/>
                <a:gd name="connsiteX38" fmla="*/ 293324 w 404318"/>
                <a:gd name="connsiteY38" fmla="*/ 230869 h 351501"/>
                <a:gd name="connsiteX39" fmla="*/ 293759 w 404318"/>
                <a:gd name="connsiteY39" fmla="*/ 174311 h 351501"/>
                <a:gd name="connsiteX40" fmla="*/ 321795 w 404318"/>
                <a:gd name="connsiteY40" fmla="*/ 136581 h 351501"/>
                <a:gd name="connsiteX41" fmla="*/ 352728 w 404318"/>
                <a:gd name="connsiteY41" fmla="*/ 117752 h 351501"/>
                <a:gd name="connsiteX42" fmla="*/ 389674 w 404318"/>
                <a:gd name="connsiteY42" fmla="*/ 95520 h 351501"/>
                <a:gd name="connsiteX43" fmla="*/ 403656 w 404318"/>
                <a:gd name="connsiteY43" fmla="*/ 62931 h 351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404318" h="351501">
                  <a:moveTo>
                    <a:pt x="403656" y="62931"/>
                  </a:moveTo>
                  <a:cubicBezTo>
                    <a:pt x="392079" y="63648"/>
                    <a:pt x="380459" y="63257"/>
                    <a:pt x="368956" y="61773"/>
                  </a:cubicBezTo>
                  <a:cubicBezTo>
                    <a:pt x="358016" y="59021"/>
                    <a:pt x="334907" y="57645"/>
                    <a:pt x="328894" y="50693"/>
                  </a:cubicBezTo>
                  <a:cubicBezTo>
                    <a:pt x="322881" y="43741"/>
                    <a:pt x="313029" y="38165"/>
                    <a:pt x="313029" y="46493"/>
                  </a:cubicBezTo>
                  <a:cubicBezTo>
                    <a:pt x="313029" y="54821"/>
                    <a:pt x="296077" y="56269"/>
                    <a:pt x="286370" y="49317"/>
                  </a:cubicBezTo>
                  <a:cubicBezTo>
                    <a:pt x="276662" y="42365"/>
                    <a:pt x="260797" y="36789"/>
                    <a:pt x="253480" y="31212"/>
                  </a:cubicBezTo>
                  <a:cubicBezTo>
                    <a:pt x="249641" y="28316"/>
                    <a:pt x="241817" y="24550"/>
                    <a:pt x="234283" y="20349"/>
                  </a:cubicBezTo>
                  <a:cubicBezTo>
                    <a:pt x="224213" y="22594"/>
                    <a:pt x="195091" y="10356"/>
                    <a:pt x="175893" y="13108"/>
                  </a:cubicBezTo>
                  <a:cubicBezTo>
                    <a:pt x="155391" y="15932"/>
                    <a:pt x="89975" y="9632"/>
                    <a:pt x="64547" y="11949"/>
                  </a:cubicBezTo>
                  <a:cubicBezTo>
                    <a:pt x="39119" y="14266"/>
                    <a:pt x="37526" y="0"/>
                    <a:pt x="23616" y="0"/>
                  </a:cubicBezTo>
                  <a:cubicBezTo>
                    <a:pt x="10794" y="0"/>
                    <a:pt x="14706" y="16222"/>
                    <a:pt x="0" y="19408"/>
                  </a:cubicBezTo>
                  <a:cubicBezTo>
                    <a:pt x="1956" y="25535"/>
                    <a:pt x="2470" y="32023"/>
                    <a:pt x="1521" y="38382"/>
                  </a:cubicBezTo>
                  <a:cubicBezTo>
                    <a:pt x="6643" y="42864"/>
                    <a:pt x="11134" y="48035"/>
                    <a:pt x="14851" y="53734"/>
                  </a:cubicBezTo>
                  <a:cubicBezTo>
                    <a:pt x="19936" y="62497"/>
                    <a:pt x="21269" y="72940"/>
                    <a:pt x="18546" y="82702"/>
                  </a:cubicBezTo>
                  <a:cubicBezTo>
                    <a:pt x="18546" y="83571"/>
                    <a:pt x="18038" y="84295"/>
                    <a:pt x="17821" y="85164"/>
                  </a:cubicBezTo>
                  <a:cubicBezTo>
                    <a:pt x="17604" y="86033"/>
                    <a:pt x="18256" y="86757"/>
                    <a:pt x="18401" y="87554"/>
                  </a:cubicBezTo>
                  <a:cubicBezTo>
                    <a:pt x="24174" y="88886"/>
                    <a:pt x="30136" y="89154"/>
                    <a:pt x="36004" y="88350"/>
                  </a:cubicBezTo>
                  <a:cubicBezTo>
                    <a:pt x="43249" y="88350"/>
                    <a:pt x="40858" y="95592"/>
                    <a:pt x="49406" y="88350"/>
                  </a:cubicBezTo>
                  <a:cubicBezTo>
                    <a:pt x="57955" y="81108"/>
                    <a:pt x="70053" y="84222"/>
                    <a:pt x="70053" y="92550"/>
                  </a:cubicBezTo>
                  <a:cubicBezTo>
                    <a:pt x="70053" y="100879"/>
                    <a:pt x="88236" y="96678"/>
                    <a:pt x="78529" y="107831"/>
                  </a:cubicBezTo>
                  <a:cubicBezTo>
                    <a:pt x="68821" y="118983"/>
                    <a:pt x="56796" y="121735"/>
                    <a:pt x="56796" y="130063"/>
                  </a:cubicBezTo>
                  <a:cubicBezTo>
                    <a:pt x="56796" y="138391"/>
                    <a:pt x="67735" y="156423"/>
                    <a:pt x="59259" y="166272"/>
                  </a:cubicBezTo>
                  <a:cubicBezTo>
                    <a:pt x="50783" y="176121"/>
                    <a:pt x="61649" y="192705"/>
                    <a:pt x="53173" y="192705"/>
                  </a:cubicBezTo>
                  <a:cubicBezTo>
                    <a:pt x="44698" y="192705"/>
                    <a:pt x="34917" y="196833"/>
                    <a:pt x="44625" y="207985"/>
                  </a:cubicBezTo>
                  <a:cubicBezTo>
                    <a:pt x="54333" y="219137"/>
                    <a:pt x="61649" y="228841"/>
                    <a:pt x="54405" y="228841"/>
                  </a:cubicBezTo>
                  <a:cubicBezTo>
                    <a:pt x="47160" y="228841"/>
                    <a:pt x="42234" y="245498"/>
                    <a:pt x="45857" y="249698"/>
                  </a:cubicBezTo>
                  <a:cubicBezTo>
                    <a:pt x="49479" y="253898"/>
                    <a:pt x="66575" y="266354"/>
                    <a:pt x="53101" y="269106"/>
                  </a:cubicBezTo>
                  <a:cubicBezTo>
                    <a:pt x="39626" y="271858"/>
                    <a:pt x="39772" y="284386"/>
                    <a:pt x="39772" y="292787"/>
                  </a:cubicBezTo>
                  <a:cubicBezTo>
                    <a:pt x="40445" y="297269"/>
                    <a:pt x="42104" y="301549"/>
                    <a:pt x="44625" y="305315"/>
                  </a:cubicBezTo>
                  <a:cubicBezTo>
                    <a:pt x="50609" y="303693"/>
                    <a:pt x="56969" y="304236"/>
                    <a:pt x="62591" y="306836"/>
                  </a:cubicBezTo>
                  <a:cubicBezTo>
                    <a:pt x="76573" y="314078"/>
                    <a:pt x="84686" y="354053"/>
                    <a:pt x="103522" y="351373"/>
                  </a:cubicBezTo>
                  <a:cubicBezTo>
                    <a:pt x="111563" y="350214"/>
                    <a:pt x="107579" y="343407"/>
                    <a:pt x="111563" y="338845"/>
                  </a:cubicBezTo>
                  <a:cubicBezTo>
                    <a:pt x="115547" y="334282"/>
                    <a:pt x="123009" y="337686"/>
                    <a:pt x="131050" y="337686"/>
                  </a:cubicBezTo>
                  <a:cubicBezTo>
                    <a:pt x="139091" y="337686"/>
                    <a:pt x="143004" y="324578"/>
                    <a:pt x="161984" y="323999"/>
                  </a:cubicBezTo>
                  <a:cubicBezTo>
                    <a:pt x="180964" y="323420"/>
                    <a:pt x="192917" y="321682"/>
                    <a:pt x="204943" y="322261"/>
                  </a:cubicBezTo>
                  <a:cubicBezTo>
                    <a:pt x="216968" y="322840"/>
                    <a:pt x="226676" y="318278"/>
                    <a:pt x="229356" y="308574"/>
                  </a:cubicBezTo>
                  <a:cubicBezTo>
                    <a:pt x="233725" y="297356"/>
                    <a:pt x="243918" y="289455"/>
                    <a:pt x="255871" y="288007"/>
                  </a:cubicBezTo>
                  <a:cubicBezTo>
                    <a:pt x="269345" y="285690"/>
                    <a:pt x="267317" y="269685"/>
                    <a:pt x="268331" y="260561"/>
                  </a:cubicBezTo>
                  <a:cubicBezTo>
                    <a:pt x="269345" y="251436"/>
                    <a:pt x="291803" y="237749"/>
                    <a:pt x="293324" y="230869"/>
                  </a:cubicBezTo>
                  <a:cubicBezTo>
                    <a:pt x="294845" y="223990"/>
                    <a:pt x="280284" y="197702"/>
                    <a:pt x="293759" y="174311"/>
                  </a:cubicBezTo>
                  <a:cubicBezTo>
                    <a:pt x="307233" y="150919"/>
                    <a:pt x="321795" y="149761"/>
                    <a:pt x="321795" y="136581"/>
                  </a:cubicBezTo>
                  <a:cubicBezTo>
                    <a:pt x="321795" y="124559"/>
                    <a:pt x="335704" y="120069"/>
                    <a:pt x="352728" y="117752"/>
                  </a:cubicBezTo>
                  <a:cubicBezTo>
                    <a:pt x="369752" y="115435"/>
                    <a:pt x="375186" y="102327"/>
                    <a:pt x="389674" y="95520"/>
                  </a:cubicBezTo>
                  <a:cubicBezTo>
                    <a:pt x="401772" y="89509"/>
                    <a:pt x="406119" y="79225"/>
                    <a:pt x="403656" y="6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8" name="Freeform 215">
              <a:extLst>
                <a:ext uri="{FF2B5EF4-FFF2-40B4-BE49-F238E27FC236}">
                  <a16:creationId xmlns:a16="http://schemas.microsoft.com/office/drawing/2014/main" id="{827FD011-0427-785E-EAC4-49DB958C5B8B}"/>
                </a:ext>
              </a:extLst>
            </p:cNvPr>
            <p:cNvSpPr/>
            <p:nvPr/>
          </p:nvSpPr>
          <p:spPr>
            <a:xfrm>
              <a:off x="5809505" y="2793866"/>
              <a:ext cx="30763" cy="25203"/>
            </a:xfrm>
            <a:custGeom>
              <a:avLst/>
              <a:gdLst>
                <a:gd name="connsiteX0" fmla="*/ 30524 w 30763"/>
                <a:gd name="connsiteY0" fmla="*/ 7216 h 25203"/>
                <a:gd name="connsiteX1" fmla="*/ 1040 w 30763"/>
                <a:gd name="connsiteY1" fmla="*/ 18658 h 25203"/>
                <a:gd name="connsiteX2" fmla="*/ 30524 w 30763"/>
                <a:gd name="connsiteY2" fmla="*/ 7216 h 252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0763" h="25203">
                  <a:moveTo>
                    <a:pt x="30524" y="7216"/>
                  </a:moveTo>
                  <a:cubicBezTo>
                    <a:pt x="27988" y="-12192"/>
                    <a:pt x="-6350" y="13082"/>
                    <a:pt x="1040" y="18658"/>
                  </a:cubicBezTo>
                  <a:cubicBezTo>
                    <a:pt x="16035" y="30100"/>
                    <a:pt x="32987" y="26696"/>
                    <a:pt x="30524" y="72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9" name="Freeform 216">
              <a:extLst>
                <a:ext uri="{FF2B5EF4-FFF2-40B4-BE49-F238E27FC236}">
                  <a16:creationId xmlns:a16="http://schemas.microsoft.com/office/drawing/2014/main" id="{4AB73AE2-6BA0-5549-60DA-4EDF1D4D5F03}"/>
                </a:ext>
              </a:extLst>
            </p:cNvPr>
            <p:cNvSpPr/>
            <p:nvPr/>
          </p:nvSpPr>
          <p:spPr>
            <a:xfrm>
              <a:off x="6162940" y="2460955"/>
              <a:ext cx="113705" cy="71235"/>
            </a:xfrm>
            <a:custGeom>
              <a:avLst/>
              <a:gdLst>
                <a:gd name="connsiteX0" fmla="*/ 115 w 113706"/>
                <a:gd name="connsiteY0" fmla="*/ 62835 h 71235"/>
                <a:gd name="connsiteX1" fmla="*/ 21848 w 113706"/>
                <a:gd name="connsiteY1" fmla="*/ 59721 h 71235"/>
                <a:gd name="connsiteX2" fmla="*/ 27716 w 113706"/>
                <a:gd name="connsiteY2" fmla="*/ 71235 h 71235"/>
                <a:gd name="connsiteX3" fmla="*/ 51550 w 113706"/>
                <a:gd name="connsiteY3" fmla="*/ 65949 h 71235"/>
                <a:gd name="connsiteX4" fmla="*/ 72486 w 113706"/>
                <a:gd name="connsiteY4" fmla="*/ 66818 h 71235"/>
                <a:gd name="connsiteX5" fmla="*/ 84439 w 113706"/>
                <a:gd name="connsiteY5" fmla="*/ 49655 h 71235"/>
                <a:gd name="connsiteX6" fmla="*/ 92698 w 113706"/>
                <a:gd name="connsiteY6" fmla="*/ 30826 h 71235"/>
                <a:gd name="connsiteX7" fmla="*/ 113706 w 113706"/>
                <a:gd name="connsiteY7" fmla="*/ 14532 h 71235"/>
                <a:gd name="connsiteX8" fmla="*/ 105448 w 113706"/>
                <a:gd name="connsiteY8" fmla="*/ 48 h 71235"/>
                <a:gd name="connsiteX9" fmla="*/ 82194 w 113706"/>
                <a:gd name="connsiteY9" fmla="*/ 8594 h 71235"/>
                <a:gd name="connsiteX10" fmla="*/ 53216 w 113706"/>
                <a:gd name="connsiteY10" fmla="*/ 20615 h 71235"/>
                <a:gd name="connsiteX11" fmla="*/ 15690 w 113706"/>
                <a:gd name="connsiteY11" fmla="*/ 12939 h 71235"/>
                <a:gd name="connsiteX12" fmla="*/ 2215 w 113706"/>
                <a:gd name="connsiteY12" fmla="*/ 11708 h 71235"/>
                <a:gd name="connsiteX13" fmla="*/ 115 w 113706"/>
                <a:gd name="connsiteY13" fmla="*/ 62835 h 712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13706" h="71235">
                  <a:moveTo>
                    <a:pt x="115" y="62835"/>
                  </a:moveTo>
                  <a:cubicBezTo>
                    <a:pt x="6736" y="59185"/>
                    <a:pt x="14466" y="58084"/>
                    <a:pt x="21848" y="59721"/>
                  </a:cubicBezTo>
                  <a:cubicBezTo>
                    <a:pt x="25760" y="61459"/>
                    <a:pt x="26991" y="66166"/>
                    <a:pt x="27716" y="71235"/>
                  </a:cubicBezTo>
                  <a:cubicBezTo>
                    <a:pt x="35786" y="70098"/>
                    <a:pt x="43755" y="68331"/>
                    <a:pt x="51550" y="65949"/>
                  </a:cubicBezTo>
                  <a:cubicBezTo>
                    <a:pt x="57562" y="63414"/>
                    <a:pt x="70965" y="71960"/>
                    <a:pt x="72486" y="66818"/>
                  </a:cubicBezTo>
                  <a:cubicBezTo>
                    <a:pt x="74007" y="61676"/>
                    <a:pt x="78499" y="49655"/>
                    <a:pt x="84439" y="49655"/>
                  </a:cubicBezTo>
                  <a:cubicBezTo>
                    <a:pt x="90380" y="49655"/>
                    <a:pt x="86685" y="31695"/>
                    <a:pt x="92698" y="30826"/>
                  </a:cubicBezTo>
                  <a:cubicBezTo>
                    <a:pt x="98710" y="29957"/>
                    <a:pt x="113706" y="14532"/>
                    <a:pt x="113706" y="14532"/>
                  </a:cubicBezTo>
                  <a:cubicBezTo>
                    <a:pt x="113706" y="14532"/>
                    <a:pt x="107693" y="845"/>
                    <a:pt x="105448" y="48"/>
                  </a:cubicBezTo>
                  <a:cubicBezTo>
                    <a:pt x="103202" y="-748"/>
                    <a:pt x="95740" y="8594"/>
                    <a:pt x="82194" y="8594"/>
                  </a:cubicBezTo>
                  <a:cubicBezTo>
                    <a:pt x="68647" y="8594"/>
                    <a:pt x="59011" y="20615"/>
                    <a:pt x="53216" y="20615"/>
                  </a:cubicBezTo>
                  <a:cubicBezTo>
                    <a:pt x="47421" y="20615"/>
                    <a:pt x="28440" y="13373"/>
                    <a:pt x="15690" y="12939"/>
                  </a:cubicBezTo>
                  <a:cubicBezTo>
                    <a:pt x="11199" y="12939"/>
                    <a:pt x="6562" y="12215"/>
                    <a:pt x="2215" y="11708"/>
                  </a:cubicBezTo>
                  <a:cubicBezTo>
                    <a:pt x="404" y="28690"/>
                    <a:pt x="-298" y="45766"/>
                    <a:pt x="115" y="628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0" name="Freeform 217">
              <a:extLst>
                <a:ext uri="{FF2B5EF4-FFF2-40B4-BE49-F238E27FC236}">
                  <a16:creationId xmlns:a16="http://schemas.microsoft.com/office/drawing/2014/main" id="{426A0F00-10B4-C326-E75C-1ED52B3AD2F4}"/>
                </a:ext>
              </a:extLst>
            </p:cNvPr>
            <p:cNvSpPr/>
            <p:nvPr/>
          </p:nvSpPr>
          <p:spPr>
            <a:xfrm>
              <a:off x="6395959" y="2705417"/>
              <a:ext cx="214143" cy="305832"/>
            </a:xfrm>
            <a:custGeom>
              <a:avLst/>
              <a:gdLst>
                <a:gd name="connsiteX0" fmla="*/ 211753 w 214143"/>
                <a:gd name="connsiteY0" fmla="*/ 0 h 305830"/>
                <a:gd name="connsiteX1" fmla="*/ 195525 w 214143"/>
                <a:gd name="connsiteY1" fmla="*/ 8908 h 305830"/>
                <a:gd name="connsiteX2" fmla="*/ 182558 w 214143"/>
                <a:gd name="connsiteY2" fmla="*/ 18032 h 305830"/>
                <a:gd name="connsiteX3" fmla="*/ 146336 w 214143"/>
                <a:gd name="connsiteY3" fmla="*/ 11152 h 305830"/>
                <a:gd name="connsiteX4" fmla="*/ 100986 w 214143"/>
                <a:gd name="connsiteY4" fmla="*/ 10573 h 305830"/>
                <a:gd name="connsiteX5" fmla="*/ 100407 w 214143"/>
                <a:gd name="connsiteY5" fmla="*/ 12311 h 305830"/>
                <a:gd name="connsiteX6" fmla="*/ 68894 w 214143"/>
                <a:gd name="connsiteY6" fmla="*/ 28823 h 305830"/>
                <a:gd name="connsiteX7" fmla="*/ 53173 w 214143"/>
                <a:gd name="connsiteY7" fmla="*/ 39975 h 305830"/>
                <a:gd name="connsiteX8" fmla="*/ 29991 w 214143"/>
                <a:gd name="connsiteY8" fmla="*/ 43451 h 305830"/>
                <a:gd name="connsiteX9" fmla="*/ 17966 w 214143"/>
                <a:gd name="connsiteY9" fmla="*/ 65683 h 305830"/>
                <a:gd name="connsiteX10" fmla="*/ 9780 w 214143"/>
                <a:gd name="connsiteY10" fmla="*/ 80167 h 305830"/>
                <a:gd name="connsiteX11" fmla="*/ 0 w 214143"/>
                <a:gd name="connsiteY11" fmla="*/ 101023 h 305830"/>
                <a:gd name="connsiteX12" fmla="*/ 1521 w 214143"/>
                <a:gd name="connsiteY12" fmla="*/ 101892 h 305830"/>
                <a:gd name="connsiteX13" fmla="*/ 19487 w 214143"/>
                <a:gd name="connsiteY13" fmla="*/ 135060 h 305830"/>
                <a:gd name="connsiteX14" fmla="*/ 31230 w 214143"/>
                <a:gd name="connsiteY14" fmla="*/ 149674 h 305830"/>
                <a:gd name="connsiteX15" fmla="*/ 43466 w 214143"/>
                <a:gd name="connsiteY15" fmla="*/ 144185 h 305830"/>
                <a:gd name="connsiteX16" fmla="*/ 73892 w 214143"/>
                <a:gd name="connsiteY16" fmla="*/ 156713 h 305830"/>
                <a:gd name="connsiteX17" fmla="*/ 37670 w 214143"/>
                <a:gd name="connsiteY17" fmla="*/ 160189 h 305830"/>
                <a:gd name="connsiteX18" fmla="*/ 44915 w 214143"/>
                <a:gd name="connsiteY18" fmla="*/ 192705 h 305830"/>
                <a:gd name="connsiteX19" fmla="*/ 62374 w 214143"/>
                <a:gd name="connsiteY19" fmla="*/ 219572 h 305830"/>
                <a:gd name="connsiteX20" fmla="*/ 93814 w 214143"/>
                <a:gd name="connsiteY20" fmla="*/ 236735 h 305830"/>
                <a:gd name="connsiteX21" fmla="*/ 87802 w 214143"/>
                <a:gd name="connsiteY21" fmla="*/ 197846 h 305830"/>
                <a:gd name="connsiteX22" fmla="*/ 111273 w 214143"/>
                <a:gd name="connsiteY22" fmla="*/ 196688 h 305830"/>
                <a:gd name="connsiteX23" fmla="*/ 95770 w 214143"/>
                <a:gd name="connsiteY23" fmla="*/ 181335 h 305830"/>
                <a:gd name="connsiteX24" fmla="*/ 107796 w 214143"/>
                <a:gd name="connsiteY24" fmla="*/ 174093 h 305830"/>
                <a:gd name="connsiteX25" fmla="*/ 132210 w 214143"/>
                <a:gd name="connsiteY25" fmla="*/ 170690 h 305830"/>
                <a:gd name="connsiteX26" fmla="*/ 121271 w 214143"/>
                <a:gd name="connsiteY26" fmla="*/ 139260 h 305830"/>
                <a:gd name="connsiteX27" fmla="*/ 93307 w 214143"/>
                <a:gd name="connsiteY27" fmla="*/ 140346 h 305830"/>
                <a:gd name="connsiteX28" fmla="*/ 104319 w 214143"/>
                <a:gd name="connsiteY28" fmla="*/ 119852 h 305830"/>
                <a:gd name="connsiteX29" fmla="*/ 76790 w 214143"/>
                <a:gd name="connsiteY29" fmla="*/ 76401 h 305830"/>
                <a:gd name="connsiteX30" fmla="*/ 94321 w 214143"/>
                <a:gd name="connsiteY30" fmla="*/ 65611 h 305830"/>
                <a:gd name="connsiteX31" fmla="*/ 121271 w 214143"/>
                <a:gd name="connsiteY31" fmla="*/ 70101 h 305830"/>
                <a:gd name="connsiteX32" fmla="*/ 127718 w 214143"/>
                <a:gd name="connsiteY32" fmla="*/ 41134 h 305830"/>
                <a:gd name="connsiteX33" fmla="*/ 148219 w 214143"/>
                <a:gd name="connsiteY33" fmla="*/ 48376 h 305830"/>
                <a:gd name="connsiteX34" fmla="*/ 173720 w 214143"/>
                <a:gd name="connsiteY34" fmla="*/ 33892 h 305830"/>
                <a:gd name="connsiteX35" fmla="*/ 196540 w 214143"/>
                <a:gd name="connsiteY35" fmla="*/ 46348 h 305830"/>
                <a:gd name="connsiteX36" fmla="*/ 204436 w 214143"/>
                <a:gd name="connsiteY36" fmla="*/ 33095 h 305830"/>
                <a:gd name="connsiteX37" fmla="*/ 214143 w 214143"/>
                <a:gd name="connsiteY37" fmla="*/ 15063 h 305830"/>
                <a:gd name="connsiteX38" fmla="*/ 211753 w 214143"/>
                <a:gd name="connsiteY38" fmla="*/ 0 h 305830"/>
                <a:gd name="connsiteX39" fmla="*/ 183572 w 214143"/>
                <a:gd name="connsiteY39" fmla="*/ 288152 h 305830"/>
                <a:gd name="connsiteX40" fmla="*/ 130109 w 214143"/>
                <a:gd name="connsiteY40" fmla="*/ 281272 h 305830"/>
                <a:gd name="connsiteX41" fmla="*/ 109679 w 214143"/>
                <a:gd name="connsiteY41" fmla="*/ 290976 h 305830"/>
                <a:gd name="connsiteX42" fmla="*/ 159086 w 214143"/>
                <a:gd name="connsiteY42" fmla="*/ 305822 h 305830"/>
                <a:gd name="connsiteX43" fmla="*/ 204508 w 214143"/>
                <a:gd name="connsiteY43" fmla="*/ 289818 h 305830"/>
                <a:gd name="connsiteX44" fmla="*/ 183572 w 214143"/>
                <a:gd name="connsiteY44" fmla="*/ 288152 h 305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214143" h="305830">
                  <a:moveTo>
                    <a:pt x="211753" y="0"/>
                  </a:moveTo>
                  <a:cubicBezTo>
                    <a:pt x="204508" y="869"/>
                    <a:pt x="193859" y="4055"/>
                    <a:pt x="195525" y="8908"/>
                  </a:cubicBezTo>
                  <a:cubicBezTo>
                    <a:pt x="197191" y="13759"/>
                    <a:pt x="190527" y="18032"/>
                    <a:pt x="182558" y="18032"/>
                  </a:cubicBezTo>
                  <a:cubicBezTo>
                    <a:pt x="182558" y="18032"/>
                    <a:pt x="154595" y="15715"/>
                    <a:pt x="146336" y="11152"/>
                  </a:cubicBezTo>
                  <a:cubicBezTo>
                    <a:pt x="140251" y="7749"/>
                    <a:pt x="113592" y="9487"/>
                    <a:pt x="100986" y="10573"/>
                  </a:cubicBezTo>
                  <a:cubicBezTo>
                    <a:pt x="100914" y="11189"/>
                    <a:pt x="100718" y="11775"/>
                    <a:pt x="100407" y="12311"/>
                  </a:cubicBezTo>
                  <a:cubicBezTo>
                    <a:pt x="97364" y="17453"/>
                    <a:pt x="73385" y="31429"/>
                    <a:pt x="68894" y="28823"/>
                  </a:cubicBezTo>
                  <a:cubicBezTo>
                    <a:pt x="64402" y="26215"/>
                    <a:pt x="62156" y="37440"/>
                    <a:pt x="53173" y="39975"/>
                  </a:cubicBezTo>
                  <a:cubicBezTo>
                    <a:pt x="44190" y="42509"/>
                    <a:pt x="30716" y="39106"/>
                    <a:pt x="29991" y="43451"/>
                  </a:cubicBezTo>
                  <a:cubicBezTo>
                    <a:pt x="27376" y="51533"/>
                    <a:pt x="23305" y="59072"/>
                    <a:pt x="17966" y="65683"/>
                  </a:cubicBezTo>
                  <a:cubicBezTo>
                    <a:pt x="12750" y="71694"/>
                    <a:pt x="17242" y="78574"/>
                    <a:pt x="9780" y="80167"/>
                  </a:cubicBezTo>
                  <a:cubicBezTo>
                    <a:pt x="4781" y="81326"/>
                    <a:pt x="2535" y="91826"/>
                    <a:pt x="0" y="101023"/>
                  </a:cubicBezTo>
                  <a:cubicBezTo>
                    <a:pt x="463" y="101378"/>
                    <a:pt x="978" y="101675"/>
                    <a:pt x="1521" y="101892"/>
                  </a:cubicBezTo>
                  <a:cubicBezTo>
                    <a:pt x="13887" y="108077"/>
                    <a:pt x="21066" y="121329"/>
                    <a:pt x="19487" y="135060"/>
                  </a:cubicBezTo>
                  <a:cubicBezTo>
                    <a:pt x="18690" y="142338"/>
                    <a:pt x="23950" y="148877"/>
                    <a:pt x="31230" y="149674"/>
                  </a:cubicBezTo>
                  <a:cubicBezTo>
                    <a:pt x="35997" y="150195"/>
                    <a:pt x="40684" y="148095"/>
                    <a:pt x="43466" y="144185"/>
                  </a:cubicBezTo>
                  <a:cubicBezTo>
                    <a:pt x="51435" y="133901"/>
                    <a:pt x="73892" y="149906"/>
                    <a:pt x="73892" y="156713"/>
                  </a:cubicBezTo>
                  <a:cubicBezTo>
                    <a:pt x="73892" y="163520"/>
                    <a:pt x="50928" y="149471"/>
                    <a:pt x="37670" y="160189"/>
                  </a:cubicBezTo>
                  <a:cubicBezTo>
                    <a:pt x="24413" y="170907"/>
                    <a:pt x="47668" y="181335"/>
                    <a:pt x="44915" y="192705"/>
                  </a:cubicBezTo>
                  <a:cubicBezTo>
                    <a:pt x="42162" y="204075"/>
                    <a:pt x="50855" y="220151"/>
                    <a:pt x="62374" y="219572"/>
                  </a:cubicBezTo>
                  <a:cubicBezTo>
                    <a:pt x="73892" y="218993"/>
                    <a:pt x="86787" y="240718"/>
                    <a:pt x="93814" y="236735"/>
                  </a:cubicBezTo>
                  <a:cubicBezTo>
                    <a:pt x="100841" y="232752"/>
                    <a:pt x="85338" y="202481"/>
                    <a:pt x="87802" y="197846"/>
                  </a:cubicBezTo>
                  <a:cubicBezTo>
                    <a:pt x="90265" y="193212"/>
                    <a:pt x="104319" y="205885"/>
                    <a:pt x="111273" y="196688"/>
                  </a:cubicBezTo>
                  <a:cubicBezTo>
                    <a:pt x="118228" y="187491"/>
                    <a:pt x="106275" y="180756"/>
                    <a:pt x="95770" y="181335"/>
                  </a:cubicBezTo>
                  <a:cubicBezTo>
                    <a:pt x="85266" y="181914"/>
                    <a:pt x="95336" y="165331"/>
                    <a:pt x="107796" y="174093"/>
                  </a:cubicBezTo>
                  <a:cubicBezTo>
                    <a:pt x="120256" y="182856"/>
                    <a:pt x="126269" y="171848"/>
                    <a:pt x="132210" y="170690"/>
                  </a:cubicBezTo>
                  <a:cubicBezTo>
                    <a:pt x="138150" y="169531"/>
                    <a:pt x="139454" y="144981"/>
                    <a:pt x="121271" y="139260"/>
                  </a:cubicBezTo>
                  <a:cubicBezTo>
                    <a:pt x="103087" y="133539"/>
                    <a:pt x="105260" y="154685"/>
                    <a:pt x="93307" y="140346"/>
                  </a:cubicBezTo>
                  <a:cubicBezTo>
                    <a:pt x="81354" y="126008"/>
                    <a:pt x="104319" y="131801"/>
                    <a:pt x="104319" y="119852"/>
                  </a:cubicBezTo>
                  <a:cubicBezTo>
                    <a:pt x="104319" y="107903"/>
                    <a:pt x="85846" y="90885"/>
                    <a:pt x="76790" y="76401"/>
                  </a:cubicBezTo>
                  <a:cubicBezTo>
                    <a:pt x="67735" y="61918"/>
                    <a:pt x="89323" y="55255"/>
                    <a:pt x="94321" y="65611"/>
                  </a:cubicBezTo>
                  <a:cubicBezTo>
                    <a:pt x="99320" y="75967"/>
                    <a:pt x="112794" y="74156"/>
                    <a:pt x="121271" y="70101"/>
                  </a:cubicBezTo>
                  <a:cubicBezTo>
                    <a:pt x="129746" y="66045"/>
                    <a:pt x="112288" y="47869"/>
                    <a:pt x="127718" y="41134"/>
                  </a:cubicBezTo>
                  <a:cubicBezTo>
                    <a:pt x="143148" y="34399"/>
                    <a:pt x="143221" y="46275"/>
                    <a:pt x="148219" y="48376"/>
                  </a:cubicBezTo>
                  <a:cubicBezTo>
                    <a:pt x="153218" y="50475"/>
                    <a:pt x="157710" y="33892"/>
                    <a:pt x="173720" y="33892"/>
                  </a:cubicBezTo>
                  <a:cubicBezTo>
                    <a:pt x="182051" y="33892"/>
                    <a:pt x="189367" y="40264"/>
                    <a:pt x="196540" y="46348"/>
                  </a:cubicBezTo>
                  <a:cubicBezTo>
                    <a:pt x="200814" y="40844"/>
                    <a:pt x="204436" y="37730"/>
                    <a:pt x="204436" y="33095"/>
                  </a:cubicBezTo>
                  <a:cubicBezTo>
                    <a:pt x="204436" y="27085"/>
                    <a:pt x="214143" y="24477"/>
                    <a:pt x="214143" y="15063"/>
                  </a:cubicBezTo>
                  <a:cubicBezTo>
                    <a:pt x="213897" y="9972"/>
                    <a:pt x="213100" y="4917"/>
                    <a:pt x="211753" y="0"/>
                  </a:cubicBezTo>
                  <a:close/>
                  <a:moveTo>
                    <a:pt x="183572" y="288152"/>
                  </a:moveTo>
                  <a:cubicBezTo>
                    <a:pt x="175531" y="283010"/>
                    <a:pt x="139599" y="291556"/>
                    <a:pt x="130109" y="281272"/>
                  </a:cubicBezTo>
                  <a:cubicBezTo>
                    <a:pt x="120618" y="270989"/>
                    <a:pt x="101131" y="289383"/>
                    <a:pt x="109679" y="290976"/>
                  </a:cubicBezTo>
                  <a:cubicBezTo>
                    <a:pt x="121633" y="293294"/>
                    <a:pt x="139599" y="305460"/>
                    <a:pt x="159086" y="305822"/>
                  </a:cubicBezTo>
                  <a:cubicBezTo>
                    <a:pt x="178573" y="306184"/>
                    <a:pt x="205015" y="295539"/>
                    <a:pt x="204508" y="289818"/>
                  </a:cubicBezTo>
                  <a:cubicBezTo>
                    <a:pt x="204001" y="284097"/>
                    <a:pt x="191541" y="293366"/>
                    <a:pt x="183572" y="2881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1" name="Freeform 218">
              <a:extLst>
                <a:ext uri="{FF2B5EF4-FFF2-40B4-BE49-F238E27FC236}">
                  <a16:creationId xmlns:a16="http://schemas.microsoft.com/office/drawing/2014/main" id="{5FCE5E70-1AC7-1F8D-DE76-D8ECFDAB4CAB}"/>
                </a:ext>
              </a:extLst>
            </p:cNvPr>
            <p:cNvSpPr/>
            <p:nvPr/>
          </p:nvSpPr>
          <p:spPr>
            <a:xfrm>
              <a:off x="6800511" y="2974977"/>
              <a:ext cx="78163" cy="50765"/>
            </a:xfrm>
            <a:custGeom>
              <a:avLst/>
              <a:gdLst>
                <a:gd name="connsiteX0" fmla="*/ 53146 w 78163"/>
                <a:gd name="connsiteY0" fmla="*/ 34597 h 50764"/>
                <a:gd name="connsiteX1" fmla="*/ 71112 w 78163"/>
                <a:gd name="connsiteY1" fmla="*/ 10048 h 50764"/>
                <a:gd name="connsiteX2" fmla="*/ 70605 w 78163"/>
                <a:gd name="connsiteY2" fmla="*/ 2806 h 50764"/>
                <a:gd name="connsiteX3" fmla="*/ 22719 w 78163"/>
                <a:gd name="connsiteY3" fmla="*/ 19317 h 50764"/>
                <a:gd name="connsiteX4" fmla="*/ 7216 w 78163"/>
                <a:gd name="connsiteY4" fmla="*/ 46764 h 50764"/>
                <a:gd name="connsiteX5" fmla="*/ 53146 w 78163"/>
                <a:gd name="connsiteY5" fmla="*/ 34597 h 50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8163" h="50764">
                  <a:moveTo>
                    <a:pt x="53146" y="34597"/>
                  </a:moveTo>
                  <a:cubicBezTo>
                    <a:pt x="52132" y="28297"/>
                    <a:pt x="59666" y="15189"/>
                    <a:pt x="71112" y="10048"/>
                  </a:cubicBezTo>
                  <a:cubicBezTo>
                    <a:pt x="82558" y="4906"/>
                    <a:pt x="78356" y="-4798"/>
                    <a:pt x="70605" y="2806"/>
                  </a:cubicBezTo>
                  <a:cubicBezTo>
                    <a:pt x="56884" y="13408"/>
                    <a:pt x="40062" y="19209"/>
                    <a:pt x="22719" y="19317"/>
                  </a:cubicBezTo>
                  <a:cubicBezTo>
                    <a:pt x="190" y="20476"/>
                    <a:pt x="-6765" y="37422"/>
                    <a:pt x="7216" y="46764"/>
                  </a:cubicBezTo>
                  <a:cubicBezTo>
                    <a:pt x="25182" y="58640"/>
                    <a:pt x="54160" y="40898"/>
                    <a:pt x="53146" y="345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2" name="Freeform 219">
              <a:extLst>
                <a:ext uri="{FF2B5EF4-FFF2-40B4-BE49-F238E27FC236}">
                  <a16:creationId xmlns:a16="http://schemas.microsoft.com/office/drawing/2014/main" id="{ABAFDD65-FDC3-1B75-2268-233D79183D2F}"/>
                </a:ext>
              </a:extLst>
            </p:cNvPr>
            <p:cNvSpPr/>
            <p:nvPr/>
          </p:nvSpPr>
          <p:spPr>
            <a:xfrm>
              <a:off x="4907213" y="1365093"/>
              <a:ext cx="357404" cy="176919"/>
            </a:xfrm>
            <a:custGeom>
              <a:avLst/>
              <a:gdLst>
                <a:gd name="connsiteX0" fmla="*/ 338565 w 357406"/>
                <a:gd name="connsiteY0" fmla="*/ 55400 h 176917"/>
                <a:gd name="connsiteX1" fmla="*/ 329364 w 357406"/>
                <a:gd name="connsiteY1" fmla="*/ 53082 h 176917"/>
                <a:gd name="connsiteX2" fmla="*/ 314006 w 357406"/>
                <a:gd name="connsiteY2" fmla="*/ 52503 h 176917"/>
                <a:gd name="connsiteX3" fmla="*/ 287565 w 357406"/>
                <a:gd name="connsiteY3" fmla="*/ 13977 h 176917"/>
                <a:gd name="connsiteX4" fmla="*/ 273076 w 357406"/>
                <a:gd name="connsiteY4" fmla="*/ 3114 h 176917"/>
                <a:gd name="connsiteX5" fmla="*/ 255689 w 357406"/>
                <a:gd name="connsiteY5" fmla="*/ 362 h 176917"/>
                <a:gd name="connsiteX6" fmla="*/ 254747 w 357406"/>
                <a:gd name="connsiteY6" fmla="*/ 19987 h 176917"/>
                <a:gd name="connsiteX7" fmla="*/ 234753 w 357406"/>
                <a:gd name="connsiteY7" fmla="*/ 21725 h 176917"/>
                <a:gd name="connsiteX8" fmla="*/ 221278 w 357406"/>
                <a:gd name="connsiteY8" fmla="*/ 22305 h 176917"/>
                <a:gd name="connsiteX9" fmla="*/ 201791 w 357406"/>
                <a:gd name="connsiteY9" fmla="*/ 25708 h 176917"/>
                <a:gd name="connsiteX10" fmla="*/ 184332 w 357406"/>
                <a:gd name="connsiteY10" fmla="*/ 18829 h 176917"/>
                <a:gd name="connsiteX11" fmla="*/ 161875 w 357406"/>
                <a:gd name="connsiteY11" fmla="*/ 36571 h 176917"/>
                <a:gd name="connsiteX12" fmla="*/ 148400 w 357406"/>
                <a:gd name="connsiteY12" fmla="*/ 28605 h 176917"/>
                <a:gd name="connsiteX13" fmla="*/ 132897 w 357406"/>
                <a:gd name="connsiteY13" fmla="*/ 40554 h 176917"/>
                <a:gd name="connsiteX14" fmla="*/ 128406 w 357406"/>
                <a:gd name="connsiteY14" fmla="*/ 58297 h 176917"/>
                <a:gd name="connsiteX15" fmla="*/ 106673 w 357406"/>
                <a:gd name="connsiteY15" fmla="*/ 69739 h 176917"/>
                <a:gd name="connsiteX16" fmla="*/ 97690 w 357406"/>
                <a:gd name="connsiteY16" fmla="*/ 38889 h 176917"/>
                <a:gd name="connsiteX17" fmla="*/ 46255 w 357406"/>
                <a:gd name="connsiteY17" fmla="*/ 0 h 176917"/>
                <a:gd name="connsiteX18" fmla="*/ 51253 w 357406"/>
                <a:gd name="connsiteY18" fmla="*/ 21725 h 176917"/>
                <a:gd name="connsiteX19" fmla="*/ 38720 w 357406"/>
                <a:gd name="connsiteY19" fmla="*/ 20567 h 176917"/>
                <a:gd name="connsiteX20" fmla="*/ 16987 w 357406"/>
                <a:gd name="connsiteY20" fmla="*/ 30271 h 176917"/>
                <a:gd name="connsiteX21" fmla="*/ 36 w 357406"/>
                <a:gd name="connsiteY21" fmla="*/ 55979 h 176917"/>
                <a:gd name="connsiteX22" fmla="*/ 32490 w 357406"/>
                <a:gd name="connsiteY22" fmla="*/ 65104 h 176917"/>
                <a:gd name="connsiteX23" fmla="*/ 73421 w 357406"/>
                <a:gd name="connsiteY23" fmla="*/ 65104 h 176917"/>
                <a:gd name="connsiteX24" fmla="*/ 66901 w 357406"/>
                <a:gd name="connsiteY24" fmla="*/ 84005 h 176917"/>
                <a:gd name="connsiteX25" fmla="*/ 49442 w 357406"/>
                <a:gd name="connsiteY25" fmla="*/ 94868 h 176917"/>
                <a:gd name="connsiteX26" fmla="*/ 10974 w 357406"/>
                <a:gd name="connsiteY26" fmla="*/ 106817 h 176917"/>
                <a:gd name="connsiteX27" fmla="*/ 59946 w 357406"/>
                <a:gd name="connsiteY27" fmla="*/ 107976 h 176917"/>
                <a:gd name="connsiteX28" fmla="*/ 71900 w 357406"/>
                <a:gd name="connsiteY28" fmla="*/ 122459 h 176917"/>
                <a:gd name="connsiteX29" fmla="*/ 81897 w 357406"/>
                <a:gd name="connsiteY29" fmla="*/ 135567 h 176917"/>
                <a:gd name="connsiteX30" fmla="*/ 70451 w 357406"/>
                <a:gd name="connsiteY30" fmla="*/ 153309 h 176917"/>
                <a:gd name="connsiteX31" fmla="*/ 53282 w 357406"/>
                <a:gd name="connsiteY31" fmla="*/ 165620 h 176917"/>
                <a:gd name="connsiteX32" fmla="*/ 96241 w 357406"/>
                <a:gd name="connsiteY32" fmla="*/ 163882 h 176917"/>
                <a:gd name="connsiteX33" fmla="*/ 132462 w 357406"/>
                <a:gd name="connsiteY33" fmla="*/ 176918 h 176917"/>
                <a:gd name="connsiteX34" fmla="*/ 147313 w 357406"/>
                <a:gd name="connsiteY34" fmla="*/ 176918 h 176917"/>
                <a:gd name="connsiteX35" fmla="*/ 216135 w 357406"/>
                <a:gd name="connsiteY35" fmla="*/ 164896 h 176917"/>
                <a:gd name="connsiteX36" fmla="*/ 220844 w 357406"/>
                <a:gd name="connsiteY36" fmla="*/ 164172 h 176917"/>
                <a:gd name="connsiteX37" fmla="*/ 220844 w 357406"/>
                <a:gd name="connsiteY37" fmla="*/ 158523 h 176917"/>
                <a:gd name="connsiteX38" fmla="*/ 253298 w 357406"/>
                <a:gd name="connsiteY38" fmla="*/ 122314 h 176917"/>
                <a:gd name="connsiteX39" fmla="*/ 282276 w 357406"/>
                <a:gd name="connsiteY39" fmla="*/ 117245 h 176917"/>
                <a:gd name="connsiteX40" fmla="*/ 294229 w 357406"/>
                <a:gd name="connsiteY40" fmla="*/ 119852 h 176917"/>
                <a:gd name="connsiteX41" fmla="*/ 307849 w 357406"/>
                <a:gd name="connsiteY41" fmla="*/ 116159 h 176917"/>
                <a:gd name="connsiteX42" fmla="*/ 345302 w 357406"/>
                <a:gd name="connsiteY42" fmla="*/ 104861 h 176917"/>
                <a:gd name="connsiteX43" fmla="*/ 356241 w 357406"/>
                <a:gd name="connsiteY43" fmla="*/ 86974 h 176917"/>
                <a:gd name="connsiteX44" fmla="*/ 338565 w 357406"/>
                <a:gd name="connsiteY44" fmla="*/ 55400 h 1769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357406" h="176917">
                  <a:moveTo>
                    <a:pt x="338565" y="55400"/>
                  </a:moveTo>
                  <a:cubicBezTo>
                    <a:pt x="335356" y="55400"/>
                    <a:pt x="332190" y="54603"/>
                    <a:pt x="329364" y="53082"/>
                  </a:cubicBezTo>
                  <a:cubicBezTo>
                    <a:pt x="324264" y="53988"/>
                    <a:pt x="319027" y="53792"/>
                    <a:pt x="314006" y="52503"/>
                  </a:cubicBezTo>
                  <a:cubicBezTo>
                    <a:pt x="297272" y="47405"/>
                    <a:pt x="286296" y="31415"/>
                    <a:pt x="287565" y="13977"/>
                  </a:cubicBezTo>
                  <a:cubicBezTo>
                    <a:pt x="282261" y="11029"/>
                    <a:pt x="277386" y="7379"/>
                    <a:pt x="273076" y="3114"/>
                  </a:cubicBezTo>
                  <a:cubicBezTo>
                    <a:pt x="266773" y="1883"/>
                    <a:pt x="261122" y="1086"/>
                    <a:pt x="255689" y="362"/>
                  </a:cubicBezTo>
                  <a:cubicBezTo>
                    <a:pt x="253298" y="6011"/>
                    <a:pt x="256341" y="14846"/>
                    <a:pt x="254747" y="19987"/>
                  </a:cubicBezTo>
                  <a:cubicBezTo>
                    <a:pt x="252719" y="26867"/>
                    <a:pt x="234753" y="13687"/>
                    <a:pt x="234753" y="21725"/>
                  </a:cubicBezTo>
                  <a:cubicBezTo>
                    <a:pt x="234753" y="29764"/>
                    <a:pt x="227508" y="30850"/>
                    <a:pt x="221278" y="22305"/>
                  </a:cubicBezTo>
                  <a:cubicBezTo>
                    <a:pt x="215048" y="13759"/>
                    <a:pt x="201284" y="18829"/>
                    <a:pt x="201791" y="25708"/>
                  </a:cubicBezTo>
                  <a:cubicBezTo>
                    <a:pt x="202298" y="32588"/>
                    <a:pt x="195851" y="26867"/>
                    <a:pt x="184332" y="18829"/>
                  </a:cubicBezTo>
                  <a:cubicBezTo>
                    <a:pt x="172814" y="10790"/>
                    <a:pt x="160860" y="28026"/>
                    <a:pt x="161875" y="36571"/>
                  </a:cubicBezTo>
                  <a:cubicBezTo>
                    <a:pt x="162889" y="45116"/>
                    <a:pt x="157890" y="47434"/>
                    <a:pt x="148400" y="28605"/>
                  </a:cubicBezTo>
                  <a:cubicBezTo>
                    <a:pt x="138910" y="9776"/>
                    <a:pt x="127898" y="30271"/>
                    <a:pt x="132897" y="40554"/>
                  </a:cubicBezTo>
                  <a:cubicBezTo>
                    <a:pt x="137896" y="50837"/>
                    <a:pt x="135868" y="63438"/>
                    <a:pt x="128406" y="58297"/>
                  </a:cubicBezTo>
                  <a:cubicBezTo>
                    <a:pt x="120944" y="53155"/>
                    <a:pt x="110947" y="61700"/>
                    <a:pt x="106673" y="69739"/>
                  </a:cubicBezTo>
                  <a:cubicBezTo>
                    <a:pt x="102399" y="77777"/>
                    <a:pt x="86171" y="46275"/>
                    <a:pt x="97690" y="38889"/>
                  </a:cubicBezTo>
                  <a:cubicBezTo>
                    <a:pt x="109208" y="31502"/>
                    <a:pt x="61468" y="0"/>
                    <a:pt x="46255" y="0"/>
                  </a:cubicBezTo>
                  <a:cubicBezTo>
                    <a:pt x="31041" y="0"/>
                    <a:pt x="41256" y="12601"/>
                    <a:pt x="51253" y="21725"/>
                  </a:cubicBezTo>
                  <a:cubicBezTo>
                    <a:pt x="61250" y="30850"/>
                    <a:pt x="44009" y="28605"/>
                    <a:pt x="38720" y="20567"/>
                  </a:cubicBezTo>
                  <a:cubicBezTo>
                    <a:pt x="33432" y="12528"/>
                    <a:pt x="22783" y="18829"/>
                    <a:pt x="16987" y="30271"/>
                  </a:cubicBezTo>
                  <a:cubicBezTo>
                    <a:pt x="11192" y="41713"/>
                    <a:pt x="977" y="48013"/>
                    <a:pt x="36" y="55979"/>
                  </a:cubicBezTo>
                  <a:cubicBezTo>
                    <a:pt x="-906" y="63945"/>
                    <a:pt x="16987" y="72563"/>
                    <a:pt x="32490" y="65104"/>
                  </a:cubicBezTo>
                  <a:cubicBezTo>
                    <a:pt x="47993" y="57645"/>
                    <a:pt x="65380" y="56559"/>
                    <a:pt x="73421" y="65104"/>
                  </a:cubicBezTo>
                  <a:cubicBezTo>
                    <a:pt x="81462" y="73649"/>
                    <a:pt x="58932" y="77125"/>
                    <a:pt x="66901" y="84005"/>
                  </a:cubicBezTo>
                  <a:cubicBezTo>
                    <a:pt x="74870" y="90885"/>
                    <a:pt x="68422" y="96533"/>
                    <a:pt x="49442" y="94868"/>
                  </a:cubicBezTo>
                  <a:cubicBezTo>
                    <a:pt x="30462" y="93202"/>
                    <a:pt x="7497" y="99430"/>
                    <a:pt x="10974" y="106817"/>
                  </a:cubicBezTo>
                  <a:cubicBezTo>
                    <a:pt x="14452" y="114203"/>
                    <a:pt x="59439" y="100589"/>
                    <a:pt x="59946" y="107976"/>
                  </a:cubicBezTo>
                  <a:cubicBezTo>
                    <a:pt x="60453" y="115362"/>
                    <a:pt x="59946" y="127963"/>
                    <a:pt x="71900" y="122459"/>
                  </a:cubicBezTo>
                  <a:cubicBezTo>
                    <a:pt x="83853" y="116955"/>
                    <a:pt x="75884" y="132742"/>
                    <a:pt x="81897" y="135567"/>
                  </a:cubicBezTo>
                  <a:cubicBezTo>
                    <a:pt x="87910" y="138391"/>
                    <a:pt x="86388" y="152151"/>
                    <a:pt x="70451" y="153309"/>
                  </a:cubicBezTo>
                  <a:cubicBezTo>
                    <a:pt x="54513" y="154468"/>
                    <a:pt x="46037" y="157944"/>
                    <a:pt x="53282" y="165620"/>
                  </a:cubicBezTo>
                  <a:cubicBezTo>
                    <a:pt x="61757" y="175324"/>
                    <a:pt x="79289" y="168445"/>
                    <a:pt x="96241" y="163882"/>
                  </a:cubicBezTo>
                  <a:cubicBezTo>
                    <a:pt x="106455" y="161130"/>
                    <a:pt x="119423" y="168589"/>
                    <a:pt x="132462" y="176918"/>
                  </a:cubicBezTo>
                  <a:cubicBezTo>
                    <a:pt x="137461" y="176918"/>
                    <a:pt x="142387" y="176918"/>
                    <a:pt x="147313" y="176918"/>
                  </a:cubicBezTo>
                  <a:cubicBezTo>
                    <a:pt x="170133" y="174238"/>
                    <a:pt x="192663" y="169676"/>
                    <a:pt x="216135" y="164896"/>
                  </a:cubicBezTo>
                  <a:cubicBezTo>
                    <a:pt x="217685" y="164548"/>
                    <a:pt x="219257" y="164310"/>
                    <a:pt x="220844" y="164172"/>
                  </a:cubicBezTo>
                  <a:cubicBezTo>
                    <a:pt x="220844" y="162289"/>
                    <a:pt x="220844" y="160406"/>
                    <a:pt x="220844" y="158523"/>
                  </a:cubicBezTo>
                  <a:cubicBezTo>
                    <a:pt x="222010" y="140412"/>
                    <a:pt x="235420" y="125450"/>
                    <a:pt x="253298" y="122314"/>
                  </a:cubicBezTo>
                  <a:cubicBezTo>
                    <a:pt x="261977" y="117042"/>
                    <a:pt x="272322" y="115232"/>
                    <a:pt x="282276" y="117245"/>
                  </a:cubicBezTo>
                  <a:lnTo>
                    <a:pt x="294229" y="119852"/>
                  </a:lnTo>
                  <a:cubicBezTo>
                    <a:pt x="298460" y="117672"/>
                    <a:pt x="303096" y="116412"/>
                    <a:pt x="307849" y="116159"/>
                  </a:cubicBezTo>
                  <a:cubicBezTo>
                    <a:pt x="319910" y="111111"/>
                    <a:pt x="332465" y="107331"/>
                    <a:pt x="345302" y="104861"/>
                  </a:cubicBezTo>
                  <a:cubicBezTo>
                    <a:pt x="349663" y="99365"/>
                    <a:pt x="353336" y="93361"/>
                    <a:pt x="356241" y="86974"/>
                  </a:cubicBezTo>
                  <a:cubicBezTo>
                    <a:pt x="361022" y="75967"/>
                    <a:pt x="350301" y="55400"/>
                    <a:pt x="338565" y="554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3" name="Freeform 220">
              <a:extLst>
                <a:ext uri="{FF2B5EF4-FFF2-40B4-BE49-F238E27FC236}">
                  <a16:creationId xmlns:a16="http://schemas.microsoft.com/office/drawing/2014/main" id="{DA7DE9A7-044F-5E7C-82A0-C5A179DD40D9}"/>
                </a:ext>
              </a:extLst>
            </p:cNvPr>
            <p:cNvSpPr/>
            <p:nvPr/>
          </p:nvSpPr>
          <p:spPr>
            <a:xfrm>
              <a:off x="5374026" y="2035992"/>
              <a:ext cx="142387" cy="170603"/>
            </a:xfrm>
            <a:custGeom>
              <a:avLst/>
              <a:gdLst>
                <a:gd name="connsiteX0" fmla="*/ 134359 w 142388"/>
                <a:gd name="connsiteY0" fmla="*/ 64801 h 170603"/>
                <a:gd name="connsiteX1" fmla="*/ 133780 w 142388"/>
                <a:gd name="connsiteY1" fmla="*/ 58863 h 170603"/>
                <a:gd name="connsiteX2" fmla="*/ 122623 w 142388"/>
                <a:gd name="connsiteY2" fmla="*/ 47276 h 170603"/>
                <a:gd name="connsiteX3" fmla="*/ 103064 w 142388"/>
                <a:gd name="connsiteY3" fmla="*/ 54156 h 170603"/>
                <a:gd name="connsiteX4" fmla="*/ 81910 w 142388"/>
                <a:gd name="connsiteY4" fmla="*/ 49014 h 170603"/>
                <a:gd name="connsiteX5" fmla="*/ 89155 w 142388"/>
                <a:gd name="connsiteY5" fmla="*/ 26564 h 170603"/>
                <a:gd name="connsiteX6" fmla="*/ 98355 w 142388"/>
                <a:gd name="connsiteY6" fmla="*/ 4839 h 170603"/>
                <a:gd name="connsiteX7" fmla="*/ 94153 w 142388"/>
                <a:gd name="connsiteY7" fmla="*/ 3970 h 170603"/>
                <a:gd name="connsiteX8" fmla="*/ 60250 w 142388"/>
                <a:gd name="connsiteY8" fmla="*/ 12008 h 170603"/>
                <a:gd name="connsiteX9" fmla="*/ 76187 w 142388"/>
                <a:gd name="connsiteY9" fmla="*/ 30258 h 170603"/>
                <a:gd name="connsiteX10" fmla="*/ 48731 w 142388"/>
                <a:gd name="connsiteY10" fmla="*/ 46262 h 170603"/>
                <a:gd name="connsiteX11" fmla="*/ 12509 w 142388"/>
                <a:gd name="connsiteY11" fmla="*/ 46841 h 170603"/>
                <a:gd name="connsiteX12" fmla="*/ 16493 w 142388"/>
                <a:gd name="connsiteY12" fmla="*/ 75809 h 170603"/>
                <a:gd name="connsiteX13" fmla="*/ 31924 w 142388"/>
                <a:gd name="connsiteY13" fmla="*/ 103255 h 170603"/>
                <a:gd name="connsiteX14" fmla="*/ 22941 w 142388"/>
                <a:gd name="connsiteY14" fmla="*/ 135771 h 170603"/>
                <a:gd name="connsiteX15" fmla="*/ 484 w 142388"/>
                <a:gd name="connsiteY15" fmla="*/ 160900 h 170603"/>
                <a:gd name="connsiteX16" fmla="*/ 1063 w 142388"/>
                <a:gd name="connsiteY16" fmla="*/ 168793 h 170603"/>
                <a:gd name="connsiteX17" fmla="*/ 85749 w 142388"/>
                <a:gd name="connsiteY17" fmla="*/ 170604 h 170603"/>
                <a:gd name="connsiteX18" fmla="*/ 92415 w 142388"/>
                <a:gd name="connsiteY18" fmla="*/ 164376 h 170603"/>
                <a:gd name="connsiteX19" fmla="*/ 133780 w 142388"/>
                <a:gd name="connsiteY19" fmla="*/ 154672 h 170603"/>
                <a:gd name="connsiteX20" fmla="*/ 134359 w 142388"/>
                <a:gd name="connsiteY20" fmla="*/ 64801 h 170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2388" h="170603">
                  <a:moveTo>
                    <a:pt x="134359" y="64801"/>
                  </a:moveTo>
                  <a:cubicBezTo>
                    <a:pt x="133483" y="62947"/>
                    <a:pt x="133280" y="60847"/>
                    <a:pt x="133780" y="58863"/>
                  </a:cubicBezTo>
                  <a:cubicBezTo>
                    <a:pt x="129643" y="55423"/>
                    <a:pt x="125905" y="51534"/>
                    <a:pt x="122623" y="47276"/>
                  </a:cubicBezTo>
                  <a:cubicBezTo>
                    <a:pt x="109801" y="29968"/>
                    <a:pt x="104513" y="43800"/>
                    <a:pt x="103064" y="54156"/>
                  </a:cubicBezTo>
                  <a:cubicBezTo>
                    <a:pt x="101615" y="64511"/>
                    <a:pt x="89444" y="50752"/>
                    <a:pt x="81910" y="49014"/>
                  </a:cubicBezTo>
                  <a:cubicBezTo>
                    <a:pt x="74376" y="47276"/>
                    <a:pt x="84156" y="30909"/>
                    <a:pt x="89155" y="26564"/>
                  </a:cubicBezTo>
                  <a:cubicBezTo>
                    <a:pt x="94262" y="20365"/>
                    <a:pt x="97457" y="12819"/>
                    <a:pt x="98355" y="4839"/>
                  </a:cubicBezTo>
                  <a:cubicBezTo>
                    <a:pt x="96906" y="4875"/>
                    <a:pt x="95472" y="4578"/>
                    <a:pt x="94153" y="3970"/>
                  </a:cubicBezTo>
                  <a:cubicBezTo>
                    <a:pt x="80172" y="-2258"/>
                    <a:pt x="60684" y="-2258"/>
                    <a:pt x="60250" y="12008"/>
                  </a:cubicBezTo>
                  <a:cubicBezTo>
                    <a:pt x="59815" y="26275"/>
                    <a:pt x="75680" y="21133"/>
                    <a:pt x="76187" y="30258"/>
                  </a:cubicBezTo>
                  <a:cubicBezTo>
                    <a:pt x="76694" y="39382"/>
                    <a:pt x="60250" y="37137"/>
                    <a:pt x="48731" y="46262"/>
                  </a:cubicBezTo>
                  <a:cubicBezTo>
                    <a:pt x="37212" y="55387"/>
                    <a:pt x="24752" y="39962"/>
                    <a:pt x="12509" y="46841"/>
                  </a:cubicBezTo>
                  <a:cubicBezTo>
                    <a:pt x="266" y="53721"/>
                    <a:pt x="25476" y="61687"/>
                    <a:pt x="16493" y="75809"/>
                  </a:cubicBezTo>
                  <a:cubicBezTo>
                    <a:pt x="7510" y="89930"/>
                    <a:pt x="17001" y="89496"/>
                    <a:pt x="31924" y="103255"/>
                  </a:cubicBezTo>
                  <a:cubicBezTo>
                    <a:pt x="46847" y="117015"/>
                    <a:pt x="22941" y="120346"/>
                    <a:pt x="22941" y="135771"/>
                  </a:cubicBezTo>
                  <a:cubicBezTo>
                    <a:pt x="22941" y="151196"/>
                    <a:pt x="4468" y="150689"/>
                    <a:pt x="484" y="160900"/>
                  </a:cubicBezTo>
                  <a:cubicBezTo>
                    <a:pt x="-321" y="163507"/>
                    <a:pt x="-118" y="166331"/>
                    <a:pt x="1063" y="168793"/>
                  </a:cubicBezTo>
                  <a:cubicBezTo>
                    <a:pt x="29316" y="168793"/>
                    <a:pt x="57497" y="170459"/>
                    <a:pt x="85749" y="170604"/>
                  </a:cubicBezTo>
                  <a:cubicBezTo>
                    <a:pt x="88075" y="168641"/>
                    <a:pt x="90299" y="166563"/>
                    <a:pt x="92415" y="164376"/>
                  </a:cubicBezTo>
                  <a:cubicBezTo>
                    <a:pt x="109366" y="146054"/>
                    <a:pt x="118349" y="163724"/>
                    <a:pt x="133780" y="154672"/>
                  </a:cubicBezTo>
                  <a:cubicBezTo>
                    <a:pt x="149210" y="145620"/>
                    <a:pt x="140372" y="78561"/>
                    <a:pt x="134359" y="648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4" name="Freeform 221">
              <a:extLst>
                <a:ext uri="{FF2B5EF4-FFF2-40B4-BE49-F238E27FC236}">
                  <a16:creationId xmlns:a16="http://schemas.microsoft.com/office/drawing/2014/main" id="{3AA7F4BF-3E8F-003A-3140-4239CC20BF00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5" name="Freeform 222">
              <a:extLst>
                <a:ext uri="{FF2B5EF4-FFF2-40B4-BE49-F238E27FC236}">
                  <a16:creationId xmlns:a16="http://schemas.microsoft.com/office/drawing/2014/main" id="{93AD89A0-2DEA-EE07-6309-BE1283646714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6" name="Freeform 223">
              <a:extLst>
                <a:ext uri="{FF2B5EF4-FFF2-40B4-BE49-F238E27FC236}">
                  <a16:creationId xmlns:a16="http://schemas.microsoft.com/office/drawing/2014/main" id="{1E72FE31-E32A-EDBF-3148-686ABDD548E6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7" name="Freeform 224">
              <a:extLst>
                <a:ext uri="{FF2B5EF4-FFF2-40B4-BE49-F238E27FC236}">
                  <a16:creationId xmlns:a16="http://schemas.microsoft.com/office/drawing/2014/main" id="{0CFF5AC3-9D02-2E13-CFFD-A8C8E91F6C24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8" name="Freeform 225">
              <a:extLst>
                <a:ext uri="{FF2B5EF4-FFF2-40B4-BE49-F238E27FC236}">
                  <a16:creationId xmlns:a16="http://schemas.microsoft.com/office/drawing/2014/main" id="{3A6269E9-7D1C-10BA-47FB-7FF4484F018F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9" name="Freeform 226">
              <a:extLst>
                <a:ext uri="{FF2B5EF4-FFF2-40B4-BE49-F238E27FC236}">
                  <a16:creationId xmlns:a16="http://schemas.microsoft.com/office/drawing/2014/main" id="{84A53B39-D745-8408-A7E5-728FF36A5999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0" name="Freeform 227">
              <a:extLst>
                <a:ext uri="{FF2B5EF4-FFF2-40B4-BE49-F238E27FC236}">
                  <a16:creationId xmlns:a16="http://schemas.microsoft.com/office/drawing/2014/main" id="{0A884D22-EE82-6FA5-5D19-B947D431F83B}"/>
                </a:ext>
              </a:extLst>
            </p:cNvPr>
            <p:cNvSpPr/>
            <p:nvPr/>
          </p:nvSpPr>
          <p:spPr>
            <a:xfrm>
              <a:off x="6108023" y="1985607"/>
              <a:ext cx="48695" cy="77666"/>
            </a:xfrm>
            <a:custGeom>
              <a:avLst/>
              <a:gdLst>
                <a:gd name="connsiteX0" fmla="*/ 47786 w 48695"/>
                <a:gd name="connsiteY0" fmla="*/ 3807 h 77666"/>
                <a:gd name="connsiteX1" fmla="*/ 36268 w 48695"/>
                <a:gd name="connsiteY1" fmla="*/ 12931 h 77666"/>
                <a:gd name="connsiteX2" fmla="*/ 24822 w 48695"/>
                <a:gd name="connsiteY2" fmla="*/ 3807 h 77666"/>
                <a:gd name="connsiteX3" fmla="*/ 3089 w 48695"/>
                <a:gd name="connsiteY3" fmla="*/ 14669 h 77666"/>
                <a:gd name="connsiteX4" fmla="*/ 16056 w 48695"/>
                <a:gd name="connsiteY4" fmla="*/ 50082 h 77666"/>
                <a:gd name="connsiteX5" fmla="*/ 6566 w 48695"/>
                <a:gd name="connsiteY5" fmla="*/ 60365 h 77666"/>
                <a:gd name="connsiteX6" fmla="*/ 15549 w 48695"/>
                <a:gd name="connsiteY6" fmla="*/ 77528 h 77666"/>
                <a:gd name="connsiteX7" fmla="*/ 40035 w 48695"/>
                <a:gd name="connsiteY7" fmla="*/ 45519 h 77666"/>
                <a:gd name="connsiteX8" fmla="*/ 47786 w 48695"/>
                <a:gd name="connsiteY8" fmla="*/ 3807 h 77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8695" h="77666">
                  <a:moveTo>
                    <a:pt x="47786" y="3807"/>
                  </a:moveTo>
                  <a:cubicBezTo>
                    <a:pt x="43802" y="982"/>
                    <a:pt x="40542" y="11845"/>
                    <a:pt x="36268" y="12931"/>
                  </a:cubicBezTo>
                  <a:cubicBezTo>
                    <a:pt x="31994" y="14018"/>
                    <a:pt x="26778" y="-8794"/>
                    <a:pt x="24822" y="3807"/>
                  </a:cubicBezTo>
                  <a:cubicBezTo>
                    <a:pt x="22866" y="16407"/>
                    <a:pt x="12796" y="-1335"/>
                    <a:pt x="3089" y="14669"/>
                  </a:cubicBezTo>
                  <a:cubicBezTo>
                    <a:pt x="-6619" y="30674"/>
                    <a:pt x="9029" y="44940"/>
                    <a:pt x="16056" y="50082"/>
                  </a:cubicBezTo>
                  <a:cubicBezTo>
                    <a:pt x="23083" y="55223"/>
                    <a:pt x="15549" y="62683"/>
                    <a:pt x="6566" y="60365"/>
                  </a:cubicBezTo>
                  <a:cubicBezTo>
                    <a:pt x="-2417" y="58048"/>
                    <a:pt x="3089" y="75211"/>
                    <a:pt x="15549" y="77528"/>
                  </a:cubicBezTo>
                  <a:cubicBezTo>
                    <a:pt x="28009" y="79846"/>
                    <a:pt x="41484" y="52399"/>
                    <a:pt x="40035" y="45519"/>
                  </a:cubicBezTo>
                  <a:cubicBezTo>
                    <a:pt x="38586" y="38640"/>
                    <a:pt x="52278" y="7210"/>
                    <a:pt x="47786" y="38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1" name="Freeform 228">
              <a:extLst>
                <a:ext uri="{FF2B5EF4-FFF2-40B4-BE49-F238E27FC236}">
                  <a16:creationId xmlns:a16="http://schemas.microsoft.com/office/drawing/2014/main" id="{020ADF78-DA6B-FA89-FF6E-120D915BDACA}"/>
                </a:ext>
              </a:extLst>
            </p:cNvPr>
            <p:cNvSpPr/>
            <p:nvPr/>
          </p:nvSpPr>
          <p:spPr>
            <a:xfrm>
              <a:off x="6007591" y="1892444"/>
              <a:ext cx="89455" cy="162178"/>
            </a:xfrm>
            <a:custGeom>
              <a:avLst/>
              <a:gdLst>
                <a:gd name="connsiteX0" fmla="*/ 72589 w 89455"/>
                <a:gd name="connsiteY0" fmla="*/ 62136 h 162177"/>
                <a:gd name="connsiteX1" fmla="*/ 71574 w 89455"/>
                <a:gd name="connsiteY1" fmla="*/ 35341 h 162177"/>
                <a:gd name="connsiteX2" fmla="*/ 75052 w 89455"/>
                <a:gd name="connsiteY2" fmla="*/ 2173 h 162177"/>
                <a:gd name="connsiteX3" fmla="*/ 50638 w 89455"/>
                <a:gd name="connsiteY3" fmla="*/ 17598 h 162177"/>
                <a:gd name="connsiteX4" fmla="*/ 30644 w 89455"/>
                <a:gd name="connsiteY4" fmla="*/ 29547 h 162177"/>
                <a:gd name="connsiteX5" fmla="*/ 32165 w 89455"/>
                <a:gd name="connsiteY5" fmla="*/ 46711 h 162177"/>
                <a:gd name="connsiteX6" fmla="*/ 12678 w 89455"/>
                <a:gd name="connsiteY6" fmla="*/ 35341 h 162177"/>
                <a:gd name="connsiteX7" fmla="*/ 0 w 89455"/>
                <a:gd name="connsiteY7" fmla="*/ 52070 h 162177"/>
                <a:gd name="connsiteX8" fmla="*/ 4564 w 89455"/>
                <a:gd name="connsiteY8" fmla="*/ 68943 h 162177"/>
                <a:gd name="connsiteX9" fmla="*/ 7897 w 89455"/>
                <a:gd name="connsiteY9" fmla="*/ 121953 h 162177"/>
                <a:gd name="connsiteX10" fmla="*/ 8983 w 89455"/>
                <a:gd name="connsiteY10" fmla="*/ 134988 h 162177"/>
                <a:gd name="connsiteX11" fmla="*/ 8983 w 89455"/>
                <a:gd name="connsiteY11" fmla="*/ 140999 h 162177"/>
                <a:gd name="connsiteX12" fmla="*/ 14127 w 89455"/>
                <a:gd name="connsiteY12" fmla="*/ 158090 h 162177"/>
                <a:gd name="connsiteX13" fmla="*/ 44915 w 89455"/>
                <a:gd name="connsiteY13" fmla="*/ 161493 h 162177"/>
                <a:gd name="connsiteX14" fmla="*/ 57448 w 89455"/>
                <a:gd name="connsiteY14" fmla="*/ 161493 h 162177"/>
                <a:gd name="connsiteX15" fmla="*/ 43901 w 89455"/>
                <a:gd name="connsiteY15" fmla="*/ 140709 h 162177"/>
                <a:gd name="connsiteX16" fmla="*/ 61433 w 89455"/>
                <a:gd name="connsiteY16" fmla="*/ 144692 h 162177"/>
                <a:gd name="connsiteX17" fmla="*/ 85339 w 89455"/>
                <a:gd name="connsiteY17" fmla="*/ 144113 h 162177"/>
                <a:gd name="connsiteX18" fmla="*/ 73385 w 89455"/>
                <a:gd name="connsiteY18" fmla="*/ 120143 h 162177"/>
                <a:gd name="connsiteX19" fmla="*/ 57883 w 89455"/>
                <a:gd name="connsiteY19" fmla="*/ 117825 h 162177"/>
                <a:gd name="connsiteX20" fmla="*/ 67373 w 89455"/>
                <a:gd name="connsiteY20" fmla="*/ 93855 h 162177"/>
                <a:gd name="connsiteX21" fmla="*/ 89106 w 89455"/>
                <a:gd name="connsiteY21" fmla="*/ 80675 h 162177"/>
                <a:gd name="connsiteX22" fmla="*/ 72589 w 89455"/>
                <a:gd name="connsiteY22" fmla="*/ 62136 h 1621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89455" h="162177">
                  <a:moveTo>
                    <a:pt x="72589" y="62136"/>
                  </a:moveTo>
                  <a:cubicBezTo>
                    <a:pt x="67590" y="59311"/>
                    <a:pt x="65344" y="40989"/>
                    <a:pt x="71574" y="35341"/>
                  </a:cubicBezTo>
                  <a:cubicBezTo>
                    <a:pt x="77805" y="29692"/>
                    <a:pt x="80051" y="7894"/>
                    <a:pt x="75052" y="2173"/>
                  </a:cubicBezTo>
                  <a:cubicBezTo>
                    <a:pt x="70053" y="-3548"/>
                    <a:pt x="52087" y="2173"/>
                    <a:pt x="50638" y="17598"/>
                  </a:cubicBezTo>
                  <a:cubicBezTo>
                    <a:pt x="49190" y="33024"/>
                    <a:pt x="34628" y="26144"/>
                    <a:pt x="30644" y="29547"/>
                  </a:cubicBezTo>
                  <a:cubicBezTo>
                    <a:pt x="26659" y="32951"/>
                    <a:pt x="38613" y="39831"/>
                    <a:pt x="32165" y="46711"/>
                  </a:cubicBezTo>
                  <a:cubicBezTo>
                    <a:pt x="25718" y="53590"/>
                    <a:pt x="23110" y="36427"/>
                    <a:pt x="12678" y="35341"/>
                  </a:cubicBezTo>
                  <a:cubicBezTo>
                    <a:pt x="5433" y="34544"/>
                    <a:pt x="2753" y="43307"/>
                    <a:pt x="0" y="52070"/>
                  </a:cubicBezTo>
                  <a:cubicBezTo>
                    <a:pt x="1992" y="57559"/>
                    <a:pt x="3521" y="63200"/>
                    <a:pt x="4564" y="68943"/>
                  </a:cubicBezTo>
                  <a:cubicBezTo>
                    <a:pt x="7607" y="86468"/>
                    <a:pt x="3840" y="105152"/>
                    <a:pt x="7897" y="121953"/>
                  </a:cubicBezTo>
                  <a:cubicBezTo>
                    <a:pt x="8990" y="126204"/>
                    <a:pt x="9353" y="130614"/>
                    <a:pt x="8983" y="134988"/>
                  </a:cubicBezTo>
                  <a:cubicBezTo>
                    <a:pt x="9447" y="136965"/>
                    <a:pt x="9447" y="139022"/>
                    <a:pt x="8983" y="140999"/>
                  </a:cubicBezTo>
                  <a:cubicBezTo>
                    <a:pt x="8331" y="147154"/>
                    <a:pt x="10186" y="153317"/>
                    <a:pt x="14127" y="158090"/>
                  </a:cubicBezTo>
                  <a:cubicBezTo>
                    <a:pt x="24494" y="157887"/>
                    <a:pt x="34845" y="159031"/>
                    <a:pt x="44915" y="161493"/>
                  </a:cubicBezTo>
                  <a:cubicBezTo>
                    <a:pt x="49045" y="162406"/>
                    <a:pt x="53319" y="162406"/>
                    <a:pt x="57448" y="161493"/>
                  </a:cubicBezTo>
                  <a:cubicBezTo>
                    <a:pt x="53029" y="153310"/>
                    <a:pt x="42959" y="147010"/>
                    <a:pt x="43901" y="140709"/>
                  </a:cubicBezTo>
                  <a:cubicBezTo>
                    <a:pt x="44915" y="132743"/>
                    <a:pt x="54405" y="137813"/>
                    <a:pt x="61433" y="144692"/>
                  </a:cubicBezTo>
                  <a:cubicBezTo>
                    <a:pt x="68459" y="151572"/>
                    <a:pt x="83890" y="152658"/>
                    <a:pt x="85339" y="144113"/>
                  </a:cubicBezTo>
                  <a:cubicBezTo>
                    <a:pt x="86281" y="138826"/>
                    <a:pt x="82876" y="114422"/>
                    <a:pt x="73385" y="120143"/>
                  </a:cubicBezTo>
                  <a:cubicBezTo>
                    <a:pt x="63895" y="125864"/>
                    <a:pt x="61433" y="123546"/>
                    <a:pt x="57883" y="117825"/>
                  </a:cubicBezTo>
                  <a:cubicBezTo>
                    <a:pt x="54333" y="112104"/>
                    <a:pt x="65127" y="102980"/>
                    <a:pt x="67373" y="93855"/>
                  </a:cubicBezTo>
                  <a:cubicBezTo>
                    <a:pt x="69619" y="84730"/>
                    <a:pt x="86353" y="88134"/>
                    <a:pt x="89106" y="80675"/>
                  </a:cubicBezTo>
                  <a:cubicBezTo>
                    <a:pt x="91859" y="73216"/>
                    <a:pt x="77587" y="65032"/>
                    <a:pt x="72589" y="621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2" name="Freeform 229">
              <a:extLst>
                <a:ext uri="{FF2B5EF4-FFF2-40B4-BE49-F238E27FC236}">
                  <a16:creationId xmlns:a16="http://schemas.microsoft.com/office/drawing/2014/main" id="{35B8A16D-46EB-CFBF-F025-DFE09FD535B3}"/>
                </a:ext>
              </a:extLst>
            </p:cNvPr>
            <p:cNvSpPr/>
            <p:nvPr/>
          </p:nvSpPr>
          <p:spPr>
            <a:xfrm>
              <a:off x="6332031" y="1884331"/>
              <a:ext cx="29557" cy="50669"/>
            </a:xfrm>
            <a:custGeom>
              <a:avLst/>
              <a:gdLst>
                <a:gd name="connsiteX0" fmla="*/ 24302 w 29557"/>
                <a:gd name="connsiteY0" fmla="*/ 4 h 50669"/>
                <a:gd name="connsiteX1" fmla="*/ 1337 w 29557"/>
                <a:gd name="connsiteY1" fmla="*/ 50263 h 50669"/>
                <a:gd name="connsiteX2" fmla="*/ 24302 w 29557"/>
                <a:gd name="connsiteY2" fmla="*/ 4 h 506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9557" h="50669">
                  <a:moveTo>
                    <a:pt x="24302" y="4"/>
                  </a:moveTo>
                  <a:cubicBezTo>
                    <a:pt x="5322" y="584"/>
                    <a:pt x="-3589" y="43455"/>
                    <a:pt x="1337" y="50263"/>
                  </a:cubicBezTo>
                  <a:cubicBezTo>
                    <a:pt x="5322" y="55984"/>
                    <a:pt x="43210" y="-575"/>
                    <a:pt x="24302" y="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3" name="Freeform 230">
              <a:extLst>
                <a:ext uri="{FF2B5EF4-FFF2-40B4-BE49-F238E27FC236}">
                  <a16:creationId xmlns:a16="http://schemas.microsoft.com/office/drawing/2014/main" id="{41D8D2D9-1E38-649D-9F66-D833ED276EE5}"/>
                </a:ext>
              </a:extLst>
            </p:cNvPr>
            <p:cNvSpPr/>
            <p:nvPr/>
          </p:nvSpPr>
          <p:spPr>
            <a:xfrm>
              <a:off x="6108691" y="1188934"/>
              <a:ext cx="421289" cy="831880"/>
            </a:xfrm>
            <a:custGeom>
              <a:avLst/>
              <a:gdLst>
                <a:gd name="connsiteX0" fmla="*/ 416581 w 421290"/>
                <a:gd name="connsiteY0" fmla="*/ 192886 h 831876"/>
                <a:gd name="connsiteX1" fmla="*/ 410134 w 421290"/>
                <a:gd name="connsiteY1" fmla="*/ 172753 h 831876"/>
                <a:gd name="connsiteX2" fmla="*/ 411800 w 421290"/>
                <a:gd name="connsiteY2" fmla="*/ 139731 h 831876"/>
                <a:gd name="connsiteX3" fmla="*/ 403759 w 421290"/>
                <a:gd name="connsiteY3" fmla="*/ 104825 h 831876"/>
                <a:gd name="connsiteX4" fmla="*/ 402165 w 421290"/>
                <a:gd name="connsiteY4" fmla="*/ 68109 h 831876"/>
                <a:gd name="connsiteX5" fmla="*/ 353990 w 421290"/>
                <a:gd name="connsiteY5" fmla="*/ 35086 h 831876"/>
                <a:gd name="connsiteX6" fmla="*/ 313856 w 421290"/>
                <a:gd name="connsiteY6" fmla="*/ 2064 h 831876"/>
                <a:gd name="connsiteX7" fmla="*/ 294659 w 421290"/>
                <a:gd name="connsiteY7" fmla="*/ 31031 h 831876"/>
                <a:gd name="connsiteX8" fmla="*/ 272201 w 421290"/>
                <a:gd name="connsiteY8" fmla="*/ 38273 h 831876"/>
                <a:gd name="connsiteX9" fmla="*/ 236849 w 421290"/>
                <a:gd name="connsiteY9" fmla="*/ 31031 h 831876"/>
                <a:gd name="connsiteX10" fmla="*/ 228880 w 421290"/>
                <a:gd name="connsiteY10" fmla="*/ 58550 h 831876"/>
                <a:gd name="connsiteX11" fmla="*/ 203162 w 421290"/>
                <a:gd name="connsiteY11" fmla="*/ 69557 h 831876"/>
                <a:gd name="connsiteX12" fmla="*/ 177517 w 421290"/>
                <a:gd name="connsiteY12" fmla="*/ 91283 h 831876"/>
                <a:gd name="connsiteX13" fmla="*/ 167882 w 421290"/>
                <a:gd name="connsiteY13" fmla="*/ 118874 h 831876"/>
                <a:gd name="connsiteX14" fmla="*/ 159841 w 421290"/>
                <a:gd name="connsiteY14" fmla="*/ 139079 h 831876"/>
                <a:gd name="connsiteX15" fmla="*/ 142237 w 421290"/>
                <a:gd name="connsiteY15" fmla="*/ 168046 h 831876"/>
                <a:gd name="connsiteX16" fmla="*/ 135790 w 421290"/>
                <a:gd name="connsiteY16" fmla="*/ 189772 h 831876"/>
                <a:gd name="connsiteX17" fmla="*/ 110145 w 421290"/>
                <a:gd name="connsiteY17" fmla="*/ 197013 h 831876"/>
                <a:gd name="connsiteX18" fmla="*/ 108551 w 421290"/>
                <a:gd name="connsiteY18" fmla="*/ 231919 h 831876"/>
                <a:gd name="connsiteX19" fmla="*/ 86093 w 421290"/>
                <a:gd name="connsiteY19" fmla="*/ 281453 h 831876"/>
                <a:gd name="connsiteX20" fmla="*/ 94134 w 421290"/>
                <a:gd name="connsiteY20" fmla="*/ 301658 h 831876"/>
                <a:gd name="connsiteX21" fmla="*/ 94134 w 421290"/>
                <a:gd name="connsiteY21" fmla="*/ 323383 h 831876"/>
                <a:gd name="connsiteX22" fmla="*/ 71605 w 421290"/>
                <a:gd name="connsiteY22" fmla="*/ 325266 h 831876"/>
                <a:gd name="connsiteX23" fmla="*/ 37918 w 421290"/>
                <a:gd name="connsiteY23" fmla="*/ 350902 h 831876"/>
                <a:gd name="connsiteX24" fmla="*/ 34731 w 421290"/>
                <a:gd name="connsiteY24" fmla="*/ 389501 h 831876"/>
                <a:gd name="connsiteX25" fmla="*/ 34731 w 421290"/>
                <a:gd name="connsiteY25" fmla="*/ 428027 h 831876"/>
                <a:gd name="connsiteX26" fmla="*/ 33137 w 421290"/>
                <a:gd name="connsiteY26" fmla="*/ 464743 h 831876"/>
                <a:gd name="connsiteX27" fmla="*/ 55594 w 421290"/>
                <a:gd name="connsiteY27" fmla="*/ 492262 h 831876"/>
                <a:gd name="connsiteX28" fmla="*/ 42772 w 421290"/>
                <a:gd name="connsiteY28" fmla="*/ 512467 h 831876"/>
                <a:gd name="connsiteX29" fmla="*/ 44366 w 421290"/>
                <a:gd name="connsiteY29" fmla="*/ 530789 h 831876"/>
                <a:gd name="connsiteX30" fmla="*/ 45960 w 421290"/>
                <a:gd name="connsiteY30" fmla="*/ 567505 h 831876"/>
                <a:gd name="connsiteX31" fmla="*/ 23502 w 421290"/>
                <a:gd name="connsiteY31" fmla="*/ 576629 h 831876"/>
                <a:gd name="connsiteX32" fmla="*/ 18648 w 421290"/>
                <a:gd name="connsiteY32" fmla="*/ 607842 h 831876"/>
                <a:gd name="connsiteX33" fmla="*/ 10679 w 421290"/>
                <a:gd name="connsiteY33" fmla="*/ 633550 h 831876"/>
                <a:gd name="connsiteX34" fmla="*/ 103 w 421290"/>
                <a:gd name="connsiteY34" fmla="*/ 631812 h 831876"/>
                <a:gd name="connsiteX35" fmla="*/ 103 w 421290"/>
                <a:gd name="connsiteY35" fmla="*/ 635433 h 831876"/>
                <a:gd name="connsiteX36" fmla="*/ 15099 w 421290"/>
                <a:gd name="connsiteY36" fmla="*/ 674322 h 831876"/>
                <a:gd name="connsiteX37" fmla="*/ 27052 w 421290"/>
                <a:gd name="connsiteY37" fmla="*/ 714296 h 831876"/>
                <a:gd name="connsiteX38" fmla="*/ 44004 w 421290"/>
                <a:gd name="connsiteY38" fmla="*/ 749129 h 831876"/>
                <a:gd name="connsiteX39" fmla="*/ 51248 w 421290"/>
                <a:gd name="connsiteY39" fmla="*/ 778097 h 831876"/>
                <a:gd name="connsiteX40" fmla="*/ 60738 w 421290"/>
                <a:gd name="connsiteY40" fmla="*/ 795839 h 831876"/>
                <a:gd name="connsiteX41" fmla="*/ 61245 w 421290"/>
                <a:gd name="connsiteY41" fmla="*/ 828355 h 831876"/>
                <a:gd name="connsiteX42" fmla="*/ 87687 w 421290"/>
                <a:gd name="connsiteY42" fmla="*/ 827848 h 831876"/>
                <a:gd name="connsiteX43" fmla="*/ 100147 w 421290"/>
                <a:gd name="connsiteY43" fmla="*/ 804964 h 831876"/>
                <a:gd name="connsiteX44" fmla="*/ 110652 w 421290"/>
                <a:gd name="connsiteY44" fmla="*/ 792436 h 831876"/>
                <a:gd name="connsiteX45" fmla="*/ 138615 w 421290"/>
                <a:gd name="connsiteY45" fmla="*/ 789539 h 831876"/>
                <a:gd name="connsiteX46" fmla="*/ 158102 w 421290"/>
                <a:gd name="connsiteY46" fmla="*/ 771796 h 831876"/>
                <a:gd name="connsiteX47" fmla="*/ 170055 w 421290"/>
                <a:gd name="connsiteY47" fmla="*/ 777517 h 831876"/>
                <a:gd name="connsiteX48" fmla="*/ 189036 w 421290"/>
                <a:gd name="connsiteY48" fmla="*/ 741308 h 831876"/>
                <a:gd name="connsiteX49" fmla="*/ 177083 w 421290"/>
                <a:gd name="connsiteY49" fmla="*/ 743553 h 831876"/>
                <a:gd name="connsiteX50" fmla="*/ 176575 w 421290"/>
                <a:gd name="connsiteY50" fmla="*/ 716686 h 831876"/>
                <a:gd name="connsiteX51" fmla="*/ 182081 w 421290"/>
                <a:gd name="connsiteY51" fmla="*/ 661866 h 831876"/>
                <a:gd name="connsiteX52" fmla="*/ 201061 w 421290"/>
                <a:gd name="connsiteY52" fmla="*/ 638475 h 831876"/>
                <a:gd name="connsiteX53" fmla="*/ 231488 w 421290"/>
                <a:gd name="connsiteY53" fmla="*/ 605886 h 831876"/>
                <a:gd name="connsiteX54" fmla="*/ 251482 w 421290"/>
                <a:gd name="connsiteY54" fmla="*/ 574529 h 831876"/>
                <a:gd name="connsiteX55" fmla="*/ 219534 w 421290"/>
                <a:gd name="connsiteY55" fmla="*/ 533975 h 831876"/>
                <a:gd name="connsiteX56" fmla="*/ 195556 w 421290"/>
                <a:gd name="connsiteY56" fmla="*/ 526733 h 831876"/>
                <a:gd name="connsiteX57" fmla="*/ 191571 w 421290"/>
                <a:gd name="connsiteY57" fmla="*/ 483282 h 831876"/>
                <a:gd name="connsiteX58" fmla="*/ 203090 w 421290"/>
                <a:gd name="connsiteY58" fmla="*/ 451056 h 831876"/>
                <a:gd name="connsiteX59" fmla="*/ 204539 w 421290"/>
                <a:gd name="connsiteY59" fmla="*/ 416151 h 831876"/>
                <a:gd name="connsiteX60" fmla="*/ 233516 w 421290"/>
                <a:gd name="connsiteY60" fmla="*/ 381028 h 831876"/>
                <a:gd name="connsiteX61" fmla="*/ 247135 w 421290"/>
                <a:gd name="connsiteY61" fmla="*/ 371976 h 831876"/>
                <a:gd name="connsiteX62" fmla="*/ 252424 w 421290"/>
                <a:gd name="connsiteY62" fmla="*/ 367920 h 831876"/>
                <a:gd name="connsiteX63" fmla="*/ 262059 w 421290"/>
                <a:gd name="connsiteY63" fmla="*/ 362344 h 831876"/>
                <a:gd name="connsiteX64" fmla="*/ 272781 w 421290"/>
                <a:gd name="connsiteY64" fmla="*/ 335984 h 831876"/>
                <a:gd name="connsiteX65" fmla="*/ 277707 w 421290"/>
                <a:gd name="connsiteY65" fmla="*/ 330987 h 831876"/>
                <a:gd name="connsiteX66" fmla="*/ 304728 w 421290"/>
                <a:gd name="connsiteY66" fmla="*/ 312231 h 831876"/>
                <a:gd name="connsiteX67" fmla="*/ 318565 w 421290"/>
                <a:gd name="connsiteY67" fmla="*/ 303613 h 831876"/>
                <a:gd name="connsiteX68" fmla="*/ 328272 w 421290"/>
                <a:gd name="connsiteY68" fmla="*/ 277035 h 831876"/>
                <a:gd name="connsiteX69" fmla="*/ 332836 w 421290"/>
                <a:gd name="connsiteY69" fmla="*/ 265086 h 831876"/>
                <a:gd name="connsiteX70" fmla="*/ 345804 w 421290"/>
                <a:gd name="connsiteY70" fmla="*/ 233729 h 831876"/>
                <a:gd name="connsiteX71" fmla="*/ 367537 w 421290"/>
                <a:gd name="connsiteY71" fmla="*/ 213742 h 831876"/>
                <a:gd name="connsiteX72" fmla="*/ 402962 w 421290"/>
                <a:gd name="connsiteY72" fmla="*/ 209687 h 831876"/>
                <a:gd name="connsiteX73" fmla="*/ 421290 w 421290"/>
                <a:gd name="connsiteY73" fmla="*/ 210628 h 831876"/>
                <a:gd name="connsiteX74" fmla="*/ 416581 w 421290"/>
                <a:gd name="connsiteY74" fmla="*/ 192886 h 8318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421290" h="831876">
                  <a:moveTo>
                    <a:pt x="416581" y="192886"/>
                  </a:moveTo>
                  <a:cubicBezTo>
                    <a:pt x="411800" y="187382"/>
                    <a:pt x="402093" y="172753"/>
                    <a:pt x="410134" y="172753"/>
                  </a:cubicBezTo>
                  <a:cubicBezTo>
                    <a:pt x="418175" y="172753"/>
                    <a:pt x="421362" y="145234"/>
                    <a:pt x="411800" y="139731"/>
                  </a:cubicBezTo>
                  <a:cubicBezTo>
                    <a:pt x="402238" y="134227"/>
                    <a:pt x="411800" y="110329"/>
                    <a:pt x="403759" y="104825"/>
                  </a:cubicBezTo>
                  <a:cubicBezTo>
                    <a:pt x="395718" y="99321"/>
                    <a:pt x="400499" y="80927"/>
                    <a:pt x="402165" y="68109"/>
                  </a:cubicBezTo>
                  <a:cubicBezTo>
                    <a:pt x="403831" y="55291"/>
                    <a:pt x="371666" y="44284"/>
                    <a:pt x="353990" y="35086"/>
                  </a:cubicBezTo>
                  <a:cubicBezTo>
                    <a:pt x="336314" y="25889"/>
                    <a:pt x="328345" y="11261"/>
                    <a:pt x="313856" y="2064"/>
                  </a:cubicBezTo>
                  <a:cubicBezTo>
                    <a:pt x="299368" y="-7133"/>
                    <a:pt x="294659" y="16547"/>
                    <a:pt x="294659" y="31031"/>
                  </a:cubicBezTo>
                  <a:cubicBezTo>
                    <a:pt x="294659" y="45515"/>
                    <a:pt x="281836" y="47615"/>
                    <a:pt x="272201" y="38273"/>
                  </a:cubicBezTo>
                  <a:cubicBezTo>
                    <a:pt x="262566" y="28931"/>
                    <a:pt x="251337" y="38273"/>
                    <a:pt x="236849" y="31031"/>
                  </a:cubicBezTo>
                  <a:cubicBezTo>
                    <a:pt x="222360" y="23789"/>
                    <a:pt x="228880" y="47615"/>
                    <a:pt x="228880" y="58550"/>
                  </a:cubicBezTo>
                  <a:cubicBezTo>
                    <a:pt x="228880" y="69485"/>
                    <a:pt x="212797" y="69557"/>
                    <a:pt x="203162" y="69557"/>
                  </a:cubicBezTo>
                  <a:cubicBezTo>
                    <a:pt x="193527" y="69557"/>
                    <a:pt x="177517" y="78754"/>
                    <a:pt x="177517" y="91283"/>
                  </a:cubicBezTo>
                  <a:cubicBezTo>
                    <a:pt x="177517" y="103811"/>
                    <a:pt x="163028" y="111488"/>
                    <a:pt x="167882" y="118874"/>
                  </a:cubicBezTo>
                  <a:cubicBezTo>
                    <a:pt x="172736" y="126261"/>
                    <a:pt x="166289" y="133358"/>
                    <a:pt x="159841" y="139079"/>
                  </a:cubicBezTo>
                  <a:cubicBezTo>
                    <a:pt x="153393" y="144800"/>
                    <a:pt x="147018" y="162904"/>
                    <a:pt x="142237" y="168046"/>
                  </a:cubicBezTo>
                  <a:cubicBezTo>
                    <a:pt x="137456" y="173188"/>
                    <a:pt x="145425" y="182530"/>
                    <a:pt x="135790" y="189772"/>
                  </a:cubicBezTo>
                  <a:cubicBezTo>
                    <a:pt x="126154" y="197013"/>
                    <a:pt x="114926" y="191582"/>
                    <a:pt x="110145" y="197013"/>
                  </a:cubicBezTo>
                  <a:cubicBezTo>
                    <a:pt x="105363" y="202445"/>
                    <a:pt x="110145" y="215407"/>
                    <a:pt x="108551" y="231919"/>
                  </a:cubicBezTo>
                  <a:cubicBezTo>
                    <a:pt x="106957" y="248430"/>
                    <a:pt x="95656" y="266752"/>
                    <a:pt x="86093" y="281453"/>
                  </a:cubicBezTo>
                  <a:cubicBezTo>
                    <a:pt x="76531" y="296154"/>
                    <a:pt x="89281" y="299847"/>
                    <a:pt x="94134" y="301658"/>
                  </a:cubicBezTo>
                  <a:cubicBezTo>
                    <a:pt x="98988" y="303468"/>
                    <a:pt x="98916" y="312665"/>
                    <a:pt x="94134" y="323383"/>
                  </a:cubicBezTo>
                  <a:cubicBezTo>
                    <a:pt x="89353" y="334101"/>
                    <a:pt x="78052" y="327076"/>
                    <a:pt x="71605" y="325266"/>
                  </a:cubicBezTo>
                  <a:cubicBezTo>
                    <a:pt x="65157" y="323456"/>
                    <a:pt x="47553" y="332508"/>
                    <a:pt x="37918" y="350902"/>
                  </a:cubicBezTo>
                  <a:cubicBezTo>
                    <a:pt x="30652" y="362489"/>
                    <a:pt x="29464" y="376878"/>
                    <a:pt x="34731" y="389501"/>
                  </a:cubicBezTo>
                  <a:cubicBezTo>
                    <a:pt x="37918" y="398626"/>
                    <a:pt x="26689" y="409633"/>
                    <a:pt x="34731" y="428027"/>
                  </a:cubicBezTo>
                  <a:cubicBezTo>
                    <a:pt x="42772" y="446422"/>
                    <a:pt x="31471" y="449753"/>
                    <a:pt x="33137" y="464743"/>
                  </a:cubicBezTo>
                  <a:cubicBezTo>
                    <a:pt x="34803" y="479734"/>
                    <a:pt x="54001" y="477561"/>
                    <a:pt x="55594" y="492262"/>
                  </a:cubicBezTo>
                  <a:cubicBezTo>
                    <a:pt x="57188" y="506963"/>
                    <a:pt x="49147" y="512467"/>
                    <a:pt x="42772" y="512467"/>
                  </a:cubicBezTo>
                  <a:cubicBezTo>
                    <a:pt x="36397" y="512467"/>
                    <a:pt x="37918" y="526951"/>
                    <a:pt x="44366" y="530789"/>
                  </a:cubicBezTo>
                  <a:cubicBezTo>
                    <a:pt x="50813" y="534627"/>
                    <a:pt x="49147" y="560118"/>
                    <a:pt x="45960" y="567505"/>
                  </a:cubicBezTo>
                  <a:cubicBezTo>
                    <a:pt x="42772" y="574891"/>
                    <a:pt x="21908" y="567505"/>
                    <a:pt x="23502" y="576629"/>
                  </a:cubicBezTo>
                  <a:cubicBezTo>
                    <a:pt x="25096" y="585754"/>
                    <a:pt x="18648" y="600527"/>
                    <a:pt x="18648" y="607842"/>
                  </a:cubicBezTo>
                  <a:cubicBezTo>
                    <a:pt x="18648" y="615156"/>
                    <a:pt x="17054" y="639054"/>
                    <a:pt x="10679" y="633550"/>
                  </a:cubicBezTo>
                  <a:cubicBezTo>
                    <a:pt x="7543" y="631537"/>
                    <a:pt x="3717" y="630907"/>
                    <a:pt x="103" y="631812"/>
                  </a:cubicBezTo>
                  <a:cubicBezTo>
                    <a:pt x="103" y="632971"/>
                    <a:pt x="103" y="634129"/>
                    <a:pt x="103" y="635433"/>
                  </a:cubicBezTo>
                  <a:cubicBezTo>
                    <a:pt x="-832" y="649967"/>
                    <a:pt x="4645" y="664176"/>
                    <a:pt x="15099" y="674322"/>
                  </a:cubicBezTo>
                  <a:cubicBezTo>
                    <a:pt x="26038" y="684605"/>
                    <a:pt x="17561" y="700030"/>
                    <a:pt x="27052" y="714296"/>
                  </a:cubicBezTo>
                  <a:cubicBezTo>
                    <a:pt x="36542" y="728563"/>
                    <a:pt x="33499" y="738846"/>
                    <a:pt x="44004" y="749129"/>
                  </a:cubicBezTo>
                  <a:cubicBezTo>
                    <a:pt x="54508" y="759413"/>
                    <a:pt x="55522" y="765134"/>
                    <a:pt x="51248" y="778097"/>
                  </a:cubicBezTo>
                  <a:cubicBezTo>
                    <a:pt x="46974" y="791060"/>
                    <a:pt x="60231" y="787801"/>
                    <a:pt x="60738" y="795839"/>
                  </a:cubicBezTo>
                  <a:cubicBezTo>
                    <a:pt x="61245" y="803878"/>
                    <a:pt x="57768" y="820389"/>
                    <a:pt x="61245" y="828355"/>
                  </a:cubicBezTo>
                  <a:cubicBezTo>
                    <a:pt x="64722" y="836321"/>
                    <a:pt x="71750" y="828355"/>
                    <a:pt x="87687" y="827848"/>
                  </a:cubicBezTo>
                  <a:cubicBezTo>
                    <a:pt x="103625" y="827341"/>
                    <a:pt x="99713" y="815827"/>
                    <a:pt x="100147" y="804964"/>
                  </a:cubicBezTo>
                  <a:cubicBezTo>
                    <a:pt x="100582" y="794101"/>
                    <a:pt x="108696" y="799243"/>
                    <a:pt x="110652" y="792436"/>
                  </a:cubicBezTo>
                  <a:cubicBezTo>
                    <a:pt x="112608" y="785628"/>
                    <a:pt x="127169" y="783818"/>
                    <a:pt x="138615" y="789539"/>
                  </a:cubicBezTo>
                  <a:cubicBezTo>
                    <a:pt x="150061" y="795260"/>
                    <a:pt x="156074" y="785556"/>
                    <a:pt x="158102" y="771796"/>
                  </a:cubicBezTo>
                  <a:cubicBezTo>
                    <a:pt x="160131" y="758037"/>
                    <a:pt x="166578" y="774693"/>
                    <a:pt x="170055" y="777517"/>
                  </a:cubicBezTo>
                  <a:cubicBezTo>
                    <a:pt x="173533" y="780342"/>
                    <a:pt x="184109" y="756444"/>
                    <a:pt x="189036" y="741308"/>
                  </a:cubicBezTo>
                  <a:cubicBezTo>
                    <a:pt x="193962" y="726173"/>
                    <a:pt x="188529" y="728707"/>
                    <a:pt x="177083" y="743553"/>
                  </a:cubicBezTo>
                  <a:cubicBezTo>
                    <a:pt x="165636" y="758399"/>
                    <a:pt x="172084" y="728707"/>
                    <a:pt x="176575" y="716686"/>
                  </a:cubicBezTo>
                  <a:cubicBezTo>
                    <a:pt x="181067" y="704665"/>
                    <a:pt x="180560" y="669831"/>
                    <a:pt x="182081" y="661866"/>
                  </a:cubicBezTo>
                  <a:cubicBezTo>
                    <a:pt x="182653" y="650778"/>
                    <a:pt x="190325" y="641321"/>
                    <a:pt x="201061" y="638475"/>
                  </a:cubicBezTo>
                  <a:cubicBezTo>
                    <a:pt x="215550" y="635071"/>
                    <a:pt x="234530" y="614504"/>
                    <a:pt x="231488" y="605886"/>
                  </a:cubicBezTo>
                  <a:cubicBezTo>
                    <a:pt x="228445" y="597269"/>
                    <a:pt x="251482" y="583075"/>
                    <a:pt x="251482" y="574529"/>
                  </a:cubicBezTo>
                  <a:cubicBezTo>
                    <a:pt x="251482" y="565984"/>
                    <a:pt x="227504" y="539624"/>
                    <a:pt x="219534" y="533975"/>
                  </a:cubicBezTo>
                  <a:cubicBezTo>
                    <a:pt x="211566" y="528327"/>
                    <a:pt x="194035" y="532816"/>
                    <a:pt x="195556" y="526733"/>
                  </a:cubicBezTo>
                  <a:cubicBezTo>
                    <a:pt x="197077" y="520650"/>
                    <a:pt x="193527" y="495883"/>
                    <a:pt x="191571" y="483282"/>
                  </a:cubicBezTo>
                  <a:cubicBezTo>
                    <a:pt x="189833" y="472637"/>
                    <a:pt x="200047" y="461557"/>
                    <a:pt x="203090" y="451056"/>
                  </a:cubicBezTo>
                  <a:cubicBezTo>
                    <a:pt x="197845" y="439882"/>
                    <a:pt x="198381" y="426854"/>
                    <a:pt x="204539" y="416151"/>
                  </a:cubicBezTo>
                  <a:cubicBezTo>
                    <a:pt x="213297" y="403724"/>
                    <a:pt x="222983" y="391985"/>
                    <a:pt x="233516" y="381028"/>
                  </a:cubicBezTo>
                  <a:cubicBezTo>
                    <a:pt x="237167" y="376849"/>
                    <a:pt x="241869" y="373728"/>
                    <a:pt x="247135" y="371976"/>
                  </a:cubicBezTo>
                  <a:cubicBezTo>
                    <a:pt x="248606" y="370281"/>
                    <a:pt x="250403" y="368898"/>
                    <a:pt x="252424" y="367920"/>
                  </a:cubicBezTo>
                  <a:cubicBezTo>
                    <a:pt x="255822" y="366399"/>
                    <a:pt x="259046" y="364531"/>
                    <a:pt x="262059" y="362344"/>
                  </a:cubicBezTo>
                  <a:cubicBezTo>
                    <a:pt x="262182" y="352517"/>
                    <a:pt x="266007" y="343103"/>
                    <a:pt x="272781" y="335984"/>
                  </a:cubicBezTo>
                  <a:lnTo>
                    <a:pt x="277707" y="330987"/>
                  </a:lnTo>
                  <a:cubicBezTo>
                    <a:pt x="289254" y="329575"/>
                    <a:pt x="299368" y="322558"/>
                    <a:pt x="304728" y="312231"/>
                  </a:cubicBezTo>
                  <a:cubicBezTo>
                    <a:pt x="308640" y="308363"/>
                    <a:pt x="313371" y="305423"/>
                    <a:pt x="318565" y="303613"/>
                  </a:cubicBezTo>
                  <a:cubicBezTo>
                    <a:pt x="318413" y="293858"/>
                    <a:pt x="321869" y="284393"/>
                    <a:pt x="328272" y="277035"/>
                  </a:cubicBezTo>
                  <a:cubicBezTo>
                    <a:pt x="327215" y="272495"/>
                    <a:pt x="329026" y="267766"/>
                    <a:pt x="332836" y="265086"/>
                  </a:cubicBezTo>
                  <a:cubicBezTo>
                    <a:pt x="347325" y="252558"/>
                    <a:pt x="335300" y="238292"/>
                    <a:pt x="345804" y="233729"/>
                  </a:cubicBezTo>
                  <a:cubicBezTo>
                    <a:pt x="356308" y="229167"/>
                    <a:pt x="360292" y="222867"/>
                    <a:pt x="367537" y="213742"/>
                  </a:cubicBezTo>
                  <a:cubicBezTo>
                    <a:pt x="374781" y="204617"/>
                    <a:pt x="384996" y="213163"/>
                    <a:pt x="402962" y="209687"/>
                  </a:cubicBezTo>
                  <a:cubicBezTo>
                    <a:pt x="409061" y="208600"/>
                    <a:pt x="415335" y="208919"/>
                    <a:pt x="421290" y="210628"/>
                  </a:cubicBezTo>
                  <a:cubicBezTo>
                    <a:pt x="421037" y="204444"/>
                    <a:pt x="419428" y="198382"/>
                    <a:pt x="416581" y="1928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4" name="Freeform 231">
              <a:extLst>
                <a:ext uri="{FF2B5EF4-FFF2-40B4-BE49-F238E27FC236}">
                  <a16:creationId xmlns:a16="http://schemas.microsoft.com/office/drawing/2014/main" id="{A4B342BE-ED6E-4D76-7617-8947EF5ECB9E}"/>
                </a:ext>
              </a:extLst>
            </p:cNvPr>
            <p:cNvSpPr/>
            <p:nvPr/>
          </p:nvSpPr>
          <p:spPr>
            <a:xfrm>
              <a:off x="6458486" y="1782116"/>
              <a:ext cx="203884" cy="115833"/>
            </a:xfrm>
            <a:custGeom>
              <a:avLst/>
              <a:gdLst>
                <a:gd name="connsiteX0" fmla="*/ 193924 w 203886"/>
                <a:gd name="connsiteY0" fmla="*/ 29365 h 115832"/>
                <a:gd name="connsiteX1" fmla="*/ 201168 w 203886"/>
                <a:gd name="connsiteY1" fmla="*/ 4019 h 115832"/>
                <a:gd name="connsiteX2" fmla="*/ 193924 w 203886"/>
                <a:gd name="connsiteY2" fmla="*/ 7929 h 115832"/>
                <a:gd name="connsiteX3" fmla="*/ 130028 w 203886"/>
                <a:gd name="connsiteY3" fmla="*/ 687 h 115832"/>
                <a:gd name="connsiteX4" fmla="*/ 67075 w 203886"/>
                <a:gd name="connsiteY4" fmla="*/ 15171 h 115832"/>
                <a:gd name="connsiteX5" fmla="*/ 46646 w 203886"/>
                <a:gd name="connsiteY5" fmla="*/ 37476 h 115832"/>
                <a:gd name="connsiteX6" fmla="*/ 53890 w 203886"/>
                <a:gd name="connsiteY6" fmla="*/ 62026 h 115832"/>
                <a:gd name="connsiteX7" fmla="*/ 73884 w 203886"/>
                <a:gd name="connsiteY7" fmla="*/ 75133 h 115832"/>
                <a:gd name="connsiteX8" fmla="*/ 81129 w 203886"/>
                <a:gd name="connsiteY8" fmla="*/ 90558 h 115832"/>
                <a:gd name="connsiteX9" fmla="*/ 80767 w 203886"/>
                <a:gd name="connsiteY9" fmla="*/ 91210 h 115832"/>
                <a:gd name="connsiteX10" fmla="*/ 116989 w 203886"/>
                <a:gd name="connsiteY10" fmla="*/ 90558 h 115832"/>
                <a:gd name="connsiteX11" fmla="*/ 150965 w 203886"/>
                <a:gd name="connsiteY11" fmla="*/ 113443 h 115832"/>
                <a:gd name="connsiteX12" fmla="*/ 183202 w 203886"/>
                <a:gd name="connsiteY12" fmla="*/ 115832 h 115832"/>
                <a:gd name="connsiteX13" fmla="*/ 184361 w 203886"/>
                <a:gd name="connsiteY13" fmla="*/ 105115 h 115832"/>
                <a:gd name="connsiteX14" fmla="*/ 193344 w 203886"/>
                <a:gd name="connsiteY14" fmla="*/ 92296 h 115832"/>
                <a:gd name="connsiteX15" fmla="*/ 186100 w 203886"/>
                <a:gd name="connsiteY15" fmla="*/ 71730 h 115832"/>
                <a:gd name="connsiteX16" fmla="*/ 183854 w 203886"/>
                <a:gd name="connsiteY16" fmla="*/ 49425 h 115832"/>
                <a:gd name="connsiteX17" fmla="*/ 193924 w 203886"/>
                <a:gd name="connsiteY17" fmla="*/ 29365 h 115832"/>
                <a:gd name="connsiteX18" fmla="*/ 17161 w 203886"/>
                <a:gd name="connsiteY18" fmla="*/ 57101 h 115832"/>
                <a:gd name="connsiteX19" fmla="*/ 3687 w 203886"/>
                <a:gd name="connsiteY19" fmla="*/ 90776 h 115832"/>
                <a:gd name="connsiteX20" fmla="*/ 38677 w 203886"/>
                <a:gd name="connsiteY20" fmla="*/ 64488 h 115832"/>
                <a:gd name="connsiteX21" fmla="*/ 17161 w 203886"/>
                <a:gd name="connsiteY21" fmla="*/ 57101 h 115832"/>
                <a:gd name="connsiteX22" fmla="*/ 32157 w 203886"/>
                <a:gd name="connsiteY22" fmla="*/ 40517 h 115832"/>
                <a:gd name="connsiteX23" fmla="*/ 10424 w 203886"/>
                <a:gd name="connsiteY23" fmla="*/ 43414 h 115832"/>
                <a:gd name="connsiteX24" fmla="*/ 29679 w 203886"/>
                <a:gd name="connsiteY24" fmla="*/ 43754 h 115832"/>
                <a:gd name="connsiteX25" fmla="*/ 32157 w 203886"/>
                <a:gd name="connsiteY25" fmla="*/ 40517 h 115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03886" h="115832">
                  <a:moveTo>
                    <a:pt x="193924" y="29365"/>
                  </a:moveTo>
                  <a:cubicBezTo>
                    <a:pt x="198053" y="19154"/>
                    <a:pt x="208920" y="17416"/>
                    <a:pt x="201168" y="4019"/>
                  </a:cubicBezTo>
                  <a:cubicBezTo>
                    <a:pt x="199089" y="5858"/>
                    <a:pt x="196604" y="7198"/>
                    <a:pt x="193924" y="7929"/>
                  </a:cubicBezTo>
                  <a:cubicBezTo>
                    <a:pt x="179435" y="12564"/>
                    <a:pt x="147995" y="-3440"/>
                    <a:pt x="130028" y="687"/>
                  </a:cubicBezTo>
                  <a:cubicBezTo>
                    <a:pt x="112062" y="4815"/>
                    <a:pt x="75623" y="4670"/>
                    <a:pt x="67075" y="15171"/>
                  </a:cubicBezTo>
                  <a:cubicBezTo>
                    <a:pt x="58526" y="25672"/>
                    <a:pt x="37155" y="28279"/>
                    <a:pt x="46646" y="37476"/>
                  </a:cubicBezTo>
                  <a:cubicBezTo>
                    <a:pt x="56136" y="46673"/>
                    <a:pt x="46646" y="51163"/>
                    <a:pt x="53890" y="62026"/>
                  </a:cubicBezTo>
                  <a:cubicBezTo>
                    <a:pt x="61134" y="72888"/>
                    <a:pt x="64394" y="77451"/>
                    <a:pt x="73884" y="75133"/>
                  </a:cubicBezTo>
                  <a:cubicBezTo>
                    <a:pt x="83375" y="72816"/>
                    <a:pt x="90836" y="78537"/>
                    <a:pt x="81129" y="90558"/>
                  </a:cubicBezTo>
                  <a:lnTo>
                    <a:pt x="80767" y="91210"/>
                  </a:lnTo>
                  <a:cubicBezTo>
                    <a:pt x="96704" y="89472"/>
                    <a:pt x="114526" y="88313"/>
                    <a:pt x="116989" y="90558"/>
                  </a:cubicBezTo>
                  <a:cubicBezTo>
                    <a:pt x="120973" y="94035"/>
                    <a:pt x="144952" y="115688"/>
                    <a:pt x="150965" y="113443"/>
                  </a:cubicBezTo>
                  <a:cubicBezTo>
                    <a:pt x="161766" y="112878"/>
                    <a:pt x="172604" y="113681"/>
                    <a:pt x="183202" y="115832"/>
                  </a:cubicBezTo>
                  <a:cubicBezTo>
                    <a:pt x="181514" y="112327"/>
                    <a:pt x="181963" y="108178"/>
                    <a:pt x="184361" y="105115"/>
                  </a:cubicBezTo>
                  <a:cubicBezTo>
                    <a:pt x="188853" y="100842"/>
                    <a:pt x="198850" y="100842"/>
                    <a:pt x="193344" y="92296"/>
                  </a:cubicBezTo>
                  <a:cubicBezTo>
                    <a:pt x="188751" y="86416"/>
                    <a:pt x="186201" y="79189"/>
                    <a:pt x="186100" y="71730"/>
                  </a:cubicBezTo>
                  <a:cubicBezTo>
                    <a:pt x="184796" y="64357"/>
                    <a:pt x="184050" y="56906"/>
                    <a:pt x="183854" y="49425"/>
                  </a:cubicBezTo>
                  <a:cubicBezTo>
                    <a:pt x="183419" y="42255"/>
                    <a:pt x="189432" y="40517"/>
                    <a:pt x="193924" y="29365"/>
                  </a:cubicBezTo>
                  <a:close/>
                  <a:moveTo>
                    <a:pt x="17161" y="57101"/>
                  </a:moveTo>
                  <a:cubicBezTo>
                    <a:pt x="-805" y="62822"/>
                    <a:pt x="-3485" y="91210"/>
                    <a:pt x="3687" y="90776"/>
                  </a:cubicBezTo>
                  <a:cubicBezTo>
                    <a:pt x="12670" y="90196"/>
                    <a:pt x="33171" y="70788"/>
                    <a:pt x="38677" y="64488"/>
                  </a:cubicBezTo>
                  <a:cubicBezTo>
                    <a:pt x="44183" y="58187"/>
                    <a:pt x="35127" y="51380"/>
                    <a:pt x="17161" y="57101"/>
                  </a:cubicBezTo>
                  <a:close/>
                  <a:moveTo>
                    <a:pt x="32157" y="40517"/>
                  </a:moveTo>
                  <a:cubicBezTo>
                    <a:pt x="36142" y="31972"/>
                    <a:pt x="3179" y="35666"/>
                    <a:pt x="10424" y="43414"/>
                  </a:cubicBezTo>
                  <a:cubicBezTo>
                    <a:pt x="15647" y="48824"/>
                    <a:pt x="24268" y="48976"/>
                    <a:pt x="29679" y="43754"/>
                  </a:cubicBezTo>
                  <a:cubicBezTo>
                    <a:pt x="30665" y="42806"/>
                    <a:pt x="31498" y="41712"/>
                    <a:pt x="32157" y="405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5" name="Freeform 232">
              <a:extLst>
                <a:ext uri="{FF2B5EF4-FFF2-40B4-BE49-F238E27FC236}">
                  <a16:creationId xmlns:a16="http://schemas.microsoft.com/office/drawing/2014/main" id="{69557B5C-1B01-01C5-CD55-1E87FD1BCE5F}"/>
                </a:ext>
              </a:extLst>
            </p:cNvPr>
            <p:cNvSpPr/>
            <p:nvPr/>
          </p:nvSpPr>
          <p:spPr>
            <a:xfrm>
              <a:off x="6846848" y="4241788"/>
              <a:ext cx="271299" cy="370844"/>
            </a:xfrm>
            <a:custGeom>
              <a:avLst/>
              <a:gdLst>
                <a:gd name="connsiteX0" fmla="*/ 174227 w 271301"/>
                <a:gd name="connsiteY0" fmla="*/ 370842 h 370842"/>
                <a:gd name="connsiteX1" fmla="*/ 194873 w 271301"/>
                <a:gd name="connsiteY1" fmla="*/ 341513 h 370842"/>
                <a:gd name="connsiteX2" fmla="*/ 215013 w 271301"/>
                <a:gd name="connsiteY2" fmla="*/ 292920 h 370842"/>
                <a:gd name="connsiteX3" fmla="*/ 236746 w 271301"/>
                <a:gd name="connsiteY3" fmla="*/ 272933 h 370842"/>
                <a:gd name="connsiteX4" fmla="*/ 255219 w 271301"/>
                <a:gd name="connsiteY4" fmla="*/ 259246 h 370842"/>
                <a:gd name="connsiteX5" fmla="*/ 258117 w 271301"/>
                <a:gd name="connsiteY5" fmla="*/ 254539 h 370842"/>
                <a:gd name="connsiteX6" fmla="*/ 241382 w 271301"/>
                <a:gd name="connsiteY6" fmla="*/ 224195 h 370842"/>
                <a:gd name="connsiteX7" fmla="*/ 239643 w 271301"/>
                <a:gd name="connsiteY7" fmla="*/ 85732 h 370842"/>
                <a:gd name="connsiteX8" fmla="*/ 255146 w 271301"/>
                <a:gd name="connsiteY8" fmla="*/ 58068 h 370842"/>
                <a:gd name="connsiteX9" fmla="*/ 271302 w 271301"/>
                <a:gd name="connsiteY9" fmla="*/ 31056 h 370842"/>
                <a:gd name="connsiteX10" fmla="*/ 254422 w 271301"/>
                <a:gd name="connsiteY10" fmla="*/ 36488 h 370842"/>
                <a:gd name="connsiteX11" fmla="*/ 237999 w 271301"/>
                <a:gd name="connsiteY11" fmla="*/ 28804 h 370842"/>
                <a:gd name="connsiteX12" fmla="*/ 237977 w 271301"/>
                <a:gd name="connsiteY12" fmla="*/ 28739 h 370842"/>
                <a:gd name="connsiteX13" fmla="*/ 209000 w 271301"/>
                <a:gd name="connsiteY13" fmla="*/ 35546 h 370842"/>
                <a:gd name="connsiteX14" fmla="*/ 186542 w 271301"/>
                <a:gd name="connsiteY14" fmla="*/ 56113 h 370842"/>
                <a:gd name="connsiteX15" fmla="*/ 147568 w 271301"/>
                <a:gd name="connsiteY15" fmla="*/ 48436 h 370842"/>
                <a:gd name="connsiteX16" fmla="*/ 108593 w 271301"/>
                <a:gd name="connsiteY16" fmla="*/ 22728 h 370842"/>
                <a:gd name="connsiteX17" fmla="*/ 74182 w 271301"/>
                <a:gd name="connsiteY17" fmla="*/ 15052 h 370842"/>
                <a:gd name="connsiteX18" fmla="*/ 54695 w 271301"/>
                <a:gd name="connsiteY18" fmla="*/ 3900 h 370842"/>
                <a:gd name="connsiteX19" fmla="*/ 34411 w 271301"/>
                <a:gd name="connsiteY19" fmla="*/ 1292 h 370842"/>
                <a:gd name="connsiteX20" fmla="*/ 7461 w 271301"/>
                <a:gd name="connsiteY20" fmla="*/ 21932 h 370842"/>
                <a:gd name="connsiteX21" fmla="*/ 3188 w 271301"/>
                <a:gd name="connsiteY21" fmla="*/ 28232 h 370842"/>
                <a:gd name="connsiteX22" fmla="*/ 18546 w 271301"/>
                <a:gd name="connsiteY22" fmla="*/ 44236 h 370842"/>
                <a:gd name="connsiteX23" fmla="*/ 22023 w 271301"/>
                <a:gd name="connsiteY23" fmla="*/ 71900 h 370842"/>
                <a:gd name="connsiteX24" fmla="*/ 35860 w 271301"/>
                <a:gd name="connsiteY24" fmla="*/ 85732 h 370842"/>
                <a:gd name="connsiteX25" fmla="*/ 34121 w 271301"/>
                <a:gd name="connsiteY25" fmla="*/ 117379 h 370842"/>
                <a:gd name="connsiteX26" fmla="*/ 11591 w 271301"/>
                <a:gd name="connsiteY26" fmla="*/ 162857 h 370842"/>
                <a:gd name="connsiteX27" fmla="*/ 1594 w 271301"/>
                <a:gd name="connsiteY27" fmla="*/ 186900 h 370842"/>
                <a:gd name="connsiteX28" fmla="*/ 23979 w 271301"/>
                <a:gd name="connsiteY28" fmla="*/ 200949 h 370842"/>
                <a:gd name="connsiteX29" fmla="*/ 0 w 271301"/>
                <a:gd name="connsiteY29" fmla="*/ 225788 h 370842"/>
                <a:gd name="connsiteX30" fmla="*/ 0 w 271301"/>
                <a:gd name="connsiteY30" fmla="*/ 229699 h 370842"/>
                <a:gd name="connsiteX31" fmla="*/ 127573 w 271301"/>
                <a:gd name="connsiteY31" fmla="*/ 307187 h 370842"/>
                <a:gd name="connsiteX32" fmla="*/ 125907 w 271301"/>
                <a:gd name="connsiteY32" fmla="*/ 330940 h 370842"/>
                <a:gd name="connsiteX33" fmla="*/ 174227 w 271301"/>
                <a:gd name="connsiteY33" fmla="*/ 370842 h 3708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271301" h="370842">
                  <a:moveTo>
                    <a:pt x="174227" y="370842"/>
                  </a:moveTo>
                  <a:cubicBezTo>
                    <a:pt x="180421" y="360602"/>
                    <a:pt x="187325" y="350804"/>
                    <a:pt x="194873" y="341513"/>
                  </a:cubicBezTo>
                  <a:cubicBezTo>
                    <a:pt x="203784" y="317977"/>
                    <a:pt x="212115" y="298062"/>
                    <a:pt x="215013" y="292920"/>
                  </a:cubicBezTo>
                  <a:cubicBezTo>
                    <a:pt x="222257" y="279813"/>
                    <a:pt x="230009" y="282130"/>
                    <a:pt x="236746" y="272933"/>
                  </a:cubicBezTo>
                  <a:cubicBezTo>
                    <a:pt x="243483" y="263736"/>
                    <a:pt x="245222" y="277495"/>
                    <a:pt x="255219" y="259246"/>
                  </a:cubicBezTo>
                  <a:cubicBezTo>
                    <a:pt x="256103" y="257623"/>
                    <a:pt x="257066" y="256052"/>
                    <a:pt x="258117" y="254539"/>
                  </a:cubicBezTo>
                  <a:lnTo>
                    <a:pt x="241382" y="224195"/>
                  </a:lnTo>
                  <a:lnTo>
                    <a:pt x="239643" y="85732"/>
                  </a:lnTo>
                  <a:lnTo>
                    <a:pt x="255146" y="58068"/>
                  </a:lnTo>
                  <a:lnTo>
                    <a:pt x="271302" y="31056"/>
                  </a:lnTo>
                  <a:cubicBezTo>
                    <a:pt x="265506" y="32280"/>
                    <a:pt x="259848" y="34105"/>
                    <a:pt x="254422" y="36488"/>
                  </a:cubicBezTo>
                  <a:cubicBezTo>
                    <a:pt x="247764" y="38899"/>
                    <a:pt x="240411" y="35459"/>
                    <a:pt x="237999" y="28804"/>
                  </a:cubicBezTo>
                  <a:cubicBezTo>
                    <a:pt x="237992" y="28782"/>
                    <a:pt x="237985" y="28761"/>
                    <a:pt x="237977" y="28739"/>
                  </a:cubicBezTo>
                  <a:cubicBezTo>
                    <a:pt x="235732" y="22728"/>
                    <a:pt x="220736" y="27870"/>
                    <a:pt x="209000" y="35546"/>
                  </a:cubicBezTo>
                  <a:cubicBezTo>
                    <a:pt x="197264" y="43223"/>
                    <a:pt x="191034" y="59589"/>
                    <a:pt x="186542" y="56113"/>
                  </a:cubicBezTo>
                  <a:cubicBezTo>
                    <a:pt x="182051" y="52637"/>
                    <a:pt x="155029" y="48436"/>
                    <a:pt x="147568" y="48436"/>
                  </a:cubicBezTo>
                  <a:cubicBezTo>
                    <a:pt x="140106" y="48436"/>
                    <a:pt x="116127" y="30477"/>
                    <a:pt x="108593" y="22728"/>
                  </a:cubicBezTo>
                  <a:cubicBezTo>
                    <a:pt x="101059" y="14979"/>
                    <a:pt x="79616" y="18455"/>
                    <a:pt x="74182" y="15052"/>
                  </a:cubicBezTo>
                  <a:cubicBezTo>
                    <a:pt x="68749" y="11648"/>
                    <a:pt x="58462" y="9041"/>
                    <a:pt x="54695" y="3900"/>
                  </a:cubicBezTo>
                  <a:cubicBezTo>
                    <a:pt x="50928" y="-1242"/>
                    <a:pt x="41945" y="-373"/>
                    <a:pt x="34411" y="1292"/>
                  </a:cubicBezTo>
                  <a:cubicBezTo>
                    <a:pt x="26876" y="2958"/>
                    <a:pt x="8983" y="15052"/>
                    <a:pt x="7461" y="21932"/>
                  </a:cubicBezTo>
                  <a:cubicBezTo>
                    <a:pt x="6679" y="24401"/>
                    <a:pt x="5194" y="26588"/>
                    <a:pt x="3188" y="28232"/>
                  </a:cubicBezTo>
                  <a:lnTo>
                    <a:pt x="18546" y="44236"/>
                  </a:lnTo>
                  <a:lnTo>
                    <a:pt x="22023" y="71900"/>
                  </a:lnTo>
                  <a:lnTo>
                    <a:pt x="35860" y="85732"/>
                  </a:lnTo>
                  <a:cubicBezTo>
                    <a:pt x="35860" y="85732"/>
                    <a:pt x="35860" y="101592"/>
                    <a:pt x="34121" y="117379"/>
                  </a:cubicBezTo>
                  <a:cubicBezTo>
                    <a:pt x="30716" y="134245"/>
                    <a:pt x="22950" y="149931"/>
                    <a:pt x="11591" y="162857"/>
                  </a:cubicBezTo>
                  <a:cubicBezTo>
                    <a:pt x="7208" y="170396"/>
                    <a:pt x="3847" y="178478"/>
                    <a:pt x="1594" y="186900"/>
                  </a:cubicBezTo>
                  <a:cubicBezTo>
                    <a:pt x="14851" y="190666"/>
                    <a:pt x="24703" y="196387"/>
                    <a:pt x="23979" y="200949"/>
                  </a:cubicBezTo>
                  <a:cubicBezTo>
                    <a:pt x="22457" y="210363"/>
                    <a:pt x="0" y="206091"/>
                    <a:pt x="0" y="225788"/>
                  </a:cubicBezTo>
                  <a:cubicBezTo>
                    <a:pt x="0" y="227164"/>
                    <a:pt x="0" y="228396"/>
                    <a:pt x="0" y="229699"/>
                  </a:cubicBezTo>
                  <a:lnTo>
                    <a:pt x="127573" y="307187"/>
                  </a:lnTo>
                  <a:lnTo>
                    <a:pt x="125907" y="330940"/>
                  </a:lnTo>
                  <a:cubicBezTo>
                    <a:pt x="125907" y="330940"/>
                    <a:pt x="149306" y="350710"/>
                    <a:pt x="174227" y="37084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6" name="Freeform 233">
              <a:extLst>
                <a:ext uri="{FF2B5EF4-FFF2-40B4-BE49-F238E27FC236}">
                  <a16:creationId xmlns:a16="http://schemas.microsoft.com/office/drawing/2014/main" id="{6B19C67F-305A-459E-2068-A275708D6E78}"/>
                </a:ext>
              </a:extLst>
            </p:cNvPr>
            <p:cNvSpPr/>
            <p:nvPr/>
          </p:nvSpPr>
          <p:spPr>
            <a:xfrm>
              <a:off x="6697541" y="4270021"/>
              <a:ext cx="184511" cy="217898"/>
            </a:xfrm>
            <a:custGeom>
              <a:avLst/>
              <a:gdLst>
                <a:gd name="connsiteX0" fmla="*/ 170894 w 184513"/>
                <a:gd name="connsiteY0" fmla="*/ 43668 h 217897"/>
                <a:gd name="connsiteX1" fmla="*/ 167417 w 184513"/>
                <a:gd name="connsiteY1" fmla="*/ 16004 h 217897"/>
                <a:gd name="connsiteX2" fmla="*/ 152059 w 184513"/>
                <a:gd name="connsiteY2" fmla="*/ 0 h 217897"/>
                <a:gd name="connsiteX3" fmla="*/ 140613 w 184513"/>
                <a:gd name="connsiteY3" fmla="*/ 12528 h 217897"/>
                <a:gd name="connsiteX4" fmla="*/ 119677 w 184513"/>
                <a:gd name="connsiteY4" fmla="*/ 14194 h 217897"/>
                <a:gd name="connsiteX5" fmla="*/ 94974 w 184513"/>
                <a:gd name="connsiteY5" fmla="*/ 23608 h 217897"/>
                <a:gd name="connsiteX6" fmla="*/ 73965 w 184513"/>
                <a:gd name="connsiteY6" fmla="*/ 15063 h 217897"/>
                <a:gd name="connsiteX7" fmla="*/ 48537 w 184513"/>
                <a:gd name="connsiteY7" fmla="*/ 23608 h 217897"/>
                <a:gd name="connsiteX8" fmla="*/ 45494 w 184513"/>
                <a:gd name="connsiteY8" fmla="*/ 57066 h 217897"/>
                <a:gd name="connsiteX9" fmla="*/ 56723 w 184513"/>
                <a:gd name="connsiteY9" fmla="*/ 75894 h 217897"/>
                <a:gd name="connsiteX10" fmla="*/ 47016 w 184513"/>
                <a:gd name="connsiteY10" fmla="*/ 95592 h 217897"/>
                <a:gd name="connsiteX11" fmla="*/ 32527 w 184513"/>
                <a:gd name="connsiteY11" fmla="*/ 106744 h 217897"/>
                <a:gd name="connsiteX12" fmla="*/ 19849 w 184513"/>
                <a:gd name="connsiteY12" fmla="*/ 128470 h 217897"/>
                <a:gd name="connsiteX13" fmla="*/ 11591 w 184513"/>
                <a:gd name="connsiteY13" fmla="*/ 155916 h 217897"/>
                <a:gd name="connsiteX14" fmla="*/ 5578 w 184513"/>
                <a:gd name="connsiteY14" fmla="*/ 189301 h 217897"/>
                <a:gd name="connsiteX15" fmla="*/ 0 w 184513"/>
                <a:gd name="connsiteY15" fmla="*/ 217399 h 217897"/>
                <a:gd name="connsiteX16" fmla="*/ 16807 w 184513"/>
                <a:gd name="connsiteY16" fmla="*/ 213996 h 217897"/>
                <a:gd name="connsiteX17" fmla="*/ 51362 w 184513"/>
                <a:gd name="connsiteY17" fmla="*/ 202119 h 217897"/>
                <a:gd name="connsiteX18" fmla="*/ 79543 w 184513"/>
                <a:gd name="connsiteY18" fmla="*/ 199512 h 217897"/>
                <a:gd name="connsiteX19" fmla="*/ 105188 w 184513"/>
                <a:gd name="connsiteY19" fmla="*/ 157582 h 217897"/>
                <a:gd name="connsiteX20" fmla="*/ 150248 w 184513"/>
                <a:gd name="connsiteY20" fmla="*/ 158958 h 217897"/>
                <a:gd name="connsiteX21" fmla="*/ 160245 w 184513"/>
                <a:gd name="connsiteY21" fmla="*/ 134915 h 217897"/>
                <a:gd name="connsiteX22" fmla="*/ 182775 w 184513"/>
                <a:gd name="connsiteY22" fmla="*/ 89436 h 217897"/>
                <a:gd name="connsiteX23" fmla="*/ 184514 w 184513"/>
                <a:gd name="connsiteY23" fmla="*/ 57790 h 2178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84513" h="217897">
                  <a:moveTo>
                    <a:pt x="170894" y="43668"/>
                  </a:moveTo>
                  <a:lnTo>
                    <a:pt x="167417" y="16004"/>
                  </a:lnTo>
                  <a:lnTo>
                    <a:pt x="152059" y="0"/>
                  </a:lnTo>
                  <a:cubicBezTo>
                    <a:pt x="147495" y="4345"/>
                    <a:pt x="141120" y="8400"/>
                    <a:pt x="140613" y="12528"/>
                  </a:cubicBezTo>
                  <a:cubicBezTo>
                    <a:pt x="139889" y="18467"/>
                    <a:pt x="125690" y="17670"/>
                    <a:pt x="119677" y="14194"/>
                  </a:cubicBezTo>
                  <a:cubicBezTo>
                    <a:pt x="113664" y="10718"/>
                    <a:pt x="97944" y="18467"/>
                    <a:pt x="94974" y="23608"/>
                  </a:cubicBezTo>
                  <a:cubicBezTo>
                    <a:pt x="92003" y="28750"/>
                    <a:pt x="81427" y="14194"/>
                    <a:pt x="73965" y="15063"/>
                  </a:cubicBezTo>
                  <a:cubicBezTo>
                    <a:pt x="65250" y="17134"/>
                    <a:pt x="56738" y="19995"/>
                    <a:pt x="48537" y="23608"/>
                  </a:cubicBezTo>
                  <a:cubicBezTo>
                    <a:pt x="48537" y="23608"/>
                    <a:pt x="45494" y="47651"/>
                    <a:pt x="45494" y="57066"/>
                  </a:cubicBezTo>
                  <a:cubicBezTo>
                    <a:pt x="45494" y="66480"/>
                    <a:pt x="56723" y="68218"/>
                    <a:pt x="56723" y="75894"/>
                  </a:cubicBezTo>
                  <a:cubicBezTo>
                    <a:pt x="56723" y="83570"/>
                    <a:pt x="47740" y="90378"/>
                    <a:pt x="47016" y="95592"/>
                  </a:cubicBezTo>
                  <a:cubicBezTo>
                    <a:pt x="46291" y="100806"/>
                    <a:pt x="40279" y="104210"/>
                    <a:pt x="32527" y="106744"/>
                  </a:cubicBezTo>
                  <a:cubicBezTo>
                    <a:pt x="24776" y="109279"/>
                    <a:pt x="25790" y="123038"/>
                    <a:pt x="19849" y="128470"/>
                  </a:cubicBezTo>
                  <a:cubicBezTo>
                    <a:pt x="13909" y="133901"/>
                    <a:pt x="15358" y="146502"/>
                    <a:pt x="11591" y="155916"/>
                  </a:cubicBezTo>
                  <a:cubicBezTo>
                    <a:pt x="7621" y="166598"/>
                    <a:pt x="5585" y="177902"/>
                    <a:pt x="5578" y="189301"/>
                  </a:cubicBezTo>
                  <a:cubicBezTo>
                    <a:pt x="6186" y="198990"/>
                    <a:pt x="4259" y="208673"/>
                    <a:pt x="0" y="217399"/>
                  </a:cubicBezTo>
                  <a:cubicBezTo>
                    <a:pt x="5832" y="218688"/>
                    <a:pt x="11938" y="217450"/>
                    <a:pt x="16807" y="213996"/>
                  </a:cubicBezTo>
                  <a:cubicBezTo>
                    <a:pt x="28072" y="209339"/>
                    <a:pt x="39612" y="205378"/>
                    <a:pt x="51362" y="202119"/>
                  </a:cubicBezTo>
                  <a:lnTo>
                    <a:pt x="79543" y="199512"/>
                  </a:lnTo>
                  <a:cubicBezTo>
                    <a:pt x="85846" y="179380"/>
                    <a:pt x="95046" y="161058"/>
                    <a:pt x="105188" y="157582"/>
                  </a:cubicBezTo>
                  <a:cubicBezTo>
                    <a:pt x="120046" y="153845"/>
                    <a:pt x="135651" y="154323"/>
                    <a:pt x="150248" y="158958"/>
                  </a:cubicBezTo>
                  <a:cubicBezTo>
                    <a:pt x="152501" y="150536"/>
                    <a:pt x="155862" y="142454"/>
                    <a:pt x="160245" y="134915"/>
                  </a:cubicBezTo>
                  <a:cubicBezTo>
                    <a:pt x="171604" y="121988"/>
                    <a:pt x="179370" y="106303"/>
                    <a:pt x="182775" y="89436"/>
                  </a:cubicBezTo>
                  <a:cubicBezTo>
                    <a:pt x="184514" y="73649"/>
                    <a:pt x="184514" y="57790"/>
                    <a:pt x="184514" y="57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7" name="Freeform 234">
              <a:extLst>
                <a:ext uri="{FF2B5EF4-FFF2-40B4-BE49-F238E27FC236}">
                  <a16:creationId xmlns:a16="http://schemas.microsoft.com/office/drawing/2014/main" id="{86E69A8F-4D9E-5144-D820-489C8E101E39}"/>
                </a:ext>
              </a:extLst>
            </p:cNvPr>
            <p:cNvSpPr/>
            <p:nvPr/>
          </p:nvSpPr>
          <p:spPr>
            <a:xfrm>
              <a:off x="7607502" y="2528137"/>
              <a:ext cx="587110" cy="399388"/>
            </a:xfrm>
            <a:custGeom>
              <a:avLst/>
              <a:gdLst>
                <a:gd name="connsiteX0" fmla="*/ 581722 w 587112"/>
                <a:gd name="connsiteY0" fmla="*/ 223917 h 399386"/>
                <a:gd name="connsiteX1" fmla="*/ 534996 w 587112"/>
                <a:gd name="connsiteY1" fmla="*/ 199584 h 399386"/>
                <a:gd name="connsiteX2" fmla="*/ 508338 w 587112"/>
                <a:gd name="connsiteY2" fmla="*/ 201105 h 399386"/>
                <a:gd name="connsiteX3" fmla="*/ 476317 w 587112"/>
                <a:gd name="connsiteY3" fmla="*/ 190387 h 399386"/>
                <a:gd name="connsiteX4" fmla="*/ 441689 w 587112"/>
                <a:gd name="connsiteY4" fmla="*/ 220875 h 399386"/>
                <a:gd name="connsiteX5" fmla="*/ 425679 w 587112"/>
                <a:gd name="connsiteY5" fmla="*/ 227031 h 399386"/>
                <a:gd name="connsiteX6" fmla="*/ 397643 w 587112"/>
                <a:gd name="connsiteY6" fmla="*/ 207188 h 399386"/>
                <a:gd name="connsiteX7" fmla="*/ 368666 w 587112"/>
                <a:gd name="connsiteY7" fmla="*/ 198064 h 399386"/>
                <a:gd name="connsiteX8" fmla="*/ 350047 w 587112"/>
                <a:gd name="connsiteY8" fmla="*/ 158306 h 399386"/>
                <a:gd name="connsiteX9" fmla="*/ 342006 w 587112"/>
                <a:gd name="connsiteY9" fmla="*/ 122097 h 399386"/>
                <a:gd name="connsiteX10" fmla="*/ 315347 w 587112"/>
                <a:gd name="connsiteY10" fmla="*/ 99213 h 399386"/>
                <a:gd name="connsiteX11" fmla="*/ 247323 w 587112"/>
                <a:gd name="connsiteY11" fmla="*/ 96171 h 399386"/>
                <a:gd name="connsiteX12" fmla="*/ 203349 w 587112"/>
                <a:gd name="connsiteY12" fmla="*/ 99213 h 399386"/>
                <a:gd name="connsiteX13" fmla="*/ 163795 w 587112"/>
                <a:gd name="connsiteY13" fmla="*/ 49824 h 399386"/>
                <a:gd name="connsiteX14" fmla="*/ 153798 w 587112"/>
                <a:gd name="connsiteY14" fmla="*/ 66552 h 399386"/>
                <a:gd name="connsiteX15" fmla="*/ 112867 w 587112"/>
                <a:gd name="connsiteY15" fmla="*/ 58586 h 399386"/>
                <a:gd name="connsiteX16" fmla="*/ 108883 w 587112"/>
                <a:gd name="connsiteY16" fmla="*/ 3693 h 399386"/>
                <a:gd name="connsiteX17" fmla="*/ 94901 w 587112"/>
                <a:gd name="connsiteY17" fmla="*/ 59745 h 399386"/>
                <a:gd name="connsiteX18" fmla="*/ 90047 w 587112"/>
                <a:gd name="connsiteY18" fmla="*/ 0 h 399386"/>
                <a:gd name="connsiteX19" fmla="*/ 4419 w 587112"/>
                <a:gd name="connsiteY19" fmla="*/ 25636 h 399386"/>
                <a:gd name="connsiteX20" fmla="*/ 434 w 587112"/>
                <a:gd name="connsiteY20" fmla="*/ 196470 h 399386"/>
                <a:gd name="connsiteX21" fmla="*/ 0 w 587112"/>
                <a:gd name="connsiteY21" fmla="*/ 196833 h 399386"/>
                <a:gd name="connsiteX22" fmla="*/ 23834 w 587112"/>
                <a:gd name="connsiteY22" fmla="*/ 203278 h 399386"/>
                <a:gd name="connsiteX23" fmla="*/ 35787 w 587112"/>
                <a:gd name="connsiteY23" fmla="*/ 185028 h 399386"/>
                <a:gd name="connsiteX24" fmla="*/ 59766 w 587112"/>
                <a:gd name="connsiteY24" fmla="*/ 164462 h 399386"/>
                <a:gd name="connsiteX25" fmla="*/ 71719 w 587112"/>
                <a:gd name="connsiteY25" fmla="*/ 149616 h 399386"/>
                <a:gd name="connsiteX26" fmla="*/ 85701 w 587112"/>
                <a:gd name="connsiteY26" fmla="*/ 141577 h 399386"/>
                <a:gd name="connsiteX27" fmla="*/ 109680 w 587112"/>
                <a:gd name="connsiteY27" fmla="*/ 148819 h 399386"/>
                <a:gd name="connsiteX28" fmla="*/ 135614 w 587112"/>
                <a:gd name="connsiteY28" fmla="*/ 159103 h 399386"/>
                <a:gd name="connsiteX29" fmla="*/ 147640 w 587112"/>
                <a:gd name="connsiteY29" fmla="*/ 200236 h 399386"/>
                <a:gd name="connsiteX30" fmla="*/ 197554 w 587112"/>
                <a:gd name="connsiteY30" fmla="*/ 207044 h 399386"/>
                <a:gd name="connsiteX31" fmla="*/ 211535 w 587112"/>
                <a:gd name="connsiteY31" fmla="*/ 232173 h 399386"/>
                <a:gd name="connsiteX32" fmla="*/ 226531 w 587112"/>
                <a:gd name="connsiteY32" fmla="*/ 264181 h 399386"/>
                <a:gd name="connsiteX33" fmla="*/ 260507 w 587112"/>
                <a:gd name="connsiteY33" fmla="*/ 292787 h 399386"/>
                <a:gd name="connsiteX34" fmla="*/ 299409 w 587112"/>
                <a:gd name="connsiteY34" fmla="*/ 319002 h 399386"/>
                <a:gd name="connsiteX35" fmla="*/ 334400 w 587112"/>
                <a:gd name="connsiteY35" fmla="*/ 345290 h 399386"/>
                <a:gd name="connsiteX36" fmla="*/ 364319 w 587112"/>
                <a:gd name="connsiteY36" fmla="*/ 356732 h 399386"/>
                <a:gd name="connsiteX37" fmla="*/ 366927 w 587112"/>
                <a:gd name="connsiteY37" fmla="*/ 382151 h 399386"/>
                <a:gd name="connsiteX38" fmla="*/ 369824 w 587112"/>
                <a:gd name="connsiteY38" fmla="*/ 381426 h 399386"/>
                <a:gd name="connsiteX39" fmla="*/ 397788 w 587112"/>
                <a:gd name="connsiteY39" fmla="*/ 392144 h 399386"/>
                <a:gd name="connsiteX40" fmla="*/ 411335 w 587112"/>
                <a:gd name="connsiteY40" fmla="*/ 399386 h 399386"/>
                <a:gd name="connsiteX41" fmla="*/ 425244 w 587112"/>
                <a:gd name="connsiteY41" fmla="*/ 359122 h 399386"/>
                <a:gd name="connsiteX42" fmla="*/ 421260 w 587112"/>
                <a:gd name="connsiteY42" fmla="*/ 324795 h 399386"/>
                <a:gd name="connsiteX43" fmla="*/ 400324 w 587112"/>
                <a:gd name="connsiteY43" fmla="*/ 295104 h 399386"/>
                <a:gd name="connsiteX44" fmla="*/ 432272 w 587112"/>
                <a:gd name="connsiteY44" fmla="*/ 281417 h 399386"/>
                <a:gd name="connsiteX45" fmla="*/ 443282 w 587112"/>
                <a:gd name="connsiteY45" fmla="*/ 259691 h 399386"/>
                <a:gd name="connsiteX46" fmla="*/ 459220 w 587112"/>
                <a:gd name="connsiteY46" fmla="*/ 239125 h 399386"/>
                <a:gd name="connsiteX47" fmla="*/ 485155 w 587112"/>
                <a:gd name="connsiteY47" fmla="*/ 232245 h 399386"/>
                <a:gd name="connsiteX48" fmla="*/ 508120 w 587112"/>
                <a:gd name="connsiteY48" fmla="*/ 226596 h 399386"/>
                <a:gd name="connsiteX49" fmla="*/ 496239 w 587112"/>
                <a:gd name="connsiteY49" fmla="*/ 258315 h 399386"/>
                <a:gd name="connsiteX50" fmla="*/ 535141 w 587112"/>
                <a:gd name="connsiteY50" fmla="*/ 250349 h 399386"/>
                <a:gd name="connsiteX51" fmla="*/ 567162 w 587112"/>
                <a:gd name="connsiteY51" fmla="*/ 244194 h 399386"/>
                <a:gd name="connsiteX52" fmla="*/ 581722 w 587112"/>
                <a:gd name="connsiteY52" fmla="*/ 223917 h 399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87112" h="399386">
                  <a:moveTo>
                    <a:pt x="581722" y="223917"/>
                  </a:moveTo>
                  <a:cubicBezTo>
                    <a:pt x="565712" y="208709"/>
                    <a:pt x="537677" y="190387"/>
                    <a:pt x="534996" y="199584"/>
                  </a:cubicBezTo>
                  <a:cubicBezTo>
                    <a:pt x="532316" y="208781"/>
                    <a:pt x="515002" y="210230"/>
                    <a:pt x="508338" y="201105"/>
                  </a:cubicBezTo>
                  <a:cubicBezTo>
                    <a:pt x="501672" y="191980"/>
                    <a:pt x="496384" y="181263"/>
                    <a:pt x="476317" y="190387"/>
                  </a:cubicBezTo>
                  <a:cubicBezTo>
                    <a:pt x="456250" y="199512"/>
                    <a:pt x="442993" y="212113"/>
                    <a:pt x="441689" y="220875"/>
                  </a:cubicBezTo>
                  <a:cubicBezTo>
                    <a:pt x="440385" y="229638"/>
                    <a:pt x="427200" y="239197"/>
                    <a:pt x="425679" y="227031"/>
                  </a:cubicBezTo>
                  <a:cubicBezTo>
                    <a:pt x="424157" y="214865"/>
                    <a:pt x="408365" y="210230"/>
                    <a:pt x="397643" y="207188"/>
                  </a:cubicBezTo>
                  <a:cubicBezTo>
                    <a:pt x="386922" y="204147"/>
                    <a:pt x="369680" y="210230"/>
                    <a:pt x="368666" y="198064"/>
                  </a:cubicBezTo>
                  <a:cubicBezTo>
                    <a:pt x="367652" y="185897"/>
                    <a:pt x="351352" y="172065"/>
                    <a:pt x="350047" y="158306"/>
                  </a:cubicBezTo>
                  <a:cubicBezTo>
                    <a:pt x="348744" y="144547"/>
                    <a:pt x="352655" y="124776"/>
                    <a:pt x="342006" y="122097"/>
                  </a:cubicBezTo>
                  <a:cubicBezTo>
                    <a:pt x="331357" y="119417"/>
                    <a:pt x="324692" y="99213"/>
                    <a:pt x="315347" y="99213"/>
                  </a:cubicBezTo>
                  <a:cubicBezTo>
                    <a:pt x="306002" y="99213"/>
                    <a:pt x="253987" y="99213"/>
                    <a:pt x="247323" y="96171"/>
                  </a:cubicBezTo>
                  <a:cubicBezTo>
                    <a:pt x="240658" y="93130"/>
                    <a:pt x="205957" y="108338"/>
                    <a:pt x="203349" y="99213"/>
                  </a:cubicBezTo>
                  <a:cubicBezTo>
                    <a:pt x="201176" y="91971"/>
                    <a:pt x="177124" y="62352"/>
                    <a:pt x="163795" y="49824"/>
                  </a:cubicBezTo>
                  <a:cubicBezTo>
                    <a:pt x="162491" y="56385"/>
                    <a:pt x="158941" y="62294"/>
                    <a:pt x="153798" y="66552"/>
                  </a:cubicBezTo>
                  <a:cubicBezTo>
                    <a:pt x="128805" y="87119"/>
                    <a:pt x="104898" y="83715"/>
                    <a:pt x="112867" y="58586"/>
                  </a:cubicBezTo>
                  <a:cubicBezTo>
                    <a:pt x="120836" y="33457"/>
                    <a:pt x="121850" y="3693"/>
                    <a:pt x="108883" y="3693"/>
                  </a:cubicBezTo>
                  <a:cubicBezTo>
                    <a:pt x="95915" y="3693"/>
                    <a:pt x="104898" y="56269"/>
                    <a:pt x="94901" y="59745"/>
                  </a:cubicBezTo>
                  <a:cubicBezTo>
                    <a:pt x="86063" y="62714"/>
                    <a:pt x="82658" y="21580"/>
                    <a:pt x="90047" y="0"/>
                  </a:cubicBezTo>
                  <a:lnTo>
                    <a:pt x="4419" y="25636"/>
                  </a:lnTo>
                  <a:lnTo>
                    <a:pt x="434" y="196470"/>
                  </a:lnTo>
                  <a:lnTo>
                    <a:pt x="0" y="196833"/>
                  </a:lnTo>
                  <a:cubicBezTo>
                    <a:pt x="7462" y="200562"/>
                    <a:pt x="15503" y="202756"/>
                    <a:pt x="23834" y="203278"/>
                  </a:cubicBezTo>
                  <a:cubicBezTo>
                    <a:pt x="36801" y="204436"/>
                    <a:pt x="35787" y="192994"/>
                    <a:pt x="35787" y="185028"/>
                  </a:cubicBezTo>
                  <a:cubicBezTo>
                    <a:pt x="35787" y="177062"/>
                    <a:pt x="49769" y="163303"/>
                    <a:pt x="59766" y="164462"/>
                  </a:cubicBezTo>
                  <a:cubicBezTo>
                    <a:pt x="69763" y="165620"/>
                    <a:pt x="68749" y="149616"/>
                    <a:pt x="71719" y="149616"/>
                  </a:cubicBezTo>
                  <a:cubicBezTo>
                    <a:pt x="77369" y="149283"/>
                    <a:pt x="82586" y="146306"/>
                    <a:pt x="85701" y="141577"/>
                  </a:cubicBezTo>
                  <a:cubicBezTo>
                    <a:pt x="88671" y="135856"/>
                    <a:pt x="104681" y="142736"/>
                    <a:pt x="109680" y="148819"/>
                  </a:cubicBezTo>
                  <a:cubicBezTo>
                    <a:pt x="114678" y="154902"/>
                    <a:pt x="126631" y="156785"/>
                    <a:pt x="135614" y="159103"/>
                  </a:cubicBezTo>
                  <a:cubicBezTo>
                    <a:pt x="144597" y="161420"/>
                    <a:pt x="147640" y="193356"/>
                    <a:pt x="147640" y="200236"/>
                  </a:cubicBezTo>
                  <a:cubicBezTo>
                    <a:pt x="147640" y="207116"/>
                    <a:pt x="190599" y="205957"/>
                    <a:pt x="197554" y="207044"/>
                  </a:cubicBezTo>
                  <a:cubicBezTo>
                    <a:pt x="204508" y="208130"/>
                    <a:pt x="204798" y="221889"/>
                    <a:pt x="211535" y="232173"/>
                  </a:cubicBezTo>
                  <a:cubicBezTo>
                    <a:pt x="217765" y="242231"/>
                    <a:pt x="222764" y="252971"/>
                    <a:pt x="226531" y="264181"/>
                  </a:cubicBezTo>
                  <a:cubicBezTo>
                    <a:pt x="229501" y="272220"/>
                    <a:pt x="254495" y="282503"/>
                    <a:pt x="260507" y="292787"/>
                  </a:cubicBezTo>
                  <a:cubicBezTo>
                    <a:pt x="266521" y="303070"/>
                    <a:pt x="285428" y="313353"/>
                    <a:pt x="299409" y="319002"/>
                  </a:cubicBezTo>
                  <a:cubicBezTo>
                    <a:pt x="313391" y="324651"/>
                    <a:pt x="326358" y="346448"/>
                    <a:pt x="334400" y="345290"/>
                  </a:cubicBezTo>
                  <a:cubicBezTo>
                    <a:pt x="342441" y="344131"/>
                    <a:pt x="364319" y="356732"/>
                    <a:pt x="364319" y="356732"/>
                  </a:cubicBezTo>
                  <a:lnTo>
                    <a:pt x="366927" y="382151"/>
                  </a:lnTo>
                  <a:cubicBezTo>
                    <a:pt x="367942" y="382006"/>
                    <a:pt x="368883" y="381760"/>
                    <a:pt x="369824" y="381426"/>
                  </a:cubicBezTo>
                  <a:cubicBezTo>
                    <a:pt x="381778" y="376864"/>
                    <a:pt x="388443" y="392144"/>
                    <a:pt x="397788" y="392144"/>
                  </a:cubicBezTo>
                  <a:cubicBezTo>
                    <a:pt x="402859" y="393317"/>
                    <a:pt x="407568" y="395816"/>
                    <a:pt x="411335" y="399386"/>
                  </a:cubicBezTo>
                  <a:cubicBezTo>
                    <a:pt x="410683" y="377081"/>
                    <a:pt x="417565" y="365929"/>
                    <a:pt x="425244" y="359122"/>
                  </a:cubicBezTo>
                  <a:cubicBezTo>
                    <a:pt x="434227" y="351083"/>
                    <a:pt x="419304" y="337396"/>
                    <a:pt x="421260" y="324795"/>
                  </a:cubicBezTo>
                  <a:cubicBezTo>
                    <a:pt x="423216" y="312195"/>
                    <a:pt x="398295" y="305387"/>
                    <a:pt x="400324" y="295104"/>
                  </a:cubicBezTo>
                  <a:cubicBezTo>
                    <a:pt x="402352" y="284821"/>
                    <a:pt x="423216" y="285979"/>
                    <a:pt x="432272" y="281417"/>
                  </a:cubicBezTo>
                  <a:cubicBezTo>
                    <a:pt x="441327" y="276855"/>
                    <a:pt x="434227" y="259691"/>
                    <a:pt x="443282" y="259691"/>
                  </a:cubicBezTo>
                  <a:cubicBezTo>
                    <a:pt x="452338" y="259691"/>
                    <a:pt x="456178" y="249408"/>
                    <a:pt x="459220" y="239125"/>
                  </a:cubicBezTo>
                  <a:cubicBezTo>
                    <a:pt x="462263" y="228841"/>
                    <a:pt x="477186" y="239125"/>
                    <a:pt x="485155" y="232245"/>
                  </a:cubicBezTo>
                  <a:cubicBezTo>
                    <a:pt x="493124" y="225365"/>
                    <a:pt x="505150" y="220875"/>
                    <a:pt x="508120" y="226596"/>
                  </a:cubicBezTo>
                  <a:cubicBezTo>
                    <a:pt x="510510" y="231086"/>
                    <a:pt x="500876" y="250205"/>
                    <a:pt x="496239" y="258315"/>
                  </a:cubicBezTo>
                  <a:cubicBezTo>
                    <a:pt x="510149" y="257808"/>
                    <a:pt x="531084" y="254912"/>
                    <a:pt x="535141" y="250349"/>
                  </a:cubicBezTo>
                  <a:cubicBezTo>
                    <a:pt x="540502" y="244194"/>
                    <a:pt x="560497" y="259474"/>
                    <a:pt x="567162" y="244194"/>
                  </a:cubicBezTo>
                  <a:cubicBezTo>
                    <a:pt x="573826" y="228914"/>
                    <a:pt x="597660" y="239197"/>
                    <a:pt x="581722" y="2239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8" name="Freeform 235">
              <a:extLst>
                <a:ext uri="{FF2B5EF4-FFF2-40B4-BE49-F238E27FC236}">
                  <a16:creationId xmlns:a16="http://schemas.microsoft.com/office/drawing/2014/main" id="{1A0F8189-8673-296A-867C-8F9D2741E910}"/>
                </a:ext>
              </a:extLst>
            </p:cNvPr>
            <p:cNvSpPr/>
            <p:nvPr/>
          </p:nvSpPr>
          <p:spPr>
            <a:xfrm>
              <a:off x="6093715" y="332021"/>
              <a:ext cx="459265" cy="299420"/>
            </a:xfrm>
            <a:custGeom>
              <a:avLst/>
              <a:gdLst>
                <a:gd name="connsiteX0" fmla="*/ 435107 w 459266"/>
                <a:gd name="connsiteY0" fmla="*/ 187437 h 299419"/>
                <a:gd name="connsiteX1" fmla="*/ 407361 w 459266"/>
                <a:gd name="connsiteY1" fmla="*/ 179689 h 299419"/>
                <a:gd name="connsiteX2" fmla="*/ 401421 w 459266"/>
                <a:gd name="connsiteY2" fmla="*/ 164264 h 299419"/>
                <a:gd name="connsiteX3" fmla="*/ 375196 w 459266"/>
                <a:gd name="connsiteY3" fmla="*/ 153111 h 299419"/>
                <a:gd name="connsiteX4" fmla="*/ 356433 w 459266"/>
                <a:gd name="connsiteY4" fmla="*/ 131386 h 299419"/>
                <a:gd name="connsiteX5" fmla="*/ 349696 w 459266"/>
                <a:gd name="connsiteY5" fmla="*/ 109081 h 299419"/>
                <a:gd name="connsiteX6" fmla="*/ 325717 w 459266"/>
                <a:gd name="connsiteY6" fmla="*/ 91918 h 299419"/>
                <a:gd name="connsiteX7" fmla="*/ 308548 w 459266"/>
                <a:gd name="connsiteY7" fmla="*/ 87645 h 299419"/>
                <a:gd name="connsiteX8" fmla="*/ 295073 w 459266"/>
                <a:gd name="connsiteY8" fmla="*/ 82504 h 299419"/>
                <a:gd name="connsiteX9" fmla="*/ 263560 w 459266"/>
                <a:gd name="connsiteY9" fmla="*/ 75624 h 299419"/>
                <a:gd name="connsiteX10" fmla="*/ 250086 w 459266"/>
                <a:gd name="connsiteY10" fmla="*/ 45643 h 299419"/>
                <a:gd name="connsiteX11" fmla="*/ 222412 w 459266"/>
                <a:gd name="connsiteY11" fmla="*/ 59402 h 299419"/>
                <a:gd name="connsiteX12" fmla="*/ 231395 w 459266"/>
                <a:gd name="connsiteY12" fmla="*/ 31956 h 299419"/>
                <a:gd name="connsiteX13" fmla="*/ 196188 w 459266"/>
                <a:gd name="connsiteY13" fmla="*/ 18269 h 299419"/>
                <a:gd name="connsiteX14" fmla="*/ 178222 w 459266"/>
                <a:gd name="connsiteY14" fmla="*/ 236 h 299419"/>
                <a:gd name="connsiteX15" fmla="*/ 169963 w 459266"/>
                <a:gd name="connsiteY15" fmla="*/ 19138 h 299419"/>
                <a:gd name="connsiteX16" fmla="*/ 165472 w 459266"/>
                <a:gd name="connsiteY16" fmla="*/ 37097 h 299419"/>
                <a:gd name="connsiteX17" fmla="*/ 186408 w 459266"/>
                <a:gd name="connsiteY17" fmla="*/ 95032 h 299419"/>
                <a:gd name="connsiteX18" fmla="*/ 149027 w 459266"/>
                <a:gd name="connsiteY18" fmla="*/ 46150 h 299419"/>
                <a:gd name="connsiteX19" fmla="*/ 125772 w 459266"/>
                <a:gd name="connsiteY19" fmla="*/ 26452 h 299419"/>
                <a:gd name="connsiteX20" fmla="*/ 112298 w 459266"/>
                <a:gd name="connsiteY20" fmla="*/ 57302 h 299419"/>
                <a:gd name="connsiteX21" fmla="*/ 103315 w 459266"/>
                <a:gd name="connsiteY21" fmla="*/ 64182 h 299419"/>
                <a:gd name="connsiteX22" fmla="*/ 77815 w 459266"/>
                <a:gd name="connsiteY22" fmla="*/ 41008 h 299419"/>
                <a:gd name="connsiteX23" fmla="*/ 106285 w 459266"/>
                <a:gd name="connsiteY23" fmla="*/ 29059 h 299419"/>
                <a:gd name="connsiteX24" fmla="*/ 86870 w 459266"/>
                <a:gd name="connsiteY24" fmla="*/ 21310 h 299419"/>
                <a:gd name="connsiteX25" fmla="*/ 58400 w 459266"/>
                <a:gd name="connsiteY25" fmla="*/ 26452 h 299419"/>
                <a:gd name="connsiteX26" fmla="*/ 34421 w 459266"/>
                <a:gd name="connsiteY26" fmla="*/ 23917 h 299419"/>
                <a:gd name="connsiteX27" fmla="*/ 7400 w 459266"/>
                <a:gd name="connsiteY27" fmla="*/ 37604 h 299419"/>
                <a:gd name="connsiteX28" fmla="*/ 7400 w 459266"/>
                <a:gd name="connsiteY28" fmla="*/ 76131 h 299419"/>
                <a:gd name="connsiteX29" fmla="*/ 42607 w 459266"/>
                <a:gd name="connsiteY29" fmla="*/ 72727 h 299419"/>
                <a:gd name="connsiteX30" fmla="*/ 23192 w 459266"/>
                <a:gd name="connsiteY30" fmla="*/ 110457 h 299419"/>
                <a:gd name="connsiteX31" fmla="*/ 23192 w 459266"/>
                <a:gd name="connsiteY31" fmla="*/ 116106 h 299419"/>
                <a:gd name="connsiteX32" fmla="*/ 46591 w 459266"/>
                <a:gd name="connsiteY32" fmla="*/ 143769 h 299419"/>
                <a:gd name="connsiteX33" fmla="*/ 50793 w 459266"/>
                <a:gd name="connsiteY33" fmla="*/ 147318 h 299419"/>
                <a:gd name="connsiteX34" fmla="*/ 69339 w 459266"/>
                <a:gd name="connsiteY34" fmla="*/ 160932 h 299419"/>
                <a:gd name="connsiteX35" fmla="*/ 104836 w 459266"/>
                <a:gd name="connsiteY35" fmla="*/ 157384 h 299419"/>
                <a:gd name="connsiteX36" fmla="*/ 124324 w 459266"/>
                <a:gd name="connsiteY36" fmla="*/ 127403 h 299419"/>
                <a:gd name="connsiteX37" fmla="*/ 140768 w 459266"/>
                <a:gd name="connsiteY37" fmla="*/ 110312 h 299419"/>
                <a:gd name="connsiteX38" fmla="*/ 143739 w 459266"/>
                <a:gd name="connsiteY38" fmla="*/ 133413 h 299419"/>
                <a:gd name="connsiteX39" fmla="*/ 172716 w 459266"/>
                <a:gd name="connsiteY39" fmla="*/ 130010 h 299419"/>
                <a:gd name="connsiteX40" fmla="*/ 186190 w 459266"/>
                <a:gd name="connsiteY40" fmla="*/ 142828 h 299419"/>
                <a:gd name="connsiteX41" fmla="*/ 145767 w 459266"/>
                <a:gd name="connsiteY41" fmla="*/ 164553 h 299419"/>
                <a:gd name="connsiteX42" fmla="*/ 92593 w 459266"/>
                <a:gd name="connsiteY42" fmla="*/ 185120 h 299419"/>
                <a:gd name="connsiteX43" fmla="*/ 123309 w 459266"/>
                <a:gd name="connsiteY43" fmla="*/ 198807 h 299419"/>
                <a:gd name="connsiteX44" fmla="*/ 190682 w 459266"/>
                <a:gd name="connsiteY44" fmla="*/ 195404 h 299419"/>
                <a:gd name="connsiteX45" fmla="*/ 159966 w 459266"/>
                <a:gd name="connsiteY45" fmla="*/ 203949 h 299419"/>
                <a:gd name="connsiteX46" fmla="*/ 130988 w 459266"/>
                <a:gd name="connsiteY46" fmla="*/ 218432 h 299419"/>
                <a:gd name="connsiteX47" fmla="*/ 99113 w 459266"/>
                <a:gd name="connsiteY47" fmla="*/ 222995 h 299419"/>
                <a:gd name="connsiteX48" fmla="*/ 135770 w 459266"/>
                <a:gd name="connsiteY48" fmla="*/ 249862 h 299419"/>
                <a:gd name="connsiteX49" fmla="*/ 143014 w 459266"/>
                <a:gd name="connsiteY49" fmla="*/ 261521 h 299419"/>
                <a:gd name="connsiteX50" fmla="*/ 164747 w 459266"/>
                <a:gd name="connsiteY50" fmla="*/ 261521 h 299419"/>
                <a:gd name="connsiteX51" fmla="*/ 148230 w 459266"/>
                <a:gd name="connsiteY51" fmla="*/ 276005 h 299419"/>
                <a:gd name="connsiteX52" fmla="*/ 175976 w 459266"/>
                <a:gd name="connsiteY52" fmla="*/ 294906 h 299419"/>
                <a:gd name="connsiteX53" fmla="*/ 198433 w 459266"/>
                <a:gd name="connsiteY53" fmla="*/ 287157 h 299419"/>
                <a:gd name="connsiteX54" fmla="*/ 237408 w 459266"/>
                <a:gd name="connsiteY54" fmla="*/ 217781 h 299419"/>
                <a:gd name="connsiteX55" fmla="*/ 250448 w 459266"/>
                <a:gd name="connsiteY55" fmla="*/ 184830 h 299419"/>
                <a:gd name="connsiteX56" fmla="*/ 266168 w 459266"/>
                <a:gd name="connsiteY56" fmla="*/ 170347 h 299419"/>
                <a:gd name="connsiteX57" fmla="*/ 278194 w 459266"/>
                <a:gd name="connsiteY57" fmla="*/ 137831 h 299419"/>
                <a:gd name="connsiteX58" fmla="*/ 318617 w 459266"/>
                <a:gd name="connsiteY58" fmla="*/ 124072 h 299419"/>
                <a:gd name="connsiteX59" fmla="*/ 325355 w 459266"/>
                <a:gd name="connsiteY59" fmla="*/ 132617 h 299419"/>
                <a:gd name="connsiteX60" fmla="*/ 330643 w 459266"/>
                <a:gd name="connsiteY60" fmla="*/ 161584 h 299419"/>
                <a:gd name="connsiteX61" fmla="*/ 342596 w 459266"/>
                <a:gd name="connsiteY61" fmla="*/ 175271 h 299419"/>
                <a:gd name="connsiteX62" fmla="*/ 336584 w 459266"/>
                <a:gd name="connsiteY62" fmla="*/ 212132 h 299419"/>
                <a:gd name="connsiteX63" fmla="*/ 368821 w 459266"/>
                <a:gd name="connsiteY63" fmla="*/ 219808 h 299419"/>
                <a:gd name="connsiteX64" fmla="*/ 385193 w 459266"/>
                <a:gd name="connsiteY64" fmla="*/ 218577 h 299419"/>
                <a:gd name="connsiteX65" fmla="*/ 411128 w 459266"/>
                <a:gd name="connsiteY65" fmla="*/ 229512 h 299419"/>
                <a:gd name="connsiteX66" fmla="*/ 414243 w 459266"/>
                <a:gd name="connsiteY66" fmla="*/ 232844 h 299419"/>
                <a:gd name="connsiteX67" fmla="*/ 430253 w 459266"/>
                <a:gd name="connsiteY67" fmla="*/ 216405 h 299419"/>
                <a:gd name="connsiteX68" fmla="*/ 459231 w 459266"/>
                <a:gd name="connsiteY68" fmla="*/ 194100 h 299419"/>
                <a:gd name="connsiteX69" fmla="*/ 435107 w 459266"/>
                <a:gd name="connsiteY69" fmla="*/ 187437 h 2994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459266" h="299419">
                  <a:moveTo>
                    <a:pt x="435107" y="187437"/>
                  </a:moveTo>
                  <a:cubicBezTo>
                    <a:pt x="424602" y="192579"/>
                    <a:pt x="398378" y="189103"/>
                    <a:pt x="407361" y="179689"/>
                  </a:cubicBezTo>
                  <a:cubicBezTo>
                    <a:pt x="416344" y="170274"/>
                    <a:pt x="414605" y="162526"/>
                    <a:pt x="401421" y="164264"/>
                  </a:cubicBezTo>
                  <a:cubicBezTo>
                    <a:pt x="388236" y="166002"/>
                    <a:pt x="363967" y="158253"/>
                    <a:pt x="375196" y="153111"/>
                  </a:cubicBezTo>
                  <a:cubicBezTo>
                    <a:pt x="386425" y="147970"/>
                    <a:pt x="366938" y="130879"/>
                    <a:pt x="356433" y="131386"/>
                  </a:cubicBezTo>
                  <a:cubicBezTo>
                    <a:pt x="345929" y="131893"/>
                    <a:pt x="349189" y="118495"/>
                    <a:pt x="349696" y="109081"/>
                  </a:cubicBezTo>
                  <a:cubicBezTo>
                    <a:pt x="350203" y="99667"/>
                    <a:pt x="319777" y="95394"/>
                    <a:pt x="325717" y="91918"/>
                  </a:cubicBezTo>
                  <a:cubicBezTo>
                    <a:pt x="331657" y="88442"/>
                    <a:pt x="313039" y="80766"/>
                    <a:pt x="308548" y="87645"/>
                  </a:cubicBezTo>
                  <a:cubicBezTo>
                    <a:pt x="304056" y="94525"/>
                    <a:pt x="295073" y="92787"/>
                    <a:pt x="295073" y="82504"/>
                  </a:cubicBezTo>
                  <a:cubicBezTo>
                    <a:pt x="295073" y="72220"/>
                    <a:pt x="272543" y="74827"/>
                    <a:pt x="263560" y="75624"/>
                  </a:cubicBezTo>
                  <a:cubicBezTo>
                    <a:pt x="254577" y="76420"/>
                    <a:pt x="259069" y="53392"/>
                    <a:pt x="250086" y="45643"/>
                  </a:cubicBezTo>
                  <a:cubicBezTo>
                    <a:pt x="241103" y="37894"/>
                    <a:pt x="229150" y="61068"/>
                    <a:pt x="222412" y="59402"/>
                  </a:cubicBezTo>
                  <a:cubicBezTo>
                    <a:pt x="215675" y="57737"/>
                    <a:pt x="227628" y="42239"/>
                    <a:pt x="231395" y="31956"/>
                  </a:cubicBezTo>
                  <a:cubicBezTo>
                    <a:pt x="235162" y="21672"/>
                    <a:pt x="199955" y="7985"/>
                    <a:pt x="196188" y="18269"/>
                  </a:cubicBezTo>
                  <a:cubicBezTo>
                    <a:pt x="192421" y="28552"/>
                    <a:pt x="185683" y="2844"/>
                    <a:pt x="178222" y="236"/>
                  </a:cubicBezTo>
                  <a:cubicBezTo>
                    <a:pt x="170760" y="-2371"/>
                    <a:pt x="176700" y="17400"/>
                    <a:pt x="169963" y="19138"/>
                  </a:cubicBezTo>
                  <a:cubicBezTo>
                    <a:pt x="163226" y="20876"/>
                    <a:pt x="154243" y="28552"/>
                    <a:pt x="165472" y="37097"/>
                  </a:cubicBezTo>
                  <a:cubicBezTo>
                    <a:pt x="176700" y="45643"/>
                    <a:pt x="187929" y="88514"/>
                    <a:pt x="186408" y="95032"/>
                  </a:cubicBezTo>
                  <a:cubicBezTo>
                    <a:pt x="184887" y="101550"/>
                    <a:pt x="150186" y="64182"/>
                    <a:pt x="149027" y="46150"/>
                  </a:cubicBezTo>
                  <a:cubicBezTo>
                    <a:pt x="147868" y="28118"/>
                    <a:pt x="130264" y="13634"/>
                    <a:pt x="125772" y="26452"/>
                  </a:cubicBezTo>
                  <a:cubicBezTo>
                    <a:pt x="121281" y="39270"/>
                    <a:pt x="108531" y="44484"/>
                    <a:pt x="112298" y="57302"/>
                  </a:cubicBezTo>
                  <a:cubicBezTo>
                    <a:pt x="116065" y="70120"/>
                    <a:pt x="103315" y="74465"/>
                    <a:pt x="103315" y="64182"/>
                  </a:cubicBezTo>
                  <a:cubicBezTo>
                    <a:pt x="103315" y="53898"/>
                    <a:pt x="84552" y="41877"/>
                    <a:pt x="77815" y="41008"/>
                  </a:cubicBezTo>
                  <a:cubicBezTo>
                    <a:pt x="71077" y="40139"/>
                    <a:pt x="95056" y="34997"/>
                    <a:pt x="106285" y="29059"/>
                  </a:cubicBezTo>
                  <a:cubicBezTo>
                    <a:pt x="117514" y="23121"/>
                    <a:pt x="96578" y="14575"/>
                    <a:pt x="86870" y="21310"/>
                  </a:cubicBezTo>
                  <a:cubicBezTo>
                    <a:pt x="77163" y="28045"/>
                    <a:pt x="64340" y="17038"/>
                    <a:pt x="58400" y="26452"/>
                  </a:cubicBezTo>
                  <a:cubicBezTo>
                    <a:pt x="52459" y="35866"/>
                    <a:pt x="44853" y="26452"/>
                    <a:pt x="34421" y="23917"/>
                  </a:cubicBezTo>
                  <a:cubicBezTo>
                    <a:pt x="23989" y="21383"/>
                    <a:pt x="14934" y="41008"/>
                    <a:pt x="7400" y="37604"/>
                  </a:cubicBezTo>
                  <a:cubicBezTo>
                    <a:pt x="-135" y="34201"/>
                    <a:pt x="-4554" y="54767"/>
                    <a:pt x="7400" y="76131"/>
                  </a:cubicBezTo>
                  <a:cubicBezTo>
                    <a:pt x="19353" y="97494"/>
                    <a:pt x="28408" y="69323"/>
                    <a:pt x="42607" y="72727"/>
                  </a:cubicBezTo>
                  <a:cubicBezTo>
                    <a:pt x="56806" y="76131"/>
                    <a:pt x="27611" y="94453"/>
                    <a:pt x="23192" y="110457"/>
                  </a:cubicBezTo>
                  <a:cubicBezTo>
                    <a:pt x="22758" y="112318"/>
                    <a:pt x="22758" y="114244"/>
                    <a:pt x="23192" y="116106"/>
                  </a:cubicBezTo>
                  <a:cubicBezTo>
                    <a:pt x="31994" y="124434"/>
                    <a:pt x="39840" y="133710"/>
                    <a:pt x="46591" y="143769"/>
                  </a:cubicBezTo>
                  <a:lnTo>
                    <a:pt x="50793" y="147318"/>
                  </a:lnTo>
                  <a:cubicBezTo>
                    <a:pt x="58407" y="149490"/>
                    <a:pt x="64992" y="154321"/>
                    <a:pt x="69339" y="160932"/>
                  </a:cubicBezTo>
                  <a:cubicBezTo>
                    <a:pt x="81183" y="164380"/>
                    <a:pt x="93904" y="163105"/>
                    <a:pt x="104836" y="157384"/>
                  </a:cubicBezTo>
                  <a:cubicBezTo>
                    <a:pt x="114544" y="150577"/>
                    <a:pt x="111574" y="126606"/>
                    <a:pt x="124324" y="127403"/>
                  </a:cubicBezTo>
                  <a:cubicBezTo>
                    <a:pt x="137073" y="128199"/>
                    <a:pt x="130264" y="114585"/>
                    <a:pt x="140768" y="110312"/>
                  </a:cubicBezTo>
                  <a:cubicBezTo>
                    <a:pt x="151273" y="106039"/>
                    <a:pt x="152722" y="121465"/>
                    <a:pt x="143739" y="133413"/>
                  </a:cubicBezTo>
                  <a:cubicBezTo>
                    <a:pt x="134756" y="145363"/>
                    <a:pt x="159459" y="144566"/>
                    <a:pt x="172716" y="130010"/>
                  </a:cubicBezTo>
                  <a:cubicBezTo>
                    <a:pt x="185973" y="115454"/>
                    <a:pt x="189233" y="129141"/>
                    <a:pt x="186190" y="142828"/>
                  </a:cubicBezTo>
                  <a:cubicBezTo>
                    <a:pt x="183148" y="156515"/>
                    <a:pt x="155474" y="148839"/>
                    <a:pt x="145767" y="164553"/>
                  </a:cubicBezTo>
                  <a:cubicBezTo>
                    <a:pt x="136060" y="180268"/>
                    <a:pt x="106068" y="167957"/>
                    <a:pt x="92593" y="185120"/>
                  </a:cubicBezTo>
                  <a:cubicBezTo>
                    <a:pt x="79119" y="202283"/>
                    <a:pt x="104619" y="203152"/>
                    <a:pt x="123309" y="198807"/>
                  </a:cubicBezTo>
                  <a:cubicBezTo>
                    <a:pt x="142000" y="194462"/>
                    <a:pt x="177208" y="192000"/>
                    <a:pt x="190682" y="195404"/>
                  </a:cubicBezTo>
                  <a:cubicBezTo>
                    <a:pt x="204156" y="198807"/>
                    <a:pt x="182496" y="203949"/>
                    <a:pt x="159966" y="203949"/>
                  </a:cubicBezTo>
                  <a:cubicBezTo>
                    <a:pt x="137436" y="203949"/>
                    <a:pt x="130047" y="211698"/>
                    <a:pt x="130988" y="218432"/>
                  </a:cubicBezTo>
                  <a:cubicBezTo>
                    <a:pt x="131930" y="225167"/>
                    <a:pt x="104836" y="213146"/>
                    <a:pt x="99113" y="222995"/>
                  </a:cubicBezTo>
                  <a:cubicBezTo>
                    <a:pt x="112479" y="230266"/>
                    <a:pt x="124809" y="239303"/>
                    <a:pt x="135770" y="249862"/>
                  </a:cubicBezTo>
                  <a:cubicBezTo>
                    <a:pt x="138783" y="253338"/>
                    <a:pt x="141232" y="257278"/>
                    <a:pt x="143014" y="261521"/>
                  </a:cubicBezTo>
                  <a:cubicBezTo>
                    <a:pt x="150258" y="261521"/>
                    <a:pt x="159748" y="259276"/>
                    <a:pt x="164747" y="261521"/>
                  </a:cubicBezTo>
                  <a:cubicBezTo>
                    <a:pt x="172933" y="264925"/>
                    <a:pt x="151200" y="271805"/>
                    <a:pt x="148230" y="276005"/>
                  </a:cubicBezTo>
                  <a:cubicBezTo>
                    <a:pt x="145260" y="280205"/>
                    <a:pt x="171484" y="286288"/>
                    <a:pt x="175976" y="294906"/>
                  </a:cubicBezTo>
                  <a:cubicBezTo>
                    <a:pt x="180468" y="303524"/>
                    <a:pt x="199158" y="299179"/>
                    <a:pt x="198433" y="287157"/>
                  </a:cubicBezTo>
                  <a:cubicBezTo>
                    <a:pt x="197492" y="272239"/>
                    <a:pt x="214878" y="227195"/>
                    <a:pt x="237408" y="217781"/>
                  </a:cubicBezTo>
                  <a:cubicBezTo>
                    <a:pt x="259938" y="208366"/>
                    <a:pt x="247115" y="199314"/>
                    <a:pt x="250448" y="184830"/>
                  </a:cubicBezTo>
                  <a:cubicBezTo>
                    <a:pt x="253781" y="170347"/>
                    <a:pt x="271457" y="182296"/>
                    <a:pt x="266168" y="170347"/>
                  </a:cubicBezTo>
                  <a:cubicBezTo>
                    <a:pt x="260880" y="158398"/>
                    <a:pt x="263922" y="153184"/>
                    <a:pt x="278194" y="137831"/>
                  </a:cubicBezTo>
                  <a:cubicBezTo>
                    <a:pt x="292465" y="122478"/>
                    <a:pt x="301376" y="133486"/>
                    <a:pt x="318617" y="124072"/>
                  </a:cubicBezTo>
                  <a:cubicBezTo>
                    <a:pt x="335859" y="114657"/>
                    <a:pt x="344118" y="131313"/>
                    <a:pt x="325355" y="132617"/>
                  </a:cubicBezTo>
                  <a:cubicBezTo>
                    <a:pt x="308910" y="134138"/>
                    <a:pt x="317096" y="155791"/>
                    <a:pt x="330643" y="161584"/>
                  </a:cubicBezTo>
                  <a:cubicBezTo>
                    <a:pt x="344190" y="167378"/>
                    <a:pt x="332092" y="172664"/>
                    <a:pt x="342596" y="175271"/>
                  </a:cubicBezTo>
                  <a:cubicBezTo>
                    <a:pt x="353101" y="177878"/>
                    <a:pt x="349840" y="195838"/>
                    <a:pt x="336584" y="212132"/>
                  </a:cubicBezTo>
                  <a:cubicBezTo>
                    <a:pt x="323326" y="228426"/>
                    <a:pt x="340350" y="231830"/>
                    <a:pt x="368821" y="219808"/>
                  </a:cubicBezTo>
                  <a:cubicBezTo>
                    <a:pt x="379832" y="215174"/>
                    <a:pt x="383889" y="215681"/>
                    <a:pt x="385193" y="218577"/>
                  </a:cubicBezTo>
                  <a:cubicBezTo>
                    <a:pt x="395017" y="218295"/>
                    <a:pt x="404478" y="222285"/>
                    <a:pt x="411128" y="229512"/>
                  </a:cubicBezTo>
                  <a:cubicBezTo>
                    <a:pt x="412142" y="230671"/>
                    <a:pt x="413229" y="231685"/>
                    <a:pt x="414243" y="232844"/>
                  </a:cubicBezTo>
                  <a:cubicBezTo>
                    <a:pt x="420256" y="228064"/>
                    <a:pt x="425638" y="222539"/>
                    <a:pt x="430253" y="216405"/>
                  </a:cubicBezTo>
                  <a:cubicBezTo>
                    <a:pt x="442206" y="200111"/>
                    <a:pt x="460172" y="202790"/>
                    <a:pt x="459231" y="194100"/>
                  </a:cubicBezTo>
                  <a:cubicBezTo>
                    <a:pt x="458289" y="185410"/>
                    <a:pt x="445611" y="182296"/>
                    <a:pt x="435107" y="1874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9" name="Freeform 236">
              <a:extLst>
                <a:ext uri="{FF2B5EF4-FFF2-40B4-BE49-F238E27FC236}">
                  <a16:creationId xmlns:a16="http://schemas.microsoft.com/office/drawing/2014/main" id="{04A6A527-973A-CF10-A88E-070BA5D7C833}"/>
                </a:ext>
              </a:extLst>
            </p:cNvPr>
            <p:cNvSpPr/>
            <p:nvPr/>
          </p:nvSpPr>
          <p:spPr>
            <a:xfrm>
              <a:off x="6324708" y="302422"/>
              <a:ext cx="297058" cy="107060"/>
            </a:xfrm>
            <a:custGeom>
              <a:avLst/>
              <a:gdLst>
                <a:gd name="connsiteX0" fmla="*/ 273008 w 297059"/>
                <a:gd name="connsiteY0" fmla="*/ 32878 h 107060"/>
                <a:gd name="connsiteX1" fmla="*/ 249464 w 297059"/>
                <a:gd name="connsiteY1" fmla="*/ 34254 h 107060"/>
                <a:gd name="connsiteX2" fmla="*/ 194407 w 297059"/>
                <a:gd name="connsiteY2" fmla="*/ 18612 h 107060"/>
                <a:gd name="connsiteX3" fmla="*/ 179918 w 297059"/>
                <a:gd name="connsiteY3" fmla="*/ 21653 h 107060"/>
                <a:gd name="connsiteX4" fmla="*/ 178397 w 297059"/>
                <a:gd name="connsiteY4" fmla="*/ 17308 h 107060"/>
                <a:gd name="connsiteX5" fmla="*/ 154852 w 297059"/>
                <a:gd name="connsiteY5" fmla="*/ 0 h 107060"/>
                <a:gd name="connsiteX6" fmla="*/ 154490 w 297059"/>
                <a:gd name="connsiteY6" fmla="*/ 34471 h 107060"/>
                <a:gd name="connsiteX7" fmla="*/ 127468 w 297059"/>
                <a:gd name="connsiteY7" fmla="*/ 17380 h 107060"/>
                <a:gd name="connsiteX8" fmla="*/ 99795 w 297059"/>
                <a:gd name="connsiteY8" fmla="*/ 15642 h 107060"/>
                <a:gd name="connsiteX9" fmla="*/ 90522 w 297059"/>
                <a:gd name="connsiteY9" fmla="*/ 3042 h 107060"/>
                <a:gd name="connsiteX10" fmla="*/ 65385 w 297059"/>
                <a:gd name="connsiteY10" fmla="*/ 8545 h 107060"/>
                <a:gd name="connsiteX11" fmla="*/ 65385 w 297059"/>
                <a:gd name="connsiteY11" fmla="*/ 8545 h 107060"/>
                <a:gd name="connsiteX12" fmla="*/ 54953 w 297059"/>
                <a:gd name="connsiteY12" fmla="*/ 8111 h 107060"/>
                <a:gd name="connsiteX13" fmla="*/ 50751 w 297059"/>
                <a:gd name="connsiteY13" fmla="*/ 8111 h 107060"/>
                <a:gd name="connsiteX14" fmla="*/ 39305 w 297059"/>
                <a:gd name="connsiteY14" fmla="*/ 6662 h 107060"/>
                <a:gd name="connsiteX15" fmla="*/ 41406 w 297059"/>
                <a:gd name="connsiteY15" fmla="*/ 22522 h 107060"/>
                <a:gd name="connsiteX16" fmla="*/ 23367 w 297059"/>
                <a:gd name="connsiteY16" fmla="*/ 5576 h 107060"/>
                <a:gd name="connsiteX17" fmla="*/ 7719 w 297059"/>
                <a:gd name="connsiteY17" fmla="*/ 8907 h 107060"/>
                <a:gd name="connsiteX18" fmla="*/ 1706 w 297059"/>
                <a:gd name="connsiteY18" fmla="*/ 16149 h 107060"/>
                <a:gd name="connsiteX19" fmla="*/ 18948 w 297059"/>
                <a:gd name="connsiteY19" fmla="*/ 33312 h 107060"/>
                <a:gd name="connsiteX20" fmla="*/ 15181 w 297059"/>
                <a:gd name="connsiteY20" fmla="*/ 47796 h 107060"/>
                <a:gd name="connsiteX21" fmla="*/ 138335 w 297059"/>
                <a:gd name="connsiteY21" fmla="*/ 52069 h 107060"/>
                <a:gd name="connsiteX22" fmla="*/ 67920 w 297059"/>
                <a:gd name="connsiteY22" fmla="*/ 79515 h 107060"/>
                <a:gd name="connsiteX23" fmla="*/ 147608 w 297059"/>
                <a:gd name="connsiteY23" fmla="*/ 91464 h 107060"/>
                <a:gd name="connsiteX24" fmla="*/ 188104 w 297059"/>
                <a:gd name="connsiteY24" fmla="*/ 106889 h 107060"/>
                <a:gd name="connsiteX25" fmla="*/ 226282 w 297059"/>
                <a:gd name="connsiteY25" fmla="*/ 95737 h 107060"/>
                <a:gd name="connsiteX26" fmla="*/ 269748 w 297059"/>
                <a:gd name="connsiteY26" fmla="*/ 74373 h 107060"/>
                <a:gd name="connsiteX27" fmla="*/ 297059 w 297059"/>
                <a:gd name="connsiteY27" fmla="*/ 54024 h 107060"/>
                <a:gd name="connsiteX28" fmla="*/ 273008 w 297059"/>
                <a:gd name="connsiteY28" fmla="*/ 32878 h 1070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297059" h="107060">
                  <a:moveTo>
                    <a:pt x="273008" y="32878"/>
                  </a:moveTo>
                  <a:cubicBezTo>
                    <a:pt x="265713" y="36651"/>
                    <a:pt x="257150" y="37151"/>
                    <a:pt x="249464" y="34254"/>
                  </a:cubicBezTo>
                  <a:cubicBezTo>
                    <a:pt x="231961" y="26411"/>
                    <a:pt x="213416" y="21139"/>
                    <a:pt x="194407" y="18612"/>
                  </a:cubicBezTo>
                  <a:cubicBezTo>
                    <a:pt x="189408" y="24477"/>
                    <a:pt x="183468" y="25853"/>
                    <a:pt x="179918" y="21653"/>
                  </a:cubicBezTo>
                  <a:cubicBezTo>
                    <a:pt x="179092" y="20335"/>
                    <a:pt x="178570" y="18850"/>
                    <a:pt x="178397" y="17308"/>
                  </a:cubicBezTo>
                  <a:cubicBezTo>
                    <a:pt x="168320" y="15432"/>
                    <a:pt x="159648" y="9060"/>
                    <a:pt x="154852" y="0"/>
                  </a:cubicBezTo>
                  <a:cubicBezTo>
                    <a:pt x="142899" y="10066"/>
                    <a:pt x="158475" y="31429"/>
                    <a:pt x="154490" y="34471"/>
                  </a:cubicBezTo>
                  <a:cubicBezTo>
                    <a:pt x="150506" y="37513"/>
                    <a:pt x="128990" y="29402"/>
                    <a:pt x="127468" y="17380"/>
                  </a:cubicBezTo>
                  <a:cubicBezTo>
                    <a:pt x="125947" y="5359"/>
                    <a:pt x="102765" y="30198"/>
                    <a:pt x="99795" y="15642"/>
                  </a:cubicBezTo>
                  <a:cubicBezTo>
                    <a:pt x="98252" y="10501"/>
                    <a:pt x="94978" y="6047"/>
                    <a:pt x="90522" y="3042"/>
                  </a:cubicBezTo>
                  <a:cubicBezTo>
                    <a:pt x="82561" y="6438"/>
                    <a:pt x="74034" y="8306"/>
                    <a:pt x="65385" y="8545"/>
                  </a:cubicBezTo>
                  <a:cubicBezTo>
                    <a:pt x="65385" y="8545"/>
                    <a:pt x="65385" y="8545"/>
                    <a:pt x="65385" y="8545"/>
                  </a:cubicBezTo>
                  <a:cubicBezTo>
                    <a:pt x="63646" y="11659"/>
                    <a:pt x="59517" y="10428"/>
                    <a:pt x="54953" y="8111"/>
                  </a:cubicBezTo>
                  <a:lnTo>
                    <a:pt x="50751" y="8111"/>
                  </a:lnTo>
                  <a:lnTo>
                    <a:pt x="39305" y="6662"/>
                  </a:lnTo>
                  <a:cubicBezTo>
                    <a:pt x="40609" y="11587"/>
                    <a:pt x="43217" y="18467"/>
                    <a:pt x="41406" y="22522"/>
                  </a:cubicBezTo>
                  <a:cubicBezTo>
                    <a:pt x="39160" y="27809"/>
                    <a:pt x="31481" y="12818"/>
                    <a:pt x="23367" y="5576"/>
                  </a:cubicBezTo>
                  <a:cubicBezTo>
                    <a:pt x="17999" y="5786"/>
                    <a:pt x="12703" y="6916"/>
                    <a:pt x="7719" y="8907"/>
                  </a:cubicBezTo>
                  <a:cubicBezTo>
                    <a:pt x="6415" y="12456"/>
                    <a:pt x="5474" y="16149"/>
                    <a:pt x="1706" y="16149"/>
                  </a:cubicBezTo>
                  <a:cubicBezTo>
                    <a:pt x="-5538" y="17018"/>
                    <a:pt x="12211" y="27302"/>
                    <a:pt x="18948" y="33312"/>
                  </a:cubicBezTo>
                  <a:cubicBezTo>
                    <a:pt x="25685" y="39323"/>
                    <a:pt x="7864" y="39468"/>
                    <a:pt x="15181" y="47796"/>
                  </a:cubicBezTo>
                  <a:cubicBezTo>
                    <a:pt x="37711" y="73504"/>
                    <a:pt x="126092" y="44320"/>
                    <a:pt x="138335" y="52069"/>
                  </a:cubicBezTo>
                  <a:cubicBezTo>
                    <a:pt x="150578" y="59817"/>
                    <a:pt x="64225" y="69232"/>
                    <a:pt x="67920" y="79515"/>
                  </a:cubicBezTo>
                  <a:cubicBezTo>
                    <a:pt x="71615" y="89798"/>
                    <a:pt x="142102" y="98344"/>
                    <a:pt x="147608" y="91464"/>
                  </a:cubicBezTo>
                  <a:cubicBezTo>
                    <a:pt x="153114" y="84584"/>
                    <a:pt x="164850" y="105151"/>
                    <a:pt x="188104" y="106889"/>
                  </a:cubicBezTo>
                  <a:cubicBezTo>
                    <a:pt x="211358" y="108627"/>
                    <a:pt x="209040" y="96606"/>
                    <a:pt x="226282" y="95737"/>
                  </a:cubicBezTo>
                  <a:cubicBezTo>
                    <a:pt x="243523" y="94868"/>
                    <a:pt x="268951" y="85453"/>
                    <a:pt x="269748" y="74373"/>
                  </a:cubicBezTo>
                  <a:cubicBezTo>
                    <a:pt x="269748" y="68435"/>
                    <a:pt x="284237" y="61773"/>
                    <a:pt x="297059" y="54024"/>
                  </a:cubicBezTo>
                  <a:cubicBezTo>
                    <a:pt x="285932" y="51591"/>
                    <a:pt x="276840" y="43603"/>
                    <a:pt x="273008" y="328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0" name="Freeform 237">
              <a:extLst>
                <a:ext uri="{FF2B5EF4-FFF2-40B4-BE49-F238E27FC236}">
                  <a16:creationId xmlns:a16="http://schemas.microsoft.com/office/drawing/2014/main" id="{0248D32B-E9F1-88A6-3395-8CF2184EA8D3}"/>
                </a:ext>
              </a:extLst>
            </p:cNvPr>
            <p:cNvSpPr/>
            <p:nvPr/>
          </p:nvSpPr>
          <p:spPr>
            <a:xfrm>
              <a:off x="5898746" y="1041706"/>
              <a:ext cx="867394" cy="830095"/>
            </a:xfrm>
            <a:custGeom>
              <a:avLst/>
              <a:gdLst>
                <a:gd name="connsiteX0" fmla="*/ 841540 w 867398"/>
                <a:gd name="connsiteY0" fmla="*/ 96065 h 830089"/>
                <a:gd name="connsiteX1" fmla="*/ 833210 w 867398"/>
                <a:gd name="connsiteY1" fmla="*/ 102655 h 830089"/>
                <a:gd name="connsiteX2" fmla="*/ 826617 w 867398"/>
                <a:gd name="connsiteY2" fmla="*/ 94327 h 830089"/>
                <a:gd name="connsiteX3" fmla="*/ 804884 w 867398"/>
                <a:gd name="connsiteY3" fmla="*/ 74919 h 830089"/>
                <a:gd name="connsiteX4" fmla="*/ 821908 w 867398"/>
                <a:gd name="connsiteY4" fmla="*/ 76657 h 830089"/>
                <a:gd name="connsiteX5" fmla="*/ 844366 w 867398"/>
                <a:gd name="connsiteY5" fmla="*/ 68618 h 830089"/>
                <a:gd name="connsiteX6" fmla="*/ 867330 w 867398"/>
                <a:gd name="connsiteY6" fmla="*/ 58407 h 830089"/>
                <a:gd name="connsiteX7" fmla="*/ 849871 w 867398"/>
                <a:gd name="connsiteY7" fmla="*/ 38927 h 830089"/>
                <a:gd name="connsiteX8" fmla="*/ 824371 w 867398"/>
                <a:gd name="connsiteY8" fmla="*/ 29223 h 830089"/>
                <a:gd name="connsiteX9" fmla="*/ 806405 w 867398"/>
                <a:gd name="connsiteY9" fmla="*/ 19519 h 830089"/>
                <a:gd name="connsiteX10" fmla="*/ 799596 w 867398"/>
                <a:gd name="connsiteY10" fmla="*/ 17563 h 830089"/>
                <a:gd name="connsiteX11" fmla="*/ 788511 w 867398"/>
                <a:gd name="connsiteY11" fmla="*/ 22922 h 830089"/>
                <a:gd name="connsiteX12" fmla="*/ 779963 w 867398"/>
                <a:gd name="connsiteY12" fmla="*/ 40086 h 830089"/>
                <a:gd name="connsiteX13" fmla="*/ 771922 w 867398"/>
                <a:gd name="connsiteY13" fmla="*/ 43489 h 830089"/>
                <a:gd name="connsiteX14" fmla="*/ 772864 w 867398"/>
                <a:gd name="connsiteY14" fmla="*/ 23502 h 830089"/>
                <a:gd name="connsiteX15" fmla="*/ 769749 w 867398"/>
                <a:gd name="connsiteY15" fmla="*/ 22416 h 830089"/>
                <a:gd name="connsiteX16" fmla="*/ 757578 w 867398"/>
                <a:gd name="connsiteY16" fmla="*/ 18360 h 830089"/>
                <a:gd name="connsiteX17" fmla="*/ 755839 w 867398"/>
                <a:gd name="connsiteY17" fmla="*/ 17926 h 830089"/>
                <a:gd name="connsiteX18" fmla="*/ 752580 w 867398"/>
                <a:gd name="connsiteY18" fmla="*/ 17926 h 830089"/>
                <a:gd name="connsiteX19" fmla="*/ 739685 w 867398"/>
                <a:gd name="connsiteY19" fmla="*/ 17926 h 830089"/>
                <a:gd name="connsiteX20" fmla="*/ 740988 w 867398"/>
                <a:gd name="connsiteY20" fmla="*/ 21836 h 830089"/>
                <a:gd name="connsiteX21" fmla="*/ 720994 w 867398"/>
                <a:gd name="connsiteY21" fmla="*/ 52179 h 830089"/>
                <a:gd name="connsiteX22" fmla="*/ 721501 w 867398"/>
                <a:gd name="connsiteY22" fmla="*/ 19591 h 830089"/>
                <a:gd name="connsiteX23" fmla="*/ 721501 w 867398"/>
                <a:gd name="connsiteY23" fmla="*/ 19591 h 830089"/>
                <a:gd name="connsiteX24" fmla="*/ 712736 w 867398"/>
                <a:gd name="connsiteY24" fmla="*/ 17926 h 830089"/>
                <a:gd name="connsiteX25" fmla="*/ 700058 w 867398"/>
                <a:gd name="connsiteY25" fmla="*/ 33061 h 830089"/>
                <a:gd name="connsiteX26" fmla="*/ 667603 w 867398"/>
                <a:gd name="connsiteY26" fmla="*/ 69270 h 830089"/>
                <a:gd name="connsiteX27" fmla="*/ 673616 w 867398"/>
                <a:gd name="connsiteY27" fmla="*/ 44720 h 830089"/>
                <a:gd name="connsiteX28" fmla="*/ 695349 w 867398"/>
                <a:gd name="connsiteY28" fmla="*/ 15029 h 830089"/>
                <a:gd name="connsiteX29" fmla="*/ 701000 w 867398"/>
                <a:gd name="connsiteY29" fmla="*/ 11335 h 830089"/>
                <a:gd name="connsiteX30" fmla="*/ 692016 w 867398"/>
                <a:gd name="connsiteY30" fmla="*/ 473 h 830089"/>
                <a:gd name="connsiteX31" fmla="*/ 691365 w 867398"/>
                <a:gd name="connsiteY31" fmla="*/ 473 h 830089"/>
                <a:gd name="connsiteX32" fmla="*/ 672819 w 867398"/>
                <a:gd name="connsiteY32" fmla="*/ 17636 h 830089"/>
                <a:gd name="connsiteX33" fmla="*/ 657678 w 867398"/>
                <a:gd name="connsiteY33" fmla="*/ 15319 h 830089"/>
                <a:gd name="connsiteX34" fmla="*/ 644131 w 867398"/>
                <a:gd name="connsiteY34" fmla="*/ 20171 h 830089"/>
                <a:gd name="connsiteX35" fmla="*/ 642900 w 867398"/>
                <a:gd name="connsiteY35" fmla="*/ 29006 h 830089"/>
                <a:gd name="connsiteX36" fmla="*/ 635656 w 867398"/>
                <a:gd name="connsiteY36" fmla="*/ 34727 h 830089"/>
                <a:gd name="connsiteX37" fmla="*/ 612184 w 867398"/>
                <a:gd name="connsiteY37" fmla="*/ 43851 h 830089"/>
                <a:gd name="connsiteX38" fmla="*/ 604142 w 867398"/>
                <a:gd name="connsiteY38" fmla="*/ 58769 h 830089"/>
                <a:gd name="connsiteX39" fmla="*/ 600665 w 867398"/>
                <a:gd name="connsiteY39" fmla="*/ 81002 h 830089"/>
                <a:gd name="connsiteX40" fmla="*/ 588205 w 867398"/>
                <a:gd name="connsiteY40" fmla="*/ 55873 h 830089"/>
                <a:gd name="connsiteX41" fmla="*/ 595449 w 867398"/>
                <a:gd name="connsiteY41" fmla="*/ 41389 h 830089"/>
                <a:gd name="connsiteX42" fmla="*/ 612256 w 867398"/>
                <a:gd name="connsiteY42" fmla="*/ 26398 h 830089"/>
                <a:gd name="connsiteX43" fmla="*/ 588857 w 867398"/>
                <a:gd name="connsiteY43" fmla="*/ 34437 h 830089"/>
                <a:gd name="connsiteX44" fmla="*/ 567124 w 867398"/>
                <a:gd name="connsiteY44" fmla="*/ 33496 h 830089"/>
                <a:gd name="connsiteX45" fmla="*/ 575890 w 867398"/>
                <a:gd name="connsiteY45" fmla="*/ 56814 h 830089"/>
                <a:gd name="connsiteX46" fmla="*/ 566399 w 867398"/>
                <a:gd name="connsiteY46" fmla="*/ 64780 h 830089"/>
                <a:gd name="connsiteX47" fmla="*/ 540972 w 867398"/>
                <a:gd name="connsiteY47" fmla="*/ 65359 h 830089"/>
                <a:gd name="connsiteX48" fmla="*/ 559952 w 867398"/>
                <a:gd name="connsiteY48" fmla="*/ 84768 h 830089"/>
                <a:gd name="connsiteX49" fmla="*/ 543942 w 867398"/>
                <a:gd name="connsiteY49" fmla="*/ 82523 h 830089"/>
                <a:gd name="connsiteX50" fmla="*/ 525976 w 867398"/>
                <a:gd name="connsiteY50" fmla="*/ 69922 h 830089"/>
                <a:gd name="connsiteX51" fmla="*/ 515037 w 867398"/>
                <a:gd name="connsiteY51" fmla="*/ 77164 h 830089"/>
                <a:gd name="connsiteX52" fmla="*/ 523006 w 867398"/>
                <a:gd name="connsiteY52" fmla="*/ 102293 h 830089"/>
                <a:gd name="connsiteX53" fmla="*/ 511487 w 867398"/>
                <a:gd name="connsiteY53" fmla="*/ 94254 h 830089"/>
                <a:gd name="connsiteX54" fmla="*/ 492507 w 867398"/>
                <a:gd name="connsiteY54" fmla="*/ 92589 h 830089"/>
                <a:gd name="connsiteX55" fmla="*/ 490044 w 867398"/>
                <a:gd name="connsiteY55" fmla="*/ 70284 h 830089"/>
                <a:gd name="connsiteX56" fmla="*/ 466572 w 867398"/>
                <a:gd name="connsiteY56" fmla="*/ 72601 h 830089"/>
                <a:gd name="connsiteX57" fmla="*/ 457082 w 867398"/>
                <a:gd name="connsiteY57" fmla="*/ 83464 h 830089"/>
                <a:gd name="connsiteX58" fmla="*/ 454039 w 867398"/>
                <a:gd name="connsiteY58" fmla="*/ 101134 h 830089"/>
                <a:gd name="connsiteX59" fmla="*/ 443100 w 867398"/>
                <a:gd name="connsiteY59" fmla="*/ 110259 h 830089"/>
                <a:gd name="connsiteX60" fmla="*/ 438348 w 867398"/>
                <a:gd name="connsiteY60" fmla="*/ 117435 h 830089"/>
                <a:gd name="connsiteX61" fmla="*/ 431176 w 867398"/>
                <a:gd name="connsiteY61" fmla="*/ 112685 h 830089"/>
                <a:gd name="connsiteX62" fmla="*/ 431075 w 867398"/>
                <a:gd name="connsiteY62" fmla="*/ 111997 h 830089"/>
                <a:gd name="connsiteX63" fmla="*/ 408110 w 867398"/>
                <a:gd name="connsiteY63" fmla="*/ 115400 h 830089"/>
                <a:gd name="connsiteX64" fmla="*/ 390651 w 867398"/>
                <a:gd name="connsiteY64" fmla="*/ 141688 h 830089"/>
                <a:gd name="connsiteX65" fmla="*/ 412384 w 867398"/>
                <a:gd name="connsiteY65" fmla="*/ 139950 h 830089"/>
                <a:gd name="connsiteX66" fmla="*/ 416948 w 867398"/>
                <a:gd name="connsiteY66" fmla="*/ 153710 h 830089"/>
                <a:gd name="connsiteX67" fmla="*/ 413906 w 867398"/>
                <a:gd name="connsiteY67" fmla="*/ 163993 h 830089"/>
                <a:gd name="connsiteX68" fmla="*/ 396446 w 867398"/>
                <a:gd name="connsiteY68" fmla="*/ 166238 h 830089"/>
                <a:gd name="connsiteX69" fmla="*/ 381451 w 867398"/>
                <a:gd name="connsiteY69" fmla="*/ 155955 h 830089"/>
                <a:gd name="connsiteX70" fmla="*/ 362977 w 867398"/>
                <a:gd name="connsiteY70" fmla="*/ 166238 h 830089"/>
                <a:gd name="connsiteX71" fmla="*/ 370946 w 867398"/>
                <a:gd name="connsiteY71" fmla="*/ 134302 h 830089"/>
                <a:gd name="connsiteX72" fmla="*/ 351024 w 867398"/>
                <a:gd name="connsiteY72" fmla="*/ 152551 h 830089"/>
                <a:gd name="connsiteX73" fmla="*/ 329291 w 867398"/>
                <a:gd name="connsiteY73" fmla="*/ 171380 h 830089"/>
                <a:gd name="connsiteX74" fmla="*/ 314802 w 867398"/>
                <a:gd name="connsiteY74" fmla="*/ 191947 h 830089"/>
                <a:gd name="connsiteX75" fmla="*/ 273292 w 867398"/>
                <a:gd name="connsiteY75" fmla="*/ 218234 h 830089"/>
                <a:gd name="connsiteX76" fmla="*/ 284811 w 867398"/>
                <a:gd name="connsiteY76" fmla="*/ 219393 h 830089"/>
                <a:gd name="connsiteX77" fmla="*/ 309804 w 867398"/>
                <a:gd name="connsiteY77" fmla="*/ 204909 h 830089"/>
                <a:gd name="connsiteX78" fmla="*/ 342766 w 867398"/>
                <a:gd name="connsiteY78" fmla="*/ 191150 h 830089"/>
                <a:gd name="connsiteX79" fmla="*/ 360181 w 867398"/>
                <a:gd name="connsiteY79" fmla="*/ 191287 h 830089"/>
                <a:gd name="connsiteX80" fmla="*/ 362688 w 867398"/>
                <a:gd name="connsiteY80" fmla="*/ 187746 h 830089"/>
                <a:gd name="connsiteX81" fmla="*/ 383696 w 867398"/>
                <a:gd name="connsiteY81" fmla="*/ 186008 h 830089"/>
                <a:gd name="connsiteX82" fmla="*/ 380654 w 867398"/>
                <a:gd name="connsiteY82" fmla="*/ 206575 h 830089"/>
                <a:gd name="connsiteX83" fmla="*/ 371164 w 867398"/>
                <a:gd name="connsiteY83" fmla="*/ 212875 h 830089"/>
                <a:gd name="connsiteX84" fmla="*/ 357689 w 867398"/>
                <a:gd name="connsiteY84" fmla="*/ 205633 h 830089"/>
                <a:gd name="connsiteX85" fmla="*/ 341752 w 867398"/>
                <a:gd name="connsiteY85" fmla="*/ 221638 h 830089"/>
                <a:gd name="connsiteX86" fmla="*/ 328277 w 867398"/>
                <a:gd name="connsiteY86" fmla="*/ 249664 h 830089"/>
                <a:gd name="connsiteX87" fmla="*/ 315817 w 867398"/>
                <a:gd name="connsiteY87" fmla="*/ 261685 h 830089"/>
                <a:gd name="connsiteX88" fmla="*/ 284811 w 867398"/>
                <a:gd name="connsiteY88" fmla="*/ 310205 h 830089"/>
                <a:gd name="connsiteX89" fmla="*/ 279305 w 867398"/>
                <a:gd name="connsiteY89" fmla="*/ 338738 h 830089"/>
                <a:gd name="connsiteX90" fmla="*/ 252863 w 867398"/>
                <a:gd name="connsiteY90" fmla="*/ 343880 h 830089"/>
                <a:gd name="connsiteX91" fmla="*/ 248372 w 867398"/>
                <a:gd name="connsiteY91" fmla="*/ 379292 h 830089"/>
                <a:gd name="connsiteX92" fmla="*/ 248372 w 867398"/>
                <a:gd name="connsiteY92" fmla="*/ 405580 h 830089"/>
                <a:gd name="connsiteX93" fmla="*/ 227435 w 867398"/>
                <a:gd name="connsiteY93" fmla="*/ 408984 h 830089"/>
                <a:gd name="connsiteX94" fmla="*/ 203891 w 867398"/>
                <a:gd name="connsiteY94" fmla="*/ 417602 h 830089"/>
                <a:gd name="connsiteX95" fmla="*/ 222944 w 867398"/>
                <a:gd name="connsiteY95" fmla="*/ 441572 h 830089"/>
                <a:gd name="connsiteX96" fmla="*/ 212440 w 867398"/>
                <a:gd name="connsiteY96" fmla="*/ 446714 h 830089"/>
                <a:gd name="connsiteX97" fmla="*/ 199834 w 867398"/>
                <a:gd name="connsiteY97" fmla="*/ 448959 h 830089"/>
                <a:gd name="connsiteX98" fmla="*/ 198313 w 867398"/>
                <a:gd name="connsiteY98" fmla="*/ 460256 h 830089"/>
                <a:gd name="connsiteX99" fmla="*/ 122464 w 867398"/>
                <a:gd name="connsiteY99" fmla="*/ 535209 h 830089"/>
                <a:gd name="connsiteX100" fmla="*/ 96892 w 867398"/>
                <a:gd name="connsiteY100" fmla="*/ 537598 h 830089"/>
                <a:gd name="connsiteX101" fmla="*/ 85953 w 867398"/>
                <a:gd name="connsiteY101" fmla="*/ 540133 h 830089"/>
                <a:gd name="connsiteX102" fmla="*/ 76680 w 867398"/>
                <a:gd name="connsiteY102" fmla="*/ 551430 h 830089"/>
                <a:gd name="connsiteX103" fmla="*/ 77187 w 867398"/>
                <a:gd name="connsiteY103" fmla="*/ 554399 h 830089"/>
                <a:gd name="connsiteX104" fmla="*/ 89575 w 867398"/>
                <a:gd name="connsiteY104" fmla="*/ 561641 h 830089"/>
                <a:gd name="connsiteX105" fmla="*/ 77477 w 867398"/>
                <a:gd name="connsiteY105" fmla="*/ 565335 h 830089"/>
                <a:gd name="connsiteX106" fmla="*/ 67262 w 867398"/>
                <a:gd name="connsiteY106" fmla="*/ 585756 h 830089"/>
                <a:gd name="connsiteX107" fmla="*/ 23796 w 867398"/>
                <a:gd name="connsiteY107" fmla="*/ 610089 h 830089"/>
                <a:gd name="connsiteX108" fmla="*/ 28650 w 867398"/>
                <a:gd name="connsiteY108" fmla="*/ 640505 h 830089"/>
                <a:gd name="connsiteX109" fmla="*/ 14161 w 867398"/>
                <a:gd name="connsiteY109" fmla="*/ 679538 h 830089"/>
                <a:gd name="connsiteX110" fmla="*/ 3005 w 867398"/>
                <a:gd name="connsiteY110" fmla="*/ 690763 h 830089"/>
                <a:gd name="connsiteX111" fmla="*/ 2208 w 867398"/>
                <a:gd name="connsiteY111" fmla="*/ 704450 h 830089"/>
                <a:gd name="connsiteX112" fmla="*/ 19739 w 867398"/>
                <a:gd name="connsiteY112" fmla="*/ 710750 h 830089"/>
                <a:gd name="connsiteX113" fmla="*/ 43718 w 867398"/>
                <a:gd name="connsiteY113" fmla="*/ 700467 h 830089"/>
                <a:gd name="connsiteX114" fmla="*/ 49659 w 867398"/>
                <a:gd name="connsiteY114" fmla="*/ 712488 h 830089"/>
                <a:gd name="connsiteX115" fmla="*/ 32200 w 867398"/>
                <a:gd name="connsiteY115" fmla="*/ 728493 h 830089"/>
                <a:gd name="connsiteX116" fmla="*/ 18725 w 867398"/>
                <a:gd name="connsiteY116" fmla="*/ 724437 h 830089"/>
                <a:gd name="connsiteX117" fmla="*/ 7207 w 867398"/>
                <a:gd name="connsiteY117" fmla="*/ 735879 h 830089"/>
                <a:gd name="connsiteX118" fmla="*/ 4743 w 867398"/>
                <a:gd name="connsiteY118" fmla="*/ 758763 h 830089"/>
                <a:gd name="connsiteX119" fmla="*/ 23724 w 867398"/>
                <a:gd name="connsiteY119" fmla="*/ 755867 h 830089"/>
                <a:gd name="connsiteX120" fmla="*/ 41690 w 867398"/>
                <a:gd name="connsiteY120" fmla="*/ 758184 h 830089"/>
                <a:gd name="connsiteX121" fmla="*/ 33214 w 867398"/>
                <a:gd name="connsiteY121" fmla="*/ 773609 h 830089"/>
                <a:gd name="connsiteX122" fmla="*/ 21623 w 867398"/>
                <a:gd name="connsiteY122" fmla="*/ 782661 h 830089"/>
                <a:gd name="connsiteX123" fmla="*/ 30171 w 867398"/>
                <a:gd name="connsiteY123" fmla="*/ 791714 h 830089"/>
                <a:gd name="connsiteX124" fmla="*/ 30171 w 867398"/>
                <a:gd name="connsiteY124" fmla="*/ 791714 h 830089"/>
                <a:gd name="connsiteX125" fmla="*/ 31041 w 867398"/>
                <a:gd name="connsiteY125" fmla="*/ 792221 h 830089"/>
                <a:gd name="connsiteX126" fmla="*/ 39444 w 867398"/>
                <a:gd name="connsiteY126" fmla="*/ 797217 h 830089"/>
                <a:gd name="connsiteX127" fmla="*/ 63423 w 867398"/>
                <a:gd name="connsiteY127" fmla="*/ 815032 h 830089"/>
                <a:gd name="connsiteX128" fmla="*/ 70667 w 867398"/>
                <a:gd name="connsiteY128" fmla="*/ 825895 h 830089"/>
                <a:gd name="connsiteX129" fmla="*/ 93994 w 867398"/>
                <a:gd name="connsiteY129" fmla="*/ 829516 h 830089"/>
                <a:gd name="connsiteX130" fmla="*/ 156875 w 867398"/>
                <a:gd name="connsiteY130" fmla="*/ 776361 h 830089"/>
                <a:gd name="connsiteX131" fmla="*/ 180347 w 867398"/>
                <a:gd name="connsiteY131" fmla="*/ 770640 h 830089"/>
                <a:gd name="connsiteX132" fmla="*/ 188896 w 867398"/>
                <a:gd name="connsiteY132" fmla="*/ 742687 h 830089"/>
                <a:gd name="connsiteX133" fmla="*/ 202370 w 867398"/>
                <a:gd name="connsiteY133" fmla="*/ 763833 h 830089"/>
                <a:gd name="connsiteX134" fmla="*/ 210339 w 867398"/>
                <a:gd name="connsiteY134" fmla="*/ 781285 h 830089"/>
                <a:gd name="connsiteX135" fmla="*/ 220916 w 867398"/>
                <a:gd name="connsiteY135" fmla="*/ 783024 h 830089"/>
                <a:gd name="connsiteX136" fmla="*/ 228884 w 867398"/>
                <a:gd name="connsiteY136" fmla="*/ 757315 h 830089"/>
                <a:gd name="connsiteX137" fmla="*/ 233738 w 867398"/>
                <a:gd name="connsiteY137" fmla="*/ 726103 h 830089"/>
                <a:gd name="connsiteX138" fmla="*/ 256196 w 867398"/>
                <a:gd name="connsiteY138" fmla="*/ 716978 h 830089"/>
                <a:gd name="connsiteX139" fmla="*/ 254602 w 867398"/>
                <a:gd name="connsiteY139" fmla="*/ 680262 h 830089"/>
                <a:gd name="connsiteX140" fmla="*/ 253008 w 867398"/>
                <a:gd name="connsiteY140" fmla="*/ 661940 h 830089"/>
                <a:gd name="connsiteX141" fmla="*/ 265831 w 867398"/>
                <a:gd name="connsiteY141" fmla="*/ 641736 h 830089"/>
                <a:gd name="connsiteX142" fmla="*/ 243373 w 867398"/>
                <a:gd name="connsiteY142" fmla="*/ 614217 h 830089"/>
                <a:gd name="connsiteX143" fmla="*/ 244967 w 867398"/>
                <a:gd name="connsiteY143" fmla="*/ 577501 h 830089"/>
                <a:gd name="connsiteX144" fmla="*/ 244967 w 867398"/>
                <a:gd name="connsiteY144" fmla="*/ 538974 h 830089"/>
                <a:gd name="connsiteX145" fmla="*/ 248154 w 867398"/>
                <a:gd name="connsiteY145" fmla="*/ 500375 h 830089"/>
                <a:gd name="connsiteX146" fmla="*/ 281840 w 867398"/>
                <a:gd name="connsiteY146" fmla="*/ 474739 h 830089"/>
                <a:gd name="connsiteX147" fmla="*/ 304371 w 867398"/>
                <a:gd name="connsiteY147" fmla="*/ 472856 h 830089"/>
                <a:gd name="connsiteX148" fmla="*/ 304371 w 867398"/>
                <a:gd name="connsiteY148" fmla="*/ 451131 h 830089"/>
                <a:gd name="connsiteX149" fmla="*/ 296329 w 867398"/>
                <a:gd name="connsiteY149" fmla="*/ 430926 h 830089"/>
                <a:gd name="connsiteX150" fmla="*/ 318787 w 867398"/>
                <a:gd name="connsiteY150" fmla="*/ 381392 h 830089"/>
                <a:gd name="connsiteX151" fmla="*/ 320381 w 867398"/>
                <a:gd name="connsiteY151" fmla="*/ 346487 h 830089"/>
                <a:gd name="connsiteX152" fmla="*/ 346026 w 867398"/>
                <a:gd name="connsiteY152" fmla="*/ 339245 h 830089"/>
                <a:gd name="connsiteX153" fmla="*/ 352473 w 867398"/>
                <a:gd name="connsiteY153" fmla="*/ 317520 h 830089"/>
                <a:gd name="connsiteX154" fmla="*/ 370077 w 867398"/>
                <a:gd name="connsiteY154" fmla="*/ 288552 h 830089"/>
                <a:gd name="connsiteX155" fmla="*/ 378118 w 867398"/>
                <a:gd name="connsiteY155" fmla="*/ 268348 h 830089"/>
                <a:gd name="connsiteX156" fmla="*/ 387753 w 867398"/>
                <a:gd name="connsiteY156" fmla="*/ 240756 h 830089"/>
                <a:gd name="connsiteX157" fmla="*/ 413398 w 867398"/>
                <a:gd name="connsiteY157" fmla="*/ 219031 h 830089"/>
                <a:gd name="connsiteX158" fmla="*/ 439116 w 867398"/>
                <a:gd name="connsiteY158" fmla="*/ 208023 h 830089"/>
                <a:gd name="connsiteX159" fmla="*/ 447084 w 867398"/>
                <a:gd name="connsiteY159" fmla="*/ 180504 h 830089"/>
                <a:gd name="connsiteX160" fmla="*/ 482437 w 867398"/>
                <a:gd name="connsiteY160" fmla="*/ 187746 h 830089"/>
                <a:gd name="connsiteX161" fmla="*/ 504895 w 867398"/>
                <a:gd name="connsiteY161" fmla="*/ 180504 h 830089"/>
                <a:gd name="connsiteX162" fmla="*/ 524092 w 867398"/>
                <a:gd name="connsiteY162" fmla="*/ 151537 h 830089"/>
                <a:gd name="connsiteX163" fmla="*/ 527352 w 867398"/>
                <a:gd name="connsiteY163" fmla="*/ 153855 h 830089"/>
                <a:gd name="connsiteX164" fmla="*/ 549810 w 867398"/>
                <a:gd name="connsiteY164" fmla="*/ 135026 h 830089"/>
                <a:gd name="connsiteX165" fmla="*/ 586684 w 867398"/>
                <a:gd name="connsiteY165" fmla="*/ 166166 h 830089"/>
                <a:gd name="connsiteX166" fmla="*/ 623558 w 867398"/>
                <a:gd name="connsiteY166" fmla="*/ 168048 h 830089"/>
                <a:gd name="connsiteX167" fmla="*/ 649275 w 867398"/>
                <a:gd name="connsiteY167" fmla="*/ 169859 h 830089"/>
                <a:gd name="connsiteX168" fmla="*/ 668545 w 867398"/>
                <a:gd name="connsiteY168" fmla="*/ 175363 h 830089"/>
                <a:gd name="connsiteX169" fmla="*/ 683034 w 867398"/>
                <a:gd name="connsiteY169" fmla="*/ 153637 h 830089"/>
                <a:gd name="connsiteX170" fmla="*/ 689481 w 867398"/>
                <a:gd name="connsiteY170" fmla="*/ 120615 h 830089"/>
                <a:gd name="connsiteX171" fmla="*/ 710272 w 867398"/>
                <a:gd name="connsiteY171" fmla="*/ 94906 h 830089"/>
                <a:gd name="connsiteX172" fmla="*/ 744031 w 867398"/>
                <a:gd name="connsiteY172" fmla="*/ 85709 h 830089"/>
                <a:gd name="connsiteX173" fmla="*/ 771270 w 867398"/>
                <a:gd name="connsiteY173" fmla="*/ 85709 h 830089"/>
                <a:gd name="connsiteX174" fmla="*/ 806622 w 867398"/>
                <a:gd name="connsiteY174" fmla="*/ 113300 h 830089"/>
                <a:gd name="connsiteX175" fmla="*/ 806622 w 867398"/>
                <a:gd name="connsiteY175" fmla="*/ 135026 h 830089"/>
                <a:gd name="connsiteX176" fmla="*/ 822125 w 867398"/>
                <a:gd name="connsiteY176" fmla="*/ 126263 h 830089"/>
                <a:gd name="connsiteX177" fmla="*/ 850089 w 867398"/>
                <a:gd name="connsiteY177" fmla="*/ 111417 h 830089"/>
                <a:gd name="connsiteX178" fmla="*/ 867258 w 867398"/>
                <a:gd name="connsiteY178" fmla="*/ 97513 h 830089"/>
                <a:gd name="connsiteX179" fmla="*/ 841540 w 867398"/>
                <a:gd name="connsiteY179" fmla="*/ 96065 h 8300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</a:cxnLst>
              <a:rect l="l" t="t" r="r" b="b"/>
              <a:pathLst>
                <a:path w="867398" h="830089">
                  <a:moveTo>
                    <a:pt x="841540" y="96065"/>
                  </a:moveTo>
                  <a:cubicBezTo>
                    <a:pt x="841062" y="100185"/>
                    <a:pt x="837331" y="103133"/>
                    <a:pt x="833210" y="102655"/>
                  </a:cubicBezTo>
                  <a:cubicBezTo>
                    <a:pt x="829087" y="102177"/>
                    <a:pt x="826139" y="98447"/>
                    <a:pt x="826617" y="94327"/>
                  </a:cubicBezTo>
                  <a:cubicBezTo>
                    <a:pt x="827052" y="85781"/>
                    <a:pt x="805608" y="78902"/>
                    <a:pt x="804884" y="74919"/>
                  </a:cubicBezTo>
                  <a:cubicBezTo>
                    <a:pt x="804160" y="70936"/>
                    <a:pt x="813867" y="71515"/>
                    <a:pt x="821908" y="76657"/>
                  </a:cubicBezTo>
                  <a:cubicBezTo>
                    <a:pt x="829949" y="81798"/>
                    <a:pt x="835383" y="78322"/>
                    <a:pt x="844366" y="68618"/>
                  </a:cubicBezTo>
                  <a:cubicBezTo>
                    <a:pt x="853349" y="58914"/>
                    <a:pt x="866099" y="66953"/>
                    <a:pt x="867330" y="58407"/>
                  </a:cubicBezTo>
                  <a:cubicBezTo>
                    <a:pt x="868562" y="49862"/>
                    <a:pt x="852841" y="43924"/>
                    <a:pt x="849871" y="38927"/>
                  </a:cubicBezTo>
                  <a:cubicBezTo>
                    <a:pt x="843786" y="31272"/>
                    <a:pt x="834006" y="27550"/>
                    <a:pt x="824371" y="29223"/>
                  </a:cubicBezTo>
                  <a:cubicBezTo>
                    <a:pt x="813432" y="31540"/>
                    <a:pt x="812925" y="26398"/>
                    <a:pt x="806405" y="19519"/>
                  </a:cubicBezTo>
                  <a:cubicBezTo>
                    <a:pt x="804565" y="17839"/>
                    <a:pt x="802044" y="17114"/>
                    <a:pt x="799596" y="17563"/>
                  </a:cubicBezTo>
                  <a:cubicBezTo>
                    <a:pt x="796205" y="19924"/>
                    <a:pt x="792467" y="21728"/>
                    <a:pt x="788511" y="22922"/>
                  </a:cubicBezTo>
                  <a:cubicBezTo>
                    <a:pt x="783317" y="27144"/>
                    <a:pt x="780202" y="33401"/>
                    <a:pt x="779963" y="40086"/>
                  </a:cubicBezTo>
                  <a:cubicBezTo>
                    <a:pt x="779963" y="56090"/>
                    <a:pt x="767431" y="52107"/>
                    <a:pt x="771922" y="43489"/>
                  </a:cubicBezTo>
                  <a:cubicBezTo>
                    <a:pt x="775834" y="36247"/>
                    <a:pt x="768662" y="27557"/>
                    <a:pt x="772864" y="23502"/>
                  </a:cubicBezTo>
                  <a:cubicBezTo>
                    <a:pt x="771799" y="23219"/>
                    <a:pt x="770756" y="22850"/>
                    <a:pt x="769749" y="22416"/>
                  </a:cubicBezTo>
                  <a:cubicBezTo>
                    <a:pt x="765793" y="20772"/>
                    <a:pt x="761729" y="19417"/>
                    <a:pt x="757578" y="18360"/>
                  </a:cubicBezTo>
                  <a:cubicBezTo>
                    <a:pt x="756368" y="18360"/>
                    <a:pt x="755789" y="18215"/>
                    <a:pt x="755839" y="17926"/>
                  </a:cubicBezTo>
                  <a:lnTo>
                    <a:pt x="752580" y="17926"/>
                  </a:lnTo>
                  <a:cubicBezTo>
                    <a:pt x="748305" y="17926"/>
                    <a:pt x="744031" y="17926"/>
                    <a:pt x="739685" y="17926"/>
                  </a:cubicBezTo>
                  <a:cubicBezTo>
                    <a:pt x="739728" y="19330"/>
                    <a:pt x="740185" y="20685"/>
                    <a:pt x="740988" y="21836"/>
                  </a:cubicBezTo>
                  <a:cubicBezTo>
                    <a:pt x="745480" y="27630"/>
                    <a:pt x="728456" y="52179"/>
                    <a:pt x="720994" y="52179"/>
                  </a:cubicBezTo>
                  <a:cubicBezTo>
                    <a:pt x="713532" y="52179"/>
                    <a:pt x="722008" y="31033"/>
                    <a:pt x="721501" y="19591"/>
                  </a:cubicBezTo>
                  <a:lnTo>
                    <a:pt x="721501" y="19591"/>
                  </a:lnTo>
                  <a:cubicBezTo>
                    <a:pt x="718524" y="19381"/>
                    <a:pt x="715583" y="18824"/>
                    <a:pt x="712736" y="17926"/>
                  </a:cubicBezTo>
                  <a:cubicBezTo>
                    <a:pt x="708172" y="22676"/>
                    <a:pt x="703934" y="27731"/>
                    <a:pt x="700058" y="33061"/>
                  </a:cubicBezTo>
                  <a:cubicBezTo>
                    <a:pt x="686076" y="51310"/>
                    <a:pt x="675572" y="67894"/>
                    <a:pt x="667603" y="69270"/>
                  </a:cubicBezTo>
                  <a:cubicBezTo>
                    <a:pt x="659634" y="70646"/>
                    <a:pt x="660359" y="52686"/>
                    <a:pt x="673616" y="44720"/>
                  </a:cubicBezTo>
                  <a:cubicBezTo>
                    <a:pt x="686873" y="36754"/>
                    <a:pt x="687090" y="15029"/>
                    <a:pt x="695349" y="15029"/>
                  </a:cubicBezTo>
                  <a:cubicBezTo>
                    <a:pt x="697870" y="15290"/>
                    <a:pt x="700224" y="13747"/>
                    <a:pt x="701000" y="11335"/>
                  </a:cubicBezTo>
                  <a:cubicBezTo>
                    <a:pt x="697334" y="8330"/>
                    <a:pt x="694284" y="4637"/>
                    <a:pt x="692016" y="473"/>
                  </a:cubicBezTo>
                  <a:lnTo>
                    <a:pt x="691365" y="473"/>
                  </a:lnTo>
                  <a:cubicBezTo>
                    <a:pt x="678832" y="-2931"/>
                    <a:pt x="676876" y="13001"/>
                    <a:pt x="672819" y="17636"/>
                  </a:cubicBezTo>
                  <a:cubicBezTo>
                    <a:pt x="670646" y="20098"/>
                    <a:pt x="663619" y="17636"/>
                    <a:pt x="657678" y="15319"/>
                  </a:cubicBezTo>
                  <a:cubicBezTo>
                    <a:pt x="653578" y="17918"/>
                    <a:pt x="648949" y="19577"/>
                    <a:pt x="644131" y="20171"/>
                  </a:cubicBezTo>
                  <a:cubicBezTo>
                    <a:pt x="641386" y="22292"/>
                    <a:pt x="640835" y="26217"/>
                    <a:pt x="642900" y="29006"/>
                  </a:cubicBezTo>
                  <a:cubicBezTo>
                    <a:pt x="647899" y="37551"/>
                    <a:pt x="640437" y="45010"/>
                    <a:pt x="635656" y="34727"/>
                  </a:cubicBezTo>
                  <a:cubicBezTo>
                    <a:pt x="630874" y="24443"/>
                    <a:pt x="618124" y="32409"/>
                    <a:pt x="612184" y="43851"/>
                  </a:cubicBezTo>
                  <a:cubicBezTo>
                    <a:pt x="606243" y="55293"/>
                    <a:pt x="598202" y="54714"/>
                    <a:pt x="604142" y="58769"/>
                  </a:cubicBezTo>
                  <a:cubicBezTo>
                    <a:pt x="610083" y="62825"/>
                    <a:pt x="609648" y="78178"/>
                    <a:pt x="600665" y="81002"/>
                  </a:cubicBezTo>
                  <a:cubicBezTo>
                    <a:pt x="591682" y="83826"/>
                    <a:pt x="595159" y="52976"/>
                    <a:pt x="588205" y="55873"/>
                  </a:cubicBezTo>
                  <a:cubicBezTo>
                    <a:pt x="581250" y="58769"/>
                    <a:pt x="585669" y="41389"/>
                    <a:pt x="595449" y="41389"/>
                  </a:cubicBezTo>
                  <a:cubicBezTo>
                    <a:pt x="602694" y="41389"/>
                    <a:pt x="609938" y="32554"/>
                    <a:pt x="612256" y="26398"/>
                  </a:cubicBezTo>
                  <a:cubicBezTo>
                    <a:pt x="604505" y="29223"/>
                    <a:pt x="596898" y="32264"/>
                    <a:pt x="588857" y="34437"/>
                  </a:cubicBezTo>
                  <a:cubicBezTo>
                    <a:pt x="581685" y="36356"/>
                    <a:pt x="574100" y="36030"/>
                    <a:pt x="567124" y="33496"/>
                  </a:cubicBezTo>
                  <a:cubicBezTo>
                    <a:pt x="562560" y="38492"/>
                    <a:pt x="565385" y="49934"/>
                    <a:pt x="575890" y="56814"/>
                  </a:cubicBezTo>
                  <a:cubicBezTo>
                    <a:pt x="589871" y="65939"/>
                    <a:pt x="573426" y="71660"/>
                    <a:pt x="566399" y="64780"/>
                  </a:cubicBezTo>
                  <a:cubicBezTo>
                    <a:pt x="559372" y="57900"/>
                    <a:pt x="548433" y="61376"/>
                    <a:pt x="540972" y="65359"/>
                  </a:cubicBezTo>
                  <a:cubicBezTo>
                    <a:pt x="533510" y="69343"/>
                    <a:pt x="558938" y="79843"/>
                    <a:pt x="559952" y="84768"/>
                  </a:cubicBezTo>
                  <a:cubicBezTo>
                    <a:pt x="560966" y="89692"/>
                    <a:pt x="546985" y="78540"/>
                    <a:pt x="543942" y="82523"/>
                  </a:cubicBezTo>
                  <a:cubicBezTo>
                    <a:pt x="540899" y="86506"/>
                    <a:pt x="526990" y="79626"/>
                    <a:pt x="525976" y="69922"/>
                  </a:cubicBezTo>
                  <a:cubicBezTo>
                    <a:pt x="524961" y="60218"/>
                    <a:pt x="502504" y="73905"/>
                    <a:pt x="515037" y="77164"/>
                  </a:cubicBezTo>
                  <a:cubicBezTo>
                    <a:pt x="527570" y="80422"/>
                    <a:pt x="523006" y="89692"/>
                    <a:pt x="523006" y="102293"/>
                  </a:cubicBezTo>
                  <a:cubicBezTo>
                    <a:pt x="523006" y="114893"/>
                    <a:pt x="508517" y="105117"/>
                    <a:pt x="511487" y="94254"/>
                  </a:cubicBezTo>
                  <a:cubicBezTo>
                    <a:pt x="514457" y="83392"/>
                    <a:pt x="502504" y="85709"/>
                    <a:pt x="492507" y="92589"/>
                  </a:cubicBezTo>
                  <a:cubicBezTo>
                    <a:pt x="482510" y="99468"/>
                    <a:pt x="494028" y="79988"/>
                    <a:pt x="490044" y="70284"/>
                  </a:cubicBezTo>
                  <a:cubicBezTo>
                    <a:pt x="486059" y="60580"/>
                    <a:pt x="477004" y="70284"/>
                    <a:pt x="466572" y="72601"/>
                  </a:cubicBezTo>
                  <a:cubicBezTo>
                    <a:pt x="456140" y="74919"/>
                    <a:pt x="450562" y="75426"/>
                    <a:pt x="457082" y="83464"/>
                  </a:cubicBezTo>
                  <a:cubicBezTo>
                    <a:pt x="463602" y="91502"/>
                    <a:pt x="462588" y="102872"/>
                    <a:pt x="454039" y="101134"/>
                  </a:cubicBezTo>
                  <a:cubicBezTo>
                    <a:pt x="445491" y="99396"/>
                    <a:pt x="442086" y="101134"/>
                    <a:pt x="443100" y="110259"/>
                  </a:cubicBezTo>
                  <a:cubicBezTo>
                    <a:pt x="443766" y="113554"/>
                    <a:pt x="441644" y="116762"/>
                    <a:pt x="438348" y="117435"/>
                  </a:cubicBezTo>
                  <a:cubicBezTo>
                    <a:pt x="435059" y="118102"/>
                    <a:pt x="431842" y="115980"/>
                    <a:pt x="431176" y="112685"/>
                  </a:cubicBezTo>
                  <a:cubicBezTo>
                    <a:pt x="431125" y="112460"/>
                    <a:pt x="431096" y="112229"/>
                    <a:pt x="431075" y="111997"/>
                  </a:cubicBezTo>
                  <a:cubicBezTo>
                    <a:pt x="430133" y="104031"/>
                    <a:pt x="413108" y="106276"/>
                    <a:pt x="408110" y="115400"/>
                  </a:cubicBezTo>
                  <a:cubicBezTo>
                    <a:pt x="403111" y="124525"/>
                    <a:pt x="389130" y="131405"/>
                    <a:pt x="390651" y="141688"/>
                  </a:cubicBezTo>
                  <a:cubicBezTo>
                    <a:pt x="392172" y="151972"/>
                    <a:pt x="403111" y="136547"/>
                    <a:pt x="412384" y="139950"/>
                  </a:cubicBezTo>
                  <a:cubicBezTo>
                    <a:pt x="421657" y="143354"/>
                    <a:pt x="411877" y="148568"/>
                    <a:pt x="416948" y="153710"/>
                  </a:cubicBezTo>
                  <a:cubicBezTo>
                    <a:pt x="422019" y="158851"/>
                    <a:pt x="420932" y="171380"/>
                    <a:pt x="413906" y="163993"/>
                  </a:cubicBezTo>
                  <a:cubicBezTo>
                    <a:pt x="406878" y="156606"/>
                    <a:pt x="397968" y="154217"/>
                    <a:pt x="396446" y="166238"/>
                  </a:cubicBezTo>
                  <a:cubicBezTo>
                    <a:pt x="394925" y="178259"/>
                    <a:pt x="387463" y="164572"/>
                    <a:pt x="381451" y="155955"/>
                  </a:cubicBezTo>
                  <a:cubicBezTo>
                    <a:pt x="375438" y="147337"/>
                    <a:pt x="369498" y="171959"/>
                    <a:pt x="362977" y="166238"/>
                  </a:cubicBezTo>
                  <a:cubicBezTo>
                    <a:pt x="356457" y="160517"/>
                    <a:pt x="375945" y="142847"/>
                    <a:pt x="370946" y="134302"/>
                  </a:cubicBezTo>
                  <a:cubicBezTo>
                    <a:pt x="365948" y="125756"/>
                    <a:pt x="362470" y="139443"/>
                    <a:pt x="351024" y="152551"/>
                  </a:cubicBezTo>
                  <a:cubicBezTo>
                    <a:pt x="339578" y="165659"/>
                    <a:pt x="324075" y="165152"/>
                    <a:pt x="329291" y="171380"/>
                  </a:cubicBezTo>
                  <a:cubicBezTo>
                    <a:pt x="334507" y="177608"/>
                    <a:pt x="317773" y="181084"/>
                    <a:pt x="314802" y="191947"/>
                  </a:cubicBezTo>
                  <a:cubicBezTo>
                    <a:pt x="311832" y="202809"/>
                    <a:pt x="288288" y="206430"/>
                    <a:pt x="273292" y="218234"/>
                  </a:cubicBezTo>
                  <a:cubicBezTo>
                    <a:pt x="258296" y="230038"/>
                    <a:pt x="276335" y="230256"/>
                    <a:pt x="284811" y="219393"/>
                  </a:cubicBezTo>
                  <a:cubicBezTo>
                    <a:pt x="293287" y="208530"/>
                    <a:pt x="296329" y="214831"/>
                    <a:pt x="309804" y="204909"/>
                  </a:cubicBezTo>
                  <a:cubicBezTo>
                    <a:pt x="323278" y="194988"/>
                    <a:pt x="337767" y="187167"/>
                    <a:pt x="342766" y="191150"/>
                  </a:cubicBezTo>
                  <a:cubicBezTo>
                    <a:pt x="347540" y="195995"/>
                    <a:pt x="355335" y="196053"/>
                    <a:pt x="360181" y="191287"/>
                  </a:cubicBezTo>
                  <a:cubicBezTo>
                    <a:pt x="361217" y="190259"/>
                    <a:pt x="362072" y="189064"/>
                    <a:pt x="362688" y="187746"/>
                  </a:cubicBezTo>
                  <a:cubicBezTo>
                    <a:pt x="369208" y="177463"/>
                    <a:pt x="377177" y="179708"/>
                    <a:pt x="383696" y="186008"/>
                  </a:cubicBezTo>
                  <a:cubicBezTo>
                    <a:pt x="390216" y="192309"/>
                    <a:pt x="372685" y="197450"/>
                    <a:pt x="380654" y="206575"/>
                  </a:cubicBezTo>
                  <a:cubicBezTo>
                    <a:pt x="388622" y="215700"/>
                    <a:pt x="371164" y="221059"/>
                    <a:pt x="371164" y="212875"/>
                  </a:cubicBezTo>
                  <a:cubicBezTo>
                    <a:pt x="371164" y="204692"/>
                    <a:pt x="361239" y="198030"/>
                    <a:pt x="357689" y="205633"/>
                  </a:cubicBezTo>
                  <a:cubicBezTo>
                    <a:pt x="354140" y="213237"/>
                    <a:pt x="348199" y="221059"/>
                    <a:pt x="341752" y="221638"/>
                  </a:cubicBezTo>
                  <a:cubicBezTo>
                    <a:pt x="335304" y="222217"/>
                    <a:pt x="328277" y="236121"/>
                    <a:pt x="328277" y="249664"/>
                  </a:cubicBezTo>
                  <a:cubicBezTo>
                    <a:pt x="328277" y="263206"/>
                    <a:pt x="316758" y="249664"/>
                    <a:pt x="315817" y="261685"/>
                  </a:cubicBezTo>
                  <a:cubicBezTo>
                    <a:pt x="314875" y="273706"/>
                    <a:pt x="298793" y="294780"/>
                    <a:pt x="284811" y="310205"/>
                  </a:cubicBezTo>
                  <a:cubicBezTo>
                    <a:pt x="270829" y="325630"/>
                    <a:pt x="283797" y="329034"/>
                    <a:pt x="279305" y="338738"/>
                  </a:cubicBezTo>
                  <a:cubicBezTo>
                    <a:pt x="274814" y="348442"/>
                    <a:pt x="258296" y="339897"/>
                    <a:pt x="252863" y="343880"/>
                  </a:cubicBezTo>
                  <a:cubicBezTo>
                    <a:pt x="247430" y="347863"/>
                    <a:pt x="255833" y="371905"/>
                    <a:pt x="248372" y="379292"/>
                  </a:cubicBezTo>
                  <a:cubicBezTo>
                    <a:pt x="240910" y="386679"/>
                    <a:pt x="248372" y="397035"/>
                    <a:pt x="248372" y="405580"/>
                  </a:cubicBezTo>
                  <a:cubicBezTo>
                    <a:pt x="248372" y="414125"/>
                    <a:pt x="228884" y="400438"/>
                    <a:pt x="227435" y="408984"/>
                  </a:cubicBezTo>
                  <a:cubicBezTo>
                    <a:pt x="225987" y="417529"/>
                    <a:pt x="208890" y="415284"/>
                    <a:pt x="203891" y="417602"/>
                  </a:cubicBezTo>
                  <a:cubicBezTo>
                    <a:pt x="198892" y="419919"/>
                    <a:pt x="213888" y="433533"/>
                    <a:pt x="222944" y="441572"/>
                  </a:cubicBezTo>
                  <a:cubicBezTo>
                    <a:pt x="231999" y="449610"/>
                    <a:pt x="214395" y="456056"/>
                    <a:pt x="212440" y="446714"/>
                  </a:cubicBezTo>
                  <a:cubicBezTo>
                    <a:pt x="211280" y="441427"/>
                    <a:pt x="206572" y="444179"/>
                    <a:pt x="199834" y="448959"/>
                  </a:cubicBezTo>
                  <a:cubicBezTo>
                    <a:pt x="200110" y="452789"/>
                    <a:pt x="199595" y="456635"/>
                    <a:pt x="198313" y="460256"/>
                  </a:cubicBezTo>
                  <a:cubicBezTo>
                    <a:pt x="183824" y="497913"/>
                    <a:pt x="158107" y="518842"/>
                    <a:pt x="122464" y="535209"/>
                  </a:cubicBezTo>
                  <a:cubicBezTo>
                    <a:pt x="114496" y="539018"/>
                    <a:pt x="105426" y="539865"/>
                    <a:pt x="96892" y="537598"/>
                  </a:cubicBezTo>
                  <a:cubicBezTo>
                    <a:pt x="93335" y="538793"/>
                    <a:pt x="89669" y="539641"/>
                    <a:pt x="85953" y="540133"/>
                  </a:cubicBezTo>
                  <a:cubicBezTo>
                    <a:pt x="83664" y="544492"/>
                    <a:pt x="80505" y="548331"/>
                    <a:pt x="76680" y="551430"/>
                  </a:cubicBezTo>
                  <a:cubicBezTo>
                    <a:pt x="76680" y="552444"/>
                    <a:pt x="77043" y="553386"/>
                    <a:pt x="77187" y="554399"/>
                  </a:cubicBezTo>
                  <a:cubicBezTo>
                    <a:pt x="82041" y="556355"/>
                    <a:pt x="88054" y="558093"/>
                    <a:pt x="89575" y="561641"/>
                  </a:cubicBezTo>
                  <a:cubicBezTo>
                    <a:pt x="91097" y="565190"/>
                    <a:pt x="85084" y="566131"/>
                    <a:pt x="77477" y="565335"/>
                  </a:cubicBezTo>
                  <a:cubicBezTo>
                    <a:pt x="76680" y="573163"/>
                    <a:pt x="73044" y="580426"/>
                    <a:pt x="67262" y="585756"/>
                  </a:cubicBezTo>
                  <a:cubicBezTo>
                    <a:pt x="55150" y="597524"/>
                    <a:pt x="40161" y="605910"/>
                    <a:pt x="23796" y="610089"/>
                  </a:cubicBezTo>
                  <a:cubicBezTo>
                    <a:pt x="30019" y="618938"/>
                    <a:pt x="31816" y="630163"/>
                    <a:pt x="28650" y="640505"/>
                  </a:cubicBezTo>
                  <a:cubicBezTo>
                    <a:pt x="26158" y="654271"/>
                    <a:pt x="21253" y="667480"/>
                    <a:pt x="14161" y="679538"/>
                  </a:cubicBezTo>
                  <a:cubicBezTo>
                    <a:pt x="11148" y="683919"/>
                    <a:pt x="7366" y="687721"/>
                    <a:pt x="3005" y="690763"/>
                  </a:cubicBezTo>
                  <a:cubicBezTo>
                    <a:pt x="-675" y="694471"/>
                    <a:pt x="-1016" y="700337"/>
                    <a:pt x="2208" y="704450"/>
                  </a:cubicBezTo>
                  <a:cubicBezTo>
                    <a:pt x="10249" y="717630"/>
                    <a:pt x="16190" y="701046"/>
                    <a:pt x="19739" y="710750"/>
                  </a:cubicBezTo>
                  <a:cubicBezTo>
                    <a:pt x="23289" y="720454"/>
                    <a:pt x="32707" y="711909"/>
                    <a:pt x="43718" y="700467"/>
                  </a:cubicBezTo>
                  <a:cubicBezTo>
                    <a:pt x="54730" y="689025"/>
                    <a:pt x="58714" y="713068"/>
                    <a:pt x="49659" y="712488"/>
                  </a:cubicBezTo>
                  <a:cubicBezTo>
                    <a:pt x="40603" y="711909"/>
                    <a:pt x="30244" y="718137"/>
                    <a:pt x="32200" y="728493"/>
                  </a:cubicBezTo>
                  <a:cubicBezTo>
                    <a:pt x="34156" y="738848"/>
                    <a:pt x="18218" y="737038"/>
                    <a:pt x="18725" y="724437"/>
                  </a:cubicBezTo>
                  <a:cubicBezTo>
                    <a:pt x="19232" y="711836"/>
                    <a:pt x="252" y="726755"/>
                    <a:pt x="7207" y="735879"/>
                  </a:cubicBezTo>
                  <a:cubicBezTo>
                    <a:pt x="14161" y="745004"/>
                    <a:pt x="4743" y="750363"/>
                    <a:pt x="4743" y="758763"/>
                  </a:cubicBezTo>
                  <a:cubicBezTo>
                    <a:pt x="4743" y="767164"/>
                    <a:pt x="18218" y="765571"/>
                    <a:pt x="23724" y="755867"/>
                  </a:cubicBezTo>
                  <a:cubicBezTo>
                    <a:pt x="29229" y="746163"/>
                    <a:pt x="38212" y="748625"/>
                    <a:pt x="41690" y="758184"/>
                  </a:cubicBezTo>
                  <a:cubicBezTo>
                    <a:pt x="45167" y="767743"/>
                    <a:pt x="33214" y="760429"/>
                    <a:pt x="33214" y="773609"/>
                  </a:cubicBezTo>
                  <a:cubicBezTo>
                    <a:pt x="33214" y="785124"/>
                    <a:pt x="27491" y="777737"/>
                    <a:pt x="21623" y="782661"/>
                  </a:cubicBezTo>
                  <a:cubicBezTo>
                    <a:pt x="24832" y="785319"/>
                    <a:pt x="27708" y="788353"/>
                    <a:pt x="30171" y="791714"/>
                  </a:cubicBezTo>
                  <a:lnTo>
                    <a:pt x="30171" y="791714"/>
                  </a:lnTo>
                  <a:cubicBezTo>
                    <a:pt x="26694" y="786862"/>
                    <a:pt x="29374" y="790265"/>
                    <a:pt x="31041" y="792221"/>
                  </a:cubicBezTo>
                  <a:cubicBezTo>
                    <a:pt x="33866" y="793814"/>
                    <a:pt x="36619" y="795624"/>
                    <a:pt x="39444" y="797217"/>
                  </a:cubicBezTo>
                  <a:cubicBezTo>
                    <a:pt x="48261" y="801961"/>
                    <a:pt x="56338" y="807964"/>
                    <a:pt x="63423" y="815032"/>
                  </a:cubicBezTo>
                  <a:cubicBezTo>
                    <a:pt x="66466" y="818190"/>
                    <a:pt x="68921" y="821869"/>
                    <a:pt x="70667" y="825895"/>
                  </a:cubicBezTo>
                  <a:cubicBezTo>
                    <a:pt x="77818" y="829675"/>
                    <a:pt x="86033" y="830950"/>
                    <a:pt x="93994" y="829516"/>
                  </a:cubicBezTo>
                  <a:cubicBezTo>
                    <a:pt x="113989" y="826040"/>
                    <a:pt x="151949" y="783820"/>
                    <a:pt x="156875" y="776361"/>
                  </a:cubicBezTo>
                  <a:cubicBezTo>
                    <a:pt x="161801" y="768902"/>
                    <a:pt x="172885" y="777520"/>
                    <a:pt x="180347" y="770640"/>
                  </a:cubicBezTo>
                  <a:cubicBezTo>
                    <a:pt x="187809" y="763760"/>
                    <a:pt x="183390" y="746090"/>
                    <a:pt x="188896" y="742687"/>
                  </a:cubicBezTo>
                  <a:cubicBezTo>
                    <a:pt x="194401" y="739283"/>
                    <a:pt x="197299" y="761515"/>
                    <a:pt x="202370" y="763833"/>
                  </a:cubicBezTo>
                  <a:cubicBezTo>
                    <a:pt x="207441" y="766150"/>
                    <a:pt x="210122" y="769916"/>
                    <a:pt x="210339" y="781285"/>
                  </a:cubicBezTo>
                  <a:cubicBezTo>
                    <a:pt x="213954" y="780380"/>
                    <a:pt x="217779" y="781010"/>
                    <a:pt x="220916" y="783024"/>
                  </a:cubicBezTo>
                  <a:cubicBezTo>
                    <a:pt x="227291" y="788527"/>
                    <a:pt x="228884" y="764702"/>
                    <a:pt x="228884" y="757315"/>
                  </a:cubicBezTo>
                  <a:cubicBezTo>
                    <a:pt x="228884" y="749928"/>
                    <a:pt x="235332" y="735590"/>
                    <a:pt x="233738" y="726103"/>
                  </a:cubicBezTo>
                  <a:cubicBezTo>
                    <a:pt x="232144" y="716616"/>
                    <a:pt x="253008" y="724292"/>
                    <a:pt x="256196" y="716978"/>
                  </a:cubicBezTo>
                  <a:cubicBezTo>
                    <a:pt x="259383" y="709664"/>
                    <a:pt x="260977" y="683956"/>
                    <a:pt x="254602" y="680262"/>
                  </a:cubicBezTo>
                  <a:cubicBezTo>
                    <a:pt x="248227" y="676569"/>
                    <a:pt x="246560" y="661940"/>
                    <a:pt x="253008" y="661940"/>
                  </a:cubicBezTo>
                  <a:cubicBezTo>
                    <a:pt x="259456" y="661940"/>
                    <a:pt x="267497" y="656364"/>
                    <a:pt x="265831" y="641736"/>
                  </a:cubicBezTo>
                  <a:cubicBezTo>
                    <a:pt x="264164" y="627107"/>
                    <a:pt x="244967" y="628845"/>
                    <a:pt x="243373" y="614217"/>
                  </a:cubicBezTo>
                  <a:cubicBezTo>
                    <a:pt x="241779" y="599588"/>
                    <a:pt x="253008" y="595823"/>
                    <a:pt x="244967" y="577501"/>
                  </a:cubicBezTo>
                  <a:cubicBezTo>
                    <a:pt x="236925" y="559179"/>
                    <a:pt x="248154" y="548099"/>
                    <a:pt x="244967" y="538974"/>
                  </a:cubicBezTo>
                  <a:cubicBezTo>
                    <a:pt x="239700" y="526352"/>
                    <a:pt x="240888" y="511962"/>
                    <a:pt x="248154" y="500375"/>
                  </a:cubicBezTo>
                  <a:cubicBezTo>
                    <a:pt x="257789" y="482054"/>
                    <a:pt x="275465" y="472856"/>
                    <a:pt x="281840" y="474739"/>
                  </a:cubicBezTo>
                  <a:cubicBezTo>
                    <a:pt x="288216" y="476622"/>
                    <a:pt x="299517" y="483936"/>
                    <a:pt x="304371" y="472856"/>
                  </a:cubicBezTo>
                  <a:cubicBezTo>
                    <a:pt x="309224" y="461776"/>
                    <a:pt x="309152" y="452652"/>
                    <a:pt x="304371" y="451131"/>
                  </a:cubicBezTo>
                  <a:cubicBezTo>
                    <a:pt x="299589" y="449610"/>
                    <a:pt x="286695" y="445627"/>
                    <a:pt x="296329" y="430926"/>
                  </a:cubicBezTo>
                  <a:cubicBezTo>
                    <a:pt x="305964" y="416226"/>
                    <a:pt x="317121" y="397904"/>
                    <a:pt x="318787" y="381392"/>
                  </a:cubicBezTo>
                  <a:cubicBezTo>
                    <a:pt x="320453" y="364881"/>
                    <a:pt x="315527" y="351990"/>
                    <a:pt x="320381" y="346487"/>
                  </a:cubicBezTo>
                  <a:cubicBezTo>
                    <a:pt x="325234" y="340983"/>
                    <a:pt x="336463" y="346487"/>
                    <a:pt x="346026" y="339245"/>
                  </a:cubicBezTo>
                  <a:cubicBezTo>
                    <a:pt x="355588" y="332003"/>
                    <a:pt x="347619" y="322734"/>
                    <a:pt x="352473" y="317520"/>
                  </a:cubicBezTo>
                  <a:cubicBezTo>
                    <a:pt x="357327" y="312305"/>
                    <a:pt x="363702" y="293621"/>
                    <a:pt x="370077" y="288552"/>
                  </a:cubicBezTo>
                  <a:cubicBezTo>
                    <a:pt x="376452" y="283483"/>
                    <a:pt x="382899" y="275662"/>
                    <a:pt x="378118" y="268348"/>
                  </a:cubicBezTo>
                  <a:cubicBezTo>
                    <a:pt x="373337" y="261033"/>
                    <a:pt x="387753" y="253864"/>
                    <a:pt x="387753" y="240756"/>
                  </a:cubicBezTo>
                  <a:cubicBezTo>
                    <a:pt x="387753" y="227649"/>
                    <a:pt x="403763" y="219031"/>
                    <a:pt x="413398" y="219031"/>
                  </a:cubicBezTo>
                  <a:cubicBezTo>
                    <a:pt x="423033" y="219031"/>
                    <a:pt x="439116" y="219031"/>
                    <a:pt x="439116" y="208023"/>
                  </a:cubicBezTo>
                  <a:cubicBezTo>
                    <a:pt x="439116" y="197016"/>
                    <a:pt x="432668" y="173190"/>
                    <a:pt x="447084" y="180504"/>
                  </a:cubicBezTo>
                  <a:cubicBezTo>
                    <a:pt x="461501" y="187819"/>
                    <a:pt x="472802" y="178694"/>
                    <a:pt x="482437" y="187746"/>
                  </a:cubicBezTo>
                  <a:cubicBezTo>
                    <a:pt x="492072" y="196798"/>
                    <a:pt x="504895" y="194988"/>
                    <a:pt x="504895" y="180504"/>
                  </a:cubicBezTo>
                  <a:cubicBezTo>
                    <a:pt x="504895" y="166021"/>
                    <a:pt x="509676" y="141978"/>
                    <a:pt x="524092" y="151537"/>
                  </a:cubicBezTo>
                  <a:cubicBezTo>
                    <a:pt x="525222" y="152254"/>
                    <a:pt x="526309" y="153022"/>
                    <a:pt x="527352" y="153855"/>
                  </a:cubicBezTo>
                  <a:cubicBezTo>
                    <a:pt x="532133" y="141543"/>
                    <a:pt x="541261" y="133795"/>
                    <a:pt x="549810" y="135026"/>
                  </a:cubicBezTo>
                  <a:cubicBezTo>
                    <a:pt x="562632" y="136836"/>
                    <a:pt x="570601" y="162545"/>
                    <a:pt x="586684" y="166166"/>
                  </a:cubicBezTo>
                  <a:cubicBezTo>
                    <a:pt x="602766" y="169786"/>
                    <a:pt x="618776" y="177246"/>
                    <a:pt x="623558" y="168048"/>
                  </a:cubicBezTo>
                  <a:cubicBezTo>
                    <a:pt x="628339" y="158851"/>
                    <a:pt x="639640" y="173552"/>
                    <a:pt x="649275" y="169859"/>
                  </a:cubicBezTo>
                  <a:cubicBezTo>
                    <a:pt x="658910" y="166166"/>
                    <a:pt x="658910" y="190064"/>
                    <a:pt x="668545" y="175363"/>
                  </a:cubicBezTo>
                  <a:cubicBezTo>
                    <a:pt x="678180" y="160662"/>
                    <a:pt x="666951" y="151537"/>
                    <a:pt x="683034" y="153637"/>
                  </a:cubicBezTo>
                  <a:cubicBezTo>
                    <a:pt x="699116" y="155737"/>
                    <a:pt x="689481" y="133433"/>
                    <a:pt x="689481" y="120615"/>
                  </a:cubicBezTo>
                  <a:cubicBezTo>
                    <a:pt x="689481" y="107797"/>
                    <a:pt x="710272" y="106131"/>
                    <a:pt x="710272" y="94906"/>
                  </a:cubicBezTo>
                  <a:cubicBezTo>
                    <a:pt x="710272" y="83681"/>
                    <a:pt x="739250" y="93096"/>
                    <a:pt x="744031" y="85709"/>
                  </a:cubicBezTo>
                  <a:cubicBezTo>
                    <a:pt x="748813" y="78322"/>
                    <a:pt x="764823" y="72891"/>
                    <a:pt x="771270" y="85709"/>
                  </a:cubicBezTo>
                  <a:cubicBezTo>
                    <a:pt x="777717" y="98527"/>
                    <a:pt x="804956" y="102220"/>
                    <a:pt x="806622" y="113300"/>
                  </a:cubicBezTo>
                  <a:cubicBezTo>
                    <a:pt x="806992" y="120535"/>
                    <a:pt x="806992" y="127791"/>
                    <a:pt x="806622" y="135026"/>
                  </a:cubicBezTo>
                  <a:cubicBezTo>
                    <a:pt x="810346" y="130080"/>
                    <a:pt x="815968" y="126908"/>
                    <a:pt x="822125" y="126263"/>
                  </a:cubicBezTo>
                  <a:cubicBezTo>
                    <a:pt x="832050" y="126263"/>
                    <a:pt x="841033" y="109100"/>
                    <a:pt x="850089" y="111417"/>
                  </a:cubicBezTo>
                  <a:cubicBezTo>
                    <a:pt x="857333" y="113300"/>
                    <a:pt x="864939" y="111852"/>
                    <a:pt x="867258" y="97513"/>
                  </a:cubicBezTo>
                  <a:cubicBezTo>
                    <a:pt x="858709" y="89040"/>
                    <a:pt x="843424" y="88244"/>
                    <a:pt x="841540" y="960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1" name="Freeform 238">
              <a:extLst>
                <a:ext uri="{FF2B5EF4-FFF2-40B4-BE49-F238E27FC236}">
                  <a16:creationId xmlns:a16="http://schemas.microsoft.com/office/drawing/2014/main" id="{F22012B3-CEC1-5FE2-F91B-E2F2C39361BF}"/>
                </a:ext>
              </a:extLst>
            </p:cNvPr>
            <p:cNvSpPr/>
            <p:nvPr/>
          </p:nvSpPr>
          <p:spPr>
            <a:xfrm>
              <a:off x="12075905" y="1559363"/>
              <a:ext cx="105165" cy="37294"/>
            </a:xfrm>
            <a:custGeom>
              <a:avLst/>
              <a:gdLst>
                <a:gd name="connsiteX0" fmla="*/ 95745 w 105166"/>
                <a:gd name="connsiteY0" fmla="*/ 16178 h 37294"/>
                <a:gd name="connsiteX1" fmla="*/ 77344 w 105166"/>
                <a:gd name="connsiteY1" fmla="*/ 12774 h 37294"/>
                <a:gd name="connsiteX2" fmla="*/ 50468 w 105166"/>
                <a:gd name="connsiteY2" fmla="*/ 318 h 37294"/>
                <a:gd name="connsiteX3" fmla="*/ 43223 w 105166"/>
                <a:gd name="connsiteY3" fmla="*/ 1115 h 37294"/>
                <a:gd name="connsiteX4" fmla="*/ 1278 w 105166"/>
                <a:gd name="connsiteY4" fmla="*/ 15961 h 37294"/>
                <a:gd name="connsiteX5" fmla="*/ 64231 w 105166"/>
                <a:gd name="connsiteY5" fmla="*/ 31965 h 37294"/>
                <a:gd name="connsiteX6" fmla="*/ 105162 w 105166"/>
                <a:gd name="connsiteY6" fmla="*/ 25086 h 37294"/>
                <a:gd name="connsiteX7" fmla="*/ 95745 w 105166"/>
                <a:gd name="connsiteY7" fmla="*/ 16178 h 37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5166" h="37294">
                  <a:moveTo>
                    <a:pt x="95745" y="16178"/>
                  </a:moveTo>
                  <a:cubicBezTo>
                    <a:pt x="89732" y="14578"/>
                    <a:pt x="83574" y="13441"/>
                    <a:pt x="77344" y="12774"/>
                  </a:cubicBezTo>
                  <a:cubicBezTo>
                    <a:pt x="67202" y="12000"/>
                    <a:pt x="57640" y="7575"/>
                    <a:pt x="50468" y="318"/>
                  </a:cubicBezTo>
                  <a:cubicBezTo>
                    <a:pt x="48004" y="-297"/>
                    <a:pt x="45469" y="-15"/>
                    <a:pt x="43223" y="1115"/>
                  </a:cubicBezTo>
                  <a:cubicBezTo>
                    <a:pt x="35979" y="6836"/>
                    <a:pt x="-7995" y="4012"/>
                    <a:pt x="1278" y="15961"/>
                  </a:cubicBezTo>
                  <a:cubicBezTo>
                    <a:pt x="9247" y="26244"/>
                    <a:pt x="47207" y="20523"/>
                    <a:pt x="64231" y="31965"/>
                  </a:cubicBezTo>
                  <a:cubicBezTo>
                    <a:pt x="81256" y="43407"/>
                    <a:pt x="105162" y="34210"/>
                    <a:pt x="105162" y="25086"/>
                  </a:cubicBezTo>
                  <a:cubicBezTo>
                    <a:pt x="105307" y="22696"/>
                    <a:pt x="101468" y="19509"/>
                    <a:pt x="95745" y="161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2" name="Freeform 239">
              <a:extLst>
                <a:ext uri="{FF2B5EF4-FFF2-40B4-BE49-F238E27FC236}">
                  <a16:creationId xmlns:a16="http://schemas.microsoft.com/office/drawing/2014/main" id="{E0C7B01F-7A9B-173D-2FA4-C6CA4F8A4E4C}"/>
                </a:ext>
              </a:extLst>
            </p:cNvPr>
            <p:cNvSpPr/>
            <p:nvPr/>
          </p:nvSpPr>
          <p:spPr>
            <a:xfrm>
              <a:off x="10164867" y="3048005"/>
              <a:ext cx="78849" cy="72592"/>
            </a:xfrm>
            <a:custGeom>
              <a:avLst/>
              <a:gdLst>
                <a:gd name="connsiteX0" fmla="*/ 44874 w 78850"/>
                <a:gd name="connsiteY0" fmla="*/ 9004 h 72592"/>
                <a:gd name="connsiteX1" fmla="*/ 12926 w 78850"/>
                <a:gd name="connsiteY1" fmla="*/ 19288 h 72592"/>
                <a:gd name="connsiteX2" fmla="*/ 7928 w 78850"/>
                <a:gd name="connsiteY2" fmla="*/ 70705 h 72592"/>
                <a:gd name="connsiteX3" fmla="*/ 26908 w 78850"/>
                <a:gd name="connsiteY3" fmla="*/ 60421 h 72592"/>
                <a:gd name="connsiteX4" fmla="*/ 51394 w 78850"/>
                <a:gd name="connsiteY4" fmla="*/ 46046 h 72592"/>
                <a:gd name="connsiteX5" fmla="*/ 55885 w 78850"/>
                <a:gd name="connsiteY5" fmla="*/ 47820 h 72592"/>
                <a:gd name="connsiteX6" fmla="*/ 78850 w 78850"/>
                <a:gd name="connsiteY6" fmla="*/ 13567 h 72592"/>
                <a:gd name="connsiteX7" fmla="*/ 44874 w 78850"/>
                <a:gd name="connsiteY7" fmla="*/ 9004 h 72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8850" h="72592">
                  <a:moveTo>
                    <a:pt x="44874" y="9004"/>
                  </a:moveTo>
                  <a:cubicBezTo>
                    <a:pt x="40890" y="21605"/>
                    <a:pt x="28936" y="15884"/>
                    <a:pt x="12926" y="19288"/>
                  </a:cubicBezTo>
                  <a:cubicBezTo>
                    <a:pt x="-3084" y="22691"/>
                    <a:pt x="-3591" y="66287"/>
                    <a:pt x="7928" y="70705"/>
                  </a:cubicBezTo>
                  <a:cubicBezTo>
                    <a:pt x="16911" y="74108"/>
                    <a:pt x="23937" y="74108"/>
                    <a:pt x="26908" y="60421"/>
                  </a:cubicBezTo>
                  <a:cubicBezTo>
                    <a:pt x="29661" y="49696"/>
                    <a:pt x="40672" y="43258"/>
                    <a:pt x="51394" y="46046"/>
                  </a:cubicBezTo>
                  <a:cubicBezTo>
                    <a:pt x="52915" y="46452"/>
                    <a:pt x="54437" y="47046"/>
                    <a:pt x="55885" y="47820"/>
                  </a:cubicBezTo>
                  <a:cubicBezTo>
                    <a:pt x="65883" y="53541"/>
                    <a:pt x="78850" y="30730"/>
                    <a:pt x="78850" y="13567"/>
                  </a:cubicBezTo>
                  <a:cubicBezTo>
                    <a:pt x="78850" y="-3597"/>
                    <a:pt x="48931" y="-3741"/>
                    <a:pt x="44874" y="90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3" name="Freeform 240">
              <a:extLst>
                <a:ext uri="{FF2B5EF4-FFF2-40B4-BE49-F238E27FC236}">
                  <a16:creationId xmlns:a16="http://schemas.microsoft.com/office/drawing/2014/main" id="{D25CC087-0F3F-5C3B-4584-590B388B806F}"/>
                </a:ext>
              </a:extLst>
            </p:cNvPr>
            <p:cNvSpPr/>
            <p:nvPr/>
          </p:nvSpPr>
          <p:spPr>
            <a:xfrm>
              <a:off x="10070483" y="3076828"/>
              <a:ext cx="82619" cy="115134"/>
            </a:xfrm>
            <a:custGeom>
              <a:avLst/>
              <a:gdLst>
                <a:gd name="connsiteX0" fmla="*/ 70363 w 82619"/>
                <a:gd name="connsiteY0" fmla="*/ 24717 h 115133"/>
                <a:gd name="connsiteX1" fmla="*/ 47399 w 82619"/>
                <a:gd name="connsiteY1" fmla="*/ 5309 h 115133"/>
                <a:gd name="connsiteX2" fmla="*/ 16465 w 82619"/>
                <a:gd name="connsiteY2" fmla="*/ 13348 h 115133"/>
                <a:gd name="connsiteX3" fmla="*/ 2483 w 82619"/>
                <a:gd name="connsiteY3" fmla="*/ 40722 h 115133"/>
                <a:gd name="connsiteX4" fmla="*/ 21464 w 82619"/>
                <a:gd name="connsiteY4" fmla="*/ 29280 h 115133"/>
                <a:gd name="connsiteX5" fmla="*/ 26463 w 82619"/>
                <a:gd name="connsiteY5" fmla="*/ 68168 h 115133"/>
                <a:gd name="connsiteX6" fmla="*/ 39429 w 82619"/>
                <a:gd name="connsiteY6" fmla="*/ 114951 h 115133"/>
                <a:gd name="connsiteX7" fmla="*/ 77391 w 82619"/>
                <a:gd name="connsiteY7" fmla="*/ 49774 h 115133"/>
                <a:gd name="connsiteX8" fmla="*/ 70363 w 82619"/>
                <a:gd name="connsiteY8" fmla="*/ 24717 h 1151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2619" h="115133">
                  <a:moveTo>
                    <a:pt x="70363" y="24717"/>
                  </a:moveTo>
                  <a:cubicBezTo>
                    <a:pt x="70363" y="13348"/>
                    <a:pt x="48630" y="15593"/>
                    <a:pt x="47399" y="5309"/>
                  </a:cubicBezTo>
                  <a:cubicBezTo>
                    <a:pt x="46167" y="-4974"/>
                    <a:pt x="31461" y="747"/>
                    <a:pt x="16465" y="13348"/>
                  </a:cubicBezTo>
                  <a:cubicBezTo>
                    <a:pt x="1469" y="25949"/>
                    <a:pt x="-3529" y="27832"/>
                    <a:pt x="2483" y="40722"/>
                  </a:cubicBezTo>
                  <a:cubicBezTo>
                    <a:pt x="8497" y="53613"/>
                    <a:pt x="17407" y="41881"/>
                    <a:pt x="21464" y="29280"/>
                  </a:cubicBezTo>
                  <a:cubicBezTo>
                    <a:pt x="25521" y="16679"/>
                    <a:pt x="35446" y="47602"/>
                    <a:pt x="26463" y="68168"/>
                  </a:cubicBezTo>
                  <a:cubicBezTo>
                    <a:pt x="17480" y="88735"/>
                    <a:pt x="27550" y="117703"/>
                    <a:pt x="39429" y="114951"/>
                  </a:cubicBezTo>
                  <a:cubicBezTo>
                    <a:pt x="49427" y="112706"/>
                    <a:pt x="62394" y="71500"/>
                    <a:pt x="77391" y="49774"/>
                  </a:cubicBezTo>
                  <a:cubicBezTo>
                    <a:pt x="92386" y="28049"/>
                    <a:pt x="70363" y="36160"/>
                    <a:pt x="70363" y="247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4" name="Freeform 241">
              <a:extLst>
                <a:ext uri="{FF2B5EF4-FFF2-40B4-BE49-F238E27FC236}">
                  <a16:creationId xmlns:a16="http://schemas.microsoft.com/office/drawing/2014/main" id="{ADE09743-2336-ECBC-EE0A-C802ED07F854}"/>
                </a:ext>
              </a:extLst>
            </p:cNvPr>
            <p:cNvSpPr/>
            <p:nvPr/>
          </p:nvSpPr>
          <p:spPr>
            <a:xfrm>
              <a:off x="10419720" y="2541455"/>
              <a:ext cx="224189" cy="189030"/>
            </a:xfrm>
            <a:custGeom>
              <a:avLst/>
              <a:gdLst>
                <a:gd name="connsiteX0" fmla="*/ 193529 w 224189"/>
                <a:gd name="connsiteY0" fmla="*/ 61996 h 189028"/>
                <a:gd name="connsiteX1" fmla="*/ 159553 w 224189"/>
                <a:gd name="connsiteY1" fmla="*/ 71120 h 189028"/>
                <a:gd name="connsiteX2" fmla="*/ 85661 w 224189"/>
                <a:gd name="connsiteY2" fmla="*/ 9492 h 189028"/>
                <a:gd name="connsiteX3" fmla="*/ 63928 w 224189"/>
                <a:gd name="connsiteY3" fmla="*/ 20862 h 189028"/>
                <a:gd name="connsiteX4" fmla="*/ 61899 w 224189"/>
                <a:gd name="connsiteY4" fmla="*/ 60909 h 189028"/>
                <a:gd name="connsiteX5" fmla="*/ 51902 w 224189"/>
                <a:gd name="connsiteY5" fmla="*/ 95163 h 189028"/>
                <a:gd name="connsiteX6" fmla="*/ 23939 w 224189"/>
                <a:gd name="connsiteY6" fmla="*/ 108850 h 189028"/>
                <a:gd name="connsiteX7" fmla="*/ 10971 w 224189"/>
                <a:gd name="connsiteY7" fmla="*/ 131734 h 189028"/>
                <a:gd name="connsiteX8" fmla="*/ 4958 w 224189"/>
                <a:gd name="connsiteY8" fmla="*/ 154546 h 189028"/>
                <a:gd name="connsiteX9" fmla="*/ 4958 w 224189"/>
                <a:gd name="connsiteY9" fmla="*/ 184238 h 189028"/>
                <a:gd name="connsiteX10" fmla="*/ 21982 w 224189"/>
                <a:gd name="connsiteY10" fmla="*/ 176272 h 189028"/>
                <a:gd name="connsiteX11" fmla="*/ 39948 w 224189"/>
                <a:gd name="connsiteY11" fmla="*/ 171709 h 189028"/>
                <a:gd name="connsiteX12" fmla="*/ 19954 w 224189"/>
                <a:gd name="connsiteY12" fmla="*/ 143104 h 189028"/>
                <a:gd name="connsiteX13" fmla="*/ 47917 w 224189"/>
                <a:gd name="connsiteY13" fmla="*/ 139700 h 189028"/>
                <a:gd name="connsiteX14" fmla="*/ 98628 w 224189"/>
                <a:gd name="connsiteY14" fmla="*/ 153387 h 189028"/>
                <a:gd name="connsiteX15" fmla="*/ 120361 w 224189"/>
                <a:gd name="connsiteY15" fmla="*/ 144263 h 189028"/>
                <a:gd name="connsiteX16" fmla="*/ 169260 w 224189"/>
                <a:gd name="connsiteY16" fmla="*/ 117975 h 189028"/>
                <a:gd name="connsiteX17" fmla="*/ 187227 w 224189"/>
                <a:gd name="connsiteY17" fmla="*/ 99725 h 189028"/>
                <a:gd name="connsiteX18" fmla="*/ 224173 w 224189"/>
                <a:gd name="connsiteY18" fmla="*/ 51712 h 189028"/>
                <a:gd name="connsiteX19" fmla="*/ 193529 w 224189"/>
                <a:gd name="connsiteY19" fmla="*/ 61996 h 1890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189" h="189028">
                  <a:moveTo>
                    <a:pt x="193529" y="61996"/>
                  </a:moveTo>
                  <a:cubicBezTo>
                    <a:pt x="186285" y="51712"/>
                    <a:pt x="174549" y="67717"/>
                    <a:pt x="159553" y="71120"/>
                  </a:cubicBezTo>
                  <a:cubicBezTo>
                    <a:pt x="144557" y="74524"/>
                    <a:pt x="97614" y="30059"/>
                    <a:pt x="85661" y="9492"/>
                  </a:cubicBezTo>
                  <a:cubicBezTo>
                    <a:pt x="73707" y="-11074"/>
                    <a:pt x="53713" y="6016"/>
                    <a:pt x="63928" y="20862"/>
                  </a:cubicBezTo>
                  <a:cubicBezTo>
                    <a:pt x="74142" y="35708"/>
                    <a:pt x="61899" y="40270"/>
                    <a:pt x="61899" y="60909"/>
                  </a:cubicBezTo>
                  <a:cubicBezTo>
                    <a:pt x="61899" y="81548"/>
                    <a:pt x="49946" y="81404"/>
                    <a:pt x="51902" y="95163"/>
                  </a:cubicBezTo>
                  <a:cubicBezTo>
                    <a:pt x="53858" y="108922"/>
                    <a:pt x="35965" y="106605"/>
                    <a:pt x="23939" y="108850"/>
                  </a:cubicBezTo>
                  <a:cubicBezTo>
                    <a:pt x="11913" y="111095"/>
                    <a:pt x="24953" y="124855"/>
                    <a:pt x="10971" y="131734"/>
                  </a:cubicBezTo>
                  <a:cubicBezTo>
                    <a:pt x="-3010" y="138614"/>
                    <a:pt x="-1996" y="149984"/>
                    <a:pt x="4958" y="154546"/>
                  </a:cubicBezTo>
                  <a:cubicBezTo>
                    <a:pt x="11913" y="159108"/>
                    <a:pt x="6987" y="173954"/>
                    <a:pt x="4958" y="184238"/>
                  </a:cubicBezTo>
                  <a:cubicBezTo>
                    <a:pt x="2930" y="194521"/>
                    <a:pt x="13941" y="186555"/>
                    <a:pt x="21982" y="176272"/>
                  </a:cubicBezTo>
                  <a:cubicBezTo>
                    <a:pt x="30024" y="165988"/>
                    <a:pt x="38282" y="181196"/>
                    <a:pt x="39948" y="171709"/>
                  </a:cubicBezTo>
                  <a:cubicBezTo>
                    <a:pt x="41905" y="160267"/>
                    <a:pt x="18940" y="154546"/>
                    <a:pt x="19954" y="143104"/>
                  </a:cubicBezTo>
                  <a:cubicBezTo>
                    <a:pt x="20968" y="131662"/>
                    <a:pt x="35965" y="146580"/>
                    <a:pt x="47917" y="139700"/>
                  </a:cubicBezTo>
                  <a:cubicBezTo>
                    <a:pt x="59870" y="132821"/>
                    <a:pt x="84139" y="138542"/>
                    <a:pt x="98628" y="153387"/>
                  </a:cubicBezTo>
                  <a:cubicBezTo>
                    <a:pt x="113116" y="168233"/>
                    <a:pt x="117608" y="162584"/>
                    <a:pt x="120361" y="144263"/>
                  </a:cubicBezTo>
                  <a:cubicBezTo>
                    <a:pt x="123114" y="125941"/>
                    <a:pt x="146296" y="117975"/>
                    <a:pt x="169260" y="117975"/>
                  </a:cubicBezTo>
                  <a:cubicBezTo>
                    <a:pt x="192225" y="117975"/>
                    <a:pt x="194254" y="105447"/>
                    <a:pt x="187227" y="99725"/>
                  </a:cubicBezTo>
                  <a:cubicBezTo>
                    <a:pt x="180199" y="94004"/>
                    <a:pt x="225187" y="60909"/>
                    <a:pt x="224173" y="51712"/>
                  </a:cubicBezTo>
                  <a:cubicBezTo>
                    <a:pt x="223159" y="42515"/>
                    <a:pt x="200484" y="72279"/>
                    <a:pt x="193529" y="6199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5" name="Freeform 242">
              <a:extLst>
                <a:ext uri="{FF2B5EF4-FFF2-40B4-BE49-F238E27FC236}">
                  <a16:creationId xmlns:a16="http://schemas.microsoft.com/office/drawing/2014/main" id="{B2886124-2909-5264-3F66-E8753058A08A}"/>
                </a:ext>
              </a:extLst>
            </p:cNvPr>
            <p:cNvSpPr/>
            <p:nvPr/>
          </p:nvSpPr>
          <p:spPr>
            <a:xfrm>
              <a:off x="10113684" y="2738850"/>
              <a:ext cx="378197" cy="342800"/>
            </a:xfrm>
            <a:custGeom>
              <a:avLst/>
              <a:gdLst>
                <a:gd name="connsiteX0" fmla="*/ 246159 w 378198"/>
                <a:gd name="connsiteY0" fmla="*/ 298169 h 342797"/>
                <a:gd name="connsiteX1" fmla="*/ 249854 w 378198"/>
                <a:gd name="connsiteY1" fmla="*/ 292955 h 342797"/>
                <a:gd name="connsiteX2" fmla="*/ 263184 w 378198"/>
                <a:gd name="connsiteY2" fmla="*/ 289117 h 342797"/>
                <a:gd name="connsiteX3" fmla="*/ 306215 w 378198"/>
                <a:gd name="connsiteY3" fmla="*/ 248418 h 342797"/>
                <a:gd name="connsiteX4" fmla="*/ 332875 w 378198"/>
                <a:gd name="connsiteY4" fmla="*/ 222492 h 342797"/>
                <a:gd name="connsiteX5" fmla="*/ 335772 w 378198"/>
                <a:gd name="connsiteY5" fmla="*/ 211847 h 342797"/>
                <a:gd name="connsiteX6" fmla="*/ 343741 w 378198"/>
                <a:gd name="connsiteY6" fmla="*/ 152464 h 342797"/>
                <a:gd name="connsiteX7" fmla="*/ 374746 w 378198"/>
                <a:gd name="connsiteY7" fmla="*/ 110172 h 342797"/>
                <a:gd name="connsiteX8" fmla="*/ 358737 w 378198"/>
                <a:gd name="connsiteY8" fmla="*/ 7338 h 342797"/>
                <a:gd name="connsiteX9" fmla="*/ 315778 w 378198"/>
                <a:gd name="connsiteY9" fmla="*/ 21025 h 342797"/>
                <a:gd name="connsiteX10" fmla="*/ 309837 w 378198"/>
                <a:gd name="connsiteY10" fmla="*/ 72442 h 342797"/>
                <a:gd name="connsiteX11" fmla="*/ 292813 w 378198"/>
                <a:gd name="connsiteY11" fmla="*/ 123859 h 342797"/>
                <a:gd name="connsiteX12" fmla="*/ 271804 w 378198"/>
                <a:gd name="connsiteY12" fmla="*/ 161589 h 342797"/>
                <a:gd name="connsiteX13" fmla="*/ 240871 w 378198"/>
                <a:gd name="connsiteY13" fmla="*/ 188963 h 342797"/>
                <a:gd name="connsiteX14" fmla="*/ 219138 w 378198"/>
                <a:gd name="connsiteY14" fmla="*/ 176435 h 342797"/>
                <a:gd name="connsiteX15" fmla="*/ 194145 w 378198"/>
                <a:gd name="connsiteY15" fmla="*/ 207285 h 342797"/>
                <a:gd name="connsiteX16" fmla="*/ 173209 w 378198"/>
                <a:gd name="connsiteY16" fmla="*/ 246101 h 342797"/>
                <a:gd name="connsiteX17" fmla="*/ 152200 w 378198"/>
                <a:gd name="connsiteY17" fmla="*/ 254067 h 342797"/>
                <a:gd name="connsiteX18" fmla="*/ 111269 w 378198"/>
                <a:gd name="connsiteY18" fmla="*/ 259860 h 342797"/>
                <a:gd name="connsiteX19" fmla="*/ 61356 w 378198"/>
                <a:gd name="connsiteY19" fmla="*/ 263264 h 342797"/>
                <a:gd name="connsiteX20" fmla="*/ 9414 w 378198"/>
                <a:gd name="connsiteY20" fmla="*/ 307801 h 342797"/>
                <a:gd name="connsiteX21" fmla="*/ 9414 w 378198"/>
                <a:gd name="connsiteY21" fmla="*/ 330685 h 342797"/>
                <a:gd name="connsiteX22" fmla="*/ 46360 w 378198"/>
                <a:gd name="connsiteY22" fmla="*/ 320402 h 342797"/>
                <a:gd name="connsiteX23" fmla="*/ 131263 w 378198"/>
                <a:gd name="connsiteY23" fmla="*/ 296359 h 342797"/>
                <a:gd name="connsiteX24" fmla="*/ 145245 w 378198"/>
                <a:gd name="connsiteY24" fmla="*/ 330685 h 342797"/>
                <a:gd name="connsiteX25" fmla="*/ 185162 w 378198"/>
                <a:gd name="connsiteY25" fmla="*/ 328368 h 342797"/>
                <a:gd name="connsiteX26" fmla="*/ 197188 w 378198"/>
                <a:gd name="connsiteY26" fmla="*/ 302080 h 342797"/>
                <a:gd name="connsiteX27" fmla="*/ 207184 w 378198"/>
                <a:gd name="connsiteY27" fmla="*/ 296359 h 342797"/>
                <a:gd name="connsiteX28" fmla="*/ 227831 w 378198"/>
                <a:gd name="connsiteY28" fmla="*/ 306643 h 342797"/>
                <a:gd name="connsiteX29" fmla="*/ 246159 w 378198"/>
                <a:gd name="connsiteY29" fmla="*/ 298169 h 342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378198" h="342797">
                  <a:moveTo>
                    <a:pt x="246159" y="298169"/>
                  </a:moveTo>
                  <a:cubicBezTo>
                    <a:pt x="247608" y="296598"/>
                    <a:pt x="248839" y="294845"/>
                    <a:pt x="249854" y="292955"/>
                  </a:cubicBezTo>
                  <a:cubicBezTo>
                    <a:pt x="255577" y="282527"/>
                    <a:pt x="259054" y="285134"/>
                    <a:pt x="263184" y="289117"/>
                  </a:cubicBezTo>
                  <a:cubicBezTo>
                    <a:pt x="274340" y="272519"/>
                    <a:pt x="289046" y="258615"/>
                    <a:pt x="306215" y="248418"/>
                  </a:cubicBezTo>
                  <a:cubicBezTo>
                    <a:pt x="312735" y="237664"/>
                    <a:pt x="321936" y="228742"/>
                    <a:pt x="332875" y="222492"/>
                  </a:cubicBezTo>
                  <a:cubicBezTo>
                    <a:pt x="333091" y="218777"/>
                    <a:pt x="334033" y="215149"/>
                    <a:pt x="335772" y="211847"/>
                  </a:cubicBezTo>
                  <a:cubicBezTo>
                    <a:pt x="343741" y="198160"/>
                    <a:pt x="351782" y="169555"/>
                    <a:pt x="343741" y="152464"/>
                  </a:cubicBezTo>
                  <a:cubicBezTo>
                    <a:pt x="335700" y="135373"/>
                    <a:pt x="361707" y="123859"/>
                    <a:pt x="374746" y="110172"/>
                  </a:cubicBezTo>
                  <a:cubicBezTo>
                    <a:pt x="387787" y="96485"/>
                    <a:pt x="359751" y="27905"/>
                    <a:pt x="358737" y="7338"/>
                  </a:cubicBezTo>
                  <a:cubicBezTo>
                    <a:pt x="357722" y="-13229"/>
                    <a:pt x="325775" y="15377"/>
                    <a:pt x="315778" y="21025"/>
                  </a:cubicBezTo>
                  <a:cubicBezTo>
                    <a:pt x="305781" y="26674"/>
                    <a:pt x="298826" y="62159"/>
                    <a:pt x="309837" y="72442"/>
                  </a:cubicBezTo>
                  <a:cubicBezTo>
                    <a:pt x="320849" y="82725"/>
                    <a:pt x="291799" y="102206"/>
                    <a:pt x="292813" y="123859"/>
                  </a:cubicBezTo>
                  <a:cubicBezTo>
                    <a:pt x="293827" y="145512"/>
                    <a:pt x="274847" y="145584"/>
                    <a:pt x="271804" y="161589"/>
                  </a:cubicBezTo>
                  <a:cubicBezTo>
                    <a:pt x="268761" y="177593"/>
                    <a:pt x="257895" y="174117"/>
                    <a:pt x="240871" y="188963"/>
                  </a:cubicBezTo>
                  <a:cubicBezTo>
                    <a:pt x="223847" y="203809"/>
                    <a:pt x="214936" y="186718"/>
                    <a:pt x="219138" y="176435"/>
                  </a:cubicBezTo>
                  <a:cubicBezTo>
                    <a:pt x="223340" y="166151"/>
                    <a:pt x="193203" y="182156"/>
                    <a:pt x="194145" y="207285"/>
                  </a:cubicBezTo>
                  <a:cubicBezTo>
                    <a:pt x="195087" y="232414"/>
                    <a:pt x="166254" y="234659"/>
                    <a:pt x="173209" y="246101"/>
                  </a:cubicBezTo>
                  <a:cubicBezTo>
                    <a:pt x="180163" y="257543"/>
                    <a:pt x="151475" y="264350"/>
                    <a:pt x="152200" y="254067"/>
                  </a:cubicBezTo>
                  <a:cubicBezTo>
                    <a:pt x="152924" y="243783"/>
                    <a:pt x="134234" y="249577"/>
                    <a:pt x="111269" y="259860"/>
                  </a:cubicBezTo>
                  <a:cubicBezTo>
                    <a:pt x="88305" y="270144"/>
                    <a:pt x="74323" y="248418"/>
                    <a:pt x="61356" y="263264"/>
                  </a:cubicBezTo>
                  <a:cubicBezTo>
                    <a:pt x="48388" y="278110"/>
                    <a:pt x="26365" y="304397"/>
                    <a:pt x="9414" y="307801"/>
                  </a:cubicBezTo>
                  <a:cubicBezTo>
                    <a:pt x="-7538" y="311205"/>
                    <a:pt x="2169" y="334741"/>
                    <a:pt x="9414" y="330685"/>
                  </a:cubicBezTo>
                  <a:cubicBezTo>
                    <a:pt x="21439" y="323806"/>
                    <a:pt x="40420" y="330685"/>
                    <a:pt x="46360" y="320402"/>
                  </a:cubicBezTo>
                  <a:cubicBezTo>
                    <a:pt x="52300" y="310118"/>
                    <a:pt x="101272" y="297518"/>
                    <a:pt x="131263" y="296359"/>
                  </a:cubicBezTo>
                  <a:cubicBezTo>
                    <a:pt x="161255" y="295200"/>
                    <a:pt x="143217" y="312363"/>
                    <a:pt x="145245" y="330685"/>
                  </a:cubicBezTo>
                  <a:cubicBezTo>
                    <a:pt x="147274" y="349007"/>
                    <a:pt x="172194" y="345169"/>
                    <a:pt x="185162" y="328368"/>
                  </a:cubicBezTo>
                  <a:cubicBezTo>
                    <a:pt x="198129" y="311567"/>
                    <a:pt x="208126" y="312363"/>
                    <a:pt x="197188" y="302080"/>
                  </a:cubicBezTo>
                  <a:cubicBezTo>
                    <a:pt x="186249" y="291797"/>
                    <a:pt x="199216" y="282672"/>
                    <a:pt x="207184" y="296359"/>
                  </a:cubicBezTo>
                  <a:cubicBezTo>
                    <a:pt x="211677" y="303304"/>
                    <a:pt x="219573" y="307251"/>
                    <a:pt x="227831" y="306643"/>
                  </a:cubicBezTo>
                  <a:cubicBezTo>
                    <a:pt x="232902" y="301957"/>
                    <a:pt x="239277" y="298988"/>
                    <a:pt x="246159" y="298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6" name="Freeform 243">
              <a:extLst>
                <a:ext uri="{FF2B5EF4-FFF2-40B4-BE49-F238E27FC236}">
                  <a16:creationId xmlns:a16="http://schemas.microsoft.com/office/drawing/2014/main" id="{1CA27567-7AEC-127E-13C6-E62C584055FC}"/>
                </a:ext>
              </a:extLst>
            </p:cNvPr>
            <p:cNvSpPr/>
            <p:nvPr/>
          </p:nvSpPr>
          <p:spPr>
            <a:xfrm>
              <a:off x="9355901" y="3651857"/>
              <a:ext cx="78130" cy="67129"/>
            </a:xfrm>
            <a:custGeom>
              <a:avLst/>
              <a:gdLst>
                <a:gd name="connsiteX0" fmla="*/ 14582 w 78131"/>
                <a:gd name="connsiteY0" fmla="*/ 67129 h 67128"/>
                <a:gd name="connsiteX1" fmla="*/ 18711 w 78131"/>
                <a:gd name="connsiteY1" fmla="*/ 64088 h 67128"/>
                <a:gd name="connsiteX2" fmla="*/ 62613 w 78131"/>
                <a:gd name="connsiteY2" fmla="*/ 41059 h 67128"/>
                <a:gd name="connsiteX3" fmla="*/ 77898 w 78131"/>
                <a:gd name="connsiteY3" fmla="*/ 4850 h 67128"/>
                <a:gd name="connsiteX4" fmla="*/ 35953 w 78131"/>
                <a:gd name="connsiteY4" fmla="*/ 1446 h 67128"/>
                <a:gd name="connsiteX5" fmla="*/ 2992 w 78131"/>
                <a:gd name="connsiteY5" fmla="*/ 53949 h 67128"/>
                <a:gd name="connsiteX6" fmla="*/ 14582 w 78131"/>
                <a:gd name="connsiteY6" fmla="*/ 67129 h 67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8131" h="67128">
                  <a:moveTo>
                    <a:pt x="14582" y="67129"/>
                  </a:moveTo>
                  <a:cubicBezTo>
                    <a:pt x="15887" y="66035"/>
                    <a:pt x="17263" y="65022"/>
                    <a:pt x="18711" y="64088"/>
                  </a:cubicBezTo>
                  <a:cubicBezTo>
                    <a:pt x="32693" y="55260"/>
                    <a:pt x="47400" y="47562"/>
                    <a:pt x="62613" y="41059"/>
                  </a:cubicBezTo>
                  <a:cubicBezTo>
                    <a:pt x="68191" y="28313"/>
                    <a:pt x="79927" y="13177"/>
                    <a:pt x="77898" y="4850"/>
                  </a:cubicBezTo>
                  <a:cubicBezTo>
                    <a:pt x="75870" y="-3479"/>
                    <a:pt x="48921" y="1446"/>
                    <a:pt x="35953" y="1446"/>
                  </a:cubicBezTo>
                  <a:cubicBezTo>
                    <a:pt x="22986" y="1446"/>
                    <a:pt x="-10049" y="23171"/>
                    <a:pt x="2992" y="53949"/>
                  </a:cubicBezTo>
                  <a:cubicBezTo>
                    <a:pt x="5164" y="59591"/>
                    <a:pt x="9294" y="64269"/>
                    <a:pt x="14582" y="671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7" name="Freeform 244">
              <a:extLst>
                <a:ext uri="{FF2B5EF4-FFF2-40B4-BE49-F238E27FC236}">
                  <a16:creationId xmlns:a16="http://schemas.microsoft.com/office/drawing/2014/main" id="{9812225C-3A27-E866-386D-6CCDF96A73E8}"/>
                </a:ext>
              </a:extLst>
            </p:cNvPr>
            <p:cNvSpPr/>
            <p:nvPr/>
          </p:nvSpPr>
          <p:spPr>
            <a:xfrm>
              <a:off x="8219938" y="2132683"/>
              <a:ext cx="2023005" cy="1507782"/>
            </a:xfrm>
            <a:custGeom>
              <a:avLst/>
              <a:gdLst>
                <a:gd name="connsiteX0" fmla="*/ 2017773 w 2023014"/>
                <a:gd name="connsiteY0" fmla="*/ 283419 h 1507772"/>
                <a:gd name="connsiteX1" fmla="*/ 1990824 w 2023014"/>
                <a:gd name="connsiteY1" fmla="*/ 275453 h 1507772"/>
                <a:gd name="connsiteX2" fmla="*/ 1957862 w 2023014"/>
                <a:gd name="connsiteY2" fmla="*/ 289140 h 1507772"/>
                <a:gd name="connsiteX3" fmla="*/ 1927943 w 2023014"/>
                <a:gd name="connsiteY3" fmla="*/ 297178 h 1507772"/>
                <a:gd name="connsiteX4" fmla="*/ 1894981 w 2023014"/>
                <a:gd name="connsiteY4" fmla="*/ 282260 h 1507772"/>
                <a:gd name="connsiteX5" fmla="*/ 1887737 w 2023014"/>
                <a:gd name="connsiteY5" fmla="*/ 249165 h 1507772"/>
                <a:gd name="connsiteX6" fmla="*/ 1863757 w 2023014"/>
                <a:gd name="connsiteY6" fmla="*/ 230916 h 1507772"/>
                <a:gd name="connsiteX7" fmla="*/ 1829854 w 2023014"/>
                <a:gd name="connsiteY7" fmla="*/ 213752 h 1507772"/>
                <a:gd name="connsiteX8" fmla="*/ 1796820 w 2023014"/>
                <a:gd name="connsiteY8" fmla="*/ 200065 h 1507772"/>
                <a:gd name="connsiteX9" fmla="*/ 1783925 w 2023014"/>
                <a:gd name="connsiteY9" fmla="*/ 178340 h 1507772"/>
                <a:gd name="connsiteX10" fmla="*/ 1766900 w 2023014"/>
                <a:gd name="connsiteY10" fmla="*/ 131485 h 1507772"/>
                <a:gd name="connsiteX11" fmla="*/ 1746906 w 2023014"/>
                <a:gd name="connsiteY11" fmla="*/ 85789 h 1507772"/>
                <a:gd name="connsiteX12" fmla="*/ 1730968 w 2023014"/>
                <a:gd name="connsiteY12" fmla="*/ 50377 h 1507772"/>
                <a:gd name="connsiteX13" fmla="*/ 1709235 w 2023014"/>
                <a:gd name="connsiteY13" fmla="*/ 21844 h 1507772"/>
                <a:gd name="connsiteX14" fmla="*/ 1668232 w 2023014"/>
                <a:gd name="connsiteY14" fmla="*/ 8085 h 1507772"/>
                <a:gd name="connsiteX15" fmla="*/ 1630272 w 2023014"/>
                <a:gd name="connsiteY15" fmla="*/ 1277 h 1507772"/>
                <a:gd name="connsiteX16" fmla="*/ 1580358 w 2023014"/>
                <a:gd name="connsiteY16" fmla="*/ 5840 h 1507772"/>
                <a:gd name="connsiteX17" fmla="*/ 1537472 w 2023014"/>
                <a:gd name="connsiteY17" fmla="*/ 21844 h 1507772"/>
                <a:gd name="connsiteX18" fmla="*/ 1540441 w 2023014"/>
                <a:gd name="connsiteY18" fmla="*/ 42411 h 1507772"/>
                <a:gd name="connsiteX19" fmla="*/ 1550439 w 2023014"/>
                <a:gd name="connsiteY19" fmla="*/ 69785 h 1507772"/>
                <a:gd name="connsiteX20" fmla="*/ 1535443 w 2023014"/>
                <a:gd name="connsiteY20" fmla="*/ 89193 h 1507772"/>
                <a:gd name="connsiteX21" fmla="*/ 1514434 w 2023014"/>
                <a:gd name="connsiteY21" fmla="*/ 125764 h 1507772"/>
                <a:gd name="connsiteX22" fmla="*/ 1498497 w 2023014"/>
                <a:gd name="connsiteY22" fmla="*/ 165739 h 1507772"/>
                <a:gd name="connsiteX23" fmla="*/ 1483501 w 2023014"/>
                <a:gd name="connsiteY23" fmla="*/ 182902 h 1507772"/>
                <a:gd name="connsiteX24" fmla="*/ 1451554 w 2023014"/>
                <a:gd name="connsiteY24" fmla="*/ 202310 h 1507772"/>
                <a:gd name="connsiteX25" fmla="*/ 1418591 w 2023014"/>
                <a:gd name="connsiteY25" fmla="*/ 192027 h 1507772"/>
                <a:gd name="connsiteX26" fmla="*/ 1411347 w 2023014"/>
                <a:gd name="connsiteY26" fmla="*/ 185582 h 1507772"/>
                <a:gd name="connsiteX27" fmla="*/ 1384326 w 2023014"/>
                <a:gd name="connsiteY27" fmla="*/ 247427 h 1507772"/>
                <a:gd name="connsiteX28" fmla="*/ 1382152 w 2023014"/>
                <a:gd name="connsiteY28" fmla="*/ 267342 h 1507772"/>
                <a:gd name="connsiteX29" fmla="*/ 1377806 w 2023014"/>
                <a:gd name="connsiteY29" fmla="*/ 287257 h 1507772"/>
                <a:gd name="connsiteX30" fmla="*/ 1412651 w 2023014"/>
                <a:gd name="connsiteY30" fmla="*/ 289719 h 1507772"/>
                <a:gd name="connsiteX31" fmla="*/ 1445251 w 2023014"/>
                <a:gd name="connsiteY31" fmla="*/ 294716 h 1507772"/>
                <a:gd name="connsiteX32" fmla="*/ 1467781 w 2023014"/>
                <a:gd name="connsiteY32" fmla="*/ 282332 h 1507772"/>
                <a:gd name="connsiteX33" fmla="*/ 1477851 w 2023014"/>
                <a:gd name="connsiteY33" fmla="*/ 289719 h 1507772"/>
                <a:gd name="connsiteX34" fmla="*/ 1521317 w 2023014"/>
                <a:gd name="connsiteY34" fmla="*/ 341932 h 1507772"/>
                <a:gd name="connsiteX35" fmla="*/ 1486544 w 2023014"/>
                <a:gd name="connsiteY35" fmla="*/ 346929 h 1507772"/>
                <a:gd name="connsiteX36" fmla="*/ 1443077 w 2023014"/>
                <a:gd name="connsiteY36" fmla="*/ 356923 h 1507772"/>
                <a:gd name="connsiteX37" fmla="*/ 1401712 w 2023014"/>
                <a:gd name="connsiteY37" fmla="*/ 376838 h 1507772"/>
                <a:gd name="connsiteX38" fmla="*/ 1371286 w 2023014"/>
                <a:gd name="connsiteY38" fmla="*/ 409209 h 1507772"/>
                <a:gd name="connsiteX39" fmla="*/ 1321228 w 2023014"/>
                <a:gd name="connsiteY39" fmla="*/ 426589 h 1507772"/>
                <a:gd name="connsiteX40" fmla="*/ 1266822 w 2023014"/>
                <a:gd name="connsiteY40" fmla="*/ 431586 h 1507772"/>
                <a:gd name="connsiteX41" fmla="*/ 1236613 w 2023014"/>
                <a:gd name="connsiteY41" fmla="*/ 437083 h 1507772"/>
                <a:gd name="connsiteX42" fmla="*/ 1234223 w 2023014"/>
                <a:gd name="connsiteY42" fmla="*/ 441507 h 1507772"/>
                <a:gd name="connsiteX43" fmla="*/ 1242916 w 2023014"/>
                <a:gd name="connsiteY43" fmla="*/ 486334 h 1507772"/>
                <a:gd name="connsiteX44" fmla="*/ 1201551 w 2023014"/>
                <a:gd name="connsiteY44" fmla="*/ 523630 h 1507772"/>
                <a:gd name="connsiteX45" fmla="*/ 1140625 w 2023014"/>
                <a:gd name="connsiteY45" fmla="*/ 553538 h 1507772"/>
                <a:gd name="connsiteX46" fmla="*/ 1064487 w 2023014"/>
                <a:gd name="connsiteY46" fmla="*/ 556001 h 1507772"/>
                <a:gd name="connsiteX47" fmla="*/ 1005735 w 2023014"/>
                <a:gd name="connsiteY47" fmla="*/ 590906 h 1507772"/>
                <a:gd name="connsiteX48" fmla="*/ 979656 w 2023014"/>
                <a:gd name="connsiteY48" fmla="*/ 575916 h 1507772"/>
                <a:gd name="connsiteX49" fmla="*/ 944810 w 2023014"/>
                <a:gd name="connsiteY49" fmla="*/ 565994 h 1507772"/>
                <a:gd name="connsiteX50" fmla="*/ 907864 w 2023014"/>
                <a:gd name="connsiteY50" fmla="*/ 556001 h 1507772"/>
                <a:gd name="connsiteX51" fmla="*/ 846938 w 2023014"/>
                <a:gd name="connsiteY51" fmla="*/ 541082 h 1507772"/>
                <a:gd name="connsiteX52" fmla="*/ 766381 w 2023014"/>
                <a:gd name="connsiteY52" fmla="*/ 538620 h 1507772"/>
                <a:gd name="connsiteX53" fmla="*/ 722915 w 2023014"/>
                <a:gd name="connsiteY53" fmla="*/ 533623 h 1507772"/>
                <a:gd name="connsiteX54" fmla="*/ 703355 w 2023014"/>
                <a:gd name="connsiteY54" fmla="*/ 493793 h 1507772"/>
                <a:gd name="connsiteX55" fmla="*/ 677203 w 2023014"/>
                <a:gd name="connsiteY55" fmla="*/ 461422 h 1507772"/>
                <a:gd name="connsiteX56" fmla="*/ 655470 w 2023014"/>
                <a:gd name="connsiteY56" fmla="*/ 444042 h 1507772"/>
                <a:gd name="connsiteX57" fmla="*/ 630115 w 2023014"/>
                <a:gd name="connsiteY57" fmla="*/ 426517 h 1507772"/>
                <a:gd name="connsiteX58" fmla="*/ 554049 w 2023014"/>
                <a:gd name="connsiteY58" fmla="*/ 405226 h 1507772"/>
                <a:gd name="connsiteX59" fmla="*/ 561655 w 2023014"/>
                <a:gd name="connsiteY59" fmla="*/ 373579 h 1507772"/>
                <a:gd name="connsiteX60" fmla="*/ 563756 w 2023014"/>
                <a:gd name="connsiteY60" fmla="*/ 334835 h 1507772"/>
                <a:gd name="connsiteX61" fmla="*/ 545790 w 2023014"/>
                <a:gd name="connsiteY61" fmla="*/ 305868 h 1507772"/>
                <a:gd name="connsiteX62" fmla="*/ 516813 w 2023014"/>
                <a:gd name="connsiteY62" fmla="*/ 279001 h 1507772"/>
                <a:gd name="connsiteX63" fmla="*/ 486386 w 2023014"/>
                <a:gd name="connsiteY63" fmla="*/ 260028 h 1507772"/>
                <a:gd name="connsiteX64" fmla="*/ 462190 w 2023014"/>
                <a:gd name="connsiteY64" fmla="*/ 224398 h 1507772"/>
                <a:gd name="connsiteX65" fmla="*/ 461103 w 2023014"/>
                <a:gd name="connsiteY65" fmla="*/ 219836 h 1507772"/>
                <a:gd name="connsiteX66" fmla="*/ 448209 w 2023014"/>
                <a:gd name="connsiteY66" fmla="*/ 217446 h 1507772"/>
                <a:gd name="connsiteX67" fmla="*/ 439370 w 2023014"/>
                <a:gd name="connsiteY67" fmla="*/ 211435 h 1507772"/>
                <a:gd name="connsiteX68" fmla="*/ 427634 w 2023014"/>
                <a:gd name="connsiteY68" fmla="*/ 236274 h 1507772"/>
                <a:gd name="connsiteX69" fmla="*/ 413146 w 2023014"/>
                <a:gd name="connsiteY69" fmla="*/ 258000 h 1507772"/>
                <a:gd name="connsiteX70" fmla="*/ 390978 w 2023014"/>
                <a:gd name="connsiteY70" fmla="*/ 286967 h 1507772"/>
                <a:gd name="connsiteX71" fmla="*/ 395831 w 2023014"/>
                <a:gd name="connsiteY71" fmla="*/ 317817 h 1507772"/>
                <a:gd name="connsiteX72" fmla="*/ 364029 w 2023014"/>
                <a:gd name="connsiteY72" fmla="*/ 331287 h 1507772"/>
                <a:gd name="connsiteX73" fmla="*/ 332951 w 2023014"/>
                <a:gd name="connsiteY73" fmla="*/ 328101 h 1507772"/>
                <a:gd name="connsiteX74" fmla="*/ 310131 w 2023014"/>
                <a:gd name="connsiteY74" fmla="*/ 328101 h 1507772"/>
                <a:gd name="connsiteX75" fmla="*/ 289412 w 2023014"/>
                <a:gd name="connsiteY75" fmla="*/ 402402 h 1507772"/>
                <a:gd name="connsiteX76" fmla="*/ 289412 w 2023014"/>
                <a:gd name="connsiteY76" fmla="*/ 420579 h 1507772"/>
                <a:gd name="connsiteX77" fmla="*/ 265216 w 2023014"/>
                <a:gd name="connsiteY77" fmla="*/ 413337 h 1507772"/>
                <a:gd name="connsiteX78" fmla="*/ 233413 w 2023014"/>
                <a:gd name="connsiteY78" fmla="*/ 420579 h 1507772"/>
                <a:gd name="connsiteX79" fmla="*/ 213998 w 2023014"/>
                <a:gd name="connsiteY79" fmla="*/ 435714 h 1507772"/>
                <a:gd name="connsiteX80" fmla="*/ 221242 w 2023014"/>
                <a:gd name="connsiteY80" fmla="*/ 469099 h 1507772"/>
                <a:gd name="connsiteX81" fmla="*/ 234789 w 2023014"/>
                <a:gd name="connsiteY81" fmla="*/ 511970 h 1507772"/>
                <a:gd name="connsiteX82" fmla="*/ 216823 w 2023014"/>
                <a:gd name="connsiteY82" fmla="*/ 540938 h 1507772"/>
                <a:gd name="connsiteX83" fmla="*/ 214578 w 2023014"/>
                <a:gd name="connsiteY83" fmla="*/ 564981 h 1507772"/>
                <a:gd name="connsiteX84" fmla="*/ 184586 w 2023014"/>
                <a:gd name="connsiteY84" fmla="*/ 582144 h 1507772"/>
                <a:gd name="connsiteX85" fmla="*/ 158362 w 2023014"/>
                <a:gd name="connsiteY85" fmla="*/ 599234 h 1507772"/>
                <a:gd name="connsiteX86" fmla="*/ 131412 w 2023014"/>
                <a:gd name="connsiteY86" fmla="*/ 616397 h 1507772"/>
                <a:gd name="connsiteX87" fmla="*/ 100696 w 2023014"/>
                <a:gd name="connsiteY87" fmla="*/ 626608 h 1507772"/>
                <a:gd name="connsiteX88" fmla="*/ 80485 w 2023014"/>
                <a:gd name="connsiteY88" fmla="*/ 642033 h 1507772"/>
                <a:gd name="connsiteX89" fmla="*/ 59476 w 2023014"/>
                <a:gd name="connsiteY89" fmla="*/ 634357 h 1507772"/>
                <a:gd name="connsiteX90" fmla="*/ 39264 w 2023014"/>
                <a:gd name="connsiteY90" fmla="*/ 642033 h 1507772"/>
                <a:gd name="connsiteX91" fmla="*/ 20574 w 2023014"/>
                <a:gd name="connsiteY91" fmla="*/ 655793 h 1507772"/>
                <a:gd name="connsiteX92" fmla="*/ 5577 w 2023014"/>
                <a:gd name="connsiteY92" fmla="*/ 666076 h 1507772"/>
                <a:gd name="connsiteX93" fmla="*/ 0 w 2023014"/>
                <a:gd name="connsiteY93" fmla="*/ 685195 h 1507772"/>
                <a:gd name="connsiteX94" fmla="*/ 0 w 2023014"/>
                <a:gd name="connsiteY94" fmla="*/ 685195 h 1507772"/>
                <a:gd name="connsiteX95" fmla="*/ 5288 w 2023014"/>
                <a:gd name="connsiteY95" fmla="*/ 718724 h 1507772"/>
                <a:gd name="connsiteX96" fmla="*/ 38685 w 2023014"/>
                <a:gd name="connsiteY96" fmla="*/ 743202 h 1507772"/>
                <a:gd name="connsiteX97" fmla="*/ 45349 w 2023014"/>
                <a:gd name="connsiteY97" fmla="*/ 795053 h 1507772"/>
                <a:gd name="connsiteX98" fmla="*/ 44335 w 2023014"/>
                <a:gd name="connsiteY98" fmla="*/ 795053 h 1507772"/>
                <a:gd name="connsiteX99" fmla="*/ 75124 w 2023014"/>
                <a:gd name="connsiteY99" fmla="*/ 823586 h 1507772"/>
                <a:gd name="connsiteX100" fmla="*/ 92366 w 2023014"/>
                <a:gd name="connsiteY100" fmla="*/ 852553 h 1507772"/>
                <a:gd name="connsiteX101" fmla="*/ 118734 w 2023014"/>
                <a:gd name="connsiteY101" fmla="*/ 868557 h 1507772"/>
                <a:gd name="connsiteX102" fmla="*/ 120039 w 2023014"/>
                <a:gd name="connsiteY102" fmla="*/ 864936 h 1507772"/>
                <a:gd name="connsiteX103" fmla="*/ 133368 w 2023014"/>
                <a:gd name="connsiteY103" fmla="*/ 863416 h 1507772"/>
                <a:gd name="connsiteX104" fmla="*/ 140975 w 2023014"/>
                <a:gd name="connsiteY104" fmla="*/ 870658 h 1507772"/>
                <a:gd name="connsiteX105" fmla="*/ 179298 w 2023014"/>
                <a:gd name="connsiteY105" fmla="*/ 845528 h 1507772"/>
                <a:gd name="connsiteX106" fmla="*/ 218200 w 2023014"/>
                <a:gd name="connsiteY106" fmla="*/ 882389 h 1507772"/>
                <a:gd name="connsiteX107" fmla="*/ 184514 w 2023014"/>
                <a:gd name="connsiteY107" fmla="*/ 928664 h 1507772"/>
                <a:gd name="connsiteX108" fmla="*/ 170025 w 2023014"/>
                <a:gd name="connsiteY108" fmla="*/ 930330 h 1507772"/>
                <a:gd name="connsiteX109" fmla="*/ 167924 w 2023014"/>
                <a:gd name="connsiteY109" fmla="*/ 944089 h 1507772"/>
                <a:gd name="connsiteX110" fmla="*/ 186614 w 2023014"/>
                <a:gd name="connsiteY110" fmla="*/ 977692 h 1507772"/>
                <a:gd name="connsiteX111" fmla="*/ 181037 w 2023014"/>
                <a:gd name="connsiteY111" fmla="*/ 994073 h 1507772"/>
                <a:gd name="connsiteX112" fmla="*/ 166620 w 2023014"/>
                <a:gd name="connsiteY112" fmla="*/ 991379 h 1507772"/>
                <a:gd name="connsiteX113" fmla="*/ 158578 w 2023014"/>
                <a:gd name="connsiteY113" fmla="*/ 1008180 h 1507772"/>
                <a:gd name="connsiteX114" fmla="*/ 170604 w 2023014"/>
                <a:gd name="connsiteY114" fmla="*/ 1038668 h 1507772"/>
                <a:gd name="connsiteX115" fmla="*/ 198640 w 2023014"/>
                <a:gd name="connsiteY115" fmla="*/ 1061552 h 1507772"/>
                <a:gd name="connsiteX116" fmla="*/ 218634 w 2023014"/>
                <a:gd name="connsiteY116" fmla="*/ 1081395 h 1507772"/>
                <a:gd name="connsiteX117" fmla="*/ 233123 w 2023014"/>
                <a:gd name="connsiteY117" fmla="*/ 1098196 h 1507772"/>
                <a:gd name="connsiteX118" fmla="*/ 232471 w 2023014"/>
                <a:gd name="connsiteY118" fmla="*/ 1100513 h 1507772"/>
                <a:gd name="connsiteX119" fmla="*/ 253190 w 2023014"/>
                <a:gd name="connsiteY119" fmla="*/ 1093271 h 1507772"/>
                <a:gd name="connsiteX120" fmla="*/ 280139 w 2023014"/>
                <a:gd name="connsiteY120" fmla="*/ 1099209 h 1507772"/>
                <a:gd name="connsiteX121" fmla="*/ 349033 w 2023014"/>
                <a:gd name="connsiteY121" fmla="*/ 1156637 h 1507772"/>
                <a:gd name="connsiteX122" fmla="*/ 414232 w 2023014"/>
                <a:gd name="connsiteY122" fmla="*/ 1186618 h 1507772"/>
                <a:gd name="connsiteX123" fmla="*/ 458423 w 2023014"/>
                <a:gd name="connsiteY123" fmla="*/ 1196033 h 1507772"/>
                <a:gd name="connsiteX124" fmla="*/ 466175 w 2023014"/>
                <a:gd name="connsiteY124" fmla="*/ 1196033 h 1507772"/>
                <a:gd name="connsiteX125" fmla="*/ 477186 w 2023014"/>
                <a:gd name="connsiteY125" fmla="*/ 1186473 h 1507772"/>
                <a:gd name="connsiteX126" fmla="*/ 487835 w 2023014"/>
                <a:gd name="connsiteY126" fmla="*/ 1206316 h 1507772"/>
                <a:gd name="connsiteX127" fmla="*/ 489791 w 2023014"/>
                <a:gd name="connsiteY127" fmla="*/ 1223261 h 1507772"/>
                <a:gd name="connsiteX128" fmla="*/ 497036 w 2023014"/>
                <a:gd name="connsiteY128" fmla="*/ 1206967 h 1507772"/>
                <a:gd name="connsiteX129" fmla="*/ 521014 w 2023014"/>
                <a:gd name="connsiteY129" fmla="*/ 1182997 h 1507772"/>
                <a:gd name="connsiteX130" fmla="*/ 548688 w 2023014"/>
                <a:gd name="connsiteY130" fmla="*/ 1188139 h 1507772"/>
                <a:gd name="connsiteX131" fmla="*/ 587663 w 2023014"/>
                <a:gd name="connsiteY131" fmla="*/ 1200305 h 1507772"/>
                <a:gd name="connsiteX132" fmla="*/ 599543 w 2023014"/>
                <a:gd name="connsiteY132" fmla="*/ 1195670 h 1507772"/>
                <a:gd name="connsiteX133" fmla="*/ 615481 w 2023014"/>
                <a:gd name="connsiteY133" fmla="*/ 1178869 h 1507772"/>
                <a:gd name="connsiteX134" fmla="*/ 628810 w 2023014"/>
                <a:gd name="connsiteY134" fmla="*/ 1163589 h 1507772"/>
                <a:gd name="connsiteX135" fmla="*/ 657788 w 2023014"/>
                <a:gd name="connsiteY135" fmla="*/ 1142298 h 1507772"/>
                <a:gd name="connsiteX136" fmla="*/ 697849 w 2023014"/>
                <a:gd name="connsiteY136" fmla="*/ 1140777 h 1507772"/>
                <a:gd name="connsiteX137" fmla="*/ 715164 w 2023014"/>
                <a:gd name="connsiteY137" fmla="*/ 1137663 h 1507772"/>
                <a:gd name="connsiteX138" fmla="*/ 728493 w 2023014"/>
                <a:gd name="connsiteY138" fmla="*/ 1163589 h 1507772"/>
                <a:gd name="connsiteX139" fmla="*/ 747908 w 2023014"/>
                <a:gd name="connsiteY139" fmla="*/ 1175683 h 1507772"/>
                <a:gd name="connsiteX140" fmla="*/ 753558 w 2023014"/>
                <a:gd name="connsiteY140" fmla="*/ 1171845 h 1507772"/>
                <a:gd name="connsiteX141" fmla="*/ 773625 w 2023014"/>
                <a:gd name="connsiteY141" fmla="*/ 1175922 h 1507772"/>
                <a:gd name="connsiteX142" fmla="*/ 776016 w 2023014"/>
                <a:gd name="connsiteY142" fmla="*/ 1182997 h 1507772"/>
                <a:gd name="connsiteX143" fmla="*/ 783261 w 2023014"/>
                <a:gd name="connsiteY143" fmla="*/ 1204722 h 1507772"/>
                <a:gd name="connsiteX144" fmla="*/ 796735 w 2023014"/>
                <a:gd name="connsiteY144" fmla="*/ 1223551 h 1507772"/>
                <a:gd name="connsiteX145" fmla="*/ 788477 w 2023014"/>
                <a:gd name="connsiteY145" fmla="*/ 1280110 h 1507772"/>
                <a:gd name="connsiteX146" fmla="*/ 760803 w 2023014"/>
                <a:gd name="connsiteY146" fmla="*/ 1334062 h 1507772"/>
                <a:gd name="connsiteX147" fmla="*/ 766743 w 2023014"/>
                <a:gd name="connsiteY147" fmla="*/ 1352890 h 1507772"/>
                <a:gd name="connsiteX148" fmla="*/ 797460 w 2023014"/>
                <a:gd name="connsiteY148" fmla="*/ 1359770 h 1507772"/>
                <a:gd name="connsiteX149" fmla="*/ 807964 w 2023014"/>
                <a:gd name="connsiteY149" fmla="*/ 1391489 h 1507772"/>
                <a:gd name="connsiteX150" fmla="*/ 820714 w 2023014"/>
                <a:gd name="connsiteY150" fmla="*/ 1408652 h 1507772"/>
                <a:gd name="connsiteX151" fmla="*/ 820714 w 2023014"/>
                <a:gd name="connsiteY151" fmla="*/ 1434288 h 1507772"/>
                <a:gd name="connsiteX152" fmla="*/ 839405 w 2023014"/>
                <a:gd name="connsiteY152" fmla="*/ 1444644 h 1507772"/>
                <a:gd name="connsiteX153" fmla="*/ 860413 w 2023014"/>
                <a:gd name="connsiteY153" fmla="*/ 1457462 h 1507772"/>
                <a:gd name="connsiteX154" fmla="*/ 875627 w 2023014"/>
                <a:gd name="connsiteY154" fmla="*/ 1453841 h 1507772"/>
                <a:gd name="connsiteX155" fmla="*/ 892288 w 2023014"/>
                <a:gd name="connsiteY155" fmla="*/ 1472018 h 1507772"/>
                <a:gd name="connsiteX156" fmla="*/ 893592 w 2023014"/>
                <a:gd name="connsiteY156" fmla="*/ 1441530 h 1507772"/>
                <a:gd name="connsiteX157" fmla="*/ 898953 w 2023014"/>
                <a:gd name="connsiteY157" fmla="*/ 1421687 h 1507772"/>
                <a:gd name="connsiteX158" fmla="*/ 921556 w 2023014"/>
                <a:gd name="connsiteY158" fmla="*/ 1412563 h 1507772"/>
                <a:gd name="connsiteX159" fmla="*/ 946911 w 2023014"/>
                <a:gd name="connsiteY159" fmla="*/ 1409521 h 1507772"/>
                <a:gd name="connsiteX160" fmla="*/ 975888 w 2023014"/>
                <a:gd name="connsiteY160" fmla="*/ 1409521 h 1507772"/>
                <a:gd name="connsiteX161" fmla="*/ 998563 w 2023014"/>
                <a:gd name="connsiteY161" fmla="*/ 1404959 h 1507772"/>
                <a:gd name="connsiteX162" fmla="*/ 1025222 w 2023014"/>
                <a:gd name="connsiteY162" fmla="*/ 1385116 h 1507772"/>
                <a:gd name="connsiteX163" fmla="*/ 1053258 w 2023014"/>
                <a:gd name="connsiteY163" fmla="*/ 1401917 h 1507772"/>
                <a:gd name="connsiteX164" fmla="*/ 1062531 w 2023014"/>
                <a:gd name="connsiteY164" fmla="*/ 1424729 h 1507772"/>
                <a:gd name="connsiteX165" fmla="*/ 1095927 w 2023014"/>
                <a:gd name="connsiteY165" fmla="*/ 1453696 h 1507772"/>
                <a:gd name="connsiteX166" fmla="*/ 1102810 w 2023014"/>
                <a:gd name="connsiteY166" fmla="*/ 1459996 h 1507772"/>
                <a:gd name="connsiteX167" fmla="*/ 1123456 w 2023014"/>
                <a:gd name="connsiteY167" fmla="*/ 1453696 h 1507772"/>
                <a:gd name="connsiteX168" fmla="*/ 1141930 w 2023014"/>
                <a:gd name="connsiteY168" fmla="*/ 1454783 h 1507772"/>
                <a:gd name="connsiteX169" fmla="*/ 1161416 w 2023014"/>
                <a:gd name="connsiteY169" fmla="*/ 1454783 h 1507772"/>
                <a:gd name="connsiteX170" fmla="*/ 1170399 w 2023014"/>
                <a:gd name="connsiteY170" fmla="*/ 1470859 h 1507772"/>
                <a:gd name="connsiteX171" fmla="*/ 1177644 w 2023014"/>
                <a:gd name="connsiteY171" fmla="*/ 1504534 h 1507772"/>
                <a:gd name="connsiteX172" fmla="*/ 1186627 w 2023014"/>
                <a:gd name="connsiteY172" fmla="*/ 1487950 h 1507772"/>
                <a:gd name="connsiteX173" fmla="*/ 1234078 w 2023014"/>
                <a:gd name="connsiteY173" fmla="*/ 1455434 h 1507772"/>
                <a:gd name="connsiteX174" fmla="*/ 1300001 w 2023014"/>
                <a:gd name="connsiteY174" fmla="*/ 1411404 h 1507772"/>
                <a:gd name="connsiteX175" fmla="*/ 1332963 w 2023014"/>
                <a:gd name="connsiteY175" fmla="*/ 1412563 h 1507772"/>
                <a:gd name="connsiteX176" fmla="*/ 1343177 w 2023014"/>
                <a:gd name="connsiteY176" fmla="*/ 1407711 h 1507772"/>
                <a:gd name="connsiteX177" fmla="*/ 1349407 w 2023014"/>
                <a:gd name="connsiteY177" fmla="*/ 1401700 h 1507772"/>
                <a:gd name="connsiteX178" fmla="*/ 1369692 w 2023014"/>
                <a:gd name="connsiteY178" fmla="*/ 1389534 h 1507772"/>
                <a:gd name="connsiteX179" fmla="*/ 1384687 w 2023014"/>
                <a:gd name="connsiteY179" fmla="*/ 1375630 h 1507772"/>
                <a:gd name="connsiteX180" fmla="*/ 1451336 w 2023014"/>
                <a:gd name="connsiteY180" fmla="*/ 1346662 h 1507772"/>
                <a:gd name="connsiteX181" fmla="*/ 1452857 w 2023014"/>
                <a:gd name="connsiteY181" fmla="*/ 1340289 h 1507772"/>
                <a:gd name="connsiteX182" fmla="*/ 1466912 w 2023014"/>
                <a:gd name="connsiteY182" fmla="*/ 1331092 h 1507772"/>
                <a:gd name="connsiteX183" fmla="*/ 1479082 w 2023014"/>
                <a:gd name="connsiteY183" fmla="*/ 1274172 h 1507772"/>
                <a:gd name="connsiteX184" fmla="*/ 1544281 w 2023014"/>
                <a:gd name="connsiteY184" fmla="*/ 1209937 h 1507772"/>
                <a:gd name="connsiteX185" fmla="*/ 1544789 w 2023014"/>
                <a:gd name="connsiteY185" fmla="*/ 1209937 h 1507772"/>
                <a:gd name="connsiteX186" fmla="*/ 1546455 w 2023014"/>
                <a:gd name="connsiteY186" fmla="*/ 1202695 h 1507772"/>
                <a:gd name="connsiteX187" fmla="*/ 1568188 w 2023014"/>
                <a:gd name="connsiteY187" fmla="*/ 1179304 h 1507772"/>
                <a:gd name="connsiteX188" fmla="*/ 1575432 w 2023014"/>
                <a:gd name="connsiteY188" fmla="*/ 1147874 h 1507772"/>
                <a:gd name="connsiteX189" fmla="*/ 1580938 w 2023014"/>
                <a:gd name="connsiteY189" fmla="*/ 1133029 h 1507772"/>
                <a:gd name="connsiteX190" fmla="*/ 1595427 w 2023014"/>
                <a:gd name="connsiteY190" fmla="*/ 1109637 h 1507772"/>
                <a:gd name="connsiteX191" fmla="*/ 1581445 w 2023014"/>
                <a:gd name="connsiteY191" fmla="*/ 1105075 h 1507772"/>
                <a:gd name="connsiteX192" fmla="*/ 1561958 w 2023014"/>
                <a:gd name="connsiteY192" fmla="*/ 1097037 h 1507772"/>
                <a:gd name="connsiteX193" fmla="*/ 1550004 w 2023014"/>
                <a:gd name="connsiteY193" fmla="*/ 1089071 h 1507772"/>
                <a:gd name="connsiteX194" fmla="*/ 1585429 w 2023014"/>
                <a:gd name="connsiteY194" fmla="*/ 1069083 h 1507772"/>
                <a:gd name="connsiteX195" fmla="*/ 1565000 w 2023014"/>
                <a:gd name="connsiteY195" fmla="*/ 1047937 h 1507772"/>
                <a:gd name="connsiteX196" fmla="*/ 1535008 w 2023014"/>
                <a:gd name="connsiteY196" fmla="*/ 1022808 h 1507772"/>
                <a:gd name="connsiteX197" fmla="*/ 1553988 w 2023014"/>
                <a:gd name="connsiteY197" fmla="*/ 1021650 h 1507772"/>
                <a:gd name="connsiteX198" fmla="*/ 1583980 w 2023014"/>
                <a:gd name="connsiteY198" fmla="*/ 1028457 h 1507772"/>
                <a:gd name="connsiteX199" fmla="*/ 1555510 w 2023014"/>
                <a:gd name="connsiteY199" fmla="*/ 992248 h 1507772"/>
                <a:gd name="connsiteX200" fmla="*/ 1549497 w 2023014"/>
                <a:gd name="connsiteY200" fmla="*/ 968784 h 1507772"/>
                <a:gd name="connsiteX201" fmla="*/ 1527764 w 2023014"/>
                <a:gd name="connsiteY201" fmla="*/ 922002 h 1507772"/>
                <a:gd name="connsiteX202" fmla="*/ 1497844 w 2023014"/>
                <a:gd name="connsiteY202" fmla="*/ 897959 h 1507772"/>
                <a:gd name="connsiteX203" fmla="*/ 1513855 w 2023014"/>
                <a:gd name="connsiteY203" fmla="*/ 861750 h 1507772"/>
                <a:gd name="connsiteX204" fmla="*/ 1529792 w 2023014"/>
                <a:gd name="connsiteY204" fmla="*/ 841183 h 1507772"/>
                <a:gd name="connsiteX205" fmla="*/ 1548266 w 2023014"/>
                <a:gd name="connsiteY205" fmla="*/ 826338 h 1507772"/>
                <a:gd name="connsiteX206" fmla="*/ 1568767 w 2023014"/>
                <a:gd name="connsiteY206" fmla="*/ 814389 h 1507772"/>
                <a:gd name="connsiteX207" fmla="*/ 1607162 w 2023014"/>
                <a:gd name="connsiteY207" fmla="*/ 801209 h 1507772"/>
                <a:gd name="connsiteX208" fmla="*/ 1587747 w 2023014"/>
                <a:gd name="connsiteY208" fmla="*/ 776659 h 1507772"/>
                <a:gd name="connsiteX209" fmla="*/ 1554786 w 2023014"/>
                <a:gd name="connsiteY209" fmla="*/ 761234 h 1507772"/>
                <a:gd name="connsiteX210" fmla="*/ 1509798 w 2023014"/>
                <a:gd name="connsiteY210" fmla="*/ 794981 h 1507772"/>
                <a:gd name="connsiteX211" fmla="*/ 1488861 w 2023014"/>
                <a:gd name="connsiteY211" fmla="*/ 764131 h 1507772"/>
                <a:gd name="connsiteX212" fmla="*/ 1453871 w 2023014"/>
                <a:gd name="connsiteY212" fmla="*/ 750371 h 1507772"/>
                <a:gd name="connsiteX213" fmla="*/ 1453437 w 2023014"/>
                <a:gd name="connsiteY213" fmla="*/ 702430 h 1507772"/>
                <a:gd name="connsiteX214" fmla="*/ 1495382 w 2023014"/>
                <a:gd name="connsiteY214" fmla="*/ 687946 h 1507772"/>
                <a:gd name="connsiteX215" fmla="*/ 1534791 w 2023014"/>
                <a:gd name="connsiteY215" fmla="*/ 656517 h 1507772"/>
                <a:gd name="connsiteX216" fmla="*/ 1592239 w 2023014"/>
                <a:gd name="connsiteY216" fmla="*/ 630809 h 1507772"/>
                <a:gd name="connsiteX217" fmla="*/ 1569275 w 2023014"/>
                <a:gd name="connsiteY217" fmla="*/ 683312 h 1507772"/>
                <a:gd name="connsiteX218" fmla="*/ 1564276 w 2023014"/>
                <a:gd name="connsiteY218" fmla="*/ 713003 h 1507772"/>
                <a:gd name="connsiteX219" fmla="*/ 1587747 w 2023014"/>
                <a:gd name="connsiteY219" fmla="*/ 712496 h 1507772"/>
                <a:gd name="connsiteX220" fmla="*/ 1650121 w 2023014"/>
                <a:gd name="connsiteY220" fmla="*/ 672521 h 1507772"/>
                <a:gd name="connsiteX221" fmla="*/ 1675260 w 2023014"/>
                <a:gd name="connsiteY221" fmla="*/ 658270 h 1507772"/>
                <a:gd name="connsiteX222" fmla="*/ 1675984 w 2023014"/>
                <a:gd name="connsiteY222" fmla="*/ 653186 h 1507772"/>
                <a:gd name="connsiteX223" fmla="*/ 1739082 w 2023014"/>
                <a:gd name="connsiteY223" fmla="*/ 613356 h 1507772"/>
                <a:gd name="connsiteX224" fmla="*/ 1760815 w 2023014"/>
                <a:gd name="connsiteY224" fmla="*/ 585982 h 1507772"/>
                <a:gd name="connsiteX225" fmla="*/ 1782548 w 2023014"/>
                <a:gd name="connsiteY225" fmla="*/ 595903 h 1507772"/>
                <a:gd name="connsiteX226" fmla="*/ 1804281 w 2023014"/>
                <a:gd name="connsiteY226" fmla="*/ 588661 h 1507772"/>
                <a:gd name="connsiteX227" fmla="*/ 1817322 w 2023014"/>
                <a:gd name="connsiteY227" fmla="*/ 573743 h 1507772"/>
                <a:gd name="connsiteX228" fmla="*/ 1841300 w 2023014"/>
                <a:gd name="connsiteY228" fmla="*/ 553828 h 1507772"/>
                <a:gd name="connsiteX229" fmla="*/ 1860788 w 2023014"/>
                <a:gd name="connsiteY229" fmla="*/ 523919 h 1507772"/>
                <a:gd name="connsiteX230" fmla="*/ 1889113 w 2023014"/>
                <a:gd name="connsiteY230" fmla="*/ 536375 h 1507772"/>
                <a:gd name="connsiteX231" fmla="*/ 1898386 w 2023014"/>
                <a:gd name="connsiteY231" fmla="*/ 537969 h 1507772"/>
                <a:gd name="connsiteX232" fmla="*/ 1906644 w 2023014"/>
                <a:gd name="connsiteY232" fmla="*/ 530727 h 1507772"/>
                <a:gd name="connsiteX233" fmla="*/ 1904254 w 2023014"/>
                <a:gd name="connsiteY233" fmla="*/ 493793 h 1507772"/>
                <a:gd name="connsiteX234" fmla="*/ 1902225 w 2023014"/>
                <a:gd name="connsiteY234" fmla="*/ 461785 h 1507772"/>
                <a:gd name="connsiteX235" fmla="*/ 1907224 w 2023014"/>
                <a:gd name="connsiteY235" fmla="*/ 434410 h 1507772"/>
                <a:gd name="connsiteX236" fmla="*/ 1935188 w 2023014"/>
                <a:gd name="connsiteY236" fmla="*/ 419492 h 1507772"/>
                <a:gd name="connsiteX237" fmla="*/ 1965106 w 2023014"/>
                <a:gd name="connsiteY237" fmla="*/ 419492 h 1507772"/>
                <a:gd name="connsiteX238" fmla="*/ 1981117 w 2023014"/>
                <a:gd name="connsiteY238" fmla="*/ 394363 h 1507772"/>
                <a:gd name="connsiteX239" fmla="*/ 2001111 w 2023014"/>
                <a:gd name="connsiteY239" fmla="*/ 364672 h 1507772"/>
                <a:gd name="connsiteX240" fmla="*/ 2019077 w 2023014"/>
                <a:gd name="connsiteY240" fmla="*/ 315572 h 1507772"/>
                <a:gd name="connsiteX241" fmla="*/ 2017773 w 2023014"/>
                <a:gd name="connsiteY241" fmla="*/ 283419 h 1507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</a:cxnLst>
              <a:rect l="l" t="t" r="r" b="b"/>
              <a:pathLst>
                <a:path w="2023014" h="1507772">
                  <a:moveTo>
                    <a:pt x="2017773" y="283419"/>
                  </a:moveTo>
                  <a:cubicBezTo>
                    <a:pt x="2018860" y="262852"/>
                    <a:pt x="1997778" y="269732"/>
                    <a:pt x="1990824" y="275453"/>
                  </a:cubicBezTo>
                  <a:cubicBezTo>
                    <a:pt x="1983870" y="281174"/>
                    <a:pt x="1963875" y="275453"/>
                    <a:pt x="1957862" y="289140"/>
                  </a:cubicBezTo>
                  <a:cubicBezTo>
                    <a:pt x="1951849" y="302827"/>
                    <a:pt x="1941924" y="294861"/>
                    <a:pt x="1927943" y="297178"/>
                  </a:cubicBezTo>
                  <a:cubicBezTo>
                    <a:pt x="1913961" y="299496"/>
                    <a:pt x="1893967" y="292543"/>
                    <a:pt x="1894981" y="282260"/>
                  </a:cubicBezTo>
                  <a:cubicBezTo>
                    <a:pt x="1895995" y="271977"/>
                    <a:pt x="1886940" y="261766"/>
                    <a:pt x="1887737" y="249165"/>
                  </a:cubicBezTo>
                  <a:cubicBezTo>
                    <a:pt x="1888533" y="236564"/>
                    <a:pt x="1873755" y="242285"/>
                    <a:pt x="1863757" y="230916"/>
                  </a:cubicBezTo>
                  <a:cubicBezTo>
                    <a:pt x="1853760" y="219546"/>
                    <a:pt x="1833838" y="211435"/>
                    <a:pt x="1829854" y="213752"/>
                  </a:cubicBezTo>
                  <a:cubicBezTo>
                    <a:pt x="1825869" y="216070"/>
                    <a:pt x="1813844" y="201224"/>
                    <a:pt x="1796820" y="200065"/>
                  </a:cubicBezTo>
                  <a:cubicBezTo>
                    <a:pt x="1779795" y="198907"/>
                    <a:pt x="1781897" y="186306"/>
                    <a:pt x="1783925" y="178340"/>
                  </a:cubicBezTo>
                  <a:cubicBezTo>
                    <a:pt x="1785953" y="170374"/>
                    <a:pt x="1769871" y="145172"/>
                    <a:pt x="1766900" y="131485"/>
                  </a:cubicBezTo>
                  <a:cubicBezTo>
                    <a:pt x="1763931" y="117798"/>
                    <a:pt x="1751905" y="115481"/>
                    <a:pt x="1746906" y="85789"/>
                  </a:cubicBezTo>
                  <a:cubicBezTo>
                    <a:pt x="1741908" y="56098"/>
                    <a:pt x="1727926" y="64064"/>
                    <a:pt x="1730968" y="50377"/>
                  </a:cubicBezTo>
                  <a:cubicBezTo>
                    <a:pt x="1734011" y="36690"/>
                    <a:pt x="1714017" y="29810"/>
                    <a:pt x="1709235" y="21844"/>
                  </a:cubicBezTo>
                  <a:cubicBezTo>
                    <a:pt x="1704454" y="13878"/>
                    <a:pt x="1683228" y="17209"/>
                    <a:pt x="1668232" y="8085"/>
                  </a:cubicBezTo>
                  <a:cubicBezTo>
                    <a:pt x="1653237" y="-1040"/>
                    <a:pt x="1644254" y="5840"/>
                    <a:pt x="1630272" y="1277"/>
                  </a:cubicBezTo>
                  <a:cubicBezTo>
                    <a:pt x="1616290" y="-3285"/>
                    <a:pt x="1584343" y="5840"/>
                    <a:pt x="1580358" y="5840"/>
                  </a:cubicBezTo>
                  <a:cubicBezTo>
                    <a:pt x="1576374" y="5840"/>
                    <a:pt x="1551380" y="119"/>
                    <a:pt x="1537472" y="21844"/>
                  </a:cubicBezTo>
                  <a:cubicBezTo>
                    <a:pt x="1523562" y="43570"/>
                    <a:pt x="1534429" y="42411"/>
                    <a:pt x="1540441" y="42411"/>
                  </a:cubicBezTo>
                  <a:cubicBezTo>
                    <a:pt x="1546455" y="42411"/>
                    <a:pt x="1549425" y="62978"/>
                    <a:pt x="1550439" y="69785"/>
                  </a:cubicBezTo>
                  <a:cubicBezTo>
                    <a:pt x="1551453" y="76592"/>
                    <a:pt x="1540441" y="86948"/>
                    <a:pt x="1535443" y="89193"/>
                  </a:cubicBezTo>
                  <a:cubicBezTo>
                    <a:pt x="1530444" y="91438"/>
                    <a:pt x="1516463" y="116640"/>
                    <a:pt x="1514434" y="125764"/>
                  </a:cubicBezTo>
                  <a:cubicBezTo>
                    <a:pt x="1512406" y="134889"/>
                    <a:pt x="1496468" y="157773"/>
                    <a:pt x="1498497" y="165739"/>
                  </a:cubicBezTo>
                  <a:cubicBezTo>
                    <a:pt x="1500526" y="173705"/>
                    <a:pt x="1490528" y="181744"/>
                    <a:pt x="1483501" y="182902"/>
                  </a:cubicBezTo>
                  <a:cubicBezTo>
                    <a:pt x="1476474" y="184061"/>
                    <a:pt x="1457566" y="200065"/>
                    <a:pt x="1451554" y="202310"/>
                  </a:cubicBezTo>
                  <a:cubicBezTo>
                    <a:pt x="1445540" y="204555"/>
                    <a:pt x="1421562" y="200065"/>
                    <a:pt x="1418591" y="192027"/>
                  </a:cubicBezTo>
                  <a:cubicBezTo>
                    <a:pt x="1416998" y="189080"/>
                    <a:pt x="1414463" y="186791"/>
                    <a:pt x="1411347" y="185582"/>
                  </a:cubicBezTo>
                  <a:lnTo>
                    <a:pt x="1384326" y="247427"/>
                  </a:lnTo>
                  <a:lnTo>
                    <a:pt x="1382152" y="267342"/>
                  </a:lnTo>
                  <a:cubicBezTo>
                    <a:pt x="1382152" y="267342"/>
                    <a:pt x="1364765" y="272339"/>
                    <a:pt x="1377806" y="287257"/>
                  </a:cubicBezTo>
                  <a:cubicBezTo>
                    <a:pt x="1390846" y="302175"/>
                    <a:pt x="1393019" y="289719"/>
                    <a:pt x="1412651" y="289719"/>
                  </a:cubicBezTo>
                  <a:cubicBezTo>
                    <a:pt x="1432283" y="289719"/>
                    <a:pt x="1440904" y="307099"/>
                    <a:pt x="1445251" y="294716"/>
                  </a:cubicBezTo>
                  <a:cubicBezTo>
                    <a:pt x="1448076" y="285077"/>
                    <a:pt x="1458145" y="279530"/>
                    <a:pt x="1467781" y="282332"/>
                  </a:cubicBezTo>
                  <a:cubicBezTo>
                    <a:pt x="1471910" y="283527"/>
                    <a:pt x="1475460" y="286149"/>
                    <a:pt x="1477851" y="289719"/>
                  </a:cubicBezTo>
                  <a:cubicBezTo>
                    <a:pt x="1488789" y="304637"/>
                    <a:pt x="1523562" y="329549"/>
                    <a:pt x="1521317" y="341932"/>
                  </a:cubicBezTo>
                  <a:cubicBezTo>
                    <a:pt x="1519071" y="354316"/>
                    <a:pt x="1499584" y="351926"/>
                    <a:pt x="1486544" y="346929"/>
                  </a:cubicBezTo>
                  <a:cubicBezTo>
                    <a:pt x="1473503" y="341932"/>
                    <a:pt x="1456045" y="356923"/>
                    <a:pt x="1443077" y="356923"/>
                  </a:cubicBezTo>
                  <a:cubicBezTo>
                    <a:pt x="1426995" y="357126"/>
                    <a:pt x="1411854" y="364418"/>
                    <a:pt x="1401712" y="376838"/>
                  </a:cubicBezTo>
                  <a:cubicBezTo>
                    <a:pt x="1388672" y="391756"/>
                    <a:pt x="1390846" y="406674"/>
                    <a:pt x="1371286" y="409209"/>
                  </a:cubicBezTo>
                  <a:cubicBezTo>
                    <a:pt x="1351726" y="411744"/>
                    <a:pt x="1342961" y="409209"/>
                    <a:pt x="1321228" y="426589"/>
                  </a:cubicBezTo>
                  <a:cubicBezTo>
                    <a:pt x="1305797" y="439074"/>
                    <a:pt x="1284281" y="441044"/>
                    <a:pt x="1266822" y="431586"/>
                  </a:cubicBezTo>
                  <a:cubicBezTo>
                    <a:pt x="1256969" y="424757"/>
                    <a:pt x="1243422" y="427219"/>
                    <a:pt x="1236613" y="437083"/>
                  </a:cubicBezTo>
                  <a:cubicBezTo>
                    <a:pt x="1235599" y="438459"/>
                    <a:pt x="1234802" y="439943"/>
                    <a:pt x="1234223" y="441507"/>
                  </a:cubicBezTo>
                  <a:cubicBezTo>
                    <a:pt x="1225529" y="458960"/>
                    <a:pt x="1245089" y="466419"/>
                    <a:pt x="1242916" y="486334"/>
                  </a:cubicBezTo>
                  <a:cubicBezTo>
                    <a:pt x="1240742" y="506249"/>
                    <a:pt x="1219009" y="501325"/>
                    <a:pt x="1201551" y="523630"/>
                  </a:cubicBezTo>
                  <a:cubicBezTo>
                    <a:pt x="1184091" y="545935"/>
                    <a:pt x="1155838" y="556001"/>
                    <a:pt x="1140625" y="553538"/>
                  </a:cubicBezTo>
                  <a:cubicBezTo>
                    <a:pt x="1125412" y="551076"/>
                    <a:pt x="1092740" y="541082"/>
                    <a:pt x="1064487" y="556001"/>
                  </a:cubicBezTo>
                  <a:cubicBezTo>
                    <a:pt x="1036234" y="570919"/>
                    <a:pt x="1016602" y="593368"/>
                    <a:pt x="1005735" y="590906"/>
                  </a:cubicBezTo>
                  <a:cubicBezTo>
                    <a:pt x="994869" y="588444"/>
                    <a:pt x="994869" y="573453"/>
                    <a:pt x="979656" y="575916"/>
                  </a:cubicBezTo>
                  <a:cubicBezTo>
                    <a:pt x="964443" y="578378"/>
                    <a:pt x="955749" y="573453"/>
                    <a:pt x="944810" y="565994"/>
                  </a:cubicBezTo>
                  <a:cubicBezTo>
                    <a:pt x="933871" y="558535"/>
                    <a:pt x="925250" y="570919"/>
                    <a:pt x="907864" y="556001"/>
                  </a:cubicBezTo>
                  <a:cubicBezTo>
                    <a:pt x="890477" y="541082"/>
                    <a:pt x="859978" y="543617"/>
                    <a:pt x="846938" y="541082"/>
                  </a:cubicBezTo>
                  <a:cubicBezTo>
                    <a:pt x="833899" y="538548"/>
                    <a:pt x="783840" y="541082"/>
                    <a:pt x="766381" y="538620"/>
                  </a:cubicBezTo>
                  <a:cubicBezTo>
                    <a:pt x="748923" y="536158"/>
                    <a:pt x="725088" y="543617"/>
                    <a:pt x="722915" y="533623"/>
                  </a:cubicBezTo>
                  <a:cubicBezTo>
                    <a:pt x="720742" y="523630"/>
                    <a:pt x="707702" y="516171"/>
                    <a:pt x="703355" y="493793"/>
                  </a:cubicBezTo>
                  <a:cubicBezTo>
                    <a:pt x="699009" y="471416"/>
                    <a:pt x="688070" y="463957"/>
                    <a:pt x="677203" y="461422"/>
                  </a:cubicBezTo>
                  <a:cubicBezTo>
                    <a:pt x="666337" y="458888"/>
                    <a:pt x="665032" y="445853"/>
                    <a:pt x="655470" y="444042"/>
                  </a:cubicBezTo>
                  <a:cubicBezTo>
                    <a:pt x="650834" y="443173"/>
                    <a:pt x="645328" y="426517"/>
                    <a:pt x="630115" y="426517"/>
                  </a:cubicBezTo>
                  <a:cubicBezTo>
                    <a:pt x="614902" y="426517"/>
                    <a:pt x="561655" y="419275"/>
                    <a:pt x="554049" y="405226"/>
                  </a:cubicBezTo>
                  <a:cubicBezTo>
                    <a:pt x="546442" y="391177"/>
                    <a:pt x="561655" y="387773"/>
                    <a:pt x="561655" y="373579"/>
                  </a:cubicBezTo>
                  <a:cubicBezTo>
                    <a:pt x="561655" y="359385"/>
                    <a:pt x="569986" y="340339"/>
                    <a:pt x="563756" y="334835"/>
                  </a:cubicBezTo>
                  <a:cubicBezTo>
                    <a:pt x="554918" y="327239"/>
                    <a:pt x="548688" y="317129"/>
                    <a:pt x="545790" y="305868"/>
                  </a:cubicBezTo>
                  <a:cubicBezTo>
                    <a:pt x="544413" y="294788"/>
                    <a:pt x="527824" y="279798"/>
                    <a:pt x="516813" y="279001"/>
                  </a:cubicBezTo>
                  <a:cubicBezTo>
                    <a:pt x="505801" y="278205"/>
                    <a:pt x="496818" y="270311"/>
                    <a:pt x="486386" y="260028"/>
                  </a:cubicBezTo>
                  <a:cubicBezTo>
                    <a:pt x="475955" y="249744"/>
                    <a:pt x="466392" y="250468"/>
                    <a:pt x="462190" y="224398"/>
                  </a:cubicBezTo>
                  <a:cubicBezTo>
                    <a:pt x="462190" y="222732"/>
                    <a:pt x="461466" y="221356"/>
                    <a:pt x="461103" y="219836"/>
                  </a:cubicBezTo>
                  <a:cubicBezTo>
                    <a:pt x="456974" y="219329"/>
                    <a:pt x="451614" y="217446"/>
                    <a:pt x="448209" y="217446"/>
                  </a:cubicBezTo>
                  <a:cubicBezTo>
                    <a:pt x="444587" y="216685"/>
                    <a:pt x="441399" y="214527"/>
                    <a:pt x="439370" y="211435"/>
                  </a:cubicBezTo>
                  <a:cubicBezTo>
                    <a:pt x="436617" y="222298"/>
                    <a:pt x="427634" y="227729"/>
                    <a:pt x="427634" y="236274"/>
                  </a:cubicBezTo>
                  <a:cubicBezTo>
                    <a:pt x="427634" y="244820"/>
                    <a:pt x="424230" y="258000"/>
                    <a:pt x="413146" y="258000"/>
                  </a:cubicBezTo>
                  <a:cubicBezTo>
                    <a:pt x="402062" y="258000"/>
                    <a:pt x="391412" y="267487"/>
                    <a:pt x="390978" y="286967"/>
                  </a:cubicBezTo>
                  <a:cubicBezTo>
                    <a:pt x="390543" y="306448"/>
                    <a:pt x="400685" y="309127"/>
                    <a:pt x="395831" y="317817"/>
                  </a:cubicBezTo>
                  <a:cubicBezTo>
                    <a:pt x="390978" y="326507"/>
                    <a:pt x="370984" y="335198"/>
                    <a:pt x="364029" y="331287"/>
                  </a:cubicBezTo>
                  <a:cubicBezTo>
                    <a:pt x="357074" y="327376"/>
                    <a:pt x="344035" y="329694"/>
                    <a:pt x="332951" y="328101"/>
                  </a:cubicBezTo>
                  <a:cubicBezTo>
                    <a:pt x="321867" y="326507"/>
                    <a:pt x="313608" y="310720"/>
                    <a:pt x="310131" y="328101"/>
                  </a:cubicBezTo>
                  <a:cubicBezTo>
                    <a:pt x="306654" y="345481"/>
                    <a:pt x="283834" y="396898"/>
                    <a:pt x="289412" y="402402"/>
                  </a:cubicBezTo>
                  <a:cubicBezTo>
                    <a:pt x="294990" y="407906"/>
                    <a:pt x="299047" y="420579"/>
                    <a:pt x="289412" y="420579"/>
                  </a:cubicBezTo>
                  <a:cubicBezTo>
                    <a:pt x="279777" y="420579"/>
                    <a:pt x="270069" y="419058"/>
                    <a:pt x="265216" y="413337"/>
                  </a:cubicBezTo>
                  <a:cubicBezTo>
                    <a:pt x="260362" y="407616"/>
                    <a:pt x="244497" y="421085"/>
                    <a:pt x="233413" y="420579"/>
                  </a:cubicBezTo>
                  <a:cubicBezTo>
                    <a:pt x="228269" y="420579"/>
                    <a:pt x="206536" y="431441"/>
                    <a:pt x="213998" y="435714"/>
                  </a:cubicBezTo>
                  <a:cubicBezTo>
                    <a:pt x="221460" y="439987"/>
                    <a:pt x="221242" y="460553"/>
                    <a:pt x="221242" y="469099"/>
                  </a:cubicBezTo>
                  <a:cubicBezTo>
                    <a:pt x="221242" y="477644"/>
                    <a:pt x="237760" y="503425"/>
                    <a:pt x="234789" y="511970"/>
                  </a:cubicBezTo>
                  <a:cubicBezTo>
                    <a:pt x="231820" y="520516"/>
                    <a:pt x="216823" y="530002"/>
                    <a:pt x="216823" y="540938"/>
                  </a:cubicBezTo>
                  <a:cubicBezTo>
                    <a:pt x="216823" y="551873"/>
                    <a:pt x="219794" y="562663"/>
                    <a:pt x="214578" y="564981"/>
                  </a:cubicBezTo>
                  <a:cubicBezTo>
                    <a:pt x="204001" y="569680"/>
                    <a:pt x="194003" y="575430"/>
                    <a:pt x="184586" y="582144"/>
                  </a:cubicBezTo>
                  <a:cubicBezTo>
                    <a:pt x="176328" y="588951"/>
                    <a:pt x="162853" y="588951"/>
                    <a:pt x="158362" y="599234"/>
                  </a:cubicBezTo>
                  <a:cubicBezTo>
                    <a:pt x="153870" y="609518"/>
                    <a:pt x="147133" y="618353"/>
                    <a:pt x="131412" y="616397"/>
                  </a:cubicBezTo>
                  <a:cubicBezTo>
                    <a:pt x="117938" y="614659"/>
                    <a:pt x="111201" y="612052"/>
                    <a:pt x="100696" y="626608"/>
                  </a:cubicBezTo>
                  <a:cubicBezTo>
                    <a:pt x="90192" y="641164"/>
                    <a:pt x="87946" y="635226"/>
                    <a:pt x="80485" y="642033"/>
                  </a:cubicBezTo>
                  <a:cubicBezTo>
                    <a:pt x="73023" y="648841"/>
                    <a:pt x="65488" y="636964"/>
                    <a:pt x="59476" y="634357"/>
                  </a:cubicBezTo>
                  <a:cubicBezTo>
                    <a:pt x="53463" y="631750"/>
                    <a:pt x="44987" y="642033"/>
                    <a:pt x="39264" y="642033"/>
                  </a:cubicBezTo>
                  <a:cubicBezTo>
                    <a:pt x="33541" y="642033"/>
                    <a:pt x="28036" y="653186"/>
                    <a:pt x="20574" y="655793"/>
                  </a:cubicBezTo>
                  <a:cubicBezTo>
                    <a:pt x="13112" y="658400"/>
                    <a:pt x="5577" y="655793"/>
                    <a:pt x="5577" y="666076"/>
                  </a:cubicBezTo>
                  <a:cubicBezTo>
                    <a:pt x="5795" y="672876"/>
                    <a:pt x="3839" y="679568"/>
                    <a:pt x="0" y="685195"/>
                  </a:cubicBezTo>
                  <a:lnTo>
                    <a:pt x="0" y="685195"/>
                  </a:lnTo>
                  <a:lnTo>
                    <a:pt x="5288" y="718724"/>
                  </a:lnTo>
                  <a:cubicBezTo>
                    <a:pt x="5288" y="718724"/>
                    <a:pt x="37380" y="730963"/>
                    <a:pt x="38685" y="743202"/>
                  </a:cubicBezTo>
                  <a:cubicBezTo>
                    <a:pt x="39988" y="755440"/>
                    <a:pt x="45349" y="795053"/>
                    <a:pt x="45349" y="795053"/>
                  </a:cubicBezTo>
                  <a:lnTo>
                    <a:pt x="44335" y="795053"/>
                  </a:lnTo>
                  <a:cubicBezTo>
                    <a:pt x="57375" y="806640"/>
                    <a:pt x="75124" y="819096"/>
                    <a:pt x="75124" y="823586"/>
                  </a:cubicBezTo>
                  <a:cubicBezTo>
                    <a:pt x="75124" y="835672"/>
                    <a:pt x="81716" y="846788"/>
                    <a:pt x="92366" y="852553"/>
                  </a:cubicBezTo>
                  <a:cubicBezTo>
                    <a:pt x="101493" y="857260"/>
                    <a:pt x="110332" y="862612"/>
                    <a:pt x="118734" y="868557"/>
                  </a:cubicBezTo>
                  <a:lnTo>
                    <a:pt x="120039" y="864936"/>
                  </a:lnTo>
                  <a:lnTo>
                    <a:pt x="133368" y="863416"/>
                  </a:lnTo>
                  <a:cubicBezTo>
                    <a:pt x="136194" y="865523"/>
                    <a:pt x="138729" y="867956"/>
                    <a:pt x="140975" y="870658"/>
                  </a:cubicBezTo>
                  <a:cubicBezTo>
                    <a:pt x="144235" y="858346"/>
                    <a:pt x="167272" y="844732"/>
                    <a:pt x="179298" y="845528"/>
                  </a:cubicBezTo>
                  <a:cubicBezTo>
                    <a:pt x="191323" y="846325"/>
                    <a:pt x="221170" y="872975"/>
                    <a:pt x="218200" y="882389"/>
                  </a:cubicBezTo>
                  <a:cubicBezTo>
                    <a:pt x="215230" y="891804"/>
                    <a:pt x="194221" y="925840"/>
                    <a:pt x="184514" y="928664"/>
                  </a:cubicBezTo>
                  <a:cubicBezTo>
                    <a:pt x="179732" y="929707"/>
                    <a:pt x="174878" y="930265"/>
                    <a:pt x="170025" y="930330"/>
                  </a:cubicBezTo>
                  <a:cubicBezTo>
                    <a:pt x="169156" y="935979"/>
                    <a:pt x="167924" y="941193"/>
                    <a:pt x="167924" y="944089"/>
                  </a:cubicBezTo>
                  <a:cubicBezTo>
                    <a:pt x="167924" y="951766"/>
                    <a:pt x="179950" y="963932"/>
                    <a:pt x="186614" y="977692"/>
                  </a:cubicBezTo>
                  <a:cubicBezTo>
                    <a:pt x="189585" y="983760"/>
                    <a:pt x="187122" y="991089"/>
                    <a:pt x="181037" y="994073"/>
                  </a:cubicBezTo>
                  <a:cubicBezTo>
                    <a:pt x="176183" y="996462"/>
                    <a:pt x="170314" y="995369"/>
                    <a:pt x="166620" y="991379"/>
                  </a:cubicBezTo>
                  <a:cubicBezTo>
                    <a:pt x="157275" y="982254"/>
                    <a:pt x="153290" y="1000504"/>
                    <a:pt x="158578" y="1008180"/>
                  </a:cubicBezTo>
                  <a:cubicBezTo>
                    <a:pt x="163868" y="1015856"/>
                    <a:pt x="161259" y="1037147"/>
                    <a:pt x="170604" y="1038668"/>
                  </a:cubicBezTo>
                  <a:cubicBezTo>
                    <a:pt x="179950" y="1040189"/>
                    <a:pt x="187918" y="1061552"/>
                    <a:pt x="198640" y="1061552"/>
                  </a:cubicBezTo>
                  <a:cubicBezTo>
                    <a:pt x="209361" y="1061552"/>
                    <a:pt x="218634" y="1081395"/>
                    <a:pt x="218634" y="1081395"/>
                  </a:cubicBezTo>
                  <a:cubicBezTo>
                    <a:pt x="218634" y="1081395"/>
                    <a:pt x="233123" y="1092112"/>
                    <a:pt x="233123" y="1098196"/>
                  </a:cubicBezTo>
                  <a:cubicBezTo>
                    <a:pt x="233123" y="1099014"/>
                    <a:pt x="232906" y="1099803"/>
                    <a:pt x="232471" y="1100513"/>
                  </a:cubicBezTo>
                  <a:cubicBezTo>
                    <a:pt x="244135" y="1099137"/>
                    <a:pt x="251813" y="1098703"/>
                    <a:pt x="253190" y="1093271"/>
                  </a:cubicBezTo>
                  <a:cubicBezTo>
                    <a:pt x="254566" y="1087840"/>
                    <a:pt x="269708" y="1087260"/>
                    <a:pt x="280139" y="1099209"/>
                  </a:cubicBezTo>
                  <a:cubicBezTo>
                    <a:pt x="290571" y="1111158"/>
                    <a:pt x="333385" y="1142081"/>
                    <a:pt x="349033" y="1156637"/>
                  </a:cubicBezTo>
                  <a:cubicBezTo>
                    <a:pt x="364681" y="1171193"/>
                    <a:pt x="401482" y="1187487"/>
                    <a:pt x="414232" y="1186618"/>
                  </a:cubicBezTo>
                  <a:cubicBezTo>
                    <a:pt x="426983" y="1185749"/>
                    <a:pt x="438936" y="1196902"/>
                    <a:pt x="458423" y="1196033"/>
                  </a:cubicBezTo>
                  <a:cubicBezTo>
                    <a:pt x="461031" y="1195880"/>
                    <a:pt x="463567" y="1195880"/>
                    <a:pt x="466175" y="1196033"/>
                  </a:cubicBezTo>
                  <a:cubicBezTo>
                    <a:pt x="468928" y="1192701"/>
                    <a:pt x="473419" y="1192629"/>
                    <a:pt x="477186" y="1186473"/>
                  </a:cubicBezTo>
                  <a:cubicBezTo>
                    <a:pt x="482547" y="1177349"/>
                    <a:pt x="490516" y="1194150"/>
                    <a:pt x="487835" y="1206316"/>
                  </a:cubicBezTo>
                  <a:cubicBezTo>
                    <a:pt x="486821" y="1212037"/>
                    <a:pt x="487473" y="1217924"/>
                    <a:pt x="489791" y="1223261"/>
                  </a:cubicBezTo>
                  <a:cubicBezTo>
                    <a:pt x="492689" y="1218069"/>
                    <a:pt x="495152" y="1212616"/>
                    <a:pt x="497036" y="1206967"/>
                  </a:cubicBezTo>
                  <a:cubicBezTo>
                    <a:pt x="503773" y="1188139"/>
                    <a:pt x="514205" y="1189008"/>
                    <a:pt x="521014" y="1182997"/>
                  </a:cubicBezTo>
                  <a:cubicBezTo>
                    <a:pt x="527824" y="1176987"/>
                    <a:pt x="534489" y="1179594"/>
                    <a:pt x="548688" y="1188139"/>
                  </a:cubicBezTo>
                  <a:cubicBezTo>
                    <a:pt x="562887" y="1196684"/>
                    <a:pt x="567596" y="1179159"/>
                    <a:pt x="587663" y="1200305"/>
                  </a:cubicBezTo>
                  <a:cubicBezTo>
                    <a:pt x="591358" y="1198161"/>
                    <a:pt x="595342" y="1196597"/>
                    <a:pt x="599543" y="1195670"/>
                  </a:cubicBezTo>
                  <a:cubicBezTo>
                    <a:pt x="603528" y="1195670"/>
                    <a:pt x="608816" y="1186473"/>
                    <a:pt x="615481" y="1178869"/>
                  </a:cubicBezTo>
                  <a:cubicBezTo>
                    <a:pt x="622146" y="1171265"/>
                    <a:pt x="620842" y="1162068"/>
                    <a:pt x="628810" y="1163589"/>
                  </a:cubicBezTo>
                  <a:cubicBezTo>
                    <a:pt x="636779" y="1165110"/>
                    <a:pt x="640836" y="1152944"/>
                    <a:pt x="657788" y="1142298"/>
                  </a:cubicBezTo>
                  <a:cubicBezTo>
                    <a:pt x="674740" y="1131653"/>
                    <a:pt x="689808" y="1148381"/>
                    <a:pt x="697849" y="1140777"/>
                  </a:cubicBezTo>
                  <a:cubicBezTo>
                    <a:pt x="705891" y="1133173"/>
                    <a:pt x="715164" y="1130059"/>
                    <a:pt x="715164" y="1137663"/>
                  </a:cubicBezTo>
                  <a:cubicBezTo>
                    <a:pt x="715164" y="1145267"/>
                    <a:pt x="725813" y="1154464"/>
                    <a:pt x="728493" y="1163589"/>
                  </a:cubicBezTo>
                  <a:cubicBezTo>
                    <a:pt x="731173" y="1172714"/>
                    <a:pt x="744938" y="1175104"/>
                    <a:pt x="747908" y="1175683"/>
                  </a:cubicBezTo>
                  <a:cubicBezTo>
                    <a:pt x="749864" y="1174510"/>
                    <a:pt x="751747" y="1173228"/>
                    <a:pt x="753558" y="1171845"/>
                  </a:cubicBezTo>
                  <a:cubicBezTo>
                    <a:pt x="760223" y="1167427"/>
                    <a:pt x="769206" y="1169259"/>
                    <a:pt x="773625" y="1175922"/>
                  </a:cubicBezTo>
                  <a:cubicBezTo>
                    <a:pt x="775002" y="1178036"/>
                    <a:pt x="775871" y="1180470"/>
                    <a:pt x="776016" y="1182997"/>
                  </a:cubicBezTo>
                  <a:cubicBezTo>
                    <a:pt x="776016" y="1193281"/>
                    <a:pt x="776813" y="1204722"/>
                    <a:pt x="783261" y="1204722"/>
                  </a:cubicBezTo>
                  <a:cubicBezTo>
                    <a:pt x="789708" y="1204722"/>
                    <a:pt x="796735" y="1204722"/>
                    <a:pt x="796735" y="1223551"/>
                  </a:cubicBezTo>
                  <a:cubicBezTo>
                    <a:pt x="796735" y="1242380"/>
                    <a:pt x="802748" y="1263816"/>
                    <a:pt x="788477" y="1280110"/>
                  </a:cubicBezTo>
                  <a:cubicBezTo>
                    <a:pt x="774205" y="1296404"/>
                    <a:pt x="757761" y="1325516"/>
                    <a:pt x="760803" y="1334062"/>
                  </a:cubicBezTo>
                  <a:cubicBezTo>
                    <a:pt x="763846" y="1342607"/>
                    <a:pt x="756239" y="1358901"/>
                    <a:pt x="766743" y="1352890"/>
                  </a:cubicBezTo>
                  <a:cubicBezTo>
                    <a:pt x="777247" y="1346879"/>
                    <a:pt x="801227" y="1352890"/>
                    <a:pt x="797460" y="1359770"/>
                  </a:cubicBezTo>
                  <a:cubicBezTo>
                    <a:pt x="793692" y="1366650"/>
                    <a:pt x="798256" y="1390620"/>
                    <a:pt x="807964" y="1391489"/>
                  </a:cubicBezTo>
                  <a:cubicBezTo>
                    <a:pt x="817672" y="1392358"/>
                    <a:pt x="823684" y="1398731"/>
                    <a:pt x="820714" y="1408652"/>
                  </a:cubicBezTo>
                  <a:cubicBezTo>
                    <a:pt x="817744" y="1418573"/>
                    <a:pt x="812455" y="1434288"/>
                    <a:pt x="820714" y="1434288"/>
                  </a:cubicBezTo>
                  <a:cubicBezTo>
                    <a:pt x="828972" y="1434288"/>
                    <a:pt x="840926" y="1434288"/>
                    <a:pt x="839405" y="1444644"/>
                  </a:cubicBezTo>
                  <a:cubicBezTo>
                    <a:pt x="837883" y="1455000"/>
                    <a:pt x="845417" y="1464342"/>
                    <a:pt x="860413" y="1457462"/>
                  </a:cubicBezTo>
                  <a:cubicBezTo>
                    <a:pt x="869179" y="1453407"/>
                    <a:pt x="873598" y="1449786"/>
                    <a:pt x="875627" y="1453841"/>
                  </a:cubicBezTo>
                  <a:cubicBezTo>
                    <a:pt x="881567" y="1453841"/>
                    <a:pt x="882002" y="1469121"/>
                    <a:pt x="892288" y="1472018"/>
                  </a:cubicBezTo>
                  <a:cubicBezTo>
                    <a:pt x="902575" y="1474915"/>
                    <a:pt x="897576" y="1446092"/>
                    <a:pt x="893592" y="1441530"/>
                  </a:cubicBezTo>
                  <a:cubicBezTo>
                    <a:pt x="889608" y="1436968"/>
                    <a:pt x="894896" y="1417125"/>
                    <a:pt x="898953" y="1421687"/>
                  </a:cubicBezTo>
                  <a:cubicBezTo>
                    <a:pt x="903010" y="1426250"/>
                    <a:pt x="914890" y="1421687"/>
                    <a:pt x="921556" y="1412563"/>
                  </a:cubicBezTo>
                  <a:cubicBezTo>
                    <a:pt x="928221" y="1403438"/>
                    <a:pt x="941623" y="1419804"/>
                    <a:pt x="946911" y="1409521"/>
                  </a:cubicBezTo>
                  <a:cubicBezTo>
                    <a:pt x="952199" y="1399238"/>
                    <a:pt x="964225" y="1417125"/>
                    <a:pt x="975888" y="1409521"/>
                  </a:cubicBezTo>
                  <a:cubicBezTo>
                    <a:pt x="987552" y="1401917"/>
                    <a:pt x="993275" y="1415604"/>
                    <a:pt x="998563" y="1404959"/>
                  </a:cubicBezTo>
                  <a:cubicBezTo>
                    <a:pt x="1003851" y="1394313"/>
                    <a:pt x="1021238" y="1380554"/>
                    <a:pt x="1025222" y="1385116"/>
                  </a:cubicBezTo>
                  <a:cubicBezTo>
                    <a:pt x="1029207" y="1389679"/>
                    <a:pt x="1031887" y="1398803"/>
                    <a:pt x="1053258" y="1401917"/>
                  </a:cubicBezTo>
                  <a:cubicBezTo>
                    <a:pt x="1074629" y="1405031"/>
                    <a:pt x="1062531" y="1417125"/>
                    <a:pt x="1062531" y="1424729"/>
                  </a:cubicBezTo>
                  <a:cubicBezTo>
                    <a:pt x="1062531" y="1432333"/>
                    <a:pt x="1086582" y="1452248"/>
                    <a:pt x="1095927" y="1453696"/>
                  </a:cubicBezTo>
                  <a:cubicBezTo>
                    <a:pt x="1097593" y="1453696"/>
                    <a:pt x="1100057" y="1456303"/>
                    <a:pt x="1102810" y="1459996"/>
                  </a:cubicBezTo>
                  <a:cubicBezTo>
                    <a:pt x="1109330" y="1456376"/>
                    <a:pt x="1120921" y="1462459"/>
                    <a:pt x="1123456" y="1453696"/>
                  </a:cubicBezTo>
                  <a:cubicBezTo>
                    <a:pt x="1126426" y="1443413"/>
                    <a:pt x="1137437" y="1446454"/>
                    <a:pt x="1141930" y="1454783"/>
                  </a:cubicBezTo>
                  <a:cubicBezTo>
                    <a:pt x="1146421" y="1463110"/>
                    <a:pt x="1151419" y="1465066"/>
                    <a:pt x="1161416" y="1454783"/>
                  </a:cubicBezTo>
                  <a:cubicBezTo>
                    <a:pt x="1171414" y="1444499"/>
                    <a:pt x="1176340" y="1465066"/>
                    <a:pt x="1170399" y="1470859"/>
                  </a:cubicBezTo>
                  <a:cubicBezTo>
                    <a:pt x="1164459" y="1476653"/>
                    <a:pt x="1168371" y="1494251"/>
                    <a:pt x="1177644" y="1504534"/>
                  </a:cubicBezTo>
                  <a:cubicBezTo>
                    <a:pt x="1186917" y="1514817"/>
                    <a:pt x="1188655" y="1498233"/>
                    <a:pt x="1186627" y="1487950"/>
                  </a:cubicBezTo>
                  <a:cubicBezTo>
                    <a:pt x="1184598" y="1477666"/>
                    <a:pt x="1202636" y="1467383"/>
                    <a:pt x="1234078" y="1455434"/>
                  </a:cubicBezTo>
                  <a:cubicBezTo>
                    <a:pt x="1265518" y="1443485"/>
                    <a:pt x="1299277" y="1417125"/>
                    <a:pt x="1300001" y="1411404"/>
                  </a:cubicBezTo>
                  <a:cubicBezTo>
                    <a:pt x="1300725" y="1405683"/>
                    <a:pt x="1322459" y="1421687"/>
                    <a:pt x="1332963" y="1412563"/>
                  </a:cubicBezTo>
                  <a:cubicBezTo>
                    <a:pt x="1336005" y="1410281"/>
                    <a:pt x="1339483" y="1408631"/>
                    <a:pt x="1343177" y="1407711"/>
                  </a:cubicBezTo>
                  <a:cubicBezTo>
                    <a:pt x="1344988" y="1405473"/>
                    <a:pt x="1347090" y="1403460"/>
                    <a:pt x="1349407" y="1401700"/>
                  </a:cubicBezTo>
                  <a:cubicBezTo>
                    <a:pt x="1355927" y="1397283"/>
                    <a:pt x="1362738" y="1393220"/>
                    <a:pt x="1369692" y="1389534"/>
                  </a:cubicBezTo>
                  <a:cubicBezTo>
                    <a:pt x="1372807" y="1383233"/>
                    <a:pt x="1378168" y="1378287"/>
                    <a:pt x="1384687" y="1375630"/>
                  </a:cubicBezTo>
                  <a:cubicBezTo>
                    <a:pt x="1405045" y="1366722"/>
                    <a:pt x="1431921" y="1360349"/>
                    <a:pt x="1451336" y="1346662"/>
                  </a:cubicBezTo>
                  <a:cubicBezTo>
                    <a:pt x="1452278" y="1344664"/>
                    <a:pt x="1452785" y="1342491"/>
                    <a:pt x="1452857" y="1340289"/>
                  </a:cubicBezTo>
                  <a:cubicBezTo>
                    <a:pt x="1452857" y="1336307"/>
                    <a:pt x="1460102" y="1333844"/>
                    <a:pt x="1466912" y="1331092"/>
                  </a:cubicBezTo>
                  <a:cubicBezTo>
                    <a:pt x="1478285" y="1314219"/>
                    <a:pt x="1476691" y="1293869"/>
                    <a:pt x="1479082" y="1274172"/>
                  </a:cubicBezTo>
                  <a:cubicBezTo>
                    <a:pt x="1484370" y="1231155"/>
                    <a:pt x="1509870" y="1211168"/>
                    <a:pt x="1544281" y="1209937"/>
                  </a:cubicBezTo>
                  <a:lnTo>
                    <a:pt x="1544789" y="1209937"/>
                  </a:lnTo>
                  <a:cubicBezTo>
                    <a:pt x="1545513" y="1207576"/>
                    <a:pt x="1546092" y="1205150"/>
                    <a:pt x="1546455" y="1202695"/>
                  </a:cubicBezTo>
                  <a:cubicBezTo>
                    <a:pt x="1547903" y="1191832"/>
                    <a:pt x="1561885" y="1182128"/>
                    <a:pt x="1568188" y="1179304"/>
                  </a:cubicBezTo>
                  <a:cubicBezTo>
                    <a:pt x="1574490" y="1176480"/>
                    <a:pt x="1577171" y="1161054"/>
                    <a:pt x="1575432" y="1147874"/>
                  </a:cubicBezTo>
                  <a:cubicBezTo>
                    <a:pt x="1573694" y="1134694"/>
                    <a:pt x="1586950" y="1138170"/>
                    <a:pt x="1580938" y="1133029"/>
                  </a:cubicBezTo>
                  <a:cubicBezTo>
                    <a:pt x="1574925" y="1127887"/>
                    <a:pt x="1583473" y="1113621"/>
                    <a:pt x="1595427" y="1109637"/>
                  </a:cubicBezTo>
                  <a:cubicBezTo>
                    <a:pt x="1607380" y="1105654"/>
                    <a:pt x="1588182" y="1099354"/>
                    <a:pt x="1581445" y="1105075"/>
                  </a:cubicBezTo>
                  <a:cubicBezTo>
                    <a:pt x="1574708" y="1110796"/>
                    <a:pt x="1567970" y="1088491"/>
                    <a:pt x="1561958" y="1097037"/>
                  </a:cubicBezTo>
                  <a:cubicBezTo>
                    <a:pt x="1555944" y="1105582"/>
                    <a:pt x="1538993" y="1091895"/>
                    <a:pt x="1550004" y="1089071"/>
                  </a:cubicBezTo>
                  <a:cubicBezTo>
                    <a:pt x="1561016" y="1086246"/>
                    <a:pt x="1577967" y="1071908"/>
                    <a:pt x="1585429" y="1069083"/>
                  </a:cubicBezTo>
                  <a:cubicBezTo>
                    <a:pt x="1592891" y="1066259"/>
                    <a:pt x="1574418" y="1047358"/>
                    <a:pt x="1565000" y="1047937"/>
                  </a:cubicBezTo>
                  <a:cubicBezTo>
                    <a:pt x="1555583" y="1048516"/>
                    <a:pt x="1545005" y="1022808"/>
                    <a:pt x="1535008" y="1022808"/>
                  </a:cubicBezTo>
                  <a:cubicBezTo>
                    <a:pt x="1525011" y="1022808"/>
                    <a:pt x="1542252" y="1014770"/>
                    <a:pt x="1553988" y="1021650"/>
                  </a:cubicBezTo>
                  <a:cubicBezTo>
                    <a:pt x="1565725" y="1028529"/>
                    <a:pt x="1578982" y="1034250"/>
                    <a:pt x="1583980" y="1028457"/>
                  </a:cubicBezTo>
                  <a:cubicBezTo>
                    <a:pt x="1588979" y="1022663"/>
                    <a:pt x="1564493" y="999997"/>
                    <a:pt x="1555510" y="992248"/>
                  </a:cubicBezTo>
                  <a:cubicBezTo>
                    <a:pt x="1546527" y="984499"/>
                    <a:pt x="1555003" y="973347"/>
                    <a:pt x="1549497" y="968784"/>
                  </a:cubicBezTo>
                  <a:cubicBezTo>
                    <a:pt x="1543992" y="964222"/>
                    <a:pt x="1532038" y="935110"/>
                    <a:pt x="1527764" y="922002"/>
                  </a:cubicBezTo>
                  <a:cubicBezTo>
                    <a:pt x="1523490" y="908894"/>
                    <a:pt x="1502843" y="906577"/>
                    <a:pt x="1497844" y="897959"/>
                  </a:cubicBezTo>
                  <a:cubicBezTo>
                    <a:pt x="1492846" y="889341"/>
                    <a:pt x="1498352" y="869426"/>
                    <a:pt x="1513855" y="861750"/>
                  </a:cubicBezTo>
                  <a:cubicBezTo>
                    <a:pt x="1529358" y="854074"/>
                    <a:pt x="1522838" y="839518"/>
                    <a:pt x="1529792" y="841183"/>
                  </a:cubicBezTo>
                  <a:cubicBezTo>
                    <a:pt x="1536747" y="842849"/>
                    <a:pt x="1542760" y="839518"/>
                    <a:pt x="1548266" y="826338"/>
                  </a:cubicBezTo>
                  <a:cubicBezTo>
                    <a:pt x="1553772" y="813158"/>
                    <a:pt x="1563261" y="821196"/>
                    <a:pt x="1568767" y="814389"/>
                  </a:cubicBezTo>
                  <a:cubicBezTo>
                    <a:pt x="1574273" y="807581"/>
                    <a:pt x="1598686" y="808088"/>
                    <a:pt x="1607162" y="801209"/>
                  </a:cubicBezTo>
                  <a:cubicBezTo>
                    <a:pt x="1615638" y="794329"/>
                    <a:pt x="1599194" y="773255"/>
                    <a:pt x="1587747" y="776659"/>
                  </a:cubicBezTo>
                  <a:cubicBezTo>
                    <a:pt x="1574490" y="779918"/>
                    <a:pt x="1560798" y="773494"/>
                    <a:pt x="1554786" y="761234"/>
                  </a:cubicBezTo>
                  <a:cubicBezTo>
                    <a:pt x="1546744" y="747547"/>
                    <a:pt x="1525808" y="786363"/>
                    <a:pt x="1509798" y="794981"/>
                  </a:cubicBezTo>
                  <a:cubicBezTo>
                    <a:pt x="1493788" y="803598"/>
                    <a:pt x="1483356" y="779555"/>
                    <a:pt x="1488861" y="764131"/>
                  </a:cubicBezTo>
                  <a:cubicBezTo>
                    <a:pt x="1494367" y="748705"/>
                    <a:pt x="1476401" y="749285"/>
                    <a:pt x="1453871" y="750371"/>
                  </a:cubicBezTo>
                  <a:cubicBezTo>
                    <a:pt x="1431342" y="751457"/>
                    <a:pt x="1439889" y="704675"/>
                    <a:pt x="1453437" y="702430"/>
                  </a:cubicBezTo>
                  <a:cubicBezTo>
                    <a:pt x="1466984" y="700185"/>
                    <a:pt x="1486834" y="716914"/>
                    <a:pt x="1495382" y="687946"/>
                  </a:cubicBezTo>
                  <a:cubicBezTo>
                    <a:pt x="1503930" y="658979"/>
                    <a:pt x="1515811" y="681646"/>
                    <a:pt x="1534791" y="656517"/>
                  </a:cubicBezTo>
                  <a:cubicBezTo>
                    <a:pt x="1553772" y="631388"/>
                    <a:pt x="1575721" y="615963"/>
                    <a:pt x="1592239" y="630809"/>
                  </a:cubicBezTo>
                  <a:cubicBezTo>
                    <a:pt x="1608756" y="645654"/>
                    <a:pt x="1574780" y="669045"/>
                    <a:pt x="1569275" y="683312"/>
                  </a:cubicBezTo>
                  <a:cubicBezTo>
                    <a:pt x="1563769" y="697578"/>
                    <a:pt x="1574200" y="702213"/>
                    <a:pt x="1564276" y="713003"/>
                  </a:cubicBezTo>
                  <a:cubicBezTo>
                    <a:pt x="1554351" y="723794"/>
                    <a:pt x="1568260" y="726763"/>
                    <a:pt x="1587747" y="712496"/>
                  </a:cubicBezTo>
                  <a:cubicBezTo>
                    <a:pt x="1607235" y="697267"/>
                    <a:pt x="1628171" y="683884"/>
                    <a:pt x="1650121" y="672521"/>
                  </a:cubicBezTo>
                  <a:cubicBezTo>
                    <a:pt x="1660988" y="675520"/>
                    <a:pt x="1672217" y="669140"/>
                    <a:pt x="1675260" y="658270"/>
                  </a:cubicBezTo>
                  <a:cubicBezTo>
                    <a:pt x="1675694" y="656611"/>
                    <a:pt x="1675984" y="654902"/>
                    <a:pt x="1675984" y="653186"/>
                  </a:cubicBezTo>
                  <a:cubicBezTo>
                    <a:pt x="1689023" y="645944"/>
                    <a:pt x="1732562" y="623277"/>
                    <a:pt x="1739082" y="613356"/>
                  </a:cubicBezTo>
                  <a:cubicBezTo>
                    <a:pt x="1745602" y="603435"/>
                    <a:pt x="1752122" y="585982"/>
                    <a:pt x="1760815" y="585982"/>
                  </a:cubicBezTo>
                  <a:cubicBezTo>
                    <a:pt x="1769508" y="585982"/>
                    <a:pt x="1769508" y="595903"/>
                    <a:pt x="1782548" y="595903"/>
                  </a:cubicBezTo>
                  <a:cubicBezTo>
                    <a:pt x="1795589" y="595903"/>
                    <a:pt x="1810874" y="600900"/>
                    <a:pt x="1804281" y="588661"/>
                  </a:cubicBezTo>
                  <a:cubicBezTo>
                    <a:pt x="1797689" y="576423"/>
                    <a:pt x="1802108" y="576205"/>
                    <a:pt x="1817322" y="573743"/>
                  </a:cubicBezTo>
                  <a:cubicBezTo>
                    <a:pt x="1832535" y="571281"/>
                    <a:pt x="1830361" y="553828"/>
                    <a:pt x="1841300" y="553828"/>
                  </a:cubicBezTo>
                  <a:cubicBezTo>
                    <a:pt x="1852239" y="553828"/>
                    <a:pt x="1849921" y="523919"/>
                    <a:pt x="1860788" y="523919"/>
                  </a:cubicBezTo>
                  <a:cubicBezTo>
                    <a:pt x="1871654" y="523919"/>
                    <a:pt x="1876073" y="541372"/>
                    <a:pt x="1889113" y="536375"/>
                  </a:cubicBezTo>
                  <a:cubicBezTo>
                    <a:pt x="1892301" y="535658"/>
                    <a:pt x="1895633" y="536231"/>
                    <a:pt x="1898386" y="537969"/>
                  </a:cubicBezTo>
                  <a:cubicBezTo>
                    <a:pt x="1901211" y="535506"/>
                    <a:pt x="1903891" y="533116"/>
                    <a:pt x="1906644" y="530727"/>
                  </a:cubicBezTo>
                  <a:cubicBezTo>
                    <a:pt x="1905340" y="515084"/>
                    <a:pt x="1906644" y="501108"/>
                    <a:pt x="1904254" y="493793"/>
                  </a:cubicBezTo>
                  <a:cubicBezTo>
                    <a:pt x="1899255" y="480034"/>
                    <a:pt x="1904254" y="469823"/>
                    <a:pt x="1902225" y="461785"/>
                  </a:cubicBezTo>
                  <a:cubicBezTo>
                    <a:pt x="1900197" y="453746"/>
                    <a:pt x="1899255" y="434410"/>
                    <a:pt x="1907224" y="434410"/>
                  </a:cubicBezTo>
                  <a:cubicBezTo>
                    <a:pt x="1915193" y="434410"/>
                    <a:pt x="1925190" y="411526"/>
                    <a:pt x="1935188" y="419492"/>
                  </a:cubicBezTo>
                  <a:cubicBezTo>
                    <a:pt x="1945184" y="427458"/>
                    <a:pt x="1965106" y="429776"/>
                    <a:pt x="1965106" y="419492"/>
                  </a:cubicBezTo>
                  <a:cubicBezTo>
                    <a:pt x="1965106" y="409209"/>
                    <a:pt x="1979161" y="408123"/>
                    <a:pt x="1981117" y="394363"/>
                  </a:cubicBezTo>
                  <a:cubicBezTo>
                    <a:pt x="1983073" y="380604"/>
                    <a:pt x="1998068" y="377273"/>
                    <a:pt x="2001111" y="364672"/>
                  </a:cubicBezTo>
                  <a:cubicBezTo>
                    <a:pt x="2004153" y="352071"/>
                    <a:pt x="2009080" y="322380"/>
                    <a:pt x="2019077" y="315572"/>
                  </a:cubicBezTo>
                  <a:cubicBezTo>
                    <a:pt x="2029074" y="308765"/>
                    <a:pt x="2016758" y="303985"/>
                    <a:pt x="2017773" y="28341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8" name="Freeform 245">
              <a:extLst>
                <a:ext uri="{FF2B5EF4-FFF2-40B4-BE49-F238E27FC236}">
                  <a16:creationId xmlns:a16="http://schemas.microsoft.com/office/drawing/2014/main" id="{22671A13-9E42-4945-50C1-AEE01B59E7A5}"/>
                </a:ext>
              </a:extLst>
            </p:cNvPr>
            <p:cNvSpPr/>
            <p:nvPr/>
          </p:nvSpPr>
          <p:spPr>
            <a:xfrm>
              <a:off x="9750595" y="3440240"/>
              <a:ext cx="58961" cy="124191"/>
            </a:xfrm>
            <a:custGeom>
              <a:avLst/>
              <a:gdLst>
                <a:gd name="connsiteX0" fmla="*/ 57666 w 58962"/>
                <a:gd name="connsiteY0" fmla="*/ 4063 h 124191"/>
                <a:gd name="connsiteX1" fmla="*/ 15648 w 58962"/>
                <a:gd name="connsiteY1" fmla="*/ 21226 h 124191"/>
                <a:gd name="connsiteX2" fmla="*/ 8838 w 58962"/>
                <a:gd name="connsiteY2" fmla="*/ 44183 h 124191"/>
                <a:gd name="connsiteX3" fmla="*/ 14561 w 58962"/>
                <a:gd name="connsiteY3" fmla="*/ 51425 h 124191"/>
                <a:gd name="connsiteX4" fmla="*/ 1304 w 58962"/>
                <a:gd name="connsiteY4" fmla="*/ 102769 h 124191"/>
                <a:gd name="connsiteX5" fmla="*/ 580 w 58962"/>
                <a:gd name="connsiteY5" fmla="*/ 104797 h 124191"/>
                <a:gd name="connsiteX6" fmla="*/ 0 w 58962"/>
                <a:gd name="connsiteY6" fmla="*/ 105811 h 124191"/>
                <a:gd name="connsiteX7" fmla="*/ 15721 w 58962"/>
                <a:gd name="connsiteY7" fmla="*/ 123988 h 124191"/>
                <a:gd name="connsiteX8" fmla="*/ 57666 w 58962"/>
                <a:gd name="connsiteY8" fmla="*/ 4063 h 124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8962" h="124191">
                  <a:moveTo>
                    <a:pt x="57666" y="4063"/>
                  </a:moveTo>
                  <a:cubicBezTo>
                    <a:pt x="51652" y="-5206"/>
                    <a:pt x="31513" y="1746"/>
                    <a:pt x="15648" y="21226"/>
                  </a:cubicBezTo>
                  <a:cubicBezTo>
                    <a:pt x="14127" y="29091"/>
                    <a:pt x="11881" y="36782"/>
                    <a:pt x="8838" y="44183"/>
                  </a:cubicBezTo>
                  <a:cubicBezTo>
                    <a:pt x="11084" y="46326"/>
                    <a:pt x="12968" y="48760"/>
                    <a:pt x="14561" y="51425"/>
                  </a:cubicBezTo>
                  <a:cubicBezTo>
                    <a:pt x="25355" y="70326"/>
                    <a:pt x="17242" y="90675"/>
                    <a:pt x="1304" y="102769"/>
                  </a:cubicBezTo>
                  <a:cubicBezTo>
                    <a:pt x="5144" y="99872"/>
                    <a:pt x="942" y="104725"/>
                    <a:pt x="580" y="104797"/>
                  </a:cubicBezTo>
                  <a:lnTo>
                    <a:pt x="0" y="105811"/>
                  </a:lnTo>
                  <a:cubicBezTo>
                    <a:pt x="5506" y="119136"/>
                    <a:pt x="13910" y="125436"/>
                    <a:pt x="15721" y="123988"/>
                  </a:cubicBezTo>
                  <a:cubicBezTo>
                    <a:pt x="25718" y="116022"/>
                    <a:pt x="66721" y="17750"/>
                    <a:pt x="57666" y="40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9" name="Freeform 246">
              <a:extLst>
                <a:ext uri="{FF2B5EF4-FFF2-40B4-BE49-F238E27FC236}">
                  <a16:creationId xmlns:a16="http://schemas.microsoft.com/office/drawing/2014/main" id="{30A5FA9B-1A2F-54CE-91FC-28EB71E5A2E4}"/>
                </a:ext>
              </a:extLst>
            </p:cNvPr>
            <p:cNvSpPr/>
            <p:nvPr/>
          </p:nvSpPr>
          <p:spPr>
            <a:xfrm>
              <a:off x="9754299" y="3917647"/>
              <a:ext cx="37114" cy="44238"/>
            </a:xfrm>
            <a:custGeom>
              <a:avLst/>
              <a:gdLst>
                <a:gd name="connsiteX0" fmla="*/ 62 w 37114"/>
                <a:gd name="connsiteY0" fmla="*/ 1868 h 44238"/>
                <a:gd name="connsiteX1" fmla="*/ 32010 w 37114"/>
                <a:gd name="connsiteY1" fmla="*/ 43001 h 44238"/>
                <a:gd name="connsiteX2" fmla="*/ 62 w 37114"/>
                <a:gd name="connsiteY2" fmla="*/ 1868 h 44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114" h="44238">
                  <a:moveTo>
                    <a:pt x="62" y="1868"/>
                  </a:moveTo>
                  <a:cubicBezTo>
                    <a:pt x="3105" y="17872"/>
                    <a:pt x="10059" y="51040"/>
                    <a:pt x="32010" y="43001"/>
                  </a:cubicBezTo>
                  <a:cubicBezTo>
                    <a:pt x="53960" y="34963"/>
                    <a:pt x="-2112" y="-9574"/>
                    <a:pt x="62" y="18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0" name="Freeform 247">
              <a:extLst>
                <a:ext uri="{FF2B5EF4-FFF2-40B4-BE49-F238E27FC236}">
                  <a16:creationId xmlns:a16="http://schemas.microsoft.com/office/drawing/2014/main" id="{AED15DD9-1571-CF7E-1C1E-50509610ADA5}"/>
                </a:ext>
              </a:extLst>
            </p:cNvPr>
            <p:cNvSpPr/>
            <p:nvPr/>
          </p:nvSpPr>
          <p:spPr>
            <a:xfrm>
              <a:off x="9857665" y="3952827"/>
              <a:ext cx="73566" cy="98607"/>
            </a:xfrm>
            <a:custGeom>
              <a:avLst/>
              <a:gdLst>
                <a:gd name="connsiteX0" fmla="*/ 0 w 73566"/>
                <a:gd name="connsiteY0" fmla="*/ 0 h 98606"/>
                <a:gd name="connsiteX1" fmla="*/ 11373 w 73566"/>
                <a:gd name="connsiteY1" fmla="*/ 24984 h 98606"/>
                <a:gd name="connsiteX2" fmla="*/ 25283 w 73566"/>
                <a:gd name="connsiteY2" fmla="*/ 42075 h 98606"/>
                <a:gd name="connsiteX3" fmla="*/ 42307 w 73566"/>
                <a:gd name="connsiteY3" fmla="*/ 90088 h 98606"/>
                <a:gd name="connsiteX4" fmla="*/ 53318 w 73566"/>
                <a:gd name="connsiteY4" fmla="*/ 79805 h 98606"/>
                <a:gd name="connsiteX5" fmla="*/ 68242 w 73566"/>
                <a:gd name="connsiteY5" fmla="*/ 56993 h 98606"/>
                <a:gd name="connsiteX6" fmla="*/ 66359 w 73566"/>
                <a:gd name="connsiteY6" fmla="*/ 25129 h 98606"/>
                <a:gd name="connsiteX7" fmla="*/ 38178 w 73566"/>
                <a:gd name="connsiteY7" fmla="*/ 23101 h 98606"/>
                <a:gd name="connsiteX8" fmla="*/ 0 w 73566"/>
                <a:gd name="connsiteY8" fmla="*/ 0 h 98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3566" h="98606">
                  <a:moveTo>
                    <a:pt x="0" y="0"/>
                  </a:moveTo>
                  <a:cubicBezTo>
                    <a:pt x="0" y="13397"/>
                    <a:pt x="4274" y="32081"/>
                    <a:pt x="11373" y="24984"/>
                  </a:cubicBezTo>
                  <a:cubicBezTo>
                    <a:pt x="20357" y="15860"/>
                    <a:pt x="34338" y="27229"/>
                    <a:pt x="25283" y="42075"/>
                  </a:cubicBezTo>
                  <a:cubicBezTo>
                    <a:pt x="16227" y="56921"/>
                    <a:pt x="39265" y="71766"/>
                    <a:pt x="42307" y="90088"/>
                  </a:cubicBezTo>
                  <a:cubicBezTo>
                    <a:pt x="45350" y="108410"/>
                    <a:pt x="55275" y="93492"/>
                    <a:pt x="53318" y="79805"/>
                  </a:cubicBezTo>
                  <a:cubicBezTo>
                    <a:pt x="51362" y="66118"/>
                    <a:pt x="55275" y="67204"/>
                    <a:pt x="68242" y="56993"/>
                  </a:cubicBezTo>
                  <a:cubicBezTo>
                    <a:pt x="77804" y="49751"/>
                    <a:pt x="72806" y="38237"/>
                    <a:pt x="66359" y="25129"/>
                  </a:cubicBezTo>
                  <a:cubicBezTo>
                    <a:pt x="56941" y="25535"/>
                    <a:pt x="47451" y="24854"/>
                    <a:pt x="38178" y="23101"/>
                  </a:cubicBezTo>
                  <a:cubicBezTo>
                    <a:pt x="23617" y="19017"/>
                    <a:pt x="10360" y="11029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1" name="Freeform 248">
              <a:extLst>
                <a:ext uri="{FF2B5EF4-FFF2-40B4-BE49-F238E27FC236}">
                  <a16:creationId xmlns:a16="http://schemas.microsoft.com/office/drawing/2014/main" id="{99BEE1A6-6017-7743-D3E7-0034E0C930B9}"/>
                </a:ext>
              </a:extLst>
            </p:cNvPr>
            <p:cNvSpPr/>
            <p:nvPr/>
          </p:nvSpPr>
          <p:spPr>
            <a:xfrm>
              <a:off x="9869900" y="4053426"/>
              <a:ext cx="26671" cy="25049"/>
            </a:xfrm>
            <a:custGeom>
              <a:avLst/>
              <a:gdLst>
                <a:gd name="connsiteX0" fmla="*/ 298 w 26671"/>
                <a:gd name="connsiteY0" fmla="*/ 21499 h 25048"/>
                <a:gd name="connsiteX1" fmla="*/ 25292 w 26671"/>
                <a:gd name="connsiteY1" fmla="*/ 3177 h 25048"/>
                <a:gd name="connsiteX2" fmla="*/ 298 w 26671"/>
                <a:gd name="connsiteY2" fmla="*/ 21499 h 250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671" h="25048">
                  <a:moveTo>
                    <a:pt x="298" y="21499"/>
                  </a:moveTo>
                  <a:cubicBezTo>
                    <a:pt x="4283" y="32868"/>
                    <a:pt x="33261" y="14257"/>
                    <a:pt x="25292" y="3177"/>
                  </a:cubicBezTo>
                  <a:cubicBezTo>
                    <a:pt x="17322" y="-7903"/>
                    <a:pt x="-2672" y="12881"/>
                    <a:pt x="298" y="214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2" name="Freeform 249">
              <a:extLst>
                <a:ext uri="{FF2B5EF4-FFF2-40B4-BE49-F238E27FC236}">
                  <a16:creationId xmlns:a16="http://schemas.microsoft.com/office/drawing/2014/main" id="{FCF5218A-01F0-E677-BFF8-3DFE39D06078}"/>
                </a:ext>
              </a:extLst>
            </p:cNvPr>
            <p:cNvSpPr/>
            <p:nvPr/>
          </p:nvSpPr>
          <p:spPr>
            <a:xfrm>
              <a:off x="9649076" y="4006752"/>
              <a:ext cx="75007" cy="110938"/>
            </a:xfrm>
            <a:custGeom>
              <a:avLst/>
              <a:gdLst>
                <a:gd name="connsiteX0" fmla="*/ 43346 w 75007"/>
                <a:gd name="connsiteY0" fmla="*/ 45288 h 110938"/>
                <a:gd name="connsiteX1" fmla="*/ 387 w 75007"/>
                <a:gd name="connsiteY1" fmla="*/ 109306 h 110938"/>
                <a:gd name="connsiteX2" fmla="*/ 61385 w 75007"/>
                <a:gd name="connsiteY2" fmla="*/ 44129 h 110938"/>
                <a:gd name="connsiteX3" fmla="*/ 70368 w 75007"/>
                <a:gd name="connsiteY3" fmla="*/ 3068 h 110938"/>
                <a:gd name="connsiteX4" fmla="*/ 43346 w 75007"/>
                <a:gd name="connsiteY4" fmla="*/ 45288 h 11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007" h="110938">
                  <a:moveTo>
                    <a:pt x="43346" y="45288"/>
                  </a:moveTo>
                  <a:cubicBezTo>
                    <a:pt x="29437" y="65855"/>
                    <a:pt x="-3959" y="100036"/>
                    <a:pt x="387" y="109306"/>
                  </a:cubicBezTo>
                  <a:cubicBezTo>
                    <a:pt x="6400" y="121834"/>
                    <a:pt x="43346" y="58613"/>
                    <a:pt x="61385" y="44129"/>
                  </a:cubicBezTo>
                  <a:cubicBezTo>
                    <a:pt x="79423" y="29646"/>
                    <a:pt x="76308" y="16755"/>
                    <a:pt x="70368" y="3068"/>
                  </a:cubicBezTo>
                  <a:cubicBezTo>
                    <a:pt x="64427" y="-10619"/>
                    <a:pt x="57328" y="24721"/>
                    <a:pt x="43346" y="452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3" name="Freeform 250">
              <a:extLst>
                <a:ext uri="{FF2B5EF4-FFF2-40B4-BE49-F238E27FC236}">
                  <a16:creationId xmlns:a16="http://schemas.microsoft.com/office/drawing/2014/main" id="{1EDEBA7D-A37C-383B-8891-7BD295F4B349}"/>
                </a:ext>
              </a:extLst>
            </p:cNvPr>
            <p:cNvSpPr/>
            <p:nvPr/>
          </p:nvSpPr>
          <p:spPr>
            <a:xfrm>
              <a:off x="9734108" y="3714511"/>
              <a:ext cx="100663" cy="197978"/>
            </a:xfrm>
            <a:custGeom>
              <a:avLst/>
              <a:gdLst>
                <a:gd name="connsiteX0" fmla="*/ 84148 w 100664"/>
                <a:gd name="connsiteY0" fmla="*/ 194718 h 197977"/>
                <a:gd name="connsiteX1" fmla="*/ 100665 w 100664"/>
                <a:gd name="connsiteY1" fmla="*/ 197977 h 197977"/>
                <a:gd name="connsiteX2" fmla="*/ 92406 w 100664"/>
                <a:gd name="connsiteY2" fmla="*/ 169010 h 197977"/>
                <a:gd name="connsiteX3" fmla="*/ 75237 w 100664"/>
                <a:gd name="connsiteY3" fmla="*/ 173934 h 197977"/>
                <a:gd name="connsiteX4" fmla="*/ 58213 w 100664"/>
                <a:gd name="connsiteY4" fmla="*/ 138522 h 197977"/>
                <a:gd name="connsiteX5" fmla="*/ 81178 w 100664"/>
                <a:gd name="connsiteY5" fmla="*/ 83701 h 197977"/>
                <a:gd name="connsiteX6" fmla="*/ 79149 w 100664"/>
                <a:gd name="connsiteY6" fmla="*/ 20842 h 197977"/>
                <a:gd name="connsiteX7" fmla="*/ 73209 w 100664"/>
                <a:gd name="connsiteY7" fmla="*/ 7155 h 197977"/>
                <a:gd name="connsiteX8" fmla="*/ 24237 w 100664"/>
                <a:gd name="connsiteY8" fmla="*/ 2593 h 197977"/>
                <a:gd name="connsiteX9" fmla="*/ 16993 w 100664"/>
                <a:gd name="connsiteY9" fmla="*/ 92826 h 197977"/>
                <a:gd name="connsiteX10" fmla="*/ 982 w 100664"/>
                <a:gd name="connsiteY10" fmla="*/ 88264 h 197977"/>
                <a:gd name="connsiteX11" fmla="*/ 9965 w 100664"/>
                <a:gd name="connsiteY11" fmla="*/ 140839 h 197977"/>
                <a:gd name="connsiteX12" fmla="*/ 18949 w 100664"/>
                <a:gd name="connsiteY12" fmla="*/ 170530 h 197977"/>
                <a:gd name="connsiteX13" fmla="*/ 52925 w 100664"/>
                <a:gd name="connsiteY13" fmla="*/ 183059 h 197977"/>
                <a:gd name="connsiteX14" fmla="*/ 84148 w 100664"/>
                <a:gd name="connsiteY14" fmla="*/ 194718 h 1979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00664" h="197977">
                  <a:moveTo>
                    <a:pt x="84148" y="194718"/>
                  </a:moveTo>
                  <a:cubicBezTo>
                    <a:pt x="89871" y="194016"/>
                    <a:pt x="95667" y="195160"/>
                    <a:pt x="100665" y="197977"/>
                  </a:cubicBezTo>
                  <a:cubicBezTo>
                    <a:pt x="97260" y="188527"/>
                    <a:pt x="94507" y="178844"/>
                    <a:pt x="92406" y="169010"/>
                  </a:cubicBezTo>
                  <a:cubicBezTo>
                    <a:pt x="86321" y="168930"/>
                    <a:pt x="80381" y="170647"/>
                    <a:pt x="75237" y="173934"/>
                  </a:cubicBezTo>
                  <a:cubicBezTo>
                    <a:pt x="58213" y="185377"/>
                    <a:pt x="70166" y="153367"/>
                    <a:pt x="58213" y="138522"/>
                  </a:cubicBezTo>
                  <a:cubicBezTo>
                    <a:pt x="46260" y="123676"/>
                    <a:pt x="67196" y="101951"/>
                    <a:pt x="81178" y="83701"/>
                  </a:cubicBezTo>
                  <a:cubicBezTo>
                    <a:pt x="95159" y="65452"/>
                    <a:pt x="77193" y="34602"/>
                    <a:pt x="79149" y="20842"/>
                  </a:cubicBezTo>
                  <a:cubicBezTo>
                    <a:pt x="81105" y="7083"/>
                    <a:pt x="80164" y="2593"/>
                    <a:pt x="73209" y="7155"/>
                  </a:cubicBezTo>
                  <a:cubicBezTo>
                    <a:pt x="66254" y="11717"/>
                    <a:pt x="36987" y="-6532"/>
                    <a:pt x="24237" y="2593"/>
                  </a:cubicBezTo>
                  <a:cubicBezTo>
                    <a:pt x="11487" y="11717"/>
                    <a:pt x="23295" y="87105"/>
                    <a:pt x="16993" y="92826"/>
                  </a:cubicBezTo>
                  <a:cubicBezTo>
                    <a:pt x="10690" y="98547"/>
                    <a:pt x="3228" y="80660"/>
                    <a:pt x="982" y="88264"/>
                  </a:cubicBezTo>
                  <a:cubicBezTo>
                    <a:pt x="-1987" y="98547"/>
                    <a:pt x="1997" y="140839"/>
                    <a:pt x="9965" y="140839"/>
                  </a:cubicBezTo>
                  <a:cubicBezTo>
                    <a:pt x="17935" y="140839"/>
                    <a:pt x="23947" y="152281"/>
                    <a:pt x="18949" y="170530"/>
                  </a:cubicBezTo>
                  <a:cubicBezTo>
                    <a:pt x="13950" y="188780"/>
                    <a:pt x="33944" y="191097"/>
                    <a:pt x="52925" y="183059"/>
                  </a:cubicBezTo>
                  <a:cubicBezTo>
                    <a:pt x="71905" y="175020"/>
                    <a:pt x="65167" y="198194"/>
                    <a:pt x="84148" y="1947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4" name="Freeform 251">
              <a:extLst>
                <a:ext uri="{FF2B5EF4-FFF2-40B4-BE49-F238E27FC236}">
                  <a16:creationId xmlns:a16="http://schemas.microsoft.com/office/drawing/2014/main" id="{0E38D9C0-5A89-8221-2636-FF1B2BEEFDEC}"/>
                </a:ext>
              </a:extLst>
            </p:cNvPr>
            <p:cNvSpPr/>
            <p:nvPr/>
          </p:nvSpPr>
          <p:spPr>
            <a:xfrm>
              <a:off x="9802872" y="4060284"/>
              <a:ext cx="161484" cy="169978"/>
            </a:xfrm>
            <a:custGeom>
              <a:avLst/>
              <a:gdLst>
                <a:gd name="connsiteX0" fmla="*/ 125280 w 161485"/>
                <a:gd name="connsiteY0" fmla="*/ 15726 h 169976"/>
                <a:gd name="connsiteX1" fmla="*/ 106300 w 161485"/>
                <a:gd name="connsiteY1" fmla="*/ 36293 h 169976"/>
                <a:gd name="connsiteX2" fmla="*/ 86305 w 161485"/>
                <a:gd name="connsiteY2" fmla="*/ 53456 h 169976"/>
                <a:gd name="connsiteX3" fmla="*/ 56386 w 161485"/>
                <a:gd name="connsiteY3" fmla="*/ 45490 h 169976"/>
                <a:gd name="connsiteX4" fmla="*/ 17411 w 161485"/>
                <a:gd name="connsiteY4" fmla="*/ 71705 h 169976"/>
                <a:gd name="connsiteX5" fmla="*/ 4444 w 161485"/>
                <a:gd name="connsiteY5" fmla="*/ 111680 h 169976"/>
                <a:gd name="connsiteX6" fmla="*/ 34363 w 161485"/>
                <a:gd name="connsiteY6" fmla="*/ 93431 h 169976"/>
                <a:gd name="connsiteX7" fmla="*/ 59356 w 161485"/>
                <a:gd name="connsiteY7" fmla="*/ 83147 h 169976"/>
                <a:gd name="connsiteX8" fmla="*/ 87319 w 161485"/>
                <a:gd name="connsiteY8" fmla="*/ 149410 h 169976"/>
                <a:gd name="connsiteX9" fmla="*/ 122238 w 161485"/>
                <a:gd name="connsiteY9" fmla="*/ 169977 h 169976"/>
                <a:gd name="connsiteX10" fmla="*/ 121296 w 161485"/>
                <a:gd name="connsiteY10" fmla="*/ 120877 h 169976"/>
                <a:gd name="connsiteX11" fmla="*/ 157518 w 161485"/>
                <a:gd name="connsiteY11" fmla="*/ 103714 h 169976"/>
                <a:gd name="connsiteX12" fmla="*/ 149548 w 161485"/>
                <a:gd name="connsiteY12" fmla="*/ 18043 h 169976"/>
                <a:gd name="connsiteX13" fmla="*/ 125280 w 161485"/>
                <a:gd name="connsiteY13" fmla="*/ 15726 h 1699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61485" h="169976">
                  <a:moveTo>
                    <a:pt x="125280" y="15726"/>
                  </a:moveTo>
                  <a:cubicBezTo>
                    <a:pt x="134263" y="32889"/>
                    <a:pt x="108328" y="19202"/>
                    <a:pt x="106300" y="36293"/>
                  </a:cubicBezTo>
                  <a:cubicBezTo>
                    <a:pt x="104271" y="53383"/>
                    <a:pt x="85291" y="39769"/>
                    <a:pt x="86305" y="53456"/>
                  </a:cubicBezTo>
                  <a:cubicBezTo>
                    <a:pt x="87319" y="67143"/>
                    <a:pt x="66383" y="53456"/>
                    <a:pt x="56386" y="45490"/>
                  </a:cubicBezTo>
                  <a:cubicBezTo>
                    <a:pt x="46388" y="37524"/>
                    <a:pt x="32407" y="67215"/>
                    <a:pt x="17411" y="71705"/>
                  </a:cubicBezTo>
                  <a:cubicBezTo>
                    <a:pt x="2416" y="76195"/>
                    <a:pt x="-5553" y="112694"/>
                    <a:pt x="4444" y="111680"/>
                  </a:cubicBezTo>
                  <a:cubicBezTo>
                    <a:pt x="16397" y="110594"/>
                    <a:pt x="22410" y="92272"/>
                    <a:pt x="34363" y="93431"/>
                  </a:cubicBezTo>
                  <a:cubicBezTo>
                    <a:pt x="46316" y="94589"/>
                    <a:pt x="42405" y="79744"/>
                    <a:pt x="59356" y="83147"/>
                  </a:cubicBezTo>
                  <a:cubicBezTo>
                    <a:pt x="76308" y="86551"/>
                    <a:pt x="64354" y="144847"/>
                    <a:pt x="87319" y="149410"/>
                  </a:cubicBezTo>
                  <a:cubicBezTo>
                    <a:pt x="110284" y="153972"/>
                    <a:pt x="111299" y="169977"/>
                    <a:pt x="122238" y="169977"/>
                  </a:cubicBezTo>
                  <a:cubicBezTo>
                    <a:pt x="133176" y="169977"/>
                    <a:pt x="120282" y="133768"/>
                    <a:pt x="121296" y="120877"/>
                  </a:cubicBezTo>
                  <a:cubicBezTo>
                    <a:pt x="122309" y="107987"/>
                    <a:pt x="145202" y="119719"/>
                    <a:pt x="157518" y="103714"/>
                  </a:cubicBezTo>
                  <a:cubicBezTo>
                    <a:pt x="169833" y="87709"/>
                    <a:pt x="149548" y="45779"/>
                    <a:pt x="149548" y="18043"/>
                  </a:cubicBezTo>
                  <a:cubicBezTo>
                    <a:pt x="149548" y="-9693"/>
                    <a:pt x="116297" y="-1365"/>
                    <a:pt x="125280" y="157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5" name="Freeform 252">
              <a:extLst>
                <a:ext uri="{FF2B5EF4-FFF2-40B4-BE49-F238E27FC236}">
                  <a16:creationId xmlns:a16="http://schemas.microsoft.com/office/drawing/2014/main" id="{895CB59E-3916-B50A-EA01-00D86710D7BE}"/>
                </a:ext>
              </a:extLst>
            </p:cNvPr>
            <p:cNvSpPr/>
            <p:nvPr/>
          </p:nvSpPr>
          <p:spPr>
            <a:xfrm>
              <a:off x="9799592" y="3977570"/>
              <a:ext cx="73281" cy="114597"/>
            </a:xfrm>
            <a:custGeom>
              <a:avLst/>
              <a:gdLst>
                <a:gd name="connsiteX0" fmla="*/ 10695 w 73281"/>
                <a:gd name="connsiteY0" fmla="*/ 52744 h 114596"/>
                <a:gd name="connsiteX1" fmla="*/ 28661 w 73281"/>
                <a:gd name="connsiteY1" fmla="*/ 41374 h 114596"/>
                <a:gd name="connsiteX2" fmla="*/ 31631 w 73281"/>
                <a:gd name="connsiteY2" fmla="*/ 72152 h 114596"/>
                <a:gd name="connsiteX3" fmla="*/ 36703 w 73281"/>
                <a:gd name="connsiteY3" fmla="*/ 114444 h 114596"/>
                <a:gd name="connsiteX4" fmla="*/ 72925 w 73281"/>
                <a:gd name="connsiteY4" fmla="*/ 52744 h 114596"/>
                <a:gd name="connsiteX5" fmla="*/ 59957 w 73281"/>
                <a:gd name="connsiteY5" fmla="*/ 45936 h 114596"/>
                <a:gd name="connsiteX6" fmla="*/ 9246 w 73281"/>
                <a:gd name="connsiteY6" fmla="*/ 241 h 114596"/>
                <a:gd name="connsiteX7" fmla="*/ 10695 w 73281"/>
                <a:gd name="connsiteY7" fmla="*/ 52744 h 1145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3281" h="114596">
                  <a:moveTo>
                    <a:pt x="10695" y="52744"/>
                  </a:moveTo>
                  <a:cubicBezTo>
                    <a:pt x="15694" y="51658"/>
                    <a:pt x="27720" y="52744"/>
                    <a:pt x="28661" y="41374"/>
                  </a:cubicBezTo>
                  <a:cubicBezTo>
                    <a:pt x="29603" y="30005"/>
                    <a:pt x="40687" y="61941"/>
                    <a:pt x="31631" y="72152"/>
                  </a:cubicBezTo>
                  <a:cubicBezTo>
                    <a:pt x="22576" y="82363"/>
                    <a:pt x="22648" y="111041"/>
                    <a:pt x="36703" y="114444"/>
                  </a:cubicBezTo>
                  <a:cubicBezTo>
                    <a:pt x="50757" y="117848"/>
                    <a:pt x="76619" y="63100"/>
                    <a:pt x="72925" y="52744"/>
                  </a:cubicBezTo>
                  <a:cubicBezTo>
                    <a:pt x="69230" y="42388"/>
                    <a:pt x="56914" y="59986"/>
                    <a:pt x="59957" y="45936"/>
                  </a:cubicBezTo>
                  <a:cubicBezTo>
                    <a:pt x="63000" y="31888"/>
                    <a:pt x="23735" y="-3235"/>
                    <a:pt x="9246" y="241"/>
                  </a:cubicBezTo>
                  <a:cubicBezTo>
                    <a:pt x="-5242" y="3717"/>
                    <a:pt x="-1113" y="55424"/>
                    <a:pt x="10695" y="527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6" name="Freeform 253">
              <a:extLst>
                <a:ext uri="{FF2B5EF4-FFF2-40B4-BE49-F238E27FC236}">
                  <a16:creationId xmlns:a16="http://schemas.microsoft.com/office/drawing/2014/main" id="{756F6C70-5963-2AC5-6A9A-1AAA1BD6DC25}"/>
                </a:ext>
              </a:extLst>
            </p:cNvPr>
            <p:cNvSpPr/>
            <p:nvPr/>
          </p:nvSpPr>
          <p:spPr>
            <a:xfrm>
              <a:off x="10452715" y="4550860"/>
              <a:ext cx="418307" cy="310897"/>
            </a:xfrm>
            <a:custGeom>
              <a:avLst/>
              <a:gdLst>
                <a:gd name="connsiteX0" fmla="*/ 307306 w 418309"/>
                <a:gd name="connsiteY0" fmla="*/ 287138 h 310895"/>
                <a:gd name="connsiteX1" fmla="*/ 283327 w 418309"/>
                <a:gd name="connsiteY1" fmla="*/ 260923 h 310895"/>
                <a:gd name="connsiteX2" fmla="*/ 249423 w 418309"/>
                <a:gd name="connsiteY2" fmla="*/ 242601 h 310895"/>
                <a:gd name="connsiteX3" fmla="*/ 225445 w 418309"/>
                <a:gd name="connsiteY3" fmla="*/ 191184 h 310895"/>
                <a:gd name="connsiteX4" fmla="*/ 217476 w 418309"/>
                <a:gd name="connsiteY4" fmla="*/ 159175 h 310895"/>
                <a:gd name="connsiteX5" fmla="*/ 224720 w 418309"/>
                <a:gd name="connsiteY5" fmla="*/ 134119 h 310895"/>
                <a:gd name="connsiteX6" fmla="*/ 157783 w 418309"/>
                <a:gd name="connsiteY6" fmla="*/ 91826 h 310895"/>
                <a:gd name="connsiteX7" fmla="*/ 24993 w 418309"/>
                <a:gd name="connsiteY7" fmla="*/ 8401 h 310895"/>
                <a:gd name="connsiteX8" fmla="*/ 0 w 418309"/>
                <a:gd name="connsiteY8" fmla="*/ 0 h 310895"/>
                <a:gd name="connsiteX9" fmla="*/ 0 w 418309"/>
                <a:gd name="connsiteY9" fmla="*/ 243832 h 310895"/>
                <a:gd name="connsiteX10" fmla="*/ 36222 w 418309"/>
                <a:gd name="connsiteY10" fmla="*/ 257447 h 310895"/>
                <a:gd name="connsiteX11" fmla="*/ 77153 w 418309"/>
                <a:gd name="connsiteY11" fmla="*/ 231159 h 310895"/>
                <a:gd name="connsiteX12" fmla="*/ 97147 w 418309"/>
                <a:gd name="connsiteY12" fmla="*/ 202626 h 310895"/>
                <a:gd name="connsiteX13" fmla="*/ 167996 w 418309"/>
                <a:gd name="connsiteY13" fmla="*/ 220875 h 310895"/>
                <a:gd name="connsiteX14" fmla="*/ 241889 w 418309"/>
                <a:gd name="connsiteY14" fmla="*/ 296335 h 310895"/>
                <a:gd name="connsiteX15" fmla="*/ 312811 w 418309"/>
                <a:gd name="connsiteY15" fmla="*/ 310819 h 310895"/>
                <a:gd name="connsiteX16" fmla="*/ 307306 w 418309"/>
                <a:gd name="connsiteY16" fmla="*/ 287138 h 310895"/>
                <a:gd name="connsiteX17" fmla="*/ 364247 w 418309"/>
                <a:gd name="connsiteY17" fmla="*/ 83788 h 310895"/>
                <a:gd name="connsiteX18" fmla="*/ 323316 w 418309"/>
                <a:gd name="connsiteY18" fmla="*/ 111235 h 310895"/>
                <a:gd name="connsiteX19" fmla="*/ 251379 w 418309"/>
                <a:gd name="connsiteY19" fmla="*/ 114638 h 310895"/>
                <a:gd name="connsiteX20" fmla="*/ 306365 w 418309"/>
                <a:gd name="connsiteY20" fmla="*/ 143605 h 310895"/>
                <a:gd name="connsiteX21" fmla="*/ 376272 w 418309"/>
                <a:gd name="connsiteY21" fmla="*/ 103630 h 310895"/>
                <a:gd name="connsiteX22" fmla="*/ 386269 w 418309"/>
                <a:gd name="connsiteY22" fmla="*/ 69304 h 310895"/>
                <a:gd name="connsiteX23" fmla="*/ 364247 w 418309"/>
                <a:gd name="connsiteY23" fmla="*/ 83788 h 310895"/>
                <a:gd name="connsiteX24" fmla="*/ 398223 w 418309"/>
                <a:gd name="connsiteY24" fmla="*/ 40337 h 310895"/>
                <a:gd name="connsiteX25" fmla="*/ 388225 w 418309"/>
                <a:gd name="connsiteY25" fmla="*/ 42582 h 310895"/>
                <a:gd name="connsiteX26" fmla="*/ 409162 w 418309"/>
                <a:gd name="connsiteY26" fmla="*/ 79153 h 310895"/>
                <a:gd name="connsiteX27" fmla="*/ 398223 w 418309"/>
                <a:gd name="connsiteY27" fmla="*/ 40409 h 3108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418309" h="310895">
                  <a:moveTo>
                    <a:pt x="307306" y="287138"/>
                  </a:moveTo>
                  <a:cubicBezTo>
                    <a:pt x="300062" y="283734"/>
                    <a:pt x="282385" y="270048"/>
                    <a:pt x="283327" y="260923"/>
                  </a:cubicBezTo>
                  <a:cubicBezTo>
                    <a:pt x="284269" y="251798"/>
                    <a:pt x="263405" y="252885"/>
                    <a:pt x="249423" y="242601"/>
                  </a:cubicBezTo>
                  <a:cubicBezTo>
                    <a:pt x="235442" y="232318"/>
                    <a:pt x="240440" y="199150"/>
                    <a:pt x="225445" y="191184"/>
                  </a:cubicBezTo>
                  <a:cubicBezTo>
                    <a:pt x="210448" y="183218"/>
                    <a:pt x="199438" y="158089"/>
                    <a:pt x="217476" y="159175"/>
                  </a:cubicBezTo>
                  <a:cubicBezTo>
                    <a:pt x="235514" y="160261"/>
                    <a:pt x="238412" y="148892"/>
                    <a:pt x="224720" y="134119"/>
                  </a:cubicBezTo>
                  <a:cubicBezTo>
                    <a:pt x="211028" y="119345"/>
                    <a:pt x="159521" y="113552"/>
                    <a:pt x="157783" y="91826"/>
                  </a:cubicBezTo>
                  <a:cubicBezTo>
                    <a:pt x="156044" y="70101"/>
                    <a:pt x="64909" y="18684"/>
                    <a:pt x="24993" y="8401"/>
                  </a:cubicBezTo>
                  <a:cubicBezTo>
                    <a:pt x="16517" y="6083"/>
                    <a:pt x="8186" y="3273"/>
                    <a:pt x="0" y="0"/>
                  </a:cubicBezTo>
                  <a:lnTo>
                    <a:pt x="0" y="243832"/>
                  </a:lnTo>
                  <a:cubicBezTo>
                    <a:pt x="10359" y="252088"/>
                    <a:pt x="23037" y="256853"/>
                    <a:pt x="36222" y="257447"/>
                  </a:cubicBezTo>
                  <a:cubicBezTo>
                    <a:pt x="80122" y="259764"/>
                    <a:pt x="69183" y="231159"/>
                    <a:pt x="77153" y="231159"/>
                  </a:cubicBezTo>
                  <a:cubicBezTo>
                    <a:pt x="85121" y="231159"/>
                    <a:pt x="88164" y="215227"/>
                    <a:pt x="97147" y="202626"/>
                  </a:cubicBezTo>
                  <a:cubicBezTo>
                    <a:pt x="106130" y="190026"/>
                    <a:pt x="145032" y="200309"/>
                    <a:pt x="167996" y="220875"/>
                  </a:cubicBezTo>
                  <a:cubicBezTo>
                    <a:pt x="190961" y="241442"/>
                    <a:pt x="217983" y="302056"/>
                    <a:pt x="241889" y="296335"/>
                  </a:cubicBezTo>
                  <a:cubicBezTo>
                    <a:pt x="265795" y="290614"/>
                    <a:pt x="290861" y="312340"/>
                    <a:pt x="312811" y="310819"/>
                  </a:cubicBezTo>
                  <a:cubicBezTo>
                    <a:pt x="334762" y="309298"/>
                    <a:pt x="314333" y="290614"/>
                    <a:pt x="307306" y="287138"/>
                  </a:cubicBezTo>
                  <a:close/>
                  <a:moveTo>
                    <a:pt x="364247" y="83788"/>
                  </a:moveTo>
                  <a:cubicBezTo>
                    <a:pt x="364247" y="94072"/>
                    <a:pt x="348309" y="99792"/>
                    <a:pt x="323316" y="111235"/>
                  </a:cubicBezTo>
                  <a:cubicBezTo>
                    <a:pt x="298323" y="122676"/>
                    <a:pt x="253045" y="98127"/>
                    <a:pt x="251379" y="114638"/>
                  </a:cubicBezTo>
                  <a:cubicBezTo>
                    <a:pt x="250437" y="124921"/>
                    <a:pt x="279415" y="143605"/>
                    <a:pt x="306365" y="143605"/>
                  </a:cubicBezTo>
                  <a:cubicBezTo>
                    <a:pt x="333313" y="143605"/>
                    <a:pt x="376272" y="112755"/>
                    <a:pt x="376272" y="103630"/>
                  </a:cubicBezTo>
                  <a:cubicBezTo>
                    <a:pt x="376272" y="94506"/>
                    <a:pt x="393224" y="78501"/>
                    <a:pt x="386269" y="69304"/>
                  </a:cubicBezTo>
                  <a:cubicBezTo>
                    <a:pt x="379315" y="60107"/>
                    <a:pt x="364247" y="73505"/>
                    <a:pt x="364247" y="83788"/>
                  </a:cubicBezTo>
                  <a:close/>
                  <a:moveTo>
                    <a:pt x="398223" y="40337"/>
                  </a:moveTo>
                  <a:cubicBezTo>
                    <a:pt x="382285" y="28895"/>
                    <a:pt x="368231" y="20929"/>
                    <a:pt x="388225" y="42582"/>
                  </a:cubicBezTo>
                  <a:cubicBezTo>
                    <a:pt x="408220" y="64235"/>
                    <a:pt x="397426" y="82702"/>
                    <a:pt x="409162" y="79153"/>
                  </a:cubicBezTo>
                  <a:cubicBezTo>
                    <a:pt x="428142" y="73577"/>
                    <a:pt x="414161" y="51852"/>
                    <a:pt x="398223" y="404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7" name="Freeform 254">
              <a:extLst>
                <a:ext uri="{FF2B5EF4-FFF2-40B4-BE49-F238E27FC236}">
                  <a16:creationId xmlns:a16="http://schemas.microsoft.com/office/drawing/2014/main" id="{12A5C341-BA37-A5DE-3E72-DB0EE5434573}"/>
                </a:ext>
              </a:extLst>
            </p:cNvPr>
            <p:cNvSpPr/>
            <p:nvPr/>
          </p:nvSpPr>
          <p:spPr>
            <a:xfrm>
              <a:off x="8413374" y="4064630"/>
              <a:ext cx="70488" cy="143979"/>
            </a:xfrm>
            <a:custGeom>
              <a:avLst/>
              <a:gdLst>
                <a:gd name="connsiteX0" fmla="*/ 3248 w 70489"/>
                <a:gd name="connsiteY0" fmla="*/ 109797 h 143978"/>
                <a:gd name="connsiteX1" fmla="*/ 10492 w 70489"/>
                <a:gd name="connsiteY1" fmla="*/ 113563 h 143978"/>
                <a:gd name="connsiteX2" fmla="*/ 40919 w 70489"/>
                <a:gd name="connsiteY2" fmla="*/ 143978 h 143978"/>
                <a:gd name="connsiteX3" fmla="*/ 70476 w 70489"/>
                <a:gd name="connsiteY3" fmla="*/ 90244 h 143978"/>
                <a:gd name="connsiteX4" fmla="*/ 15492 w 70489"/>
                <a:gd name="connsiteY4" fmla="*/ 11 h 143978"/>
                <a:gd name="connsiteX5" fmla="*/ 3538 w 70489"/>
                <a:gd name="connsiteY5" fmla="*/ 36220 h 143978"/>
                <a:gd name="connsiteX6" fmla="*/ 1510 w 70489"/>
                <a:gd name="connsiteY6" fmla="*/ 87637 h 143978"/>
                <a:gd name="connsiteX7" fmla="*/ 3248 w 70489"/>
                <a:gd name="connsiteY7" fmla="*/ 109797 h 1439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0489" h="143978">
                  <a:moveTo>
                    <a:pt x="3248" y="109797"/>
                  </a:moveTo>
                  <a:cubicBezTo>
                    <a:pt x="5856" y="110687"/>
                    <a:pt x="8247" y="111955"/>
                    <a:pt x="10492" y="113563"/>
                  </a:cubicBezTo>
                  <a:cubicBezTo>
                    <a:pt x="22156" y="122065"/>
                    <a:pt x="32443" y="132326"/>
                    <a:pt x="40919" y="143978"/>
                  </a:cubicBezTo>
                  <a:cubicBezTo>
                    <a:pt x="58234" y="131327"/>
                    <a:pt x="69100" y="111651"/>
                    <a:pt x="70476" y="90244"/>
                  </a:cubicBezTo>
                  <a:cubicBezTo>
                    <a:pt x="71418" y="58235"/>
                    <a:pt x="23026" y="-930"/>
                    <a:pt x="15492" y="11"/>
                  </a:cubicBezTo>
                  <a:cubicBezTo>
                    <a:pt x="6509" y="1170"/>
                    <a:pt x="8247" y="21737"/>
                    <a:pt x="3538" y="36220"/>
                  </a:cubicBezTo>
                  <a:cubicBezTo>
                    <a:pt x="-1171" y="50704"/>
                    <a:pt x="-447" y="65911"/>
                    <a:pt x="1510" y="87637"/>
                  </a:cubicBezTo>
                  <a:cubicBezTo>
                    <a:pt x="2669" y="95241"/>
                    <a:pt x="2669" y="102628"/>
                    <a:pt x="3248" y="1097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8" name="Freeform 255">
              <a:extLst>
                <a:ext uri="{FF2B5EF4-FFF2-40B4-BE49-F238E27FC236}">
                  <a16:creationId xmlns:a16="http://schemas.microsoft.com/office/drawing/2014/main" id="{E238DCB0-F458-A629-1868-A61C3A982822}"/>
                </a:ext>
              </a:extLst>
            </p:cNvPr>
            <p:cNvSpPr/>
            <p:nvPr/>
          </p:nvSpPr>
          <p:spPr>
            <a:xfrm>
              <a:off x="7169581" y="4900959"/>
              <a:ext cx="235406" cy="548583"/>
            </a:xfrm>
            <a:custGeom>
              <a:avLst/>
              <a:gdLst>
                <a:gd name="connsiteX0" fmla="*/ 221895 w 235408"/>
                <a:gd name="connsiteY0" fmla="*/ 70725 h 548580"/>
                <a:gd name="connsiteX1" fmla="*/ 197916 w 235408"/>
                <a:gd name="connsiteY1" fmla="*/ 6779 h 548580"/>
                <a:gd name="connsiteX2" fmla="*/ 185963 w 235408"/>
                <a:gd name="connsiteY2" fmla="*/ 18149 h 548580"/>
                <a:gd name="connsiteX3" fmla="*/ 180892 w 235408"/>
                <a:gd name="connsiteY3" fmla="*/ 45595 h 548580"/>
                <a:gd name="connsiteX4" fmla="*/ 160970 w 235408"/>
                <a:gd name="connsiteY4" fmla="*/ 62759 h 548580"/>
                <a:gd name="connsiteX5" fmla="*/ 144018 w 235408"/>
                <a:gd name="connsiteY5" fmla="*/ 79849 h 548580"/>
                <a:gd name="connsiteX6" fmla="*/ 143004 w 235408"/>
                <a:gd name="connsiteY6" fmla="*/ 100416 h 548580"/>
                <a:gd name="connsiteX7" fmla="*/ 118011 w 235408"/>
                <a:gd name="connsiteY7" fmla="*/ 124386 h 548580"/>
                <a:gd name="connsiteX8" fmla="*/ 71067 w 235408"/>
                <a:gd name="connsiteY8" fmla="*/ 151833 h 548580"/>
                <a:gd name="connsiteX9" fmla="*/ 28108 w 235408"/>
                <a:gd name="connsiteY9" fmla="*/ 160958 h 548580"/>
                <a:gd name="connsiteX10" fmla="*/ 14127 w 235408"/>
                <a:gd name="connsiteY10" fmla="*/ 212447 h 548580"/>
                <a:gd name="connsiteX11" fmla="*/ 18111 w 235408"/>
                <a:gd name="connsiteY11" fmla="*/ 282041 h 548580"/>
                <a:gd name="connsiteX12" fmla="*/ 10142 w 235408"/>
                <a:gd name="connsiteY12" fmla="*/ 360904 h 548580"/>
                <a:gd name="connsiteX13" fmla="*/ 0 w 235408"/>
                <a:gd name="connsiteY13" fmla="*/ 378285 h 548580"/>
                <a:gd name="connsiteX14" fmla="*/ 3477 w 235408"/>
                <a:gd name="connsiteY14" fmla="*/ 476556 h 548580"/>
                <a:gd name="connsiteX15" fmla="*/ 5071 w 235408"/>
                <a:gd name="connsiteY15" fmla="*/ 484667 h 548580"/>
                <a:gd name="connsiteX16" fmla="*/ 5506 w 235408"/>
                <a:gd name="connsiteY16" fmla="*/ 486622 h 548580"/>
                <a:gd name="connsiteX17" fmla="*/ 23689 w 235408"/>
                <a:gd name="connsiteY17" fmla="*/ 531232 h 548580"/>
                <a:gd name="connsiteX18" fmla="*/ 79036 w 235408"/>
                <a:gd name="connsiteY18" fmla="*/ 543688 h 548580"/>
                <a:gd name="connsiteX19" fmla="*/ 80630 w 235408"/>
                <a:gd name="connsiteY19" fmla="*/ 542094 h 548580"/>
                <a:gd name="connsiteX20" fmla="*/ 121778 w 235408"/>
                <a:gd name="connsiteY20" fmla="*/ 478946 h 548580"/>
                <a:gd name="connsiteX21" fmla="*/ 140758 w 235408"/>
                <a:gd name="connsiteY21" fmla="*/ 448385 h 548580"/>
                <a:gd name="connsiteX22" fmla="*/ 146409 w 235408"/>
                <a:gd name="connsiteY22" fmla="*/ 427094 h 548580"/>
                <a:gd name="connsiteX23" fmla="*/ 146409 w 235408"/>
                <a:gd name="connsiteY23" fmla="*/ 405369 h 548580"/>
                <a:gd name="connsiteX24" fmla="*/ 146409 w 235408"/>
                <a:gd name="connsiteY24" fmla="*/ 403920 h 548580"/>
                <a:gd name="connsiteX25" fmla="*/ 165244 w 235408"/>
                <a:gd name="connsiteY25" fmla="*/ 338165 h 548580"/>
                <a:gd name="connsiteX26" fmla="*/ 176907 w 235408"/>
                <a:gd name="connsiteY26" fmla="*/ 318757 h 548580"/>
                <a:gd name="connsiteX27" fmla="*/ 200017 w 235408"/>
                <a:gd name="connsiteY27" fmla="*/ 216140 h 548580"/>
                <a:gd name="connsiteX28" fmla="*/ 206030 w 235408"/>
                <a:gd name="connsiteY28" fmla="*/ 172689 h 548580"/>
                <a:gd name="connsiteX29" fmla="*/ 215013 w 235408"/>
                <a:gd name="connsiteY29" fmla="*/ 148719 h 548580"/>
                <a:gd name="connsiteX30" fmla="*/ 235007 w 235408"/>
                <a:gd name="connsiteY30" fmla="*/ 144156 h 548580"/>
                <a:gd name="connsiteX31" fmla="*/ 221895 w 235408"/>
                <a:gd name="connsiteY31" fmla="*/ 70725 h 548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35408" h="548580">
                  <a:moveTo>
                    <a:pt x="221895" y="70725"/>
                  </a:moveTo>
                  <a:cubicBezTo>
                    <a:pt x="220881" y="44437"/>
                    <a:pt x="200887" y="19308"/>
                    <a:pt x="197916" y="6779"/>
                  </a:cubicBezTo>
                  <a:cubicBezTo>
                    <a:pt x="193425" y="-11977"/>
                    <a:pt x="189875" y="13659"/>
                    <a:pt x="185963" y="18149"/>
                  </a:cubicBezTo>
                  <a:cubicBezTo>
                    <a:pt x="181471" y="26549"/>
                    <a:pt x="179660" y="36145"/>
                    <a:pt x="180892" y="45595"/>
                  </a:cubicBezTo>
                  <a:cubicBezTo>
                    <a:pt x="181906" y="54720"/>
                    <a:pt x="168939" y="63845"/>
                    <a:pt x="160970" y="62759"/>
                  </a:cubicBezTo>
                  <a:cubicBezTo>
                    <a:pt x="153001" y="61673"/>
                    <a:pt x="139961" y="67321"/>
                    <a:pt x="144018" y="79849"/>
                  </a:cubicBezTo>
                  <a:cubicBezTo>
                    <a:pt x="148075" y="92378"/>
                    <a:pt x="138005" y="90133"/>
                    <a:pt x="143004" y="100416"/>
                  </a:cubicBezTo>
                  <a:cubicBezTo>
                    <a:pt x="148002" y="110699"/>
                    <a:pt x="131992" y="123300"/>
                    <a:pt x="118011" y="124386"/>
                  </a:cubicBezTo>
                  <a:cubicBezTo>
                    <a:pt x="104029" y="125473"/>
                    <a:pt x="86063" y="154150"/>
                    <a:pt x="71067" y="151833"/>
                  </a:cubicBezTo>
                  <a:cubicBezTo>
                    <a:pt x="56071" y="149516"/>
                    <a:pt x="41075" y="163275"/>
                    <a:pt x="28108" y="160958"/>
                  </a:cubicBezTo>
                  <a:cubicBezTo>
                    <a:pt x="15141" y="158640"/>
                    <a:pt x="24124" y="191880"/>
                    <a:pt x="14127" y="212447"/>
                  </a:cubicBezTo>
                  <a:cubicBezTo>
                    <a:pt x="4129" y="233014"/>
                    <a:pt x="9128" y="256912"/>
                    <a:pt x="18111" y="282041"/>
                  </a:cubicBezTo>
                  <a:cubicBezTo>
                    <a:pt x="27094" y="307170"/>
                    <a:pt x="34121" y="327737"/>
                    <a:pt x="10142" y="360904"/>
                  </a:cubicBezTo>
                  <a:cubicBezTo>
                    <a:pt x="6230" y="366357"/>
                    <a:pt x="2825" y="372180"/>
                    <a:pt x="0" y="378285"/>
                  </a:cubicBezTo>
                  <a:cubicBezTo>
                    <a:pt x="4999" y="411090"/>
                    <a:pt x="-1811" y="444475"/>
                    <a:pt x="3477" y="476556"/>
                  </a:cubicBezTo>
                  <a:cubicBezTo>
                    <a:pt x="3984" y="479235"/>
                    <a:pt x="4564" y="481987"/>
                    <a:pt x="5071" y="484667"/>
                  </a:cubicBezTo>
                  <a:lnTo>
                    <a:pt x="5506" y="486622"/>
                  </a:lnTo>
                  <a:cubicBezTo>
                    <a:pt x="9852" y="502134"/>
                    <a:pt x="15938" y="517096"/>
                    <a:pt x="23689" y="531232"/>
                  </a:cubicBezTo>
                  <a:cubicBezTo>
                    <a:pt x="39120" y="544991"/>
                    <a:pt x="69184" y="554985"/>
                    <a:pt x="79036" y="543688"/>
                  </a:cubicBezTo>
                  <a:lnTo>
                    <a:pt x="80630" y="542094"/>
                  </a:lnTo>
                  <a:cubicBezTo>
                    <a:pt x="95843" y="522049"/>
                    <a:pt x="109607" y="500946"/>
                    <a:pt x="121778" y="478946"/>
                  </a:cubicBezTo>
                  <a:cubicBezTo>
                    <a:pt x="127935" y="468590"/>
                    <a:pt x="134310" y="458451"/>
                    <a:pt x="140758" y="448385"/>
                  </a:cubicBezTo>
                  <a:cubicBezTo>
                    <a:pt x="142642" y="441383"/>
                    <a:pt x="144525" y="434286"/>
                    <a:pt x="146409" y="427094"/>
                  </a:cubicBezTo>
                  <a:cubicBezTo>
                    <a:pt x="144598" y="419961"/>
                    <a:pt x="144598" y="412502"/>
                    <a:pt x="146409" y="405369"/>
                  </a:cubicBezTo>
                  <a:cubicBezTo>
                    <a:pt x="146409" y="404884"/>
                    <a:pt x="146409" y="404406"/>
                    <a:pt x="146409" y="403920"/>
                  </a:cubicBezTo>
                  <a:cubicBezTo>
                    <a:pt x="143728" y="380370"/>
                    <a:pt x="150466" y="356726"/>
                    <a:pt x="165244" y="338165"/>
                  </a:cubicBezTo>
                  <a:cubicBezTo>
                    <a:pt x="169590" y="332002"/>
                    <a:pt x="173503" y="325513"/>
                    <a:pt x="176907" y="318757"/>
                  </a:cubicBezTo>
                  <a:cubicBezTo>
                    <a:pt x="189948" y="272699"/>
                    <a:pt x="201538" y="227872"/>
                    <a:pt x="200017" y="216140"/>
                  </a:cubicBezTo>
                  <a:cubicBezTo>
                    <a:pt x="198061" y="200136"/>
                    <a:pt x="212042" y="189852"/>
                    <a:pt x="206030" y="172689"/>
                  </a:cubicBezTo>
                  <a:cubicBezTo>
                    <a:pt x="200017" y="155526"/>
                    <a:pt x="208058" y="134960"/>
                    <a:pt x="215013" y="148719"/>
                  </a:cubicBezTo>
                  <a:cubicBezTo>
                    <a:pt x="221967" y="162478"/>
                    <a:pt x="231964" y="162406"/>
                    <a:pt x="235007" y="144156"/>
                  </a:cubicBezTo>
                  <a:cubicBezTo>
                    <a:pt x="238050" y="125907"/>
                    <a:pt x="222836" y="97013"/>
                    <a:pt x="221895" y="707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9" name="Freeform 256">
              <a:extLst>
                <a:ext uri="{FF2B5EF4-FFF2-40B4-BE49-F238E27FC236}">
                  <a16:creationId xmlns:a16="http://schemas.microsoft.com/office/drawing/2014/main" id="{346B19BF-CF4A-C4D3-38E8-0C3B36D5951D}"/>
                </a:ext>
              </a:extLst>
            </p:cNvPr>
            <p:cNvSpPr/>
            <p:nvPr/>
          </p:nvSpPr>
          <p:spPr>
            <a:xfrm>
              <a:off x="7146908" y="3686689"/>
              <a:ext cx="358811" cy="250431"/>
            </a:xfrm>
            <a:custGeom>
              <a:avLst/>
              <a:gdLst>
                <a:gd name="connsiteX0" fmla="*/ 284849 w 358813"/>
                <a:gd name="connsiteY0" fmla="*/ 10790 h 250429"/>
                <a:gd name="connsiteX1" fmla="*/ 218272 w 358813"/>
                <a:gd name="connsiteY1" fmla="*/ 15208 h 250429"/>
                <a:gd name="connsiteX2" fmla="*/ 166113 w 358813"/>
                <a:gd name="connsiteY2" fmla="*/ 67131 h 250429"/>
                <a:gd name="connsiteX3" fmla="*/ 143004 w 358813"/>
                <a:gd name="connsiteY3" fmla="*/ 77053 h 250429"/>
                <a:gd name="connsiteX4" fmla="*/ 95698 w 358813"/>
                <a:gd name="connsiteY4" fmla="*/ 68218 h 250429"/>
                <a:gd name="connsiteX5" fmla="*/ 54188 w 358813"/>
                <a:gd name="connsiteY5" fmla="*/ 63800 h 250429"/>
                <a:gd name="connsiteX6" fmla="*/ 29122 w 358813"/>
                <a:gd name="connsiteY6" fmla="*/ 59383 h 250429"/>
                <a:gd name="connsiteX7" fmla="*/ 14634 w 358813"/>
                <a:gd name="connsiteY7" fmla="*/ 73866 h 250429"/>
                <a:gd name="connsiteX8" fmla="*/ 15576 w 358813"/>
                <a:gd name="connsiteY8" fmla="*/ 94868 h 250429"/>
                <a:gd name="connsiteX9" fmla="*/ 0 w 358813"/>
                <a:gd name="connsiteY9" fmla="*/ 104644 h 250429"/>
                <a:gd name="connsiteX10" fmla="*/ 2898 w 358813"/>
                <a:gd name="connsiteY10" fmla="*/ 128470 h 250429"/>
                <a:gd name="connsiteX11" fmla="*/ 12823 w 358813"/>
                <a:gd name="connsiteY11" fmla="*/ 190170 h 250429"/>
                <a:gd name="connsiteX12" fmla="*/ 24341 w 358813"/>
                <a:gd name="connsiteY12" fmla="*/ 246729 h 250429"/>
                <a:gd name="connsiteX13" fmla="*/ 85701 w 358813"/>
                <a:gd name="connsiteY13" fmla="*/ 238690 h 250429"/>
                <a:gd name="connsiteX14" fmla="*/ 129167 w 358813"/>
                <a:gd name="connsiteY14" fmla="*/ 223265 h 250429"/>
                <a:gd name="connsiteX15" fmla="*/ 166041 w 358813"/>
                <a:gd name="connsiteY15" fmla="*/ 202698 h 250429"/>
                <a:gd name="connsiteX16" fmla="*/ 199510 w 358813"/>
                <a:gd name="connsiteY16" fmla="*/ 196471 h 250429"/>
                <a:gd name="connsiteX17" fmla="*/ 226024 w 358813"/>
                <a:gd name="connsiteY17" fmla="*/ 175904 h 250429"/>
                <a:gd name="connsiteX18" fmla="*/ 236818 w 358813"/>
                <a:gd name="connsiteY18" fmla="*/ 168662 h 250429"/>
                <a:gd name="connsiteX19" fmla="*/ 237688 w 358813"/>
                <a:gd name="connsiteY19" fmla="*/ 163158 h 250429"/>
                <a:gd name="connsiteX20" fmla="*/ 254639 w 358813"/>
                <a:gd name="connsiteY20" fmla="*/ 140708 h 250429"/>
                <a:gd name="connsiteX21" fmla="*/ 274489 w 358813"/>
                <a:gd name="connsiteY21" fmla="*/ 133467 h 250429"/>
                <a:gd name="connsiteX22" fmla="*/ 295280 w 358813"/>
                <a:gd name="connsiteY22" fmla="*/ 131656 h 250429"/>
                <a:gd name="connsiteX23" fmla="*/ 316000 w 358813"/>
                <a:gd name="connsiteY23" fmla="*/ 138391 h 250429"/>
                <a:gd name="connsiteX24" fmla="*/ 329836 w 358813"/>
                <a:gd name="connsiteY24" fmla="*/ 110003 h 250429"/>
                <a:gd name="connsiteX25" fmla="*/ 358813 w 358813"/>
                <a:gd name="connsiteY25" fmla="*/ 97620 h 250429"/>
                <a:gd name="connsiteX26" fmla="*/ 317448 w 358813"/>
                <a:gd name="connsiteY26" fmla="*/ 0 h 250429"/>
                <a:gd name="connsiteX27" fmla="*/ 284849 w 358813"/>
                <a:gd name="connsiteY27" fmla="*/ 10790 h 250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58813" h="250429">
                  <a:moveTo>
                    <a:pt x="284849" y="10790"/>
                  </a:moveTo>
                  <a:cubicBezTo>
                    <a:pt x="267462" y="15208"/>
                    <a:pt x="223996" y="11949"/>
                    <a:pt x="218272" y="15208"/>
                  </a:cubicBezTo>
                  <a:cubicBezTo>
                    <a:pt x="212550" y="18467"/>
                    <a:pt x="171909" y="51417"/>
                    <a:pt x="166113" y="67131"/>
                  </a:cubicBezTo>
                  <a:cubicBezTo>
                    <a:pt x="160318" y="82846"/>
                    <a:pt x="151625" y="84801"/>
                    <a:pt x="143004" y="77053"/>
                  </a:cubicBezTo>
                  <a:cubicBezTo>
                    <a:pt x="134383" y="69304"/>
                    <a:pt x="98596" y="71549"/>
                    <a:pt x="95698" y="68218"/>
                  </a:cubicBezTo>
                  <a:cubicBezTo>
                    <a:pt x="92800" y="64886"/>
                    <a:pt x="66721" y="61627"/>
                    <a:pt x="54188" y="63800"/>
                  </a:cubicBezTo>
                  <a:cubicBezTo>
                    <a:pt x="41655" y="65973"/>
                    <a:pt x="34845" y="57210"/>
                    <a:pt x="29122" y="59383"/>
                  </a:cubicBezTo>
                  <a:cubicBezTo>
                    <a:pt x="23110" y="62823"/>
                    <a:pt x="18111" y="67827"/>
                    <a:pt x="14634" y="73866"/>
                  </a:cubicBezTo>
                  <a:cubicBezTo>
                    <a:pt x="11736" y="78284"/>
                    <a:pt x="17531" y="90450"/>
                    <a:pt x="15576" y="94868"/>
                  </a:cubicBezTo>
                  <a:cubicBezTo>
                    <a:pt x="10802" y="98749"/>
                    <a:pt x="5571" y="102037"/>
                    <a:pt x="0" y="104644"/>
                  </a:cubicBezTo>
                  <a:cubicBezTo>
                    <a:pt x="3296" y="112125"/>
                    <a:pt x="4303" y="120417"/>
                    <a:pt x="2898" y="128470"/>
                  </a:cubicBezTo>
                  <a:cubicBezTo>
                    <a:pt x="-1159" y="141650"/>
                    <a:pt x="2391" y="172428"/>
                    <a:pt x="12823" y="190170"/>
                  </a:cubicBezTo>
                  <a:cubicBezTo>
                    <a:pt x="23255" y="207912"/>
                    <a:pt x="19342" y="240428"/>
                    <a:pt x="24341" y="246729"/>
                  </a:cubicBezTo>
                  <a:cubicBezTo>
                    <a:pt x="29340" y="253029"/>
                    <a:pt x="68314" y="251870"/>
                    <a:pt x="85701" y="238690"/>
                  </a:cubicBezTo>
                  <a:cubicBezTo>
                    <a:pt x="97799" y="228385"/>
                    <a:pt x="113302" y="222896"/>
                    <a:pt x="129167" y="223265"/>
                  </a:cubicBezTo>
                  <a:cubicBezTo>
                    <a:pt x="143149" y="223265"/>
                    <a:pt x="161622" y="209578"/>
                    <a:pt x="166041" y="202698"/>
                  </a:cubicBezTo>
                  <a:cubicBezTo>
                    <a:pt x="170460" y="195819"/>
                    <a:pt x="191034" y="195457"/>
                    <a:pt x="199510" y="196471"/>
                  </a:cubicBezTo>
                  <a:cubicBezTo>
                    <a:pt x="207986" y="197484"/>
                    <a:pt x="216534" y="186694"/>
                    <a:pt x="226024" y="175904"/>
                  </a:cubicBezTo>
                  <a:cubicBezTo>
                    <a:pt x="229067" y="172753"/>
                    <a:pt x="232761" y="170284"/>
                    <a:pt x="236818" y="168662"/>
                  </a:cubicBezTo>
                  <a:cubicBezTo>
                    <a:pt x="236963" y="166808"/>
                    <a:pt x="237253" y="164968"/>
                    <a:pt x="237688" y="163158"/>
                  </a:cubicBezTo>
                  <a:cubicBezTo>
                    <a:pt x="240223" y="153765"/>
                    <a:pt x="246309" y="145719"/>
                    <a:pt x="254639" y="140708"/>
                  </a:cubicBezTo>
                  <a:cubicBezTo>
                    <a:pt x="260869" y="137348"/>
                    <a:pt x="267534" y="134908"/>
                    <a:pt x="274489" y="133467"/>
                  </a:cubicBezTo>
                  <a:cubicBezTo>
                    <a:pt x="281371" y="132359"/>
                    <a:pt x="288326" y="131750"/>
                    <a:pt x="295280" y="131656"/>
                  </a:cubicBezTo>
                  <a:cubicBezTo>
                    <a:pt x="302742" y="131635"/>
                    <a:pt x="309986" y="133995"/>
                    <a:pt x="316000" y="138391"/>
                  </a:cubicBezTo>
                  <a:cubicBezTo>
                    <a:pt x="326504" y="128542"/>
                    <a:pt x="324402" y="117462"/>
                    <a:pt x="329836" y="110003"/>
                  </a:cubicBezTo>
                  <a:cubicBezTo>
                    <a:pt x="336138" y="101385"/>
                    <a:pt x="344905" y="103920"/>
                    <a:pt x="358813" y="97620"/>
                  </a:cubicBezTo>
                  <a:cubicBezTo>
                    <a:pt x="343310" y="61410"/>
                    <a:pt x="326069" y="20494"/>
                    <a:pt x="317448" y="0"/>
                  </a:cubicBezTo>
                  <a:cubicBezTo>
                    <a:pt x="302090" y="5431"/>
                    <a:pt x="289703" y="9342"/>
                    <a:pt x="284849" y="10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0" name="Freeform 257">
              <a:extLst>
                <a:ext uri="{FF2B5EF4-FFF2-40B4-BE49-F238E27FC236}">
                  <a16:creationId xmlns:a16="http://schemas.microsoft.com/office/drawing/2014/main" id="{15D5F50B-9CDC-64FA-CCAF-80A45820067C}"/>
                </a:ext>
              </a:extLst>
            </p:cNvPr>
            <p:cNvSpPr/>
            <p:nvPr/>
          </p:nvSpPr>
          <p:spPr>
            <a:xfrm>
              <a:off x="8020159" y="6511604"/>
              <a:ext cx="68122" cy="49827"/>
            </a:xfrm>
            <a:custGeom>
              <a:avLst/>
              <a:gdLst>
                <a:gd name="connsiteX0" fmla="*/ 22945 w 68123"/>
                <a:gd name="connsiteY0" fmla="*/ 2090 h 49826"/>
                <a:gd name="connsiteX1" fmla="*/ 11281 w 68123"/>
                <a:gd name="connsiteY1" fmla="*/ 45541 h 49826"/>
                <a:gd name="connsiteX2" fmla="*/ 39027 w 68123"/>
                <a:gd name="connsiteY2" fmla="*/ 45541 h 49826"/>
                <a:gd name="connsiteX3" fmla="*/ 68004 w 68123"/>
                <a:gd name="connsiteY3" fmla="*/ 30477 h 49826"/>
                <a:gd name="connsiteX4" fmla="*/ 22945 w 68123"/>
                <a:gd name="connsiteY4" fmla="*/ 2090 h 4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123" h="49826">
                  <a:moveTo>
                    <a:pt x="22945" y="2090"/>
                  </a:moveTo>
                  <a:cubicBezTo>
                    <a:pt x="18598" y="-9570"/>
                    <a:pt x="-18059" y="30695"/>
                    <a:pt x="11281" y="45541"/>
                  </a:cubicBezTo>
                  <a:cubicBezTo>
                    <a:pt x="24393" y="52203"/>
                    <a:pt x="30262" y="37140"/>
                    <a:pt x="39027" y="45541"/>
                  </a:cubicBezTo>
                  <a:cubicBezTo>
                    <a:pt x="47792" y="53941"/>
                    <a:pt x="65324" y="50537"/>
                    <a:pt x="68004" y="30477"/>
                  </a:cubicBezTo>
                  <a:cubicBezTo>
                    <a:pt x="70685" y="10418"/>
                    <a:pt x="27364" y="13821"/>
                    <a:pt x="22945" y="20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1" name="Freeform 258">
              <a:extLst>
                <a:ext uri="{FF2B5EF4-FFF2-40B4-BE49-F238E27FC236}">
                  <a16:creationId xmlns:a16="http://schemas.microsoft.com/office/drawing/2014/main" id="{DD913F00-6B13-E3D5-2D15-F0720CF2E534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2" name="Freeform 259">
              <a:extLst>
                <a:ext uri="{FF2B5EF4-FFF2-40B4-BE49-F238E27FC236}">
                  <a16:creationId xmlns:a16="http://schemas.microsoft.com/office/drawing/2014/main" id="{E5ED4973-8912-9268-A668-444B04ECF272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3" name="Freeform 260">
              <a:extLst>
                <a:ext uri="{FF2B5EF4-FFF2-40B4-BE49-F238E27FC236}">
                  <a16:creationId xmlns:a16="http://schemas.microsoft.com/office/drawing/2014/main" id="{DB6DEEFF-FDA0-11C7-46C5-7E96F5D73007}"/>
                </a:ext>
              </a:extLst>
            </p:cNvPr>
            <p:cNvSpPr/>
            <p:nvPr/>
          </p:nvSpPr>
          <p:spPr>
            <a:xfrm>
              <a:off x="10080649" y="4892059"/>
              <a:ext cx="45091" cy="18409"/>
            </a:xfrm>
            <a:custGeom>
              <a:avLst/>
              <a:gdLst>
                <a:gd name="connsiteX0" fmla="*/ 45056 w 45092"/>
                <a:gd name="connsiteY0" fmla="*/ 3948 h 18408"/>
                <a:gd name="connsiteX1" fmla="*/ 1590 w 45092"/>
                <a:gd name="connsiteY1" fmla="*/ 15969 h 18408"/>
                <a:gd name="connsiteX2" fmla="*/ 45056 w 45092"/>
                <a:gd name="connsiteY2" fmla="*/ 3948 h 18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092" h="18408">
                  <a:moveTo>
                    <a:pt x="45056" y="3948"/>
                  </a:moveTo>
                  <a:cubicBezTo>
                    <a:pt x="43535" y="-6335"/>
                    <a:pt x="-9783" y="5541"/>
                    <a:pt x="1590" y="15969"/>
                  </a:cubicBezTo>
                  <a:cubicBezTo>
                    <a:pt x="8834" y="22776"/>
                    <a:pt x="46432" y="14231"/>
                    <a:pt x="45056" y="394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4" name="Freeform 261">
              <a:extLst>
                <a:ext uri="{FF2B5EF4-FFF2-40B4-BE49-F238E27FC236}">
                  <a16:creationId xmlns:a16="http://schemas.microsoft.com/office/drawing/2014/main" id="{D0E9EE8E-2158-41F5-45AC-C2D397910D28}"/>
                </a:ext>
              </a:extLst>
            </p:cNvPr>
            <p:cNvSpPr/>
            <p:nvPr/>
          </p:nvSpPr>
          <p:spPr>
            <a:xfrm>
              <a:off x="10293418" y="5898945"/>
              <a:ext cx="41463" cy="16540"/>
            </a:xfrm>
            <a:custGeom>
              <a:avLst/>
              <a:gdLst>
                <a:gd name="connsiteX0" fmla="*/ 718 w 41463"/>
                <a:gd name="connsiteY0" fmla="*/ 11502 h 16540"/>
                <a:gd name="connsiteX1" fmla="*/ 41214 w 41463"/>
                <a:gd name="connsiteY1" fmla="*/ 5491 h 16540"/>
                <a:gd name="connsiteX2" fmla="*/ 718 w 41463"/>
                <a:gd name="connsiteY2" fmla="*/ 11502 h 16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463" h="16540">
                  <a:moveTo>
                    <a:pt x="718" y="11502"/>
                  </a:moveTo>
                  <a:cubicBezTo>
                    <a:pt x="8977" y="20047"/>
                    <a:pt x="36940" y="17512"/>
                    <a:pt x="41214" y="5491"/>
                  </a:cubicBezTo>
                  <a:cubicBezTo>
                    <a:pt x="45489" y="-6530"/>
                    <a:pt x="-6671" y="3825"/>
                    <a:pt x="718" y="115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5" name="Freeform 262">
              <a:extLst>
                <a:ext uri="{FF2B5EF4-FFF2-40B4-BE49-F238E27FC236}">
                  <a16:creationId xmlns:a16="http://schemas.microsoft.com/office/drawing/2014/main" id="{5A781CCA-BE52-0AAB-3EAE-172D5ADC4D0E}"/>
                </a:ext>
              </a:extLst>
            </p:cNvPr>
            <p:cNvSpPr/>
            <p:nvPr/>
          </p:nvSpPr>
          <p:spPr>
            <a:xfrm>
              <a:off x="9500090" y="4877465"/>
              <a:ext cx="1373955" cy="1179355"/>
            </a:xfrm>
            <a:custGeom>
              <a:avLst/>
              <a:gdLst>
                <a:gd name="connsiteX0" fmla="*/ 1367803 w 1373961"/>
                <a:gd name="connsiteY0" fmla="*/ 661107 h 1179348"/>
                <a:gd name="connsiteX1" fmla="*/ 1363964 w 1373961"/>
                <a:gd name="connsiteY1" fmla="*/ 622508 h 1179348"/>
                <a:gd name="connsiteX2" fmla="*/ 1348679 w 1373961"/>
                <a:gd name="connsiteY2" fmla="*/ 588544 h 1179348"/>
                <a:gd name="connsiteX3" fmla="*/ 1335638 w 1373961"/>
                <a:gd name="connsiteY3" fmla="*/ 559142 h 1179348"/>
                <a:gd name="connsiteX4" fmla="*/ 1309414 w 1373961"/>
                <a:gd name="connsiteY4" fmla="*/ 530175 h 1179348"/>
                <a:gd name="connsiteX5" fmla="*/ 1292897 w 1373961"/>
                <a:gd name="connsiteY5" fmla="*/ 512215 h 1179348"/>
                <a:gd name="connsiteX6" fmla="*/ 1280943 w 1373961"/>
                <a:gd name="connsiteY6" fmla="*/ 471951 h 1179348"/>
                <a:gd name="connsiteX7" fmla="*/ 1267469 w 1373961"/>
                <a:gd name="connsiteY7" fmla="*/ 459061 h 1179348"/>
                <a:gd name="connsiteX8" fmla="*/ 1247982 w 1373961"/>
                <a:gd name="connsiteY8" fmla="*/ 460799 h 1179348"/>
                <a:gd name="connsiteX9" fmla="*/ 1239723 w 1373961"/>
                <a:gd name="connsiteY9" fmla="*/ 434221 h 1179348"/>
                <a:gd name="connsiteX10" fmla="*/ 1226973 w 1373961"/>
                <a:gd name="connsiteY10" fmla="*/ 405906 h 1179348"/>
                <a:gd name="connsiteX11" fmla="*/ 1215744 w 1373961"/>
                <a:gd name="connsiteY11" fmla="*/ 377662 h 1179348"/>
                <a:gd name="connsiteX12" fmla="*/ 1137867 w 1373961"/>
                <a:gd name="connsiteY12" fmla="*/ 325449 h 1179348"/>
                <a:gd name="connsiteX13" fmla="*/ 1129608 w 1373961"/>
                <a:gd name="connsiteY13" fmla="*/ 298871 h 1179348"/>
                <a:gd name="connsiteX14" fmla="*/ 1121350 w 1373961"/>
                <a:gd name="connsiteY14" fmla="*/ 251727 h 1179348"/>
                <a:gd name="connsiteX15" fmla="*/ 1101138 w 1373961"/>
                <a:gd name="connsiteY15" fmla="*/ 211463 h 1179348"/>
                <a:gd name="connsiteX16" fmla="*/ 1096647 w 1373961"/>
                <a:gd name="connsiteY16" fmla="*/ 164319 h 1179348"/>
                <a:gd name="connsiteX17" fmla="*/ 1074190 w 1373961"/>
                <a:gd name="connsiteY17" fmla="*/ 133468 h 1179348"/>
                <a:gd name="connsiteX18" fmla="*/ 1047965 w 1373961"/>
                <a:gd name="connsiteY18" fmla="*/ 134337 h 1179348"/>
                <a:gd name="connsiteX19" fmla="*/ 1037533 w 1373961"/>
                <a:gd name="connsiteY19" fmla="*/ 95811 h 1179348"/>
                <a:gd name="connsiteX20" fmla="*/ 1037533 w 1373961"/>
                <a:gd name="connsiteY20" fmla="*/ 82558 h 1179348"/>
                <a:gd name="connsiteX21" fmla="*/ 1000804 w 1373961"/>
                <a:gd name="connsiteY21" fmla="*/ 65613 h 1179348"/>
                <a:gd name="connsiteX22" fmla="*/ 978274 w 1373961"/>
                <a:gd name="connsiteY22" fmla="*/ 42439 h 1179348"/>
                <a:gd name="connsiteX23" fmla="*/ 975449 w 1373961"/>
                <a:gd name="connsiteY23" fmla="*/ 46132 h 1179348"/>
                <a:gd name="connsiteX24" fmla="*/ 970957 w 1373961"/>
                <a:gd name="connsiteY24" fmla="*/ 88931 h 1179348"/>
                <a:gd name="connsiteX25" fmla="*/ 967987 w 1373961"/>
                <a:gd name="connsiteY25" fmla="*/ 157511 h 1179348"/>
                <a:gd name="connsiteX26" fmla="*/ 957483 w 1373961"/>
                <a:gd name="connsiteY26" fmla="*/ 216604 h 1179348"/>
                <a:gd name="connsiteX27" fmla="*/ 929012 w 1373961"/>
                <a:gd name="connsiteY27" fmla="*/ 262011 h 1179348"/>
                <a:gd name="connsiteX28" fmla="*/ 887791 w 1373961"/>
                <a:gd name="connsiteY28" fmla="*/ 242313 h 1179348"/>
                <a:gd name="connsiteX29" fmla="*/ 857873 w 1373961"/>
                <a:gd name="connsiteY29" fmla="*/ 226019 h 1179348"/>
                <a:gd name="connsiteX30" fmla="*/ 824911 w 1373961"/>
                <a:gd name="connsiteY30" fmla="*/ 196038 h 1179348"/>
                <a:gd name="connsiteX31" fmla="*/ 790427 w 1373961"/>
                <a:gd name="connsiteY31" fmla="*/ 182351 h 1179348"/>
                <a:gd name="connsiteX32" fmla="*/ 767970 w 1373961"/>
                <a:gd name="connsiteY32" fmla="*/ 153383 h 1179348"/>
                <a:gd name="connsiteX33" fmla="*/ 771012 w 1373961"/>
                <a:gd name="connsiteY33" fmla="*/ 134554 h 1179348"/>
                <a:gd name="connsiteX34" fmla="*/ 773983 w 1373961"/>
                <a:gd name="connsiteY34" fmla="*/ 101966 h 1179348"/>
                <a:gd name="connsiteX35" fmla="*/ 795716 w 1373961"/>
                <a:gd name="connsiteY35" fmla="*/ 84007 h 1179348"/>
                <a:gd name="connsiteX36" fmla="*/ 806945 w 1373961"/>
                <a:gd name="connsiteY36" fmla="*/ 58298 h 1179348"/>
                <a:gd name="connsiteX37" fmla="*/ 799700 w 1373961"/>
                <a:gd name="connsiteY37" fmla="*/ 39470 h 1179348"/>
                <a:gd name="connsiteX38" fmla="*/ 786950 w 1373961"/>
                <a:gd name="connsiteY38" fmla="*/ 54894 h 1179348"/>
                <a:gd name="connsiteX39" fmla="*/ 774200 w 1373961"/>
                <a:gd name="connsiteY39" fmla="*/ 34328 h 1179348"/>
                <a:gd name="connsiteX40" fmla="*/ 748772 w 1373961"/>
                <a:gd name="connsiteY40" fmla="*/ 45987 h 1179348"/>
                <a:gd name="connsiteX41" fmla="*/ 682776 w 1373961"/>
                <a:gd name="connsiteY41" fmla="*/ 22813 h 1179348"/>
                <a:gd name="connsiteX42" fmla="*/ 651336 w 1373961"/>
                <a:gd name="connsiteY42" fmla="*/ 509 h 1179348"/>
                <a:gd name="connsiteX43" fmla="*/ 664086 w 1373961"/>
                <a:gd name="connsiteY43" fmla="*/ 26217 h 1179348"/>
                <a:gd name="connsiteX44" fmla="*/ 612434 w 1373961"/>
                <a:gd name="connsiteY44" fmla="*/ 44249 h 1179348"/>
                <a:gd name="connsiteX45" fmla="*/ 602653 w 1373961"/>
                <a:gd name="connsiteY45" fmla="*/ 55401 h 1179348"/>
                <a:gd name="connsiteX46" fmla="*/ 578747 w 1373961"/>
                <a:gd name="connsiteY46" fmla="*/ 90452 h 1179348"/>
                <a:gd name="connsiteX47" fmla="*/ 565200 w 1373961"/>
                <a:gd name="connsiteY47" fmla="*/ 118767 h 1179348"/>
                <a:gd name="connsiteX48" fmla="*/ 566721 w 1373961"/>
                <a:gd name="connsiteY48" fmla="*/ 151355 h 1179348"/>
                <a:gd name="connsiteX49" fmla="*/ 549480 w 1373961"/>
                <a:gd name="connsiteY49" fmla="*/ 155628 h 1179348"/>
                <a:gd name="connsiteX50" fmla="*/ 527747 w 1373961"/>
                <a:gd name="connsiteY50" fmla="*/ 157366 h 1179348"/>
                <a:gd name="connsiteX51" fmla="*/ 516517 w 1373961"/>
                <a:gd name="connsiteY51" fmla="*/ 148749 h 1179348"/>
                <a:gd name="connsiteX52" fmla="*/ 497827 w 1373961"/>
                <a:gd name="connsiteY52" fmla="*/ 130789 h 1179348"/>
                <a:gd name="connsiteX53" fmla="*/ 469357 w 1373961"/>
                <a:gd name="connsiteY53" fmla="*/ 106746 h 1179348"/>
                <a:gd name="connsiteX54" fmla="*/ 449870 w 1373961"/>
                <a:gd name="connsiteY54" fmla="*/ 119636 h 1179348"/>
                <a:gd name="connsiteX55" fmla="*/ 439366 w 1373961"/>
                <a:gd name="connsiteY55" fmla="*/ 137596 h 1179348"/>
                <a:gd name="connsiteX56" fmla="*/ 413141 w 1373961"/>
                <a:gd name="connsiteY56" fmla="*/ 138465 h 1179348"/>
                <a:gd name="connsiteX57" fmla="*/ 407200 w 1373961"/>
                <a:gd name="connsiteY57" fmla="*/ 155628 h 1179348"/>
                <a:gd name="connsiteX58" fmla="*/ 391481 w 1373961"/>
                <a:gd name="connsiteY58" fmla="*/ 168447 h 1179348"/>
                <a:gd name="connsiteX59" fmla="*/ 384743 w 1373961"/>
                <a:gd name="connsiteY59" fmla="*/ 206176 h 1179348"/>
                <a:gd name="connsiteX60" fmla="*/ 359967 w 1373961"/>
                <a:gd name="connsiteY60" fmla="*/ 203642 h 1179348"/>
                <a:gd name="connsiteX61" fmla="*/ 365256 w 1373961"/>
                <a:gd name="connsiteY61" fmla="*/ 232609 h 1179348"/>
                <a:gd name="connsiteX62" fmla="*/ 354751 w 1373961"/>
                <a:gd name="connsiteY62" fmla="*/ 252306 h 1179348"/>
                <a:gd name="connsiteX63" fmla="*/ 341277 w 1373961"/>
                <a:gd name="connsiteY63" fmla="*/ 223339 h 1179348"/>
                <a:gd name="connsiteX64" fmla="*/ 315052 w 1373961"/>
                <a:gd name="connsiteY64" fmla="*/ 238692 h 1179348"/>
                <a:gd name="connsiteX65" fmla="*/ 313531 w 1373961"/>
                <a:gd name="connsiteY65" fmla="*/ 284171 h 1179348"/>
                <a:gd name="connsiteX66" fmla="*/ 264848 w 1373961"/>
                <a:gd name="connsiteY66" fmla="*/ 338991 h 1179348"/>
                <a:gd name="connsiteX67" fmla="*/ 214138 w 1373961"/>
                <a:gd name="connsiteY67" fmla="*/ 353982 h 1179348"/>
                <a:gd name="connsiteX68" fmla="*/ 209502 w 1373961"/>
                <a:gd name="connsiteY68" fmla="*/ 358616 h 1179348"/>
                <a:gd name="connsiteX69" fmla="*/ 89462 w 1373961"/>
                <a:gd name="connsiteY69" fmla="*/ 424734 h 1179348"/>
                <a:gd name="connsiteX70" fmla="*/ 24263 w 1373961"/>
                <a:gd name="connsiteY70" fmla="*/ 493097 h 1179348"/>
                <a:gd name="connsiteX71" fmla="*/ 21220 w 1373961"/>
                <a:gd name="connsiteY71" fmla="*/ 500339 h 1179348"/>
                <a:gd name="connsiteX72" fmla="*/ 15208 w 1373961"/>
                <a:gd name="connsiteY72" fmla="*/ 562039 h 1179348"/>
                <a:gd name="connsiteX73" fmla="*/ 34695 w 1373961"/>
                <a:gd name="connsiteY73" fmla="*/ 613456 h 1179348"/>
                <a:gd name="connsiteX74" fmla="*/ 14411 w 1373961"/>
                <a:gd name="connsiteY74" fmla="*/ 593758 h 1179348"/>
                <a:gd name="connsiteX75" fmla="*/ 24191 w 1373961"/>
                <a:gd name="connsiteY75" fmla="*/ 621132 h 1179348"/>
                <a:gd name="connsiteX76" fmla="*/ 212 w 1373961"/>
                <a:gd name="connsiteY76" fmla="*/ 600566 h 1179348"/>
                <a:gd name="connsiteX77" fmla="*/ 34695 w 1373961"/>
                <a:gd name="connsiteY77" fmla="*/ 687974 h 1179348"/>
                <a:gd name="connsiteX78" fmla="*/ 63165 w 1373961"/>
                <a:gd name="connsiteY78" fmla="*/ 760827 h 1179348"/>
                <a:gd name="connsiteX79" fmla="*/ 93085 w 1373961"/>
                <a:gd name="connsiteY79" fmla="*/ 849032 h 1179348"/>
                <a:gd name="connsiteX80" fmla="*/ 85840 w 1373961"/>
                <a:gd name="connsiteY80" fmla="*/ 900449 h 1179348"/>
                <a:gd name="connsiteX81" fmla="*/ 66353 w 1373961"/>
                <a:gd name="connsiteY81" fmla="*/ 932168 h 1179348"/>
                <a:gd name="connsiteX82" fmla="*/ 75336 w 1373961"/>
                <a:gd name="connsiteY82" fmla="*/ 957877 h 1179348"/>
                <a:gd name="connsiteX83" fmla="*/ 100039 w 1373961"/>
                <a:gd name="connsiteY83" fmla="*/ 982716 h 1179348"/>
                <a:gd name="connsiteX84" fmla="*/ 112862 w 1373961"/>
                <a:gd name="connsiteY84" fmla="*/ 988365 h 1179348"/>
                <a:gd name="connsiteX85" fmla="*/ 223918 w 1373961"/>
                <a:gd name="connsiteY85" fmla="*/ 948173 h 1179348"/>
                <a:gd name="connsiteX86" fmla="*/ 238407 w 1373961"/>
                <a:gd name="connsiteY86" fmla="*/ 941365 h 1179348"/>
                <a:gd name="connsiteX87" fmla="*/ 272962 w 1373961"/>
                <a:gd name="connsiteY87" fmla="*/ 921016 h 1179348"/>
                <a:gd name="connsiteX88" fmla="*/ 434149 w 1373961"/>
                <a:gd name="connsiteY88" fmla="*/ 866630 h 1179348"/>
                <a:gd name="connsiteX89" fmla="*/ 445957 w 1373961"/>
                <a:gd name="connsiteY89" fmla="*/ 871627 h 1179348"/>
                <a:gd name="connsiteX90" fmla="*/ 468271 w 1373961"/>
                <a:gd name="connsiteY90" fmla="*/ 872206 h 1179348"/>
                <a:gd name="connsiteX91" fmla="*/ 543177 w 1373961"/>
                <a:gd name="connsiteY91" fmla="*/ 847367 h 1179348"/>
                <a:gd name="connsiteX92" fmla="*/ 614316 w 1373961"/>
                <a:gd name="connsiteY92" fmla="*/ 837083 h 1179348"/>
                <a:gd name="connsiteX93" fmla="*/ 655537 w 1373961"/>
                <a:gd name="connsiteY93" fmla="*/ 860185 h 1179348"/>
                <a:gd name="connsiteX94" fmla="*/ 695236 w 1373961"/>
                <a:gd name="connsiteY94" fmla="*/ 866195 h 1179348"/>
                <a:gd name="connsiteX95" fmla="*/ 714724 w 1373961"/>
                <a:gd name="connsiteY95" fmla="*/ 877348 h 1179348"/>
                <a:gd name="connsiteX96" fmla="*/ 716969 w 1373961"/>
                <a:gd name="connsiteY96" fmla="*/ 901318 h 1179348"/>
                <a:gd name="connsiteX97" fmla="*/ 746961 w 1373961"/>
                <a:gd name="connsiteY97" fmla="*/ 933906 h 1179348"/>
                <a:gd name="connsiteX98" fmla="*/ 755147 w 1373961"/>
                <a:gd name="connsiteY98" fmla="*/ 976706 h 1179348"/>
                <a:gd name="connsiteX99" fmla="*/ 782893 w 1373961"/>
                <a:gd name="connsiteY99" fmla="*/ 965553 h 1179348"/>
                <a:gd name="connsiteX100" fmla="*/ 816579 w 1373961"/>
                <a:gd name="connsiteY100" fmla="*/ 936586 h 1179348"/>
                <a:gd name="connsiteX101" fmla="*/ 845050 w 1373961"/>
                <a:gd name="connsiteY101" fmla="*/ 902332 h 1179348"/>
                <a:gd name="connsiteX102" fmla="*/ 830561 w 1373961"/>
                <a:gd name="connsiteY102" fmla="*/ 957153 h 1179348"/>
                <a:gd name="connsiteX103" fmla="*/ 809625 w 1373961"/>
                <a:gd name="connsiteY103" fmla="*/ 987134 h 1179348"/>
                <a:gd name="connsiteX104" fmla="*/ 841065 w 1373961"/>
                <a:gd name="connsiteY104" fmla="*/ 983730 h 1179348"/>
                <a:gd name="connsiteX105" fmla="*/ 859828 w 1373961"/>
                <a:gd name="connsiteY105" fmla="*/ 972578 h 1179348"/>
                <a:gd name="connsiteX106" fmla="*/ 855337 w 1373961"/>
                <a:gd name="connsiteY106" fmla="*/ 1015449 h 1179348"/>
                <a:gd name="connsiteX107" fmla="*/ 880040 w 1373961"/>
                <a:gd name="connsiteY107" fmla="*/ 1013711 h 1179348"/>
                <a:gd name="connsiteX108" fmla="*/ 908511 w 1373961"/>
                <a:gd name="connsiteY108" fmla="*/ 1066866 h 1179348"/>
                <a:gd name="connsiteX109" fmla="*/ 908511 w 1373961"/>
                <a:gd name="connsiteY109" fmla="*/ 1068749 h 1179348"/>
                <a:gd name="connsiteX110" fmla="*/ 1026014 w 1373961"/>
                <a:gd name="connsiteY110" fmla="*/ 1149206 h 1179348"/>
                <a:gd name="connsiteX111" fmla="*/ 1031738 w 1373961"/>
                <a:gd name="connsiteY111" fmla="*/ 1162748 h 1179348"/>
                <a:gd name="connsiteX112" fmla="*/ 1072161 w 1373961"/>
                <a:gd name="connsiteY112" fmla="*/ 1132839 h 1179348"/>
                <a:gd name="connsiteX113" fmla="*/ 1086650 w 1373961"/>
                <a:gd name="connsiteY113" fmla="*/ 1138777 h 1179348"/>
                <a:gd name="connsiteX114" fmla="*/ 1092662 w 1373961"/>
                <a:gd name="connsiteY114" fmla="*/ 1150799 h 1179348"/>
                <a:gd name="connsiteX115" fmla="*/ 1101645 w 1373961"/>
                <a:gd name="connsiteY115" fmla="*/ 1143122 h 1179348"/>
                <a:gd name="connsiteX116" fmla="*/ 1124103 w 1373961"/>
                <a:gd name="connsiteY116" fmla="*/ 1166224 h 1179348"/>
                <a:gd name="connsiteX117" fmla="*/ 1135332 w 1373961"/>
                <a:gd name="connsiteY117" fmla="*/ 1175638 h 1179348"/>
                <a:gd name="connsiteX118" fmla="*/ 1150328 w 1373961"/>
                <a:gd name="connsiteY118" fmla="*/ 1153913 h 1179348"/>
                <a:gd name="connsiteX119" fmla="*/ 1182565 w 1373961"/>
                <a:gd name="connsiteY119" fmla="*/ 1127335 h 1179348"/>
                <a:gd name="connsiteX120" fmla="*/ 1252980 w 1373961"/>
                <a:gd name="connsiteY120" fmla="*/ 1112852 h 1179348"/>
                <a:gd name="connsiteX121" fmla="*/ 1264209 w 1373961"/>
                <a:gd name="connsiteY121" fmla="*/ 1034930 h 1179348"/>
                <a:gd name="connsiteX122" fmla="*/ 1289637 w 1373961"/>
                <a:gd name="connsiteY122" fmla="*/ 975764 h 1179348"/>
                <a:gd name="connsiteX123" fmla="*/ 1325859 w 1373961"/>
                <a:gd name="connsiteY123" fmla="*/ 892700 h 1179348"/>
                <a:gd name="connsiteX124" fmla="*/ 1346142 w 1373961"/>
                <a:gd name="connsiteY124" fmla="*/ 866123 h 1179348"/>
                <a:gd name="connsiteX125" fmla="*/ 1346142 w 1373961"/>
                <a:gd name="connsiteY125" fmla="*/ 866123 h 1179348"/>
                <a:gd name="connsiteX126" fmla="*/ 1360631 w 1373961"/>
                <a:gd name="connsiteY126" fmla="*/ 745981 h 1179348"/>
                <a:gd name="connsiteX127" fmla="*/ 1373961 w 1373961"/>
                <a:gd name="connsiteY127" fmla="*/ 663425 h 1179348"/>
                <a:gd name="connsiteX128" fmla="*/ 1367803 w 1373961"/>
                <a:gd name="connsiteY128" fmla="*/ 661107 h 1179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</a:cxnLst>
              <a:rect l="l" t="t" r="r" b="b"/>
              <a:pathLst>
                <a:path w="1373961" h="1179348">
                  <a:moveTo>
                    <a:pt x="1367803" y="661107"/>
                  </a:moveTo>
                  <a:cubicBezTo>
                    <a:pt x="1364253" y="664076"/>
                    <a:pt x="1363095" y="642930"/>
                    <a:pt x="1363964" y="622508"/>
                  </a:cubicBezTo>
                  <a:cubicBezTo>
                    <a:pt x="1358168" y="611508"/>
                    <a:pt x="1353098" y="600167"/>
                    <a:pt x="1348679" y="588544"/>
                  </a:cubicBezTo>
                  <a:cubicBezTo>
                    <a:pt x="1342593" y="579622"/>
                    <a:pt x="1338174" y="569657"/>
                    <a:pt x="1335638" y="559142"/>
                  </a:cubicBezTo>
                  <a:cubicBezTo>
                    <a:pt x="1333320" y="550597"/>
                    <a:pt x="1322092" y="526626"/>
                    <a:pt x="1309414" y="530175"/>
                  </a:cubicBezTo>
                  <a:cubicBezTo>
                    <a:pt x="1296736" y="533724"/>
                    <a:pt x="1304922" y="509608"/>
                    <a:pt x="1292897" y="512215"/>
                  </a:cubicBezTo>
                  <a:cubicBezTo>
                    <a:pt x="1280871" y="514822"/>
                    <a:pt x="1278408" y="492445"/>
                    <a:pt x="1280943" y="471951"/>
                  </a:cubicBezTo>
                  <a:cubicBezTo>
                    <a:pt x="1283479" y="451456"/>
                    <a:pt x="1272684" y="467678"/>
                    <a:pt x="1267469" y="459061"/>
                  </a:cubicBezTo>
                  <a:cubicBezTo>
                    <a:pt x="1262253" y="450443"/>
                    <a:pt x="1256241" y="457395"/>
                    <a:pt x="1247982" y="460799"/>
                  </a:cubicBezTo>
                  <a:cubicBezTo>
                    <a:pt x="1239723" y="464202"/>
                    <a:pt x="1237477" y="442767"/>
                    <a:pt x="1239723" y="434221"/>
                  </a:cubicBezTo>
                  <a:cubicBezTo>
                    <a:pt x="1241968" y="425676"/>
                    <a:pt x="1238202" y="415392"/>
                    <a:pt x="1226973" y="405906"/>
                  </a:cubicBezTo>
                  <a:cubicBezTo>
                    <a:pt x="1218063" y="399468"/>
                    <a:pt x="1213716" y="388460"/>
                    <a:pt x="1215744" y="377662"/>
                  </a:cubicBezTo>
                  <a:cubicBezTo>
                    <a:pt x="1216541" y="366510"/>
                    <a:pt x="1152066" y="328852"/>
                    <a:pt x="1137867" y="325449"/>
                  </a:cubicBezTo>
                  <a:cubicBezTo>
                    <a:pt x="1123668" y="322045"/>
                    <a:pt x="1135622" y="304810"/>
                    <a:pt x="1129608" y="298871"/>
                  </a:cubicBezTo>
                  <a:cubicBezTo>
                    <a:pt x="1123596" y="292933"/>
                    <a:pt x="1121350" y="270556"/>
                    <a:pt x="1121350" y="251727"/>
                  </a:cubicBezTo>
                  <a:cubicBezTo>
                    <a:pt x="1121350" y="232898"/>
                    <a:pt x="1100414" y="226888"/>
                    <a:pt x="1101138" y="211463"/>
                  </a:cubicBezTo>
                  <a:cubicBezTo>
                    <a:pt x="1101863" y="196038"/>
                    <a:pt x="1095198" y="181482"/>
                    <a:pt x="1096647" y="164319"/>
                  </a:cubicBezTo>
                  <a:cubicBezTo>
                    <a:pt x="1098095" y="147156"/>
                    <a:pt x="1074914" y="142593"/>
                    <a:pt x="1074190" y="133468"/>
                  </a:cubicBezTo>
                  <a:cubicBezTo>
                    <a:pt x="1073464" y="124344"/>
                    <a:pt x="1060715" y="132599"/>
                    <a:pt x="1047965" y="134337"/>
                  </a:cubicBezTo>
                  <a:cubicBezTo>
                    <a:pt x="1035215" y="136075"/>
                    <a:pt x="1036012" y="115509"/>
                    <a:pt x="1037533" y="95811"/>
                  </a:cubicBezTo>
                  <a:cubicBezTo>
                    <a:pt x="1037823" y="91401"/>
                    <a:pt x="1037823" y="86969"/>
                    <a:pt x="1037533" y="82558"/>
                  </a:cubicBezTo>
                  <a:cubicBezTo>
                    <a:pt x="1025579" y="76265"/>
                    <a:pt x="1013337" y="70610"/>
                    <a:pt x="1000804" y="65613"/>
                  </a:cubicBezTo>
                  <a:cubicBezTo>
                    <a:pt x="990154" y="61673"/>
                    <a:pt x="981896" y="53164"/>
                    <a:pt x="978274" y="42439"/>
                  </a:cubicBezTo>
                  <a:cubicBezTo>
                    <a:pt x="977477" y="43778"/>
                    <a:pt x="976535" y="45017"/>
                    <a:pt x="975449" y="46132"/>
                  </a:cubicBezTo>
                  <a:cubicBezTo>
                    <a:pt x="968711" y="52939"/>
                    <a:pt x="980013" y="79517"/>
                    <a:pt x="970957" y="88931"/>
                  </a:cubicBezTo>
                  <a:cubicBezTo>
                    <a:pt x="961902" y="98345"/>
                    <a:pt x="970232" y="136075"/>
                    <a:pt x="967987" y="157511"/>
                  </a:cubicBezTo>
                  <a:cubicBezTo>
                    <a:pt x="965741" y="178947"/>
                    <a:pt x="966466" y="202048"/>
                    <a:pt x="957483" y="216604"/>
                  </a:cubicBezTo>
                  <a:cubicBezTo>
                    <a:pt x="948499" y="231160"/>
                    <a:pt x="947051" y="254334"/>
                    <a:pt x="929012" y="262011"/>
                  </a:cubicBezTo>
                  <a:cubicBezTo>
                    <a:pt x="910974" y="269687"/>
                    <a:pt x="887067" y="253465"/>
                    <a:pt x="887791" y="242313"/>
                  </a:cubicBezTo>
                  <a:cubicBezTo>
                    <a:pt x="888516" y="231160"/>
                    <a:pt x="868377" y="224281"/>
                    <a:pt x="857873" y="226019"/>
                  </a:cubicBezTo>
                  <a:cubicBezTo>
                    <a:pt x="847368" y="227757"/>
                    <a:pt x="841428" y="210593"/>
                    <a:pt x="824911" y="196038"/>
                  </a:cubicBezTo>
                  <a:cubicBezTo>
                    <a:pt x="808393" y="181482"/>
                    <a:pt x="795933" y="199441"/>
                    <a:pt x="790427" y="182351"/>
                  </a:cubicBezTo>
                  <a:cubicBezTo>
                    <a:pt x="784922" y="165260"/>
                    <a:pt x="779996" y="162653"/>
                    <a:pt x="767970" y="153383"/>
                  </a:cubicBezTo>
                  <a:cubicBezTo>
                    <a:pt x="755944" y="144114"/>
                    <a:pt x="759784" y="143969"/>
                    <a:pt x="771012" y="134554"/>
                  </a:cubicBezTo>
                  <a:cubicBezTo>
                    <a:pt x="782241" y="125140"/>
                    <a:pt x="779996" y="112829"/>
                    <a:pt x="773983" y="101966"/>
                  </a:cubicBezTo>
                  <a:cubicBezTo>
                    <a:pt x="767970" y="91104"/>
                    <a:pt x="780720" y="93421"/>
                    <a:pt x="795716" y="84007"/>
                  </a:cubicBezTo>
                  <a:cubicBezTo>
                    <a:pt x="810712" y="74592"/>
                    <a:pt x="795716" y="63440"/>
                    <a:pt x="806945" y="58298"/>
                  </a:cubicBezTo>
                  <a:cubicBezTo>
                    <a:pt x="818173" y="53156"/>
                    <a:pt x="811436" y="42004"/>
                    <a:pt x="799700" y="39470"/>
                  </a:cubicBezTo>
                  <a:cubicBezTo>
                    <a:pt x="787965" y="36935"/>
                    <a:pt x="791442" y="53156"/>
                    <a:pt x="786950" y="54894"/>
                  </a:cubicBezTo>
                  <a:cubicBezTo>
                    <a:pt x="782459" y="56633"/>
                    <a:pt x="777967" y="33169"/>
                    <a:pt x="774200" y="34328"/>
                  </a:cubicBezTo>
                  <a:cubicBezTo>
                    <a:pt x="770433" y="35486"/>
                    <a:pt x="756017" y="56922"/>
                    <a:pt x="748772" y="45987"/>
                  </a:cubicBezTo>
                  <a:cubicBezTo>
                    <a:pt x="741528" y="35052"/>
                    <a:pt x="699294" y="25421"/>
                    <a:pt x="682776" y="22813"/>
                  </a:cubicBezTo>
                  <a:cubicBezTo>
                    <a:pt x="666259" y="20206"/>
                    <a:pt x="661043" y="-3764"/>
                    <a:pt x="651336" y="509"/>
                  </a:cubicBezTo>
                  <a:cubicBezTo>
                    <a:pt x="641628" y="4781"/>
                    <a:pt x="652857" y="12530"/>
                    <a:pt x="664086" y="26217"/>
                  </a:cubicBezTo>
                  <a:cubicBezTo>
                    <a:pt x="675314" y="39904"/>
                    <a:pt x="626632" y="49391"/>
                    <a:pt x="612434" y="44249"/>
                  </a:cubicBezTo>
                  <a:cubicBezTo>
                    <a:pt x="598234" y="39107"/>
                    <a:pt x="614679" y="56270"/>
                    <a:pt x="602653" y="55401"/>
                  </a:cubicBezTo>
                  <a:cubicBezTo>
                    <a:pt x="590628" y="54532"/>
                    <a:pt x="588164" y="78503"/>
                    <a:pt x="578747" y="90452"/>
                  </a:cubicBezTo>
                  <a:cubicBezTo>
                    <a:pt x="569329" y="102401"/>
                    <a:pt x="575704" y="111091"/>
                    <a:pt x="565200" y="118767"/>
                  </a:cubicBezTo>
                  <a:cubicBezTo>
                    <a:pt x="554695" y="126444"/>
                    <a:pt x="553971" y="135061"/>
                    <a:pt x="566721" y="151355"/>
                  </a:cubicBezTo>
                  <a:cubicBezTo>
                    <a:pt x="579471" y="167650"/>
                    <a:pt x="560709" y="168447"/>
                    <a:pt x="549480" y="155628"/>
                  </a:cubicBezTo>
                  <a:cubicBezTo>
                    <a:pt x="538251" y="142810"/>
                    <a:pt x="527022" y="142738"/>
                    <a:pt x="527747" y="157366"/>
                  </a:cubicBezTo>
                  <a:cubicBezTo>
                    <a:pt x="528471" y="171995"/>
                    <a:pt x="514272" y="165043"/>
                    <a:pt x="516517" y="148749"/>
                  </a:cubicBezTo>
                  <a:cubicBezTo>
                    <a:pt x="518764" y="132454"/>
                    <a:pt x="500798" y="140203"/>
                    <a:pt x="497827" y="130789"/>
                  </a:cubicBezTo>
                  <a:cubicBezTo>
                    <a:pt x="494857" y="121375"/>
                    <a:pt x="479065" y="105950"/>
                    <a:pt x="469357" y="106746"/>
                  </a:cubicBezTo>
                  <a:cubicBezTo>
                    <a:pt x="459649" y="107543"/>
                    <a:pt x="459649" y="119636"/>
                    <a:pt x="449870" y="119636"/>
                  </a:cubicBezTo>
                  <a:cubicBezTo>
                    <a:pt x="440090" y="119636"/>
                    <a:pt x="437916" y="125647"/>
                    <a:pt x="439366" y="137596"/>
                  </a:cubicBezTo>
                  <a:cubicBezTo>
                    <a:pt x="440814" y="149545"/>
                    <a:pt x="424442" y="136800"/>
                    <a:pt x="413141" y="138465"/>
                  </a:cubicBezTo>
                  <a:cubicBezTo>
                    <a:pt x="401839" y="140131"/>
                    <a:pt x="413141" y="154759"/>
                    <a:pt x="407200" y="155628"/>
                  </a:cubicBezTo>
                  <a:cubicBezTo>
                    <a:pt x="401260" y="156497"/>
                    <a:pt x="401188" y="168447"/>
                    <a:pt x="391481" y="168447"/>
                  </a:cubicBezTo>
                  <a:cubicBezTo>
                    <a:pt x="381772" y="168447"/>
                    <a:pt x="383222" y="193286"/>
                    <a:pt x="384743" y="206176"/>
                  </a:cubicBezTo>
                  <a:cubicBezTo>
                    <a:pt x="386264" y="219067"/>
                    <a:pt x="369747" y="200166"/>
                    <a:pt x="359967" y="203642"/>
                  </a:cubicBezTo>
                  <a:cubicBezTo>
                    <a:pt x="350187" y="207118"/>
                    <a:pt x="362213" y="218125"/>
                    <a:pt x="365256" y="232609"/>
                  </a:cubicBezTo>
                  <a:cubicBezTo>
                    <a:pt x="368298" y="247093"/>
                    <a:pt x="359967" y="246296"/>
                    <a:pt x="354751" y="252306"/>
                  </a:cubicBezTo>
                  <a:cubicBezTo>
                    <a:pt x="349535" y="258317"/>
                    <a:pt x="341277" y="236012"/>
                    <a:pt x="341277" y="223339"/>
                  </a:cubicBezTo>
                  <a:cubicBezTo>
                    <a:pt x="341277" y="210666"/>
                    <a:pt x="328527" y="222470"/>
                    <a:pt x="315052" y="238692"/>
                  </a:cubicBezTo>
                  <a:cubicBezTo>
                    <a:pt x="301578" y="254914"/>
                    <a:pt x="319544" y="279826"/>
                    <a:pt x="313531" y="284171"/>
                  </a:cubicBezTo>
                  <a:cubicBezTo>
                    <a:pt x="295709" y="301000"/>
                    <a:pt x="279482" y="319344"/>
                    <a:pt x="264848" y="338991"/>
                  </a:cubicBezTo>
                  <a:cubicBezTo>
                    <a:pt x="252316" y="356009"/>
                    <a:pt x="228626" y="351374"/>
                    <a:pt x="214138" y="353982"/>
                  </a:cubicBezTo>
                  <a:cubicBezTo>
                    <a:pt x="212689" y="355633"/>
                    <a:pt x="211168" y="357182"/>
                    <a:pt x="209502" y="358616"/>
                  </a:cubicBezTo>
                  <a:cubicBezTo>
                    <a:pt x="174221" y="388597"/>
                    <a:pt x="134306" y="414016"/>
                    <a:pt x="89462" y="424734"/>
                  </a:cubicBezTo>
                  <a:cubicBezTo>
                    <a:pt x="69395" y="449081"/>
                    <a:pt x="47662" y="471929"/>
                    <a:pt x="24263" y="493097"/>
                  </a:cubicBezTo>
                  <a:cubicBezTo>
                    <a:pt x="23611" y="495639"/>
                    <a:pt x="22597" y="498080"/>
                    <a:pt x="21220" y="500339"/>
                  </a:cubicBezTo>
                  <a:cubicBezTo>
                    <a:pt x="9919" y="519240"/>
                    <a:pt x="-513" y="537996"/>
                    <a:pt x="15208" y="562039"/>
                  </a:cubicBezTo>
                  <a:cubicBezTo>
                    <a:pt x="30928" y="586082"/>
                    <a:pt x="39911" y="601435"/>
                    <a:pt x="34695" y="613456"/>
                  </a:cubicBezTo>
                  <a:cubicBezTo>
                    <a:pt x="29479" y="625477"/>
                    <a:pt x="18178" y="589485"/>
                    <a:pt x="14411" y="593758"/>
                  </a:cubicBezTo>
                  <a:cubicBezTo>
                    <a:pt x="10644" y="598031"/>
                    <a:pt x="28900" y="613456"/>
                    <a:pt x="24191" y="621132"/>
                  </a:cubicBezTo>
                  <a:cubicBezTo>
                    <a:pt x="19482" y="628808"/>
                    <a:pt x="3544" y="592165"/>
                    <a:pt x="212" y="600566"/>
                  </a:cubicBezTo>
                  <a:cubicBezTo>
                    <a:pt x="-3121" y="608966"/>
                    <a:pt x="33898" y="666538"/>
                    <a:pt x="34695" y="687974"/>
                  </a:cubicBezTo>
                  <a:cubicBezTo>
                    <a:pt x="35492" y="709410"/>
                    <a:pt x="64615" y="729977"/>
                    <a:pt x="63165" y="760827"/>
                  </a:cubicBezTo>
                  <a:cubicBezTo>
                    <a:pt x="61717" y="791677"/>
                    <a:pt x="88593" y="841356"/>
                    <a:pt x="93085" y="849032"/>
                  </a:cubicBezTo>
                  <a:cubicBezTo>
                    <a:pt x="97576" y="856709"/>
                    <a:pt x="82581" y="877348"/>
                    <a:pt x="85840" y="900449"/>
                  </a:cubicBezTo>
                  <a:cubicBezTo>
                    <a:pt x="89100" y="923550"/>
                    <a:pt x="79103" y="932168"/>
                    <a:pt x="66353" y="932168"/>
                  </a:cubicBezTo>
                  <a:cubicBezTo>
                    <a:pt x="53603" y="932168"/>
                    <a:pt x="61137" y="956211"/>
                    <a:pt x="75336" y="957877"/>
                  </a:cubicBezTo>
                  <a:cubicBezTo>
                    <a:pt x="89535" y="959542"/>
                    <a:pt x="84319" y="970767"/>
                    <a:pt x="100039" y="982716"/>
                  </a:cubicBezTo>
                  <a:cubicBezTo>
                    <a:pt x="103879" y="985454"/>
                    <a:pt x="108225" y="987372"/>
                    <a:pt x="112862" y="988365"/>
                  </a:cubicBezTo>
                  <a:cubicBezTo>
                    <a:pt x="149519" y="973374"/>
                    <a:pt x="187696" y="963742"/>
                    <a:pt x="223918" y="948173"/>
                  </a:cubicBezTo>
                  <a:cubicBezTo>
                    <a:pt x="227757" y="944240"/>
                    <a:pt x="232901" y="941822"/>
                    <a:pt x="238407" y="941365"/>
                  </a:cubicBezTo>
                  <a:cubicBezTo>
                    <a:pt x="250432" y="935514"/>
                    <a:pt x="262024" y="928714"/>
                    <a:pt x="272962" y="921016"/>
                  </a:cubicBezTo>
                  <a:cubicBezTo>
                    <a:pt x="323672" y="884807"/>
                    <a:pt x="369819" y="856854"/>
                    <a:pt x="434149" y="866630"/>
                  </a:cubicBezTo>
                  <a:cubicBezTo>
                    <a:pt x="438424" y="867325"/>
                    <a:pt x="442480" y="869041"/>
                    <a:pt x="445957" y="871627"/>
                  </a:cubicBezTo>
                  <a:cubicBezTo>
                    <a:pt x="451898" y="871627"/>
                    <a:pt x="459143" y="871627"/>
                    <a:pt x="468271" y="872206"/>
                  </a:cubicBezTo>
                  <a:cubicBezTo>
                    <a:pt x="497248" y="873944"/>
                    <a:pt x="524487" y="855912"/>
                    <a:pt x="543177" y="847367"/>
                  </a:cubicBezTo>
                  <a:cubicBezTo>
                    <a:pt x="561867" y="838821"/>
                    <a:pt x="596351" y="842225"/>
                    <a:pt x="614316" y="837083"/>
                  </a:cubicBezTo>
                  <a:cubicBezTo>
                    <a:pt x="632283" y="831942"/>
                    <a:pt x="635325" y="862792"/>
                    <a:pt x="655537" y="860185"/>
                  </a:cubicBezTo>
                  <a:cubicBezTo>
                    <a:pt x="675749" y="857578"/>
                    <a:pt x="684515" y="867426"/>
                    <a:pt x="695236" y="866195"/>
                  </a:cubicBezTo>
                  <a:cubicBezTo>
                    <a:pt x="705958" y="864964"/>
                    <a:pt x="704219" y="874741"/>
                    <a:pt x="714724" y="877348"/>
                  </a:cubicBezTo>
                  <a:cubicBezTo>
                    <a:pt x="725228" y="879955"/>
                    <a:pt x="723707" y="890166"/>
                    <a:pt x="716969" y="901318"/>
                  </a:cubicBezTo>
                  <a:cubicBezTo>
                    <a:pt x="710233" y="912471"/>
                    <a:pt x="732690" y="911602"/>
                    <a:pt x="746961" y="933906"/>
                  </a:cubicBezTo>
                  <a:cubicBezTo>
                    <a:pt x="761232" y="956211"/>
                    <a:pt x="747685" y="959615"/>
                    <a:pt x="755147" y="976706"/>
                  </a:cubicBezTo>
                  <a:cubicBezTo>
                    <a:pt x="762609" y="993796"/>
                    <a:pt x="767898" y="989596"/>
                    <a:pt x="782893" y="965553"/>
                  </a:cubicBezTo>
                  <a:cubicBezTo>
                    <a:pt x="797889" y="941510"/>
                    <a:pt x="814334" y="957008"/>
                    <a:pt x="816579" y="936586"/>
                  </a:cubicBezTo>
                  <a:cubicBezTo>
                    <a:pt x="818826" y="916164"/>
                    <a:pt x="834545" y="892049"/>
                    <a:pt x="845050" y="902332"/>
                  </a:cubicBezTo>
                  <a:cubicBezTo>
                    <a:pt x="855554" y="912615"/>
                    <a:pt x="837806" y="917757"/>
                    <a:pt x="830561" y="957153"/>
                  </a:cubicBezTo>
                  <a:cubicBezTo>
                    <a:pt x="823317" y="996548"/>
                    <a:pt x="811870" y="975981"/>
                    <a:pt x="809625" y="987134"/>
                  </a:cubicBezTo>
                  <a:cubicBezTo>
                    <a:pt x="807379" y="998286"/>
                    <a:pt x="841065" y="1004297"/>
                    <a:pt x="841065" y="983730"/>
                  </a:cubicBezTo>
                  <a:cubicBezTo>
                    <a:pt x="841065" y="963163"/>
                    <a:pt x="847078" y="953749"/>
                    <a:pt x="859828" y="972578"/>
                  </a:cubicBezTo>
                  <a:cubicBezTo>
                    <a:pt x="872578" y="991406"/>
                    <a:pt x="852584" y="1006831"/>
                    <a:pt x="855337" y="1015449"/>
                  </a:cubicBezTo>
                  <a:cubicBezTo>
                    <a:pt x="858090" y="1024067"/>
                    <a:pt x="872578" y="1012842"/>
                    <a:pt x="880040" y="1013711"/>
                  </a:cubicBezTo>
                  <a:cubicBezTo>
                    <a:pt x="893370" y="1015232"/>
                    <a:pt x="911480" y="1048834"/>
                    <a:pt x="908511" y="1066866"/>
                  </a:cubicBezTo>
                  <a:cubicBezTo>
                    <a:pt x="908511" y="1067445"/>
                    <a:pt x="908511" y="1068097"/>
                    <a:pt x="908511" y="1068749"/>
                  </a:cubicBezTo>
                  <a:cubicBezTo>
                    <a:pt x="956685" y="1079279"/>
                    <a:pt x="998775" y="1108137"/>
                    <a:pt x="1026014" y="1149206"/>
                  </a:cubicBezTo>
                  <a:cubicBezTo>
                    <a:pt x="1028695" y="1153334"/>
                    <a:pt x="1030651" y="1157925"/>
                    <a:pt x="1031738" y="1162748"/>
                  </a:cubicBezTo>
                  <a:cubicBezTo>
                    <a:pt x="1043328" y="1168976"/>
                    <a:pt x="1067234" y="1152030"/>
                    <a:pt x="1072161" y="1132839"/>
                  </a:cubicBezTo>
                  <a:cubicBezTo>
                    <a:pt x="1077377" y="1112272"/>
                    <a:pt x="1096864" y="1131970"/>
                    <a:pt x="1086650" y="1138777"/>
                  </a:cubicBezTo>
                  <a:cubicBezTo>
                    <a:pt x="1076435" y="1145585"/>
                    <a:pt x="1091938" y="1161951"/>
                    <a:pt x="1092662" y="1150799"/>
                  </a:cubicBezTo>
                  <a:cubicBezTo>
                    <a:pt x="1093386" y="1139646"/>
                    <a:pt x="1097878" y="1130232"/>
                    <a:pt x="1101645" y="1143122"/>
                  </a:cubicBezTo>
                  <a:cubicBezTo>
                    <a:pt x="1105412" y="1156013"/>
                    <a:pt x="1118887" y="1155941"/>
                    <a:pt x="1124103" y="1166224"/>
                  </a:cubicBezTo>
                  <a:cubicBezTo>
                    <a:pt x="1129319" y="1176507"/>
                    <a:pt x="1135332" y="1184256"/>
                    <a:pt x="1135332" y="1175638"/>
                  </a:cubicBezTo>
                  <a:cubicBezTo>
                    <a:pt x="1134825" y="1165840"/>
                    <a:pt x="1140982" y="1156940"/>
                    <a:pt x="1150328" y="1153913"/>
                  </a:cubicBezTo>
                  <a:cubicBezTo>
                    <a:pt x="1162280" y="1148771"/>
                    <a:pt x="1169815" y="1139429"/>
                    <a:pt x="1182565" y="1127335"/>
                  </a:cubicBezTo>
                  <a:cubicBezTo>
                    <a:pt x="1195315" y="1115242"/>
                    <a:pt x="1247764" y="1112852"/>
                    <a:pt x="1252980" y="1112852"/>
                  </a:cubicBezTo>
                  <a:cubicBezTo>
                    <a:pt x="1258196" y="1112852"/>
                    <a:pt x="1261166" y="1061507"/>
                    <a:pt x="1264209" y="1034930"/>
                  </a:cubicBezTo>
                  <a:cubicBezTo>
                    <a:pt x="1267251" y="1008352"/>
                    <a:pt x="1286666" y="1004079"/>
                    <a:pt x="1289637" y="975764"/>
                  </a:cubicBezTo>
                  <a:cubicBezTo>
                    <a:pt x="1292606" y="947448"/>
                    <a:pt x="1318614" y="895235"/>
                    <a:pt x="1325859" y="892700"/>
                  </a:cubicBezTo>
                  <a:cubicBezTo>
                    <a:pt x="1337377" y="888717"/>
                    <a:pt x="1345346" y="878246"/>
                    <a:pt x="1346142" y="866123"/>
                  </a:cubicBezTo>
                  <a:lnTo>
                    <a:pt x="1346142" y="866123"/>
                  </a:lnTo>
                  <a:cubicBezTo>
                    <a:pt x="1346795" y="825685"/>
                    <a:pt x="1351648" y="785420"/>
                    <a:pt x="1360631" y="745981"/>
                  </a:cubicBezTo>
                  <a:cubicBezTo>
                    <a:pt x="1366717" y="718745"/>
                    <a:pt x="1371136" y="691182"/>
                    <a:pt x="1373961" y="663425"/>
                  </a:cubicBezTo>
                  <a:cubicBezTo>
                    <a:pt x="1370701" y="660962"/>
                    <a:pt x="1369107" y="660093"/>
                    <a:pt x="1367803" y="6611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6" name="Freeform 263">
              <a:extLst>
                <a:ext uri="{FF2B5EF4-FFF2-40B4-BE49-F238E27FC236}">
                  <a16:creationId xmlns:a16="http://schemas.microsoft.com/office/drawing/2014/main" id="{B02F3DF8-7504-F2F6-66F2-50642823FB65}"/>
                </a:ext>
              </a:extLst>
            </p:cNvPr>
            <p:cNvSpPr/>
            <p:nvPr/>
          </p:nvSpPr>
          <p:spPr>
            <a:xfrm>
              <a:off x="10590719" y="6130537"/>
              <a:ext cx="105978" cy="122810"/>
            </a:xfrm>
            <a:custGeom>
              <a:avLst/>
              <a:gdLst>
                <a:gd name="connsiteX0" fmla="*/ 98886 w 105979"/>
                <a:gd name="connsiteY0" fmla="*/ 4407 h 122810"/>
                <a:gd name="connsiteX1" fmla="*/ 42018 w 105979"/>
                <a:gd name="connsiteY1" fmla="*/ 18094 h 122810"/>
                <a:gd name="connsiteX2" fmla="*/ 0 w 105979"/>
                <a:gd name="connsiteY2" fmla="*/ 4769 h 122810"/>
                <a:gd name="connsiteX3" fmla="*/ 59114 w 105979"/>
                <a:gd name="connsiteY3" fmla="*/ 122811 h 122810"/>
                <a:gd name="connsiteX4" fmla="*/ 63678 w 105979"/>
                <a:gd name="connsiteY4" fmla="*/ 120928 h 122810"/>
                <a:gd name="connsiteX5" fmla="*/ 70923 w 105979"/>
                <a:gd name="connsiteY5" fmla="*/ 101230 h 122810"/>
                <a:gd name="connsiteX6" fmla="*/ 90410 w 105979"/>
                <a:gd name="connsiteY6" fmla="*/ 105503 h 122810"/>
                <a:gd name="connsiteX7" fmla="*/ 100118 w 105979"/>
                <a:gd name="connsiteY7" fmla="*/ 63500 h 122810"/>
                <a:gd name="connsiteX8" fmla="*/ 98886 w 105979"/>
                <a:gd name="connsiteY8" fmla="*/ 4407 h 122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5979" h="122810">
                  <a:moveTo>
                    <a:pt x="98886" y="4407"/>
                  </a:moveTo>
                  <a:cubicBezTo>
                    <a:pt x="95191" y="-10076"/>
                    <a:pt x="62230" y="15560"/>
                    <a:pt x="42018" y="18094"/>
                  </a:cubicBezTo>
                  <a:cubicBezTo>
                    <a:pt x="29268" y="19760"/>
                    <a:pt x="12461" y="10852"/>
                    <a:pt x="0" y="4769"/>
                  </a:cubicBezTo>
                  <a:cubicBezTo>
                    <a:pt x="25500" y="40921"/>
                    <a:pt x="45495" y="80714"/>
                    <a:pt x="59114" y="122811"/>
                  </a:cubicBezTo>
                  <a:cubicBezTo>
                    <a:pt x="60201" y="121399"/>
                    <a:pt x="61940" y="120675"/>
                    <a:pt x="63678" y="120928"/>
                  </a:cubicBezTo>
                  <a:cubicBezTo>
                    <a:pt x="73458" y="121797"/>
                    <a:pt x="69692" y="109776"/>
                    <a:pt x="70923" y="101230"/>
                  </a:cubicBezTo>
                  <a:cubicBezTo>
                    <a:pt x="72154" y="92685"/>
                    <a:pt x="82152" y="110645"/>
                    <a:pt x="90410" y="105503"/>
                  </a:cubicBezTo>
                  <a:cubicBezTo>
                    <a:pt x="98669" y="100361"/>
                    <a:pt x="88164" y="63500"/>
                    <a:pt x="100118" y="63500"/>
                  </a:cubicBezTo>
                  <a:cubicBezTo>
                    <a:pt x="112071" y="63500"/>
                    <a:pt x="102653" y="18963"/>
                    <a:pt x="98886" y="4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7" name="Freeform 264">
              <a:extLst>
                <a:ext uri="{FF2B5EF4-FFF2-40B4-BE49-F238E27FC236}">
                  <a16:creationId xmlns:a16="http://schemas.microsoft.com/office/drawing/2014/main" id="{F8285090-BE12-A5C6-D82A-281854FB4075}"/>
                </a:ext>
              </a:extLst>
            </p:cNvPr>
            <p:cNvSpPr/>
            <p:nvPr/>
          </p:nvSpPr>
          <p:spPr>
            <a:xfrm>
              <a:off x="11541132" y="5862433"/>
              <a:ext cx="185499" cy="306764"/>
            </a:xfrm>
            <a:custGeom>
              <a:avLst/>
              <a:gdLst>
                <a:gd name="connsiteX0" fmla="*/ 75674 w 185499"/>
                <a:gd name="connsiteY0" fmla="*/ 292931 h 306763"/>
                <a:gd name="connsiteX1" fmla="*/ 163766 w 185499"/>
                <a:gd name="connsiteY1" fmla="*/ 140853 h 306763"/>
                <a:gd name="connsiteX2" fmla="*/ 185499 w 185499"/>
                <a:gd name="connsiteY2" fmla="*/ 128614 h 306763"/>
                <a:gd name="connsiteX3" fmla="*/ 155580 w 185499"/>
                <a:gd name="connsiteY3" fmla="*/ 140201 h 306763"/>
                <a:gd name="connsiteX4" fmla="*/ 122619 w 185499"/>
                <a:gd name="connsiteY4" fmla="*/ 136726 h 306763"/>
                <a:gd name="connsiteX5" fmla="*/ 102334 w 185499"/>
                <a:gd name="connsiteY5" fmla="*/ 113624 h 306763"/>
                <a:gd name="connsiteX6" fmla="*/ 87410 w 185499"/>
                <a:gd name="connsiteY6" fmla="*/ 82774 h 306763"/>
                <a:gd name="connsiteX7" fmla="*/ 86613 w 185499"/>
                <a:gd name="connsiteY7" fmla="*/ 104499 h 306763"/>
                <a:gd name="connsiteX8" fmla="*/ 73139 w 185499"/>
                <a:gd name="connsiteY8" fmla="*/ 96751 h 306763"/>
                <a:gd name="connsiteX9" fmla="*/ 60389 w 185499"/>
                <a:gd name="connsiteY9" fmla="*/ 70245 h 306763"/>
                <a:gd name="connsiteX10" fmla="*/ 47711 w 185499"/>
                <a:gd name="connsiteY10" fmla="*/ 35123 h 306763"/>
                <a:gd name="connsiteX11" fmla="*/ 5767 w 185499"/>
                <a:gd name="connsiteY11" fmla="*/ 0 h 306763"/>
                <a:gd name="connsiteX12" fmla="*/ 16198 w 185499"/>
                <a:gd name="connsiteY12" fmla="*/ 41133 h 306763"/>
                <a:gd name="connsiteX13" fmla="*/ 39453 w 185499"/>
                <a:gd name="connsiteY13" fmla="*/ 68507 h 306763"/>
                <a:gd name="connsiteX14" fmla="*/ 59665 w 185499"/>
                <a:gd name="connsiteY14" fmla="*/ 99358 h 306763"/>
                <a:gd name="connsiteX15" fmla="*/ 54376 w 185499"/>
                <a:gd name="connsiteY15" fmla="*/ 156785 h 306763"/>
                <a:gd name="connsiteX16" fmla="*/ 26702 w 185499"/>
                <a:gd name="connsiteY16" fmla="*/ 191908 h 306763"/>
                <a:gd name="connsiteX17" fmla="*/ 71691 w 185499"/>
                <a:gd name="connsiteY17" fmla="*/ 238183 h 306763"/>
                <a:gd name="connsiteX18" fmla="*/ 61911 w 185499"/>
                <a:gd name="connsiteY18" fmla="*/ 299883 h 306763"/>
                <a:gd name="connsiteX19" fmla="*/ 75819 w 185499"/>
                <a:gd name="connsiteY19" fmla="*/ 306763 h 306763"/>
                <a:gd name="connsiteX20" fmla="*/ 75674 w 185499"/>
                <a:gd name="connsiteY20" fmla="*/ 292931 h 3067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85499" h="306763">
                  <a:moveTo>
                    <a:pt x="75674" y="292931"/>
                  </a:moveTo>
                  <a:cubicBezTo>
                    <a:pt x="84441" y="234562"/>
                    <a:pt x="127399" y="184304"/>
                    <a:pt x="163766" y="140853"/>
                  </a:cubicBezTo>
                  <a:cubicBezTo>
                    <a:pt x="169054" y="134017"/>
                    <a:pt x="176879" y="129607"/>
                    <a:pt x="185499" y="128614"/>
                  </a:cubicBezTo>
                  <a:cubicBezTo>
                    <a:pt x="174126" y="126101"/>
                    <a:pt x="162318" y="130671"/>
                    <a:pt x="155580" y="140201"/>
                  </a:cubicBezTo>
                  <a:cubicBezTo>
                    <a:pt x="148843" y="153020"/>
                    <a:pt x="135296" y="136726"/>
                    <a:pt x="122619" y="136726"/>
                  </a:cubicBezTo>
                  <a:cubicBezTo>
                    <a:pt x="109941" y="136726"/>
                    <a:pt x="102334" y="126514"/>
                    <a:pt x="102334" y="113624"/>
                  </a:cubicBezTo>
                  <a:cubicBezTo>
                    <a:pt x="102334" y="100733"/>
                    <a:pt x="99364" y="81905"/>
                    <a:pt x="87410" y="82774"/>
                  </a:cubicBezTo>
                  <a:cubicBezTo>
                    <a:pt x="75458" y="83643"/>
                    <a:pt x="91105" y="97258"/>
                    <a:pt x="86613" y="104499"/>
                  </a:cubicBezTo>
                  <a:cubicBezTo>
                    <a:pt x="82122" y="111741"/>
                    <a:pt x="79369" y="96751"/>
                    <a:pt x="73139" y="96751"/>
                  </a:cubicBezTo>
                  <a:cubicBezTo>
                    <a:pt x="66909" y="96751"/>
                    <a:pt x="60389" y="87336"/>
                    <a:pt x="60389" y="70245"/>
                  </a:cubicBezTo>
                  <a:cubicBezTo>
                    <a:pt x="60389" y="53155"/>
                    <a:pt x="47711" y="54820"/>
                    <a:pt x="47711" y="35123"/>
                  </a:cubicBezTo>
                  <a:cubicBezTo>
                    <a:pt x="47711" y="15425"/>
                    <a:pt x="20690" y="0"/>
                    <a:pt x="5767" y="0"/>
                  </a:cubicBezTo>
                  <a:cubicBezTo>
                    <a:pt x="-9157" y="0"/>
                    <a:pt x="8736" y="30850"/>
                    <a:pt x="16198" y="41133"/>
                  </a:cubicBezTo>
                  <a:cubicBezTo>
                    <a:pt x="23660" y="51417"/>
                    <a:pt x="40178" y="60831"/>
                    <a:pt x="39453" y="68507"/>
                  </a:cubicBezTo>
                  <a:cubicBezTo>
                    <a:pt x="38728" y="76184"/>
                    <a:pt x="50682" y="95954"/>
                    <a:pt x="59665" y="99358"/>
                  </a:cubicBezTo>
                  <a:cubicBezTo>
                    <a:pt x="68648" y="102761"/>
                    <a:pt x="54376" y="132742"/>
                    <a:pt x="54376" y="156785"/>
                  </a:cubicBezTo>
                  <a:cubicBezTo>
                    <a:pt x="54376" y="180828"/>
                    <a:pt x="37932" y="176483"/>
                    <a:pt x="26702" y="191908"/>
                  </a:cubicBezTo>
                  <a:cubicBezTo>
                    <a:pt x="15474" y="207333"/>
                    <a:pt x="55173" y="222758"/>
                    <a:pt x="71691" y="238183"/>
                  </a:cubicBezTo>
                  <a:cubicBezTo>
                    <a:pt x="88208" y="253608"/>
                    <a:pt x="57202" y="291483"/>
                    <a:pt x="61911" y="299883"/>
                  </a:cubicBezTo>
                  <a:cubicBezTo>
                    <a:pt x="65315" y="304084"/>
                    <a:pt x="70386" y="306597"/>
                    <a:pt x="75819" y="306763"/>
                  </a:cubicBezTo>
                  <a:cubicBezTo>
                    <a:pt x="75168" y="302179"/>
                    <a:pt x="75168" y="297530"/>
                    <a:pt x="75674" y="29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8" name="Freeform 265">
              <a:extLst>
                <a:ext uri="{FF2B5EF4-FFF2-40B4-BE49-F238E27FC236}">
                  <a16:creationId xmlns:a16="http://schemas.microsoft.com/office/drawing/2014/main" id="{ABF24649-4C22-AB88-B8C4-96EAB5F63DEF}"/>
                </a:ext>
              </a:extLst>
            </p:cNvPr>
            <p:cNvSpPr/>
            <p:nvPr/>
          </p:nvSpPr>
          <p:spPr>
            <a:xfrm>
              <a:off x="11321243" y="6132097"/>
              <a:ext cx="258377" cy="269854"/>
            </a:xfrm>
            <a:custGeom>
              <a:avLst/>
              <a:gdLst>
                <a:gd name="connsiteX0" fmla="*/ 257460 w 258377"/>
                <a:gd name="connsiteY0" fmla="*/ 40650 h 269853"/>
                <a:gd name="connsiteX1" fmla="*/ 252969 w 258377"/>
                <a:gd name="connsiteY1" fmla="*/ 8931 h 269853"/>
                <a:gd name="connsiteX2" fmla="*/ 226020 w 258377"/>
                <a:gd name="connsiteY2" fmla="*/ 18345 h 269853"/>
                <a:gd name="connsiteX3" fmla="*/ 193058 w 258377"/>
                <a:gd name="connsiteY3" fmla="*/ 2920 h 269853"/>
                <a:gd name="connsiteX4" fmla="*/ 175817 w 258377"/>
                <a:gd name="connsiteY4" fmla="*/ 36305 h 269853"/>
                <a:gd name="connsiteX5" fmla="*/ 148143 w 258377"/>
                <a:gd name="connsiteY5" fmla="*/ 90328 h 269853"/>
                <a:gd name="connsiteX6" fmla="*/ 55270 w 258377"/>
                <a:gd name="connsiteY6" fmla="*/ 160574 h 269853"/>
                <a:gd name="connsiteX7" fmla="*/ 12528 w 258377"/>
                <a:gd name="connsiteY7" fmla="*/ 206850 h 269853"/>
                <a:gd name="connsiteX8" fmla="*/ 3546 w 258377"/>
                <a:gd name="connsiteY8" fmla="*/ 248852 h 269853"/>
                <a:gd name="connsiteX9" fmla="*/ 34262 w 258377"/>
                <a:gd name="connsiteY9" fmla="*/ 264205 h 269853"/>
                <a:gd name="connsiteX10" fmla="*/ 43244 w 258377"/>
                <a:gd name="connsiteY10" fmla="*/ 269853 h 269853"/>
                <a:gd name="connsiteX11" fmla="*/ 85117 w 258377"/>
                <a:gd name="connsiteY11" fmla="*/ 244435 h 269853"/>
                <a:gd name="connsiteX12" fmla="*/ 119962 w 258377"/>
                <a:gd name="connsiteY12" fmla="*/ 215974 h 269853"/>
                <a:gd name="connsiteX13" fmla="*/ 135973 w 258377"/>
                <a:gd name="connsiteY13" fmla="*/ 208225 h 269853"/>
                <a:gd name="connsiteX14" fmla="*/ 153431 w 258377"/>
                <a:gd name="connsiteY14" fmla="*/ 180707 h 269853"/>
                <a:gd name="connsiteX15" fmla="*/ 196897 w 258377"/>
                <a:gd name="connsiteY15" fmla="*/ 111837 h 269853"/>
                <a:gd name="connsiteX16" fmla="*/ 228338 w 258377"/>
                <a:gd name="connsiteY16" fmla="*/ 101119 h 269853"/>
                <a:gd name="connsiteX17" fmla="*/ 231598 w 258377"/>
                <a:gd name="connsiteY17" fmla="*/ 91342 h 269853"/>
                <a:gd name="connsiteX18" fmla="*/ 257460 w 258377"/>
                <a:gd name="connsiteY18" fmla="*/ 40650 h 2698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8377" h="269853">
                  <a:moveTo>
                    <a:pt x="257460" y="40650"/>
                  </a:moveTo>
                  <a:cubicBezTo>
                    <a:pt x="250723" y="26166"/>
                    <a:pt x="263473" y="17476"/>
                    <a:pt x="252969" y="8931"/>
                  </a:cubicBezTo>
                  <a:cubicBezTo>
                    <a:pt x="242465" y="385"/>
                    <a:pt x="237249" y="12334"/>
                    <a:pt x="226020" y="18345"/>
                  </a:cubicBezTo>
                  <a:cubicBezTo>
                    <a:pt x="214791" y="24356"/>
                    <a:pt x="207330" y="-9970"/>
                    <a:pt x="193058" y="2920"/>
                  </a:cubicBezTo>
                  <a:cubicBezTo>
                    <a:pt x="178786" y="15810"/>
                    <a:pt x="191536" y="20880"/>
                    <a:pt x="175817" y="36305"/>
                  </a:cubicBezTo>
                  <a:cubicBezTo>
                    <a:pt x="160096" y="51730"/>
                    <a:pt x="166834" y="56871"/>
                    <a:pt x="148143" y="90328"/>
                  </a:cubicBezTo>
                  <a:cubicBezTo>
                    <a:pt x="129453" y="123786"/>
                    <a:pt x="64978" y="142542"/>
                    <a:pt x="55270" y="160574"/>
                  </a:cubicBezTo>
                  <a:cubicBezTo>
                    <a:pt x="45562" y="178606"/>
                    <a:pt x="13325" y="193162"/>
                    <a:pt x="12528" y="206850"/>
                  </a:cubicBezTo>
                  <a:cubicBezTo>
                    <a:pt x="11732" y="220537"/>
                    <a:pt x="-7829" y="230313"/>
                    <a:pt x="3546" y="248852"/>
                  </a:cubicBezTo>
                  <a:cubicBezTo>
                    <a:pt x="12528" y="263336"/>
                    <a:pt x="24554" y="253125"/>
                    <a:pt x="34262" y="264205"/>
                  </a:cubicBezTo>
                  <a:cubicBezTo>
                    <a:pt x="36507" y="267051"/>
                    <a:pt x="39695" y="269049"/>
                    <a:pt x="43244" y="269853"/>
                  </a:cubicBezTo>
                  <a:cubicBezTo>
                    <a:pt x="55777" y="259237"/>
                    <a:pt x="69904" y="250655"/>
                    <a:pt x="85117" y="244435"/>
                  </a:cubicBezTo>
                  <a:cubicBezTo>
                    <a:pt x="87146" y="227090"/>
                    <a:pt x="102575" y="214490"/>
                    <a:pt x="119962" y="215974"/>
                  </a:cubicBezTo>
                  <a:cubicBezTo>
                    <a:pt x="127714" y="215974"/>
                    <a:pt x="128873" y="216481"/>
                    <a:pt x="135973" y="208225"/>
                  </a:cubicBezTo>
                  <a:cubicBezTo>
                    <a:pt x="142710" y="199687"/>
                    <a:pt x="148578" y="190468"/>
                    <a:pt x="153431" y="180707"/>
                  </a:cubicBezTo>
                  <a:cubicBezTo>
                    <a:pt x="166544" y="156664"/>
                    <a:pt x="178280" y="132041"/>
                    <a:pt x="196897" y="111837"/>
                  </a:cubicBezTo>
                  <a:cubicBezTo>
                    <a:pt x="204577" y="102698"/>
                    <a:pt x="216674" y="98570"/>
                    <a:pt x="228338" y="101119"/>
                  </a:cubicBezTo>
                  <a:cubicBezTo>
                    <a:pt x="230294" y="98229"/>
                    <a:pt x="231453" y="94840"/>
                    <a:pt x="231598" y="91342"/>
                  </a:cubicBezTo>
                  <a:cubicBezTo>
                    <a:pt x="231598" y="72224"/>
                    <a:pt x="264198" y="55133"/>
                    <a:pt x="257460" y="406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9" name="Freeform 266">
              <a:extLst>
                <a:ext uri="{FF2B5EF4-FFF2-40B4-BE49-F238E27FC236}">
                  <a16:creationId xmlns:a16="http://schemas.microsoft.com/office/drawing/2014/main" id="{F7B8E330-3BEA-BECC-1DD9-3B3E030AB7CE}"/>
                </a:ext>
              </a:extLst>
            </p:cNvPr>
            <p:cNvSpPr/>
            <p:nvPr/>
          </p:nvSpPr>
          <p:spPr>
            <a:xfrm>
              <a:off x="11692449" y="5091327"/>
              <a:ext cx="83225" cy="80012"/>
            </a:xfrm>
            <a:custGeom>
              <a:avLst/>
              <a:gdLst>
                <a:gd name="connsiteX0" fmla="*/ 1655 w 83226"/>
                <a:gd name="connsiteY0" fmla="*/ 71107 h 80012"/>
                <a:gd name="connsiteX1" fmla="*/ 40557 w 83226"/>
                <a:gd name="connsiteY1" fmla="*/ 59158 h 80012"/>
                <a:gd name="connsiteX2" fmla="*/ 1655 w 83226"/>
                <a:gd name="connsiteY2" fmla="*/ 71107 h 80012"/>
                <a:gd name="connsiteX3" fmla="*/ 48019 w 83226"/>
                <a:gd name="connsiteY3" fmla="*/ 25701 h 80012"/>
                <a:gd name="connsiteX4" fmla="*/ 83227 w 83226"/>
                <a:gd name="connsiteY4" fmla="*/ 3975 h 80012"/>
                <a:gd name="connsiteX5" fmla="*/ 48019 w 83226"/>
                <a:gd name="connsiteY5" fmla="*/ 25701 h 800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3226" h="80012">
                  <a:moveTo>
                    <a:pt x="1655" y="71107"/>
                  </a:moveTo>
                  <a:cubicBezTo>
                    <a:pt x="14333" y="84867"/>
                    <a:pt x="39833" y="83998"/>
                    <a:pt x="40557" y="59158"/>
                  </a:cubicBezTo>
                  <a:cubicBezTo>
                    <a:pt x="41281" y="34319"/>
                    <a:pt x="-9718" y="58941"/>
                    <a:pt x="1655" y="71107"/>
                  </a:cubicBezTo>
                  <a:close/>
                  <a:moveTo>
                    <a:pt x="48019" y="25701"/>
                  </a:moveTo>
                  <a:cubicBezTo>
                    <a:pt x="56278" y="29177"/>
                    <a:pt x="83227" y="18894"/>
                    <a:pt x="83227" y="3975"/>
                  </a:cubicBezTo>
                  <a:cubicBezTo>
                    <a:pt x="83227" y="-10943"/>
                    <a:pt x="35631" y="20559"/>
                    <a:pt x="48019" y="25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0" name="Freeform 267">
              <a:extLst>
                <a:ext uri="{FF2B5EF4-FFF2-40B4-BE49-F238E27FC236}">
                  <a16:creationId xmlns:a16="http://schemas.microsoft.com/office/drawing/2014/main" id="{DD0EA691-DD2B-A608-D2F3-D385E3EBEF16}"/>
                </a:ext>
              </a:extLst>
            </p:cNvPr>
            <p:cNvSpPr/>
            <p:nvPr/>
          </p:nvSpPr>
          <p:spPr>
            <a:xfrm>
              <a:off x="7496276" y="2667418"/>
              <a:ext cx="478080" cy="341005"/>
            </a:xfrm>
            <a:custGeom>
              <a:avLst/>
              <a:gdLst>
                <a:gd name="connsiteX0" fmla="*/ 475401 w 478081"/>
                <a:gd name="connsiteY0" fmla="*/ 217089 h 341002"/>
                <a:gd name="connsiteX1" fmla="*/ 445482 w 478081"/>
                <a:gd name="connsiteY1" fmla="*/ 205646 h 341002"/>
                <a:gd name="connsiteX2" fmla="*/ 410491 w 478081"/>
                <a:gd name="connsiteY2" fmla="*/ 179359 h 341002"/>
                <a:gd name="connsiteX3" fmla="*/ 371589 w 478081"/>
                <a:gd name="connsiteY3" fmla="*/ 153143 h 341002"/>
                <a:gd name="connsiteX4" fmla="*/ 337613 w 478081"/>
                <a:gd name="connsiteY4" fmla="*/ 124538 h 341002"/>
                <a:gd name="connsiteX5" fmla="*/ 322617 w 478081"/>
                <a:gd name="connsiteY5" fmla="*/ 92529 h 341002"/>
                <a:gd name="connsiteX6" fmla="*/ 308636 w 478081"/>
                <a:gd name="connsiteY6" fmla="*/ 67400 h 341002"/>
                <a:gd name="connsiteX7" fmla="*/ 258722 w 478081"/>
                <a:gd name="connsiteY7" fmla="*/ 60593 h 341002"/>
                <a:gd name="connsiteX8" fmla="*/ 246696 w 478081"/>
                <a:gd name="connsiteY8" fmla="*/ 19459 h 341002"/>
                <a:gd name="connsiteX9" fmla="*/ 220761 w 478081"/>
                <a:gd name="connsiteY9" fmla="*/ 9176 h 341002"/>
                <a:gd name="connsiteX10" fmla="*/ 196782 w 478081"/>
                <a:gd name="connsiteY10" fmla="*/ 1934 h 341002"/>
                <a:gd name="connsiteX11" fmla="*/ 182801 w 478081"/>
                <a:gd name="connsiteY11" fmla="*/ 9973 h 341002"/>
                <a:gd name="connsiteX12" fmla="*/ 170848 w 478081"/>
                <a:gd name="connsiteY12" fmla="*/ 24819 h 341002"/>
                <a:gd name="connsiteX13" fmla="*/ 146869 w 478081"/>
                <a:gd name="connsiteY13" fmla="*/ 45385 h 341002"/>
                <a:gd name="connsiteX14" fmla="*/ 134916 w 478081"/>
                <a:gd name="connsiteY14" fmla="*/ 63635 h 341002"/>
                <a:gd name="connsiteX15" fmla="*/ 111082 w 478081"/>
                <a:gd name="connsiteY15" fmla="*/ 57189 h 341002"/>
                <a:gd name="connsiteX16" fmla="*/ 87465 w 478081"/>
                <a:gd name="connsiteY16" fmla="*/ 50744 h 341002"/>
                <a:gd name="connsiteX17" fmla="*/ 46172 w 478081"/>
                <a:gd name="connsiteY17" fmla="*/ 14101 h 341002"/>
                <a:gd name="connsiteX18" fmla="*/ 11254 w 478081"/>
                <a:gd name="connsiteY18" fmla="*/ 35174 h 341002"/>
                <a:gd name="connsiteX19" fmla="*/ 27047 w 478081"/>
                <a:gd name="connsiteY19" fmla="*/ 27932 h 341002"/>
                <a:gd name="connsiteX20" fmla="*/ 52982 w 478081"/>
                <a:gd name="connsiteY20" fmla="*/ 63345 h 341002"/>
                <a:gd name="connsiteX21" fmla="*/ 68920 w 478081"/>
                <a:gd name="connsiteY21" fmla="*/ 86229 h 341002"/>
                <a:gd name="connsiteX22" fmla="*/ 35016 w 478081"/>
                <a:gd name="connsiteY22" fmla="*/ 94195 h 341002"/>
                <a:gd name="connsiteX23" fmla="*/ 4010 w 478081"/>
                <a:gd name="connsiteY23" fmla="*/ 94195 h 341002"/>
                <a:gd name="connsiteX24" fmla="*/ 11254 w 478081"/>
                <a:gd name="connsiteY24" fmla="*/ 126204 h 341002"/>
                <a:gd name="connsiteX25" fmla="*/ 13210 w 478081"/>
                <a:gd name="connsiteY25" fmla="*/ 150174 h 341002"/>
                <a:gd name="connsiteX26" fmla="*/ 32190 w 478081"/>
                <a:gd name="connsiteY26" fmla="*/ 159299 h 341002"/>
                <a:gd name="connsiteX27" fmla="*/ 39435 w 478081"/>
                <a:gd name="connsiteY27" fmla="*/ 190149 h 341002"/>
                <a:gd name="connsiteX28" fmla="*/ 39435 w 478081"/>
                <a:gd name="connsiteY28" fmla="*/ 241856 h 341002"/>
                <a:gd name="connsiteX29" fmla="*/ 67325 w 478081"/>
                <a:gd name="connsiteY29" fmla="*/ 235845 h 341002"/>
                <a:gd name="connsiteX30" fmla="*/ 97245 w 478081"/>
                <a:gd name="connsiteY30" fmla="*/ 211875 h 341002"/>
                <a:gd name="connsiteX31" fmla="*/ 121224 w 478081"/>
                <a:gd name="connsiteY31" fmla="*/ 208398 h 341002"/>
                <a:gd name="connsiteX32" fmla="*/ 160199 w 478081"/>
                <a:gd name="connsiteY32" fmla="*/ 209557 h 341002"/>
                <a:gd name="connsiteX33" fmla="*/ 185191 w 478081"/>
                <a:gd name="connsiteY33" fmla="*/ 222158 h 341002"/>
                <a:gd name="connsiteX34" fmla="*/ 201129 w 478081"/>
                <a:gd name="connsiteY34" fmla="*/ 231283 h 341002"/>
                <a:gd name="connsiteX35" fmla="*/ 230107 w 478081"/>
                <a:gd name="connsiteY35" fmla="*/ 241566 h 341002"/>
                <a:gd name="connsiteX36" fmla="*/ 245102 w 478081"/>
                <a:gd name="connsiteY36" fmla="*/ 255253 h 341002"/>
                <a:gd name="connsiteX37" fmla="*/ 268067 w 478081"/>
                <a:gd name="connsiteY37" fmla="*/ 276978 h 341002"/>
                <a:gd name="connsiteX38" fmla="*/ 291973 w 478081"/>
                <a:gd name="connsiteY38" fmla="*/ 281541 h 341002"/>
                <a:gd name="connsiteX39" fmla="*/ 298059 w 478081"/>
                <a:gd name="connsiteY39" fmla="*/ 328830 h 341002"/>
                <a:gd name="connsiteX40" fmla="*/ 305303 w 478081"/>
                <a:gd name="connsiteY40" fmla="*/ 328106 h 341002"/>
                <a:gd name="connsiteX41" fmla="*/ 329282 w 478081"/>
                <a:gd name="connsiteY41" fmla="*/ 335710 h 341002"/>
                <a:gd name="connsiteX42" fmla="*/ 358259 w 478081"/>
                <a:gd name="connsiteY42" fmla="*/ 323471 h 341002"/>
                <a:gd name="connsiteX43" fmla="*/ 406289 w 478081"/>
                <a:gd name="connsiteY43" fmla="*/ 291462 h 341002"/>
                <a:gd name="connsiteX44" fmla="*/ 426284 w 478081"/>
                <a:gd name="connsiteY44" fmla="*/ 253298 h 341002"/>
                <a:gd name="connsiteX45" fmla="*/ 452944 w 478081"/>
                <a:gd name="connsiteY45" fmla="*/ 235048 h 341002"/>
                <a:gd name="connsiteX46" fmla="*/ 478081 w 478081"/>
                <a:gd name="connsiteY46" fmla="*/ 241856 h 341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478081" h="341002">
                  <a:moveTo>
                    <a:pt x="475401" y="217089"/>
                  </a:moveTo>
                  <a:cubicBezTo>
                    <a:pt x="475401" y="217089"/>
                    <a:pt x="453668" y="204560"/>
                    <a:pt x="445482" y="205646"/>
                  </a:cubicBezTo>
                  <a:cubicBezTo>
                    <a:pt x="437296" y="206733"/>
                    <a:pt x="424473" y="185152"/>
                    <a:pt x="410491" y="179359"/>
                  </a:cubicBezTo>
                  <a:cubicBezTo>
                    <a:pt x="396510" y="173565"/>
                    <a:pt x="377530" y="163427"/>
                    <a:pt x="371589" y="153143"/>
                  </a:cubicBezTo>
                  <a:cubicBezTo>
                    <a:pt x="365649" y="142860"/>
                    <a:pt x="340583" y="132577"/>
                    <a:pt x="337613" y="124538"/>
                  </a:cubicBezTo>
                  <a:cubicBezTo>
                    <a:pt x="333846" y="113328"/>
                    <a:pt x="328848" y="102588"/>
                    <a:pt x="322617" y="92529"/>
                  </a:cubicBezTo>
                  <a:cubicBezTo>
                    <a:pt x="315372" y="82246"/>
                    <a:pt x="315372" y="68559"/>
                    <a:pt x="308636" y="67400"/>
                  </a:cubicBezTo>
                  <a:cubicBezTo>
                    <a:pt x="301898" y="66242"/>
                    <a:pt x="258722" y="67400"/>
                    <a:pt x="258722" y="60593"/>
                  </a:cubicBezTo>
                  <a:cubicBezTo>
                    <a:pt x="258722" y="53786"/>
                    <a:pt x="255679" y="21704"/>
                    <a:pt x="246696" y="19459"/>
                  </a:cubicBezTo>
                  <a:cubicBezTo>
                    <a:pt x="237713" y="17214"/>
                    <a:pt x="225760" y="14897"/>
                    <a:pt x="220761" y="9176"/>
                  </a:cubicBezTo>
                  <a:cubicBezTo>
                    <a:pt x="215762" y="3455"/>
                    <a:pt x="199752" y="-3425"/>
                    <a:pt x="196782" y="1934"/>
                  </a:cubicBezTo>
                  <a:cubicBezTo>
                    <a:pt x="193667" y="6663"/>
                    <a:pt x="188452" y="9640"/>
                    <a:pt x="182801" y="9973"/>
                  </a:cubicBezTo>
                  <a:cubicBezTo>
                    <a:pt x="179830" y="9973"/>
                    <a:pt x="180845" y="25977"/>
                    <a:pt x="170848" y="24819"/>
                  </a:cubicBezTo>
                  <a:cubicBezTo>
                    <a:pt x="160850" y="23660"/>
                    <a:pt x="146869" y="37347"/>
                    <a:pt x="146869" y="45385"/>
                  </a:cubicBezTo>
                  <a:cubicBezTo>
                    <a:pt x="146869" y="53424"/>
                    <a:pt x="147883" y="64793"/>
                    <a:pt x="134916" y="63635"/>
                  </a:cubicBezTo>
                  <a:cubicBezTo>
                    <a:pt x="126585" y="63113"/>
                    <a:pt x="118543" y="60919"/>
                    <a:pt x="111082" y="57189"/>
                  </a:cubicBezTo>
                  <a:cubicBezTo>
                    <a:pt x="109270" y="58855"/>
                    <a:pt x="98404" y="67473"/>
                    <a:pt x="87465" y="50744"/>
                  </a:cubicBezTo>
                  <a:cubicBezTo>
                    <a:pt x="75511" y="32422"/>
                    <a:pt x="56821" y="14101"/>
                    <a:pt x="46172" y="14101"/>
                  </a:cubicBezTo>
                  <a:cubicBezTo>
                    <a:pt x="35522" y="14101"/>
                    <a:pt x="3430" y="14101"/>
                    <a:pt x="11254" y="35174"/>
                  </a:cubicBezTo>
                  <a:cubicBezTo>
                    <a:pt x="14224" y="29388"/>
                    <a:pt x="20744" y="26390"/>
                    <a:pt x="27047" y="27932"/>
                  </a:cubicBezTo>
                  <a:cubicBezTo>
                    <a:pt x="50953" y="30250"/>
                    <a:pt x="40015" y="62186"/>
                    <a:pt x="52982" y="63345"/>
                  </a:cubicBezTo>
                  <a:cubicBezTo>
                    <a:pt x="65949" y="64504"/>
                    <a:pt x="80945" y="87388"/>
                    <a:pt x="68920" y="86229"/>
                  </a:cubicBezTo>
                  <a:cubicBezTo>
                    <a:pt x="56894" y="85070"/>
                    <a:pt x="47187" y="98757"/>
                    <a:pt x="35016" y="94195"/>
                  </a:cubicBezTo>
                  <a:cubicBezTo>
                    <a:pt x="22845" y="89633"/>
                    <a:pt x="8067" y="78191"/>
                    <a:pt x="4010" y="94195"/>
                  </a:cubicBezTo>
                  <a:cubicBezTo>
                    <a:pt x="-47" y="110199"/>
                    <a:pt x="-4973" y="127362"/>
                    <a:pt x="11254" y="126204"/>
                  </a:cubicBezTo>
                  <a:cubicBezTo>
                    <a:pt x="27481" y="125045"/>
                    <a:pt x="24222" y="137646"/>
                    <a:pt x="13210" y="150174"/>
                  </a:cubicBezTo>
                  <a:cubicBezTo>
                    <a:pt x="2198" y="162703"/>
                    <a:pt x="30234" y="147857"/>
                    <a:pt x="32190" y="159299"/>
                  </a:cubicBezTo>
                  <a:cubicBezTo>
                    <a:pt x="34146" y="170741"/>
                    <a:pt x="43202" y="171900"/>
                    <a:pt x="39435" y="190149"/>
                  </a:cubicBezTo>
                  <a:cubicBezTo>
                    <a:pt x="36899" y="201736"/>
                    <a:pt x="38783" y="224837"/>
                    <a:pt x="39435" y="241856"/>
                  </a:cubicBezTo>
                  <a:cubicBezTo>
                    <a:pt x="50011" y="241856"/>
                    <a:pt x="64283" y="240769"/>
                    <a:pt x="67325" y="235845"/>
                  </a:cubicBezTo>
                  <a:cubicBezTo>
                    <a:pt x="72324" y="227879"/>
                    <a:pt x="88262" y="211875"/>
                    <a:pt x="97245" y="211875"/>
                  </a:cubicBezTo>
                  <a:cubicBezTo>
                    <a:pt x="106227" y="211875"/>
                    <a:pt x="116225" y="216437"/>
                    <a:pt x="121224" y="208398"/>
                  </a:cubicBezTo>
                  <a:cubicBezTo>
                    <a:pt x="126222" y="200360"/>
                    <a:pt x="155199" y="202750"/>
                    <a:pt x="160199" y="209557"/>
                  </a:cubicBezTo>
                  <a:cubicBezTo>
                    <a:pt x="167008" y="216241"/>
                    <a:pt x="175774" y="220644"/>
                    <a:pt x="185191" y="222158"/>
                  </a:cubicBezTo>
                  <a:cubicBezTo>
                    <a:pt x="189176" y="222158"/>
                    <a:pt x="191132" y="232441"/>
                    <a:pt x="201129" y="231283"/>
                  </a:cubicBezTo>
                  <a:cubicBezTo>
                    <a:pt x="211127" y="230124"/>
                    <a:pt x="230107" y="234759"/>
                    <a:pt x="230107" y="241566"/>
                  </a:cubicBezTo>
                  <a:cubicBezTo>
                    <a:pt x="230831" y="249315"/>
                    <a:pt x="237351" y="255246"/>
                    <a:pt x="245102" y="255253"/>
                  </a:cubicBezTo>
                  <a:cubicBezTo>
                    <a:pt x="253071" y="255253"/>
                    <a:pt x="260098" y="278137"/>
                    <a:pt x="268067" y="276978"/>
                  </a:cubicBezTo>
                  <a:cubicBezTo>
                    <a:pt x="276036" y="275820"/>
                    <a:pt x="291973" y="275820"/>
                    <a:pt x="291973" y="281541"/>
                  </a:cubicBezTo>
                  <a:cubicBezTo>
                    <a:pt x="292408" y="297473"/>
                    <a:pt x="294437" y="313318"/>
                    <a:pt x="298059" y="328830"/>
                  </a:cubicBezTo>
                  <a:cubicBezTo>
                    <a:pt x="300087" y="327171"/>
                    <a:pt x="302985" y="326889"/>
                    <a:pt x="305303" y="328106"/>
                  </a:cubicBezTo>
                  <a:cubicBezTo>
                    <a:pt x="309287" y="331147"/>
                    <a:pt x="327037" y="325064"/>
                    <a:pt x="329282" y="335710"/>
                  </a:cubicBezTo>
                  <a:cubicBezTo>
                    <a:pt x="331528" y="346355"/>
                    <a:pt x="359998" y="340272"/>
                    <a:pt x="358259" y="323471"/>
                  </a:cubicBezTo>
                  <a:cubicBezTo>
                    <a:pt x="356521" y="306670"/>
                    <a:pt x="402305" y="306742"/>
                    <a:pt x="406289" y="291462"/>
                  </a:cubicBezTo>
                  <a:cubicBezTo>
                    <a:pt x="410274" y="276182"/>
                    <a:pt x="415635" y="248735"/>
                    <a:pt x="426284" y="253298"/>
                  </a:cubicBezTo>
                  <a:cubicBezTo>
                    <a:pt x="436933" y="257860"/>
                    <a:pt x="443598" y="233528"/>
                    <a:pt x="452944" y="235048"/>
                  </a:cubicBezTo>
                  <a:cubicBezTo>
                    <a:pt x="462288" y="236569"/>
                    <a:pt x="467432" y="244028"/>
                    <a:pt x="478081" y="2418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1" name="Freeform 268">
              <a:extLst>
                <a:ext uri="{FF2B5EF4-FFF2-40B4-BE49-F238E27FC236}">
                  <a16:creationId xmlns:a16="http://schemas.microsoft.com/office/drawing/2014/main" id="{84021511-8811-40DD-2CB4-3A86CE395EA8}"/>
                </a:ext>
              </a:extLst>
            </p:cNvPr>
            <p:cNvSpPr/>
            <p:nvPr/>
          </p:nvSpPr>
          <p:spPr>
            <a:xfrm>
              <a:off x="7200982" y="2794503"/>
              <a:ext cx="657992" cy="630972"/>
            </a:xfrm>
            <a:custGeom>
              <a:avLst/>
              <a:gdLst>
                <a:gd name="connsiteX0" fmla="*/ 601541 w 657995"/>
                <a:gd name="connsiteY0" fmla="*/ 630534 h 630968"/>
                <a:gd name="connsiteX1" fmla="*/ 622839 w 657995"/>
                <a:gd name="connsiteY1" fmla="*/ 593745 h 630968"/>
                <a:gd name="connsiteX2" fmla="*/ 653483 w 657995"/>
                <a:gd name="connsiteY2" fmla="*/ 583028 h 630968"/>
                <a:gd name="connsiteX3" fmla="*/ 645514 w 657995"/>
                <a:gd name="connsiteY3" fmla="*/ 554060 h 630968"/>
                <a:gd name="connsiteX4" fmla="*/ 629504 w 657995"/>
                <a:gd name="connsiteY4" fmla="*/ 511333 h 630968"/>
                <a:gd name="connsiteX5" fmla="*/ 594804 w 657995"/>
                <a:gd name="connsiteY5" fmla="*/ 477804 h 630968"/>
                <a:gd name="connsiteX6" fmla="*/ 572129 w 657995"/>
                <a:gd name="connsiteY6" fmla="*/ 444202 h 630968"/>
                <a:gd name="connsiteX7" fmla="*/ 606830 w 657995"/>
                <a:gd name="connsiteY7" fmla="*/ 389236 h 630968"/>
                <a:gd name="connsiteX8" fmla="*/ 573505 w 657995"/>
                <a:gd name="connsiteY8" fmla="*/ 369466 h 630968"/>
                <a:gd name="connsiteX9" fmla="*/ 568144 w 657995"/>
                <a:gd name="connsiteY9" fmla="*/ 325219 h 630968"/>
                <a:gd name="connsiteX10" fmla="*/ 568144 w 657995"/>
                <a:gd name="connsiteY10" fmla="*/ 284013 h 630968"/>
                <a:gd name="connsiteX11" fmla="*/ 572129 w 657995"/>
                <a:gd name="connsiteY11" fmla="*/ 250483 h 630968"/>
                <a:gd name="connsiteX12" fmla="*/ 585458 w 657995"/>
                <a:gd name="connsiteY12" fmla="*/ 219995 h 630968"/>
                <a:gd name="connsiteX13" fmla="*/ 592703 w 657995"/>
                <a:gd name="connsiteY13" fmla="*/ 202397 h 630968"/>
                <a:gd name="connsiteX14" fmla="*/ 586617 w 657995"/>
                <a:gd name="connsiteY14" fmla="*/ 155108 h 630968"/>
                <a:gd name="connsiteX15" fmla="*/ 562711 w 657995"/>
                <a:gd name="connsiteY15" fmla="*/ 150546 h 630968"/>
                <a:gd name="connsiteX16" fmla="*/ 539747 w 657995"/>
                <a:gd name="connsiteY16" fmla="*/ 128821 h 630968"/>
                <a:gd name="connsiteX17" fmla="*/ 524750 w 657995"/>
                <a:gd name="connsiteY17" fmla="*/ 115134 h 630968"/>
                <a:gd name="connsiteX18" fmla="*/ 495773 w 657995"/>
                <a:gd name="connsiteY18" fmla="*/ 104850 h 630968"/>
                <a:gd name="connsiteX19" fmla="*/ 479836 w 657995"/>
                <a:gd name="connsiteY19" fmla="*/ 95726 h 630968"/>
                <a:gd name="connsiteX20" fmla="*/ 454843 w 657995"/>
                <a:gd name="connsiteY20" fmla="*/ 83125 h 630968"/>
                <a:gd name="connsiteX21" fmla="*/ 415868 w 657995"/>
                <a:gd name="connsiteY21" fmla="*/ 81966 h 630968"/>
                <a:gd name="connsiteX22" fmla="*/ 391889 w 657995"/>
                <a:gd name="connsiteY22" fmla="*/ 85442 h 630968"/>
                <a:gd name="connsiteX23" fmla="*/ 361970 w 657995"/>
                <a:gd name="connsiteY23" fmla="*/ 109413 h 630968"/>
                <a:gd name="connsiteX24" fmla="*/ 334079 w 657995"/>
                <a:gd name="connsiteY24" fmla="*/ 115423 h 630968"/>
                <a:gd name="connsiteX25" fmla="*/ 332992 w 657995"/>
                <a:gd name="connsiteY25" fmla="*/ 135700 h 630968"/>
                <a:gd name="connsiteX26" fmla="*/ 260114 w 657995"/>
                <a:gd name="connsiteY26" fmla="*/ 153950 h 630968"/>
                <a:gd name="connsiteX27" fmla="*/ 198175 w 657995"/>
                <a:gd name="connsiteY27" fmla="*/ 111730 h 630968"/>
                <a:gd name="connsiteX28" fmla="*/ 157316 w 657995"/>
                <a:gd name="connsiteY28" fmla="*/ 66107 h 630968"/>
                <a:gd name="connsiteX29" fmla="*/ 133120 w 657995"/>
                <a:gd name="connsiteY29" fmla="*/ 46047 h 630968"/>
                <a:gd name="connsiteX30" fmla="*/ 126455 w 657995"/>
                <a:gd name="connsiteY30" fmla="*/ 10996 h 630968"/>
                <a:gd name="connsiteX31" fmla="*/ 58503 w 657995"/>
                <a:gd name="connsiteY31" fmla="*/ 44526 h 630968"/>
                <a:gd name="connsiteX32" fmla="*/ 35756 w 657995"/>
                <a:gd name="connsiteY32" fmla="*/ 29246 h 630968"/>
                <a:gd name="connsiteX33" fmla="*/ 15761 w 657995"/>
                <a:gd name="connsiteY33" fmla="*/ 278 h 630968"/>
                <a:gd name="connsiteX34" fmla="*/ 3808 w 657995"/>
                <a:gd name="connsiteY34" fmla="*/ 20121 h 630968"/>
                <a:gd name="connsiteX35" fmla="*/ 5112 w 657995"/>
                <a:gd name="connsiteY35" fmla="*/ 52130 h 630968"/>
                <a:gd name="connsiteX36" fmla="*/ 5112 w 657995"/>
                <a:gd name="connsiteY36" fmla="*/ 93336 h 630968"/>
                <a:gd name="connsiteX37" fmla="*/ 21122 w 657995"/>
                <a:gd name="connsiteY37" fmla="*/ 123824 h 630968"/>
                <a:gd name="connsiteX38" fmla="*/ 33076 w 657995"/>
                <a:gd name="connsiteY38" fmla="*/ 154312 h 630968"/>
                <a:gd name="connsiteX39" fmla="*/ 51766 w 657995"/>
                <a:gd name="connsiteY39" fmla="*/ 177268 h 630968"/>
                <a:gd name="connsiteX40" fmla="*/ 65096 w 657995"/>
                <a:gd name="connsiteY40" fmla="*/ 190956 h 630968"/>
                <a:gd name="connsiteX41" fmla="*/ 61111 w 657995"/>
                <a:gd name="connsiteY41" fmla="*/ 213840 h 630968"/>
                <a:gd name="connsiteX42" fmla="*/ 47781 w 657995"/>
                <a:gd name="connsiteY42" fmla="*/ 244328 h 630968"/>
                <a:gd name="connsiteX43" fmla="*/ 51766 w 657995"/>
                <a:gd name="connsiteY43" fmla="*/ 279450 h 630968"/>
                <a:gd name="connsiteX44" fmla="*/ 67776 w 657995"/>
                <a:gd name="connsiteY44" fmla="*/ 300814 h 630968"/>
                <a:gd name="connsiteX45" fmla="*/ 105157 w 657995"/>
                <a:gd name="connsiteY45" fmla="*/ 329781 h 630968"/>
                <a:gd name="connsiteX46" fmla="*/ 121094 w 657995"/>
                <a:gd name="connsiteY46" fmla="*/ 352665 h 630968"/>
                <a:gd name="connsiteX47" fmla="*/ 118414 w 657995"/>
                <a:gd name="connsiteY47" fmla="*/ 378591 h 630968"/>
                <a:gd name="connsiteX48" fmla="*/ 130440 w 657995"/>
                <a:gd name="connsiteY48" fmla="*/ 404517 h 630968"/>
                <a:gd name="connsiteX49" fmla="*/ 149493 w 657995"/>
                <a:gd name="connsiteY49" fmla="*/ 434932 h 630968"/>
                <a:gd name="connsiteX50" fmla="*/ 157751 w 657995"/>
                <a:gd name="connsiteY50" fmla="*/ 433267 h 630968"/>
                <a:gd name="connsiteX51" fmla="*/ 173182 w 657995"/>
                <a:gd name="connsiteY51" fmla="*/ 428704 h 630968"/>
                <a:gd name="connsiteX52" fmla="*/ 196654 w 657995"/>
                <a:gd name="connsiteY52" fmla="*/ 427546 h 630968"/>
                <a:gd name="connsiteX53" fmla="*/ 231137 w 657995"/>
                <a:gd name="connsiteY53" fmla="*/ 488087 h 630968"/>
                <a:gd name="connsiteX54" fmla="*/ 250624 w 657995"/>
                <a:gd name="connsiteY54" fmla="*/ 523572 h 630968"/>
                <a:gd name="connsiteX55" fmla="*/ 291555 w 657995"/>
                <a:gd name="connsiteY55" fmla="*/ 546963 h 630968"/>
                <a:gd name="connsiteX56" fmla="*/ 368417 w 657995"/>
                <a:gd name="connsiteY56" fmla="*/ 580638 h 630968"/>
                <a:gd name="connsiteX57" fmla="*/ 422895 w 657995"/>
                <a:gd name="connsiteY57" fmla="*/ 563547 h 630968"/>
                <a:gd name="connsiteX58" fmla="*/ 448829 w 657995"/>
                <a:gd name="connsiteY58" fmla="*/ 614240 h 630968"/>
                <a:gd name="connsiteX59" fmla="*/ 469187 w 657995"/>
                <a:gd name="connsiteY59" fmla="*/ 622640 h 630968"/>
                <a:gd name="connsiteX60" fmla="*/ 498816 w 657995"/>
                <a:gd name="connsiteY60" fmla="*/ 607143 h 630968"/>
                <a:gd name="connsiteX61" fmla="*/ 595528 w 657995"/>
                <a:gd name="connsiteY61" fmla="*/ 630968 h 630968"/>
                <a:gd name="connsiteX62" fmla="*/ 601541 w 657995"/>
                <a:gd name="connsiteY62" fmla="*/ 630534 h 630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657995" h="630968">
                  <a:moveTo>
                    <a:pt x="601541" y="630534"/>
                  </a:moveTo>
                  <a:cubicBezTo>
                    <a:pt x="601903" y="615435"/>
                    <a:pt x="609944" y="601567"/>
                    <a:pt x="622839" y="593745"/>
                  </a:cubicBezTo>
                  <a:cubicBezTo>
                    <a:pt x="632257" y="588140"/>
                    <a:pt x="642616" y="584498"/>
                    <a:pt x="653483" y="583028"/>
                  </a:cubicBezTo>
                  <a:cubicBezTo>
                    <a:pt x="664204" y="581507"/>
                    <a:pt x="653483" y="557102"/>
                    <a:pt x="645514" y="554060"/>
                  </a:cubicBezTo>
                  <a:cubicBezTo>
                    <a:pt x="637546" y="551018"/>
                    <a:pt x="645514" y="518937"/>
                    <a:pt x="629504" y="511333"/>
                  </a:cubicBezTo>
                  <a:cubicBezTo>
                    <a:pt x="613494" y="503730"/>
                    <a:pt x="599295" y="491273"/>
                    <a:pt x="594804" y="477804"/>
                  </a:cubicBezTo>
                  <a:cubicBezTo>
                    <a:pt x="590819" y="465565"/>
                    <a:pt x="570824" y="453326"/>
                    <a:pt x="572129" y="444202"/>
                  </a:cubicBezTo>
                  <a:cubicBezTo>
                    <a:pt x="573433" y="435077"/>
                    <a:pt x="612118" y="406038"/>
                    <a:pt x="606830" y="389236"/>
                  </a:cubicBezTo>
                  <a:cubicBezTo>
                    <a:pt x="601541" y="372435"/>
                    <a:pt x="576114" y="375549"/>
                    <a:pt x="573505" y="369466"/>
                  </a:cubicBezTo>
                  <a:cubicBezTo>
                    <a:pt x="570897" y="363383"/>
                    <a:pt x="574809" y="342020"/>
                    <a:pt x="568144" y="325219"/>
                  </a:cubicBezTo>
                  <a:cubicBezTo>
                    <a:pt x="561480" y="308418"/>
                    <a:pt x="573505" y="293137"/>
                    <a:pt x="568144" y="284013"/>
                  </a:cubicBezTo>
                  <a:cubicBezTo>
                    <a:pt x="562783" y="274888"/>
                    <a:pt x="570824" y="256566"/>
                    <a:pt x="572129" y="250483"/>
                  </a:cubicBezTo>
                  <a:cubicBezTo>
                    <a:pt x="573433" y="244400"/>
                    <a:pt x="586617" y="235203"/>
                    <a:pt x="585458" y="219995"/>
                  </a:cubicBezTo>
                  <a:cubicBezTo>
                    <a:pt x="584227" y="213217"/>
                    <a:pt x="587053" y="206352"/>
                    <a:pt x="592703" y="202397"/>
                  </a:cubicBezTo>
                  <a:cubicBezTo>
                    <a:pt x="589080" y="186886"/>
                    <a:pt x="587053" y="171041"/>
                    <a:pt x="586617" y="155108"/>
                  </a:cubicBezTo>
                  <a:cubicBezTo>
                    <a:pt x="586617" y="149388"/>
                    <a:pt x="570680" y="149388"/>
                    <a:pt x="562711" y="150546"/>
                  </a:cubicBezTo>
                  <a:cubicBezTo>
                    <a:pt x="554742" y="151705"/>
                    <a:pt x="547715" y="128821"/>
                    <a:pt x="539747" y="128821"/>
                  </a:cubicBezTo>
                  <a:cubicBezTo>
                    <a:pt x="531995" y="128814"/>
                    <a:pt x="525475" y="122882"/>
                    <a:pt x="524750" y="115134"/>
                  </a:cubicBezTo>
                  <a:cubicBezTo>
                    <a:pt x="524750" y="108326"/>
                    <a:pt x="505770" y="103692"/>
                    <a:pt x="495773" y="104850"/>
                  </a:cubicBezTo>
                  <a:cubicBezTo>
                    <a:pt x="485776" y="106009"/>
                    <a:pt x="483820" y="95726"/>
                    <a:pt x="479836" y="95726"/>
                  </a:cubicBezTo>
                  <a:cubicBezTo>
                    <a:pt x="470418" y="94212"/>
                    <a:pt x="461652" y="89809"/>
                    <a:pt x="454843" y="83125"/>
                  </a:cubicBezTo>
                  <a:cubicBezTo>
                    <a:pt x="449844" y="76317"/>
                    <a:pt x="420866" y="74000"/>
                    <a:pt x="415868" y="81966"/>
                  </a:cubicBezTo>
                  <a:cubicBezTo>
                    <a:pt x="410869" y="89932"/>
                    <a:pt x="400872" y="85442"/>
                    <a:pt x="391889" y="85442"/>
                  </a:cubicBezTo>
                  <a:cubicBezTo>
                    <a:pt x="382906" y="85442"/>
                    <a:pt x="366969" y="101447"/>
                    <a:pt x="361970" y="109413"/>
                  </a:cubicBezTo>
                  <a:cubicBezTo>
                    <a:pt x="358927" y="114337"/>
                    <a:pt x="344655" y="115351"/>
                    <a:pt x="334079" y="115423"/>
                  </a:cubicBezTo>
                  <a:cubicBezTo>
                    <a:pt x="334876" y="122195"/>
                    <a:pt x="334513" y="129060"/>
                    <a:pt x="332992" y="135700"/>
                  </a:cubicBezTo>
                  <a:cubicBezTo>
                    <a:pt x="327776" y="144680"/>
                    <a:pt x="289019" y="152864"/>
                    <a:pt x="260114" y="153950"/>
                  </a:cubicBezTo>
                  <a:cubicBezTo>
                    <a:pt x="231208" y="155036"/>
                    <a:pt x="229108" y="111730"/>
                    <a:pt x="198175" y="111730"/>
                  </a:cubicBezTo>
                  <a:cubicBezTo>
                    <a:pt x="175645" y="111730"/>
                    <a:pt x="158476" y="88194"/>
                    <a:pt x="157316" y="66107"/>
                  </a:cubicBezTo>
                  <a:cubicBezTo>
                    <a:pt x="143987" y="60241"/>
                    <a:pt x="131309" y="50247"/>
                    <a:pt x="133120" y="46047"/>
                  </a:cubicBezTo>
                  <a:cubicBezTo>
                    <a:pt x="135801" y="39964"/>
                    <a:pt x="142465" y="1799"/>
                    <a:pt x="126455" y="10996"/>
                  </a:cubicBezTo>
                  <a:cubicBezTo>
                    <a:pt x="110445" y="20193"/>
                    <a:pt x="87771" y="49088"/>
                    <a:pt x="58503" y="44526"/>
                  </a:cubicBezTo>
                  <a:cubicBezTo>
                    <a:pt x="29236" y="39964"/>
                    <a:pt x="50462" y="36922"/>
                    <a:pt x="35756" y="29246"/>
                  </a:cubicBezTo>
                  <a:cubicBezTo>
                    <a:pt x="21050" y="21569"/>
                    <a:pt x="30467" y="3320"/>
                    <a:pt x="15761" y="278"/>
                  </a:cubicBezTo>
                  <a:cubicBezTo>
                    <a:pt x="1055" y="-2763"/>
                    <a:pt x="11777" y="20121"/>
                    <a:pt x="3808" y="20121"/>
                  </a:cubicBezTo>
                  <a:cubicBezTo>
                    <a:pt x="-4161" y="20121"/>
                    <a:pt x="2432" y="46047"/>
                    <a:pt x="5112" y="52130"/>
                  </a:cubicBezTo>
                  <a:cubicBezTo>
                    <a:pt x="7792" y="58213"/>
                    <a:pt x="-249" y="91815"/>
                    <a:pt x="5112" y="93336"/>
                  </a:cubicBezTo>
                  <a:cubicBezTo>
                    <a:pt x="10473" y="94856"/>
                    <a:pt x="22426" y="119262"/>
                    <a:pt x="21122" y="123824"/>
                  </a:cubicBezTo>
                  <a:cubicBezTo>
                    <a:pt x="19818" y="128386"/>
                    <a:pt x="33076" y="143666"/>
                    <a:pt x="33076" y="154312"/>
                  </a:cubicBezTo>
                  <a:cubicBezTo>
                    <a:pt x="33076" y="164957"/>
                    <a:pt x="45101" y="177268"/>
                    <a:pt x="51766" y="177268"/>
                  </a:cubicBezTo>
                  <a:cubicBezTo>
                    <a:pt x="58431" y="177268"/>
                    <a:pt x="67776" y="181831"/>
                    <a:pt x="65096" y="190956"/>
                  </a:cubicBezTo>
                  <a:cubicBezTo>
                    <a:pt x="62415" y="200080"/>
                    <a:pt x="69080" y="213840"/>
                    <a:pt x="61111" y="213840"/>
                  </a:cubicBezTo>
                  <a:cubicBezTo>
                    <a:pt x="53142" y="213840"/>
                    <a:pt x="54446" y="239765"/>
                    <a:pt x="47781" y="244328"/>
                  </a:cubicBezTo>
                  <a:cubicBezTo>
                    <a:pt x="41117" y="248890"/>
                    <a:pt x="46478" y="276409"/>
                    <a:pt x="51766" y="279450"/>
                  </a:cubicBezTo>
                  <a:cubicBezTo>
                    <a:pt x="57054" y="282492"/>
                    <a:pt x="69080" y="290096"/>
                    <a:pt x="67776" y="300814"/>
                  </a:cubicBezTo>
                  <a:cubicBezTo>
                    <a:pt x="66472" y="311532"/>
                    <a:pt x="95812" y="328261"/>
                    <a:pt x="105157" y="329781"/>
                  </a:cubicBezTo>
                  <a:cubicBezTo>
                    <a:pt x="114502" y="331302"/>
                    <a:pt x="115806" y="346582"/>
                    <a:pt x="121094" y="352665"/>
                  </a:cubicBezTo>
                  <a:cubicBezTo>
                    <a:pt x="126383" y="358748"/>
                    <a:pt x="117110" y="370987"/>
                    <a:pt x="118414" y="378591"/>
                  </a:cubicBezTo>
                  <a:cubicBezTo>
                    <a:pt x="119718" y="386195"/>
                    <a:pt x="131816" y="392350"/>
                    <a:pt x="130440" y="404517"/>
                  </a:cubicBezTo>
                  <a:cubicBezTo>
                    <a:pt x="129643" y="411758"/>
                    <a:pt x="140510" y="424215"/>
                    <a:pt x="149493" y="434932"/>
                  </a:cubicBezTo>
                  <a:cubicBezTo>
                    <a:pt x="152173" y="433955"/>
                    <a:pt x="154926" y="433390"/>
                    <a:pt x="157751" y="433267"/>
                  </a:cubicBezTo>
                  <a:cubicBezTo>
                    <a:pt x="166734" y="433267"/>
                    <a:pt x="166227" y="421897"/>
                    <a:pt x="173182" y="428704"/>
                  </a:cubicBezTo>
                  <a:cubicBezTo>
                    <a:pt x="180136" y="435512"/>
                    <a:pt x="189698" y="428125"/>
                    <a:pt x="196654" y="427546"/>
                  </a:cubicBezTo>
                  <a:cubicBezTo>
                    <a:pt x="203608" y="426966"/>
                    <a:pt x="222661" y="468172"/>
                    <a:pt x="231137" y="488087"/>
                  </a:cubicBezTo>
                  <a:cubicBezTo>
                    <a:pt x="239612" y="508002"/>
                    <a:pt x="239105" y="514954"/>
                    <a:pt x="250624" y="523572"/>
                  </a:cubicBezTo>
                  <a:cubicBezTo>
                    <a:pt x="262142" y="532190"/>
                    <a:pt x="275110" y="527555"/>
                    <a:pt x="291555" y="546963"/>
                  </a:cubicBezTo>
                  <a:cubicBezTo>
                    <a:pt x="307999" y="566371"/>
                    <a:pt x="350451" y="579551"/>
                    <a:pt x="368417" y="580638"/>
                  </a:cubicBezTo>
                  <a:cubicBezTo>
                    <a:pt x="386383" y="581724"/>
                    <a:pt x="399930" y="558405"/>
                    <a:pt x="422895" y="563547"/>
                  </a:cubicBezTo>
                  <a:cubicBezTo>
                    <a:pt x="445859" y="568688"/>
                    <a:pt x="440354" y="602363"/>
                    <a:pt x="448829" y="614240"/>
                  </a:cubicBezTo>
                  <a:cubicBezTo>
                    <a:pt x="454770" y="618788"/>
                    <a:pt x="461797" y="621692"/>
                    <a:pt x="469187" y="622640"/>
                  </a:cubicBezTo>
                  <a:cubicBezTo>
                    <a:pt x="475489" y="612429"/>
                    <a:pt x="486862" y="606483"/>
                    <a:pt x="498816" y="607143"/>
                  </a:cubicBezTo>
                  <a:cubicBezTo>
                    <a:pt x="532575" y="606875"/>
                    <a:pt x="565826" y="615065"/>
                    <a:pt x="595528" y="630968"/>
                  </a:cubicBezTo>
                  <a:cubicBezTo>
                    <a:pt x="597557" y="630701"/>
                    <a:pt x="599513" y="630556"/>
                    <a:pt x="601541" y="6305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2" name="Freeform 269">
              <a:extLst>
                <a:ext uri="{FF2B5EF4-FFF2-40B4-BE49-F238E27FC236}">
                  <a16:creationId xmlns:a16="http://schemas.microsoft.com/office/drawing/2014/main" id="{96F96EAA-1A23-1778-B137-B3EDCD65BBCA}"/>
                </a:ext>
              </a:extLst>
            </p:cNvPr>
            <p:cNvSpPr/>
            <p:nvPr/>
          </p:nvSpPr>
          <p:spPr>
            <a:xfrm>
              <a:off x="7285268" y="2029533"/>
              <a:ext cx="1373240" cy="730876"/>
            </a:xfrm>
            <a:custGeom>
              <a:avLst/>
              <a:gdLst>
                <a:gd name="connsiteX0" fmla="*/ 1366510 w 1373247"/>
                <a:gd name="connsiteY0" fmla="*/ 299739 h 730871"/>
                <a:gd name="connsiteX1" fmla="*/ 1354557 w 1373247"/>
                <a:gd name="connsiteY1" fmla="*/ 298581 h 730871"/>
                <a:gd name="connsiteX2" fmla="*/ 1327608 w 1373247"/>
                <a:gd name="connsiteY2" fmla="*/ 304374 h 730871"/>
                <a:gd name="connsiteX3" fmla="*/ 1310656 w 1373247"/>
                <a:gd name="connsiteY3" fmla="*/ 288370 h 730871"/>
                <a:gd name="connsiteX4" fmla="*/ 1303411 w 1373247"/>
                <a:gd name="connsiteY4" fmla="*/ 273886 h 730871"/>
                <a:gd name="connsiteX5" fmla="*/ 1282475 w 1373247"/>
                <a:gd name="connsiteY5" fmla="*/ 254116 h 730871"/>
                <a:gd name="connsiteX6" fmla="*/ 1260742 w 1373247"/>
                <a:gd name="connsiteY6" fmla="*/ 233549 h 730871"/>
                <a:gd name="connsiteX7" fmla="*/ 1227056 w 1373247"/>
                <a:gd name="connsiteY7" fmla="*/ 244702 h 730871"/>
                <a:gd name="connsiteX8" fmla="*/ 1194094 w 1373247"/>
                <a:gd name="connsiteY8" fmla="*/ 238691 h 730871"/>
                <a:gd name="connsiteX9" fmla="*/ 1167870 w 1373247"/>
                <a:gd name="connsiteY9" fmla="*/ 216965 h 730871"/>
                <a:gd name="connsiteX10" fmla="*/ 1148383 w 1373247"/>
                <a:gd name="connsiteY10" fmla="*/ 241877 h 730871"/>
                <a:gd name="connsiteX11" fmla="*/ 1113174 w 1373247"/>
                <a:gd name="connsiteY11" fmla="*/ 172428 h 730871"/>
                <a:gd name="connsiteX12" fmla="*/ 1051018 w 1373247"/>
                <a:gd name="connsiteY12" fmla="*/ 88496 h 730871"/>
                <a:gd name="connsiteX13" fmla="*/ 1041311 w 1373247"/>
                <a:gd name="connsiteY13" fmla="*/ 59528 h 730871"/>
                <a:gd name="connsiteX14" fmla="*/ 1018781 w 1373247"/>
                <a:gd name="connsiteY14" fmla="*/ 56994 h 730871"/>
                <a:gd name="connsiteX15" fmla="*/ 988137 w 1373247"/>
                <a:gd name="connsiteY15" fmla="*/ 76691 h 730871"/>
                <a:gd name="connsiteX16" fmla="*/ 951408 w 1373247"/>
                <a:gd name="connsiteY16" fmla="*/ 93855 h 730871"/>
                <a:gd name="connsiteX17" fmla="*/ 925908 w 1373247"/>
                <a:gd name="connsiteY17" fmla="*/ 100662 h 730871"/>
                <a:gd name="connsiteX18" fmla="*/ 937933 w 1373247"/>
                <a:gd name="connsiteY18" fmla="*/ 75823 h 730871"/>
                <a:gd name="connsiteX19" fmla="*/ 919968 w 1373247"/>
                <a:gd name="connsiteY19" fmla="*/ 73288 h 730871"/>
                <a:gd name="connsiteX20" fmla="*/ 904174 w 1373247"/>
                <a:gd name="connsiteY20" fmla="*/ 70681 h 730871"/>
                <a:gd name="connsiteX21" fmla="*/ 894467 w 1373247"/>
                <a:gd name="connsiteY21" fmla="*/ 68146 h 730871"/>
                <a:gd name="connsiteX22" fmla="*/ 881717 w 1373247"/>
                <a:gd name="connsiteY22" fmla="*/ 58732 h 730871"/>
                <a:gd name="connsiteX23" fmla="*/ 851001 w 1373247"/>
                <a:gd name="connsiteY23" fmla="*/ 64670 h 730871"/>
                <a:gd name="connsiteX24" fmla="*/ 854768 w 1373247"/>
                <a:gd name="connsiteY24" fmla="*/ 48448 h 730871"/>
                <a:gd name="connsiteX25" fmla="*/ 848755 w 1373247"/>
                <a:gd name="connsiteY25" fmla="*/ 21002 h 730871"/>
                <a:gd name="connsiteX26" fmla="*/ 827022 w 1373247"/>
                <a:gd name="connsiteY26" fmla="*/ 5577 h 730871"/>
                <a:gd name="connsiteX27" fmla="*/ 800797 w 1373247"/>
                <a:gd name="connsiteY27" fmla="*/ 1304 h 730871"/>
                <a:gd name="connsiteX28" fmla="*/ 758853 w 1373247"/>
                <a:gd name="connsiteY28" fmla="*/ 12457 h 730871"/>
                <a:gd name="connsiteX29" fmla="*/ 709373 w 1373247"/>
                <a:gd name="connsiteY29" fmla="*/ 31285 h 730871"/>
                <a:gd name="connsiteX30" fmla="*/ 661488 w 1373247"/>
                <a:gd name="connsiteY30" fmla="*/ 41569 h 730871"/>
                <a:gd name="connsiteX31" fmla="*/ 627005 w 1373247"/>
                <a:gd name="connsiteY31" fmla="*/ 53590 h 730871"/>
                <a:gd name="connsiteX32" fmla="*/ 576294 w 1373247"/>
                <a:gd name="connsiteY32" fmla="*/ 65539 h 730871"/>
                <a:gd name="connsiteX33" fmla="*/ 535871 w 1373247"/>
                <a:gd name="connsiteY33" fmla="*/ 70681 h 730871"/>
                <a:gd name="connsiteX34" fmla="*/ 507328 w 1373247"/>
                <a:gd name="connsiteY34" fmla="*/ 72419 h 730871"/>
                <a:gd name="connsiteX35" fmla="*/ 508850 w 1373247"/>
                <a:gd name="connsiteY35" fmla="*/ 105007 h 730871"/>
                <a:gd name="connsiteX36" fmla="*/ 538842 w 1373247"/>
                <a:gd name="connsiteY36" fmla="*/ 122098 h 730871"/>
                <a:gd name="connsiteX37" fmla="*/ 502620 w 1373247"/>
                <a:gd name="connsiteY37" fmla="*/ 128977 h 730871"/>
                <a:gd name="connsiteX38" fmla="*/ 496679 w 1373247"/>
                <a:gd name="connsiteY38" fmla="*/ 156351 h 730871"/>
                <a:gd name="connsiteX39" fmla="*/ 475670 w 1373247"/>
                <a:gd name="connsiteY39" fmla="*/ 176918 h 730871"/>
                <a:gd name="connsiteX40" fmla="*/ 484654 w 1373247"/>
                <a:gd name="connsiteY40" fmla="*/ 197485 h 730871"/>
                <a:gd name="connsiteX41" fmla="*/ 508632 w 1373247"/>
                <a:gd name="connsiteY41" fmla="*/ 206103 h 730871"/>
                <a:gd name="connsiteX42" fmla="*/ 517615 w 1373247"/>
                <a:gd name="connsiteY42" fmla="*/ 233477 h 730871"/>
                <a:gd name="connsiteX43" fmla="*/ 496679 w 1373247"/>
                <a:gd name="connsiteY43" fmla="*/ 247164 h 730871"/>
                <a:gd name="connsiteX44" fmla="*/ 471179 w 1373247"/>
                <a:gd name="connsiteY44" fmla="*/ 235215 h 730871"/>
                <a:gd name="connsiteX45" fmla="*/ 459226 w 1373247"/>
                <a:gd name="connsiteY45" fmla="*/ 254044 h 730871"/>
                <a:gd name="connsiteX46" fmla="*/ 442781 w 1373247"/>
                <a:gd name="connsiteY46" fmla="*/ 242095 h 730871"/>
                <a:gd name="connsiteX47" fmla="*/ 420251 w 1373247"/>
                <a:gd name="connsiteY47" fmla="*/ 230073 h 730871"/>
                <a:gd name="connsiteX48" fmla="*/ 387289 w 1373247"/>
                <a:gd name="connsiteY48" fmla="*/ 228335 h 730871"/>
                <a:gd name="connsiteX49" fmla="*/ 367874 w 1373247"/>
                <a:gd name="connsiteY49" fmla="*/ 226669 h 730871"/>
                <a:gd name="connsiteX50" fmla="*/ 334912 w 1373247"/>
                <a:gd name="connsiteY50" fmla="*/ 238618 h 730871"/>
                <a:gd name="connsiteX51" fmla="*/ 303400 w 1373247"/>
                <a:gd name="connsiteY51" fmla="*/ 242095 h 730871"/>
                <a:gd name="connsiteX52" fmla="*/ 283912 w 1373247"/>
                <a:gd name="connsiteY52" fmla="*/ 242095 h 730871"/>
                <a:gd name="connsiteX53" fmla="*/ 274929 w 1373247"/>
                <a:gd name="connsiteY53" fmla="*/ 236953 h 730871"/>
                <a:gd name="connsiteX54" fmla="*/ 246459 w 1373247"/>
                <a:gd name="connsiteY54" fmla="*/ 209506 h 730871"/>
                <a:gd name="connsiteX55" fmla="*/ 207557 w 1373247"/>
                <a:gd name="connsiteY55" fmla="*/ 195819 h 730871"/>
                <a:gd name="connsiteX56" fmla="*/ 183578 w 1373247"/>
                <a:gd name="connsiteY56" fmla="*/ 195819 h 730871"/>
                <a:gd name="connsiteX57" fmla="*/ 165612 w 1373247"/>
                <a:gd name="connsiteY57" fmla="*/ 195819 h 730871"/>
                <a:gd name="connsiteX58" fmla="*/ 140111 w 1373247"/>
                <a:gd name="connsiteY58" fmla="*/ 204365 h 730871"/>
                <a:gd name="connsiteX59" fmla="*/ 103890 w 1373247"/>
                <a:gd name="connsiteY59" fmla="*/ 223194 h 730871"/>
                <a:gd name="connsiteX60" fmla="*/ 85924 w 1373247"/>
                <a:gd name="connsiteY60" fmla="*/ 242095 h 730871"/>
                <a:gd name="connsiteX61" fmla="*/ 76941 w 1373247"/>
                <a:gd name="connsiteY61" fmla="*/ 262661 h 730871"/>
                <a:gd name="connsiteX62" fmla="*/ 73898 w 1373247"/>
                <a:gd name="connsiteY62" fmla="*/ 286632 h 730871"/>
                <a:gd name="connsiteX63" fmla="*/ 46949 w 1373247"/>
                <a:gd name="connsiteY63" fmla="*/ 260923 h 730871"/>
                <a:gd name="connsiteX64" fmla="*/ 27462 w 1373247"/>
                <a:gd name="connsiteY64" fmla="*/ 274610 h 730871"/>
                <a:gd name="connsiteX65" fmla="*/ 9495 w 1373247"/>
                <a:gd name="connsiteY65" fmla="*/ 298581 h 730871"/>
                <a:gd name="connsiteX66" fmla="*/ 20000 w 1373247"/>
                <a:gd name="connsiteY66" fmla="*/ 317482 h 730871"/>
                <a:gd name="connsiteX67" fmla="*/ 8047 w 1373247"/>
                <a:gd name="connsiteY67" fmla="*/ 329431 h 730871"/>
                <a:gd name="connsiteX68" fmla="*/ 802 w 1373247"/>
                <a:gd name="connsiteY68" fmla="*/ 353474 h 730871"/>
                <a:gd name="connsiteX69" fmla="*/ 20290 w 1373247"/>
                <a:gd name="connsiteY69" fmla="*/ 368899 h 730871"/>
                <a:gd name="connsiteX70" fmla="*/ 26302 w 1373247"/>
                <a:gd name="connsiteY70" fmla="*/ 389466 h 730871"/>
                <a:gd name="connsiteX71" fmla="*/ 50281 w 1373247"/>
                <a:gd name="connsiteY71" fmla="*/ 387728 h 730871"/>
                <a:gd name="connsiteX72" fmla="*/ 71217 w 1373247"/>
                <a:gd name="connsiteY72" fmla="*/ 415174 h 730871"/>
                <a:gd name="connsiteX73" fmla="*/ 75709 w 1373247"/>
                <a:gd name="connsiteY73" fmla="*/ 439144 h 730871"/>
                <a:gd name="connsiteX74" fmla="*/ 82953 w 1373247"/>
                <a:gd name="connsiteY74" fmla="*/ 456235 h 730871"/>
                <a:gd name="connsiteX75" fmla="*/ 93820 w 1373247"/>
                <a:gd name="connsiteY75" fmla="*/ 463477 h 730871"/>
                <a:gd name="connsiteX76" fmla="*/ 99905 w 1373247"/>
                <a:gd name="connsiteY76" fmla="*/ 458263 h 730871"/>
                <a:gd name="connsiteX77" fmla="*/ 170827 w 1373247"/>
                <a:gd name="connsiteY77" fmla="*/ 431975 h 730871"/>
                <a:gd name="connsiteX78" fmla="*/ 222770 w 1373247"/>
                <a:gd name="connsiteY78" fmla="*/ 443417 h 730871"/>
                <a:gd name="connsiteX79" fmla="*/ 226754 w 1373247"/>
                <a:gd name="connsiteY79" fmla="*/ 500555 h 730871"/>
                <a:gd name="connsiteX80" fmla="*/ 193792 w 1373247"/>
                <a:gd name="connsiteY80" fmla="*/ 510838 h 730871"/>
                <a:gd name="connsiteX81" fmla="*/ 151847 w 1373247"/>
                <a:gd name="connsiteY81" fmla="*/ 527929 h 730871"/>
                <a:gd name="connsiteX82" fmla="*/ 146849 w 1373247"/>
                <a:gd name="connsiteY82" fmla="*/ 549655 h 730871"/>
                <a:gd name="connsiteX83" fmla="*/ 129897 w 1373247"/>
                <a:gd name="connsiteY83" fmla="*/ 562183 h 730871"/>
                <a:gd name="connsiteX84" fmla="*/ 155832 w 1373247"/>
                <a:gd name="connsiteY84" fmla="*/ 587384 h 730871"/>
                <a:gd name="connsiteX85" fmla="*/ 166843 w 1373247"/>
                <a:gd name="connsiteY85" fmla="*/ 617076 h 730871"/>
                <a:gd name="connsiteX86" fmla="*/ 190822 w 1373247"/>
                <a:gd name="connsiteY86" fmla="*/ 633080 h 730871"/>
                <a:gd name="connsiteX87" fmla="*/ 206759 w 1373247"/>
                <a:gd name="connsiteY87" fmla="*/ 652488 h 730871"/>
                <a:gd name="connsiteX88" fmla="*/ 217771 w 1373247"/>
                <a:gd name="connsiteY88" fmla="*/ 699343 h 730871"/>
                <a:gd name="connsiteX89" fmla="*/ 221973 w 1373247"/>
                <a:gd name="connsiteY89" fmla="*/ 673127 h 730871"/>
                <a:gd name="connsiteX90" fmla="*/ 256891 w 1373247"/>
                <a:gd name="connsiteY90" fmla="*/ 652054 h 730871"/>
                <a:gd name="connsiteX91" fmla="*/ 298183 w 1373247"/>
                <a:gd name="connsiteY91" fmla="*/ 688697 h 730871"/>
                <a:gd name="connsiteX92" fmla="*/ 322235 w 1373247"/>
                <a:gd name="connsiteY92" fmla="*/ 694781 h 730871"/>
                <a:gd name="connsiteX93" fmla="*/ 326219 w 1373247"/>
                <a:gd name="connsiteY93" fmla="*/ 523946 h 730871"/>
                <a:gd name="connsiteX94" fmla="*/ 411630 w 1373247"/>
                <a:gd name="connsiteY94" fmla="*/ 497948 h 730871"/>
                <a:gd name="connsiteX95" fmla="*/ 414455 w 1373247"/>
                <a:gd name="connsiteY95" fmla="*/ 491430 h 730871"/>
                <a:gd name="connsiteX96" fmla="*/ 445462 w 1373247"/>
                <a:gd name="connsiteY96" fmla="*/ 492517 h 730871"/>
                <a:gd name="connsiteX97" fmla="*/ 459443 w 1373247"/>
                <a:gd name="connsiteY97" fmla="*/ 474267 h 730871"/>
                <a:gd name="connsiteX98" fmla="*/ 467412 w 1373247"/>
                <a:gd name="connsiteY98" fmla="*/ 497079 h 730871"/>
                <a:gd name="connsiteX99" fmla="*/ 485378 w 1373247"/>
                <a:gd name="connsiteY99" fmla="*/ 547772 h 730871"/>
                <a:gd name="connsiteX100" fmla="*/ 524932 w 1373247"/>
                <a:gd name="connsiteY100" fmla="*/ 597161 h 730871"/>
                <a:gd name="connsiteX101" fmla="*/ 568905 w 1373247"/>
                <a:gd name="connsiteY101" fmla="*/ 594119 h 730871"/>
                <a:gd name="connsiteX102" fmla="*/ 636930 w 1373247"/>
                <a:gd name="connsiteY102" fmla="*/ 597161 h 730871"/>
                <a:gd name="connsiteX103" fmla="*/ 663589 w 1373247"/>
                <a:gd name="connsiteY103" fmla="*/ 620045 h 730871"/>
                <a:gd name="connsiteX104" fmla="*/ 671630 w 1373247"/>
                <a:gd name="connsiteY104" fmla="*/ 656254 h 730871"/>
                <a:gd name="connsiteX105" fmla="*/ 690248 w 1373247"/>
                <a:gd name="connsiteY105" fmla="*/ 696012 h 730871"/>
                <a:gd name="connsiteX106" fmla="*/ 719226 w 1373247"/>
                <a:gd name="connsiteY106" fmla="*/ 705136 h 730871"/>
                <a:gd name="connsiteX107" fmla="*/ 747262 w 1373247"/>
                <a:gd name="connsiteY107" fmla="*/ 724979 h 730871"/>
                <a:gd name="connsiteX108" fmla="*/ 763272 w 1373247"/>
                <a:gd name="connsiteY108" fmla="*/ 718823 h 730871"/>
                <a:gd name="connsiteX109" fmla="*/ 797900 w 1373247"/>
                <a:gd name="connsiteY109" fmla="*/ 688335 h 730871"/>
                <a:gd name="connsiteX110" fmla="*/ 817387 w 1373247"/>
                <a:gd name="connsiteY110" fmla="*/ 686163 h 730871"/>
                <a:gd name="connsiteX111" fmla="*/ 827602 w 1373247"/>
                <a:gd name="connsiteY111" fmla="*/ 664437 h 730871"/>
                <a:gd name="connsiteX112" fmla="*/ 848611 w 1373247"/>
                <a:gd name="connsiteY112" fmla="*/ 638222 h 730871"/>
                <a:gd name="connsiteX113" fmla="*/ 894540 w 1373247"/>
                <a:gd name="connsiteY113" fmla="*/ 637063 h 730871"/>
                <a:gd name="connsiteX114" fmla="*/ 924459 w 1373247"/>
                <a:gd name="connsiteY114" fmla="*/ 631342 h 730871"/>
                <a:gd name="connsiteX115" fmla="*/ 959449 w 1373247"/>
                <a:gd name="connsiteY115" fmla="*/ 615338 h 730871"/>
                <a:gd name="connsiteX116" fmla="*/ 1004365 w 1373247"/>
                <a:gd name="connsiteY116" fmla="*/ 629821 h 730871"/>
                <a:gd name="connsiteX117" fmla="*/ 1091297 w 1373247"/>
                <a:gd name="connsiteY117" fmla="*/ 635543 h 730871"/>
                <a:gd name="connsiteX118" fmla="*/ 1123244 w 1373247"/>
                <a:gd name="connsiteY118" fmla="*/ 645826 h 730871"/>
                <a:gd name="connsiteX119" fmla="*/ 1151497 w 1373247"/>
                <a:gd name="connsiteY119" fmla="*/ 658354 h 730871"/>
                <a:gd name="connsiteX120" fmla="*/ 1150700 w 1373247"/>
                <a:gd name="connsiteY120" fmla="*/ 642639 h 730871"/>
                <a:gd name="connsiteX121" fmla="*/ 1168666 w 1373247"/>
                <a:gd name="connsiteY121" fmla="*/ 613672 h 730871"/>
                <a:gd name="connsiteX122" fmla="*/ 1155119 w 1373247"/>
                <a:gd name="connsiteY122" fmla="*/ 570801 h 730871"/>
                <a:gd name="connsiteX123" fmla="*/ 1147875 w 1373247"/>
                <a:gd name="connsiteY123" fmla="*/ 537416 h 730871"/>
                <a:gd name="connsiteX124" fmla="*/ 1167290 w 1373247"/>
                <a:gd name="connsiteY124" fmla="*/ 522280 h 730871"/>
                <a:gd name="connsiteX125" fmla="*/ 1199093 w 1373247"/>
                <a:gd name="connsiteY125" fmla="*/ 515039 h 730871"/>
                <a:gd name="connsiteX126" fmla="*/ 1223289 w 1373247"/>
                <a:gd name="connsiteY126" fmla="*/ 522280 h 730871"/>
                <a:gd name="connsiteX127" fmla="*/ 1223289 w 1373247"/>
                <a:gd name="connsiteY127" fmla="*/ 504103 h 730871"/>
                <a:gd name="connsiteX128" fmla="*/ 1244008 w 1373247"/>
                <a:gd name="connsiteY128" fmla="*/ 429803 h 730871"/>
                <a:gd name="connsiteX129" fmla="*/ 1266828 w 1373247"/>
                <a:gd name="connsiteY129" fmla="*/ 429803 h 730871"/>
                <a:gd name="connsiteX130" fmla="*/ 1297906 w 1373247"/>
                <a:gd name="connsiteY130" fmla="*/ 432989 h 730871"/>
                <a:gd name="connsiteX131" fmla="*/ 1329708 w 1373247"/>
                <a:gd name="connsiteY131" fmla="*/ 419519 h 730871"/>
                <a:gd name="connsiteX132" fmla="*/ 1324855 w 1373247"/>
                <a:gd name="connsiteY132" fmla="*/ 388669 h 730871"/>
                <a:gd name="connsiteX133" fmla="*/ 1347023 w 1373247"/>
                <a:gd name="connsiteY133" fmla="*/ 359702 h 730871"/>
                <a:gd name="connsiteX134" fmla="*/ 1361511 w 1373247"/>
                <a:gd name="connsiteY134" fmla="*/ 337976 h 730871"/>
                <a:gd name="connsiteX135" fmla="*/ 1373247 w 1373247"/>
                <a:gd name="connsiteY135" fmla="*/ 313137 h 730871"/>
                <a:gd name="connsiteX136" fmla="*/ 1366510 w 1373247"/>
                <a:gd name="connsiteY136" fmla="*/ 299739 h 730871"/>
                <a:gd name="connsiteX137" fmla="*/ 511675 w 1373247"/>
                <a:gd name="connsiteY137" fmla="*/ 467170 h 730871"/>
                <a:gd name="connsiteX138" fmla="*/ 464876 w 1373247"/>
                <a:gd name="connsiteY138" fmla="*/ 452687 h 730871"/>
                <a:gd name="connsiteX139" fmla="*/ 511820 w 1373247"/>
                <a:gd name="connsiteY139" fmla="*/ 467170 h 730871"/>
                <a:gd name="connsiteX140" fmla="*/ 1078764 w 1373247"/>
                <a:gd name="connsiteY140" fmla="*/ 463115 h 730871"/>
                <a:gd name="connsiteX141" fmla="*/ 963940 w 1373247"/>
                <a:gd name="connsiteY141" fmla="*/ 477961 h 730871"/>
                <a:gd name="connsiteX142" fmla="*/ 945975 w 1373247"/>
                <a:gd name="connsiteY142" fmla="*/ 527133 h 730871"/>
                <a:gd name="connsiteX143" fmla="*/ 942425 w 1373247"/>
                <a:gd name="connsiteY143" fmla="*/ 464346 h 730871"/>
                <a:gd name="connsiteX144" fmla="*/ 1029357 w 1373247"/>
                <a:gd name="connsiteY144" fmla="*/ 449500 h 730871"/>
                <a:gd name="connsiteX145" fmla="*/ 1114261 w 1373247"/>
                <a:gd name="connsiteY145" fmla="*/ 444938 h 730871"/>
                <a:gd name="connsiteX146" fmla="*/ 1078909 w 1373247"/>
                <a:gd name="connsiteY146" fmla="*/ 463115 h 730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</a:cxnLst>
              <a:rect l="l" t="t" r="r" b="b"/>
              <a:pathLst>
                <a:path w="1373247" h="730871">
                  <a:moveTo>
                    <a:pt x="1366510" y="299739"/>
                  </a:moveTo>
                  <a:cubicBezTo>
                    <a:pt x="1365569" y="291774"/>
                    <a:pt x="1359266" y="295177"/>
                    <a:pt x="1354557" y="298581"/>
                  </a:cubicBezTo>
                  <a:cubicBezTo>
                    <a:pt x="1346008" y="302252"/>
                    <a:pt x="1336880" y="304222"/>
                    <a:pt x="1327608" y="304374"/>
                  </a:cubicBezTo>
                  <a:cubicBezTo>
                    <a:pt x="1321595" y="304374"/>
                    <a:pt x="1310656" y="295177"/>
                    <a:pt x="1310656" y="288370"/>
                  </a:cubicBezTo>
                  <a:cubicBezTo>
                    <a:pt x="1310656" y="281563"/>
                    <a:pt x="1309352" y="273886"/>
                    <a:pt x="1303411" y="273886"/>
                  </a:cubicBezTo>
                  <a:cubicBezTo>
                    <a:pt x="1297471" y="273886"/>
                    <a:pt x="1288488" y="270410"/>
                    <a:pt x="1282475" y="254116"/>
                  </a:cubicBezTo>
                  <a:cubicBezTo>
                    <a:pt x="1276463" y="237822"/>
                    <a:pt x="1267480" y="237894"/>
                    <a:pt x="1260742" y="233549"/>
                  </a:cubicBezTo>
                  <a:cubicBezTo>
                    <a:pt x="1254005" y="229204"/>
                    <a:pt x="1235315" y="241298"/>
                    <a:pt x="1227056" y="244702"/>
                  </a:cubicBezTo>
                  <a:cubicBezTo>
                    <a:pt x="1218798" y="248105"/>
                    <a:pt x="1204598" y="241298"/>
                    <a:pt x="1194094" y="238691"/>
                  </a:cubicBezTo>
                  <a:cubicBezTo>
                    <a:pt x="1183590" y="236084"/>
                    <a:pt x="1177577" y="214721"/>
                    <a:pt x="1167870" y="216965"/>
                  </a:cubicBezTo>
                  <a:cubicBezTo>
                    <a:pt x="1158162" y="219210"/>
                    <a:pt x="1155844" y="241877"/>
                    <a:pt x="1148383" y="241877"/>
                  </a:cubicBezTo>
                  <a:cubicBezTo>
                    <a:pt x="1140921" y="241877"/>
                    <a:pt x="1127446" y="197268"/>
                    <a:pt x="1113174" y="172428"/>
                  </a:cubicBezTo>
                  <a:cubicBezTo>
                    <a:pt x="1098903" y="147589"/>
                    <a:pt x="1073475" y="97910"/>
                    <a:pt x="1051018" y="88496"/>
                  </a:cubicBezTo>
                  <a:cubicBezTo>
                    <a:pt x="1028561" y="79081"/>
                    <a:pt x="1035297" y="66191"/>
                    <a:pt x="1041311" y="59528"/>
                  </a:cubicBezTo>
                  <a:cubicBezTo>
                    <a:pt x="1047323" y="52866"/>
                    <a:pt x="1027764" y="50983"/>
                    <a:pt x="1018781" y="56994"/>
                  </a:cubicBezTo>
                  <a:cubicBezTo>
                    <a:pt x="1009798" y="63004"/>
                    <a:pt x="998569" y="74157"/>
                    <a:pt x="988137" y="76691"/>
                  </a:cubicBezTo>
                  <a:cubicBezTo>
                    <a:pt x="977705" y="79226"/>
                    <a:pt x="962637" y="98417"/>
                    <a:pt x="951408" y="93855"/>
                  </a:cubicBezTo>
                  <a:cubicBezTo>
                    <a:pt x="940179" y="89292"/>
                    <a:pt x="934891" y="110149"/>
                    <a:pt x="925908" y="100662"/>
                  </a:cubicBezTo>
                  <a:cubicBezTo>
                    <a:pt x="916925" y="91175"/>
                    <a:pt x="937933" y="84440"/>
                    <a:pt x="937933" y="75823"/>
                  </a:cubicBezTo>
                  <a:cubicBezTo>
                    <a:pt x="937933" y="67205"/>
                    <a:pt x="923445" y="78429"/>
                    <a:pt x="919968" y="73288"/>
                  </a:cubicBezTo>
                  <a:cubicBezTo>
                    <a:pt x="916490" y="68146"/>
                    <a:pt x="904174" y="63004"/>
                    <a:pt x="904174" y="70681"/>
                  </a:cubicBezTo>
                  <a:cubicBezTo>
                    <a:pt x="904174" y="78357"/>
                    <a:pt x="894467" y="74157"/>
                    <a:pt x="894467" y="68146"/>
                  </a:cubicBezTo>
                  <a:cubicBezTo>
                    <a:pt x="894467" y="62135"/>
                    <a:pt x="887730" y="50983"/>
                    <a:pt x="881717" y="58732"/>
                  </a:cubicBezTo>
                  <a:cubicBezTo>
                    <a:pt x="875705" y="66481"/>
                    <a:pt x="855493" y="70681"/>
                    <a:pt x="851001" y="64670"/>
                  </a:cubicBezTo>
                  <a:cubicBezTo>
                    <a:pt x="846510" y="58659"/>
                    <a:pt x="854044" y="56125"/>
                    <a:pt x="854768" y="48448"/>
                  </a:cubicBezTo>
                  <a:cubicBezTo>
                    <a:pt x="855493" y="40772"/>
                    <a:pt x="847524" y="30416"/>
                    <a:pt x="848755" y="21002"/>
                  </a:cubicBezTo>
                  <a:cubicBezTo>
                    <a:pt x="849987" y="11588"/>
                    <a:pt x="834266" y="2173"/>
                    <a:pt x="827022" y="5577"/>
                  </a:cubicBezTo>
                  <a:cubicBezTo>
                    <a:pt x="819777" y="8980"/>
                    <a:pt x="808983" y="5577"/>
                    <a:pt x="800797" y="1304"/>
                  </a:cubicBezTo>
                  <a:cubicBezTo>
                    <a:pt x="792611" y="-2968"/>
                    <a:pt x="760301" y="3911"/>
                    <a:pt x="758853" y="12457"/>
                  </a:cubicBezTo>
                  <a:cubicBezTo>
                    <a:pt x="757404" y="21002"/>
                    <a:pt x="716908" y="27882"/>
                    <a:pt x="709373" y="31285"/>
                  </a:cubicBezTo>
                  <a:cubicBezTo>
                    <a:pt x="693654" y="35812"/>
                    <a:pt x="677643" y="39244"/>
                    <a:pt x="661488" y="41569"/>
                  </a:cubicBezTo>
                  <a:cubicBezTo>
                    <a:pt x="650984" y="43307"/>
                    <a:pt x="640479" y="53590"/>
                    <a:pt x="627005" y="53590"/>
                  </a:cubicBezTo>
                  <a:cubicBezTo>
                    <a:pt x="613531" y="53590"/>
                    <a:pt x="588030" y="55256"/>
                    <a:pt x="576294" y="65539"/>
                  </a:cubicBezTo>
                  <a:cubicBezTo>
                    <a:pt x="564559" y="75823"/>
                    <a:pt x="544782" y="67277"/>
                    <a:pt x="535871" y="70681"/>
                  </a:cubicBezTo>
                  <a:cubicBezTo>
                    <a:pt x="526961" y="74084"/>
                    <a:pt x="511892" y="69015"/>
                    <a:pt x="507328" y="72419"/>
                  </a:cubicBezTo>
                  <a:cubicBezTo>
                    <a:pt x="502765" y="75823"/>
                    <a:pt x="504358" y="96389"/>
                    <a:pt x="508850" y="105007"/>
                  </a:cubicBezTo>
                  <a:cubicBezTo>
                    <a:pt x="513341" y="113625"/>
                    <a:pt x="537320" y="116956"/>
                    <a:pt x="538842" y="122098"/>
                  </a:cubicBezTo>
                  <a:cubicBezTo>
                    <a:pt x="540363" y="127239"/>
                    <a:pt x="514862" y="127239"/>
                    <a:pt x="502620" y="128977"/>
                  </a:cubicBezTo>
                  <a:cubicBezTo>
                    <a:pt x="490376" y="130715"/>
                    <a:pt x="493709" y="147806"/>
                    <a:pt x="496679" y="156351"/>
                  </a:cubicBezTo>
                  <a:cubicBezTo>
                    <a:pt x="499649" y="164897"/>
                    <a:pt x="484654" y="173515"/>
                    <a:pt x="475670" y="176918"/>
                  </a:cubicBezTo>
                  <a:cubicBezTo>
                    <a:pt x="466687" y="180322"/>
                    <a:pt x="475670" y="197485"/>
                    <a:pt x="484654" y="197485"/>
                  </a:cubicBezTo>
                  <a:cubicBezTo>
                    <a:pt x="493637" y="197485"/>
                    <a:pt x="501170" y="206103"/>
                    <a:pt x="508632" y="206103"/>
                  </a:cubicBezTo>
                  <a:cubicBezTo>
                    <a:pt x="516094" y="206103"/>
                    <a:pt x="517615" y="223194"/>
                    <a:pt x="517615" y="233477"/>
                  </a:cubicBezTo>
                  <a:cubicBezTo>
                    <a:pt x="517615" y="243760"/>
                    <a:pt x="508632" y="247164"/>
                    <a:pt x="496679" y="247164"/>
                  </a:cubicBezTo>
                  <a:cubicBezTo>
                    <a:pt x="484725" y="247164"/>
                    <a:pt x="478713" y="236953"/>
                    <a:pt x="471179" y="235215"/>
                  </a:cubicBezTo>
                  <a:cubicBezTo>
                    <a:pt x="463645" y="233477"/>
                    <a:pt x="465239" y="250640"/>
                    <a:pt x="459226" y="254044"/>
                  </a:cubicBezTo>
                  <a:cubicBezTo>
                    <a:pt x="453213" y="257447"/>
                    <a:pt x="451982" y="242095"/>
                    <a:pt x="442781" y="242095"/>
                  </a:cubicBezTo>
                  <a:cubicBezTo>
                    <a:pt x="433581" y="242095"/>
                    <a:pt x="423293" y="240357"/>
                    <a:pt x="420251" y="230073"/>
                  </a:cubicBezTo>
                  <a:cubicBezTo>
                    <a:pt x="417208" y="219790"/>
                    <a:pt x="396272" y="218052"/>
                    <a:pt x="387289" y="228335"/>
                  </a:cubicBezTo>
                  <a:cubicBezTo>
                    <a:pt x="378306" y="238618"/>
                    <a:pt x="375336" y="233477"/>
                    <a:pt x="367874" y="226669"/>
                  </a:cubicBezTo>
                  <a:cubicBezTo>
                    <a:pt x="360413" y="219862"/>
                    <a:pt x="337883" y="230073"/>
                    <a:pt x="334912" y="238618"/>
                  </a:cubicBezTo>
                  <a:cubicBezTo>
                    <a:pt x="331942" y="247164"/>
                    <a:pt x="315425" y="250640"/>
                    <a:pt x="303400" y="242095"/>
                  </a:cubicBezTo>
                  <a:cubicBezTo>
                    <a:pt x="291374" y="233549"/>
                    <a:pt x="283912" y="230073"/>
                    <a:pt x="283912" y="242095"/>
                  </a:cubicBezTo>
                  <a:cubicBezTo>
                    <a:pt x="283912" y="254116"/>
                    <a:pt x="274929" y="243760"/>
                    <a:pt x="274929" y="236953"/>
                  </a:cubicBezTo>
                  <a:cubicBezTo>
                    <a:pt x="274929" y="230146"/>
                    <a:pt x="255515" y="216386"/>
                    <a:pt x="246459" y="209506"/>
                  </a:cubicBezTo>
                  <a:cubicBezTo>
                    <a:pt x="237404" y="202627"/>
                    <a:pt x="209078" y="202627"/>
                    <a:pt x="207557" y="195819"/>
                  </a:cubicBezTo>
                  <a:cubicBezTo>
                    <a:pt x="206035" y="189012"/>
                    <a:pt x="188069" y="183798"/>
                    <a:pt x="183578" y="195819"/>
                  </a:cubicBezTo>
                  <a:cubicBezTo>
                    <a:pt x="179086" y="207841"/>
                    <a:pt x="171624" y="199223"/>
                    <a:pt x="165612" y="195819"/>
                  </a:cubicBezTo>
                  <a:cubicBezTo>
                    <a:pt x="159598" y="192416"/>
                    <a:pt x="146124" y="200961"/>
                    <a:pt x="140111" y="204365"/>
                  </a:cubicBezTo>
                  <a:cubicBezTo>
                    <a:pt x="134099" y="207768"/>
                    <a:pt x="114684" y="223194"/>
                    <a:pt x="103890" y="223194"/>
                  </a:cubicBezTo>
                  <a:cubicBezTo>
                    <a:pt x="93095" y="223194"/>
                    <a:pt x="99398" y="238618"/>
                    <a:pt x="85924" y="242095"/>
                  </a:cubicBezTo>
                  <a:cubicBezTo>
                    <a:pt x="72449" y="245571"/>
                    <a:pt x="75419" y="255782"/>
                    <a:pt x="76941" y="262661"/>
                  </a:cubicBezTo>
                  <a:cubicBezTo>
                    <a:pt x="78462" y="269541"/>
                    <a:pt x="85924" y="281490"/>
                    <a:pt x="73898" y="286632"/>
                  </a:cubicBezTo>
                  <a:cubicBezTo>
                    <a:pt x="61872" y="291774"/>
                    <a:pt x="57453" y="269469"/>
                    <a:pt x="46949" y="260923"/>
                  </a:cubicBezTo>
                  <a:cubicBezTo>
                    <a:pt x="36445" y="252378"/>
                    <a:pt x="27462" y="262661"/>
                    <a:pt x="27462" y="274610"/>
                  </a:cubicBezTo>
                  <a:cubicBezTo>
                    <a:pt x="27462" y="286559"/>
                    <a:pt x="15508" y="286632"/>
                    <a:pt x="9495" y="298581"/>
                  </a:cubicBezTo>
                  <a:cubicBezTo>
                    <a:pt x="3483" y="310530"/>
                    <a:pt x="20000" y="312340"/>
                    <a:pt x="20000" y="317482"/>
                  </a:cubicBezTo>
                  <a:cubicBezTo>
                    <a:pt x="20000" y="322624"/>
                    <a:pt x="11017" y="327765"/>
                    <a:pt x="8047" y="329431"/>
                  </a:cubicBezTo>
                  <a:cubicBezTo>
                    <a:pt x="5076" y="331097"/>
                    <a:pt x="-2458" y="348332"/>
                    <a:pt x="802" y="353474"/>
                  </a:cubicBezTo>
                  <a:cubicBezTo>
                    <a:pt x="4062" y="358615"/>
                    <a:pt x="21811" y="356877"/>
                    <a:pt x="20290" y="368899"/>
                  </a:cubicBezTo>
                  <a:cubicBezTo>
                    <a:pt x="18768" y="380920"/>
                    <a:pt x="17319" y="392869"/>
                    <a:pt x="26302" y="389466"/>
                  </a:cubicBezTo>
                  <a:cubicBezTo>
                    <a:pt x="34126" y="387257"/>
                    <a:pt x="42240" y="386663"/>
                    <a:pt x="50281" y="387728"/>
                  </a:cubicBezTo>
                  <a:cubicBezTo>
                    <a:pt x="56222" y="387728"/>
                    <a:pt x="60786" y="401415"/>
                    <a:pt x="71217" y="415174"/>
                  </a:cubicBezTo>
                  <a:cubicBezTo>
                    <a:pt x="81650" y="428933"/>
                    <a:pt x="86214" y="435668"/>
                    <a:pt x="75709" y="439144"/>
                  </a:cubicBezTo>
                  <a:cubicBezTo>
                    <a:pt x="65205" y="442620"/>
                    <a:pt x="69696" y="449428"/>
                    <a:pt x="82953" y="456235"/>
                  </a:cubicBezTo>
                  <a:cubicBezTo>
                    <a:pt x="86793" y="458299"/>
                    <a:pt x="90415" y="460725"/>
                    <a:pt x="93820" y="463477"/>
                  </a:cubicBezTo>
                  <a:cubicBezTo>
                    <a:pt x="95993" y="461869"/>
                    <a:pt x="98021" y="460131"/>
                    <a:pt x="99905" y="458263"/>
                  </a:cubicBezTo>
                  <a:cubicBezTo>
                    <a:pt x="116857" y="441172"/>
                    <a:pt x="147862" y="425095"/>
                    <a:pt x="170827" y="431975"/>
                  </a:cubicBezTo>
                  <a:cubicBezTo>
                    <a:pt x="193792" y="438855"/>
                    <a:pt x="212773" y="427413"/>
                    <a:pt x="222770" y="443417"/>
                  </a:cubicBezTo>
                  <a:cubicBezTo>
                    <a:pt x="232767" y="459422"/>
                    <a:pt x="222770" y="489113"/>
                    <a:pt x="226754" y="500555"/>
                  </a:cubicBezTo>
                  <a:cubicBezTo>
                    <a:pt x="230738" y="511997"/>
                    <a:pt x="208788" y="513083"/>
                    <a:pt x="193792" y="510838"/>
                  </a:cubicBezTo>
                  <a:cubicBezTo>
                    <a:pt x="178796" y="508593"/>
                    <a:pt x="147791" y="517646"/>
                    <a:pt x="151847" y="527929"/>
                  </a:cubicBezTo>
                  <a:cubicBezTo>
                    <a:pt x="155904" y="538213"/>
                    <a:pt x="166843" y="562255"/>
                    <a:pt x="146849" y="549655"/>
                  </a:cubicBezTo>
                  <a:cubicBezTo>
                    <a:pt x="126854" y="537054"/>
                    <a:pt x="118885" y="562183"/>
                    <a:pt x="129897" y="562183"/>
                  </a:cubicBezTo>
                  <a:cubicBezTo>
                    <a:pt x="140908" y="562183"/>
                    <a:pt x="155832" y="577101"/>
                    <a:pt x="155832" y="587384"/>
                  </a:cubicBezTo>
                  <a:cubicBezTo>
                    <a:pt x="155832" y="597668"/>
                    <a:pt x="156846" y="620479"/>
                    <a:pt x="166843" y="617076"/>
                  </a:cubicBezTo>
                  <a:cubicBezTo>
                    <a:pt x="176840" y="613672"/>
                    <a:pt x="176840" y="634167"/>
                    <a:pt x="190822" y="633080"/>
                  </a:cubicBezTo>
                  <a:cubicBezTo>
                    <a:pt x="204804" y="631994"/>
                    <a:pt x="217771" y="637643"/>
                    <a:pt x="206759" y="652488"/>
                  </a:cubicBezTo>
                  <a:cubicBezTo>
                    <a:pt x="195748" y="667334"/>
                    <a:pt x="214004" y="708468"/>
                    <a:pt x="217771" y="699343"/>
                  </a:cubicBezTo>
                  <a:cubicBezTo>
                    <a:pt x="220234" y="693549"/>
                    <a:pt x="217771" y="681093"/>
                    <a:pt x="221973" y="673127"/>
                  </a:cubicBezTo>
                  <a:cubicBezTo>
                    <a:pt x="214149" y="652126"/>
                    <a:pt x="247256" y="652054"/>
                    <a:pt x="256891" y="652054"/>
                  </a:cubicBezTo>
                  <a:cubicBezTo>
                    <a:pt x="266525" y="652054"/>
                    <a:pt x="285868" y="670376"/>
                    <a:pt x="298183" y="688697"/>
                  </a:cubicBezTo>
                  <a:cubicBezTo>
                    <a:pt x="310499" y="707019"/>
                    <a:pt x="322235" y="694781"/>
                    <a:pt x="322235" y="694781"/>
                  </a:cubicBezTo>
                  <a:lnTo>
                    <a:pt x="326219" y="523946"/>
                  </a:lnTo>
                  <a:lnTo>
                    <a:pt x="411630" y="497948"/>
                  </a:lnTo>
                  <a:cubicBezTo>
                    <a:pt x="412354" y="495689"/>
                    <a:pt x="413296" y="493509"/>
                    <a:pt x="414455" y="491430"/>
                  </a:cubicBezTo>
                  <a:cubicBezTo>
                    <a:pt x="425467" y="473108"/>
                    <a:pt x="440246" y="488244"/>
                    <a:pt x="445462" y="492517"/>
                  </a:cubicBezTo>
                  <a:cubicBezTo>
                    <a:pt x="450677" y="496789"/>
                    <a:pt x="447418" y="473108"/>
                    <a:pt x="459443" y="474267"/>
                  </a:cubicBezTo>
                  <a:cubicBezTo>
                    <a:pt x="471469" y="475426"/>
                    <a:pt x="458428" y="497079"/>
                    <a:pt x="467412" y="497079"/>
                  </a:cubicBezTo>
                  <a:cubicBezTo>
                    <a:pt x="474657" y="497079"/>
                    <a:pt x="490449" y="525467"/>
                    <a:pt x="485378" y="547772"/>
                  </a:cubicBezTo>
                  <a:cubicBezTo>
                    <a:pt x="498707" y="560300"/>
                    <a:pt x="522758" y="589702"/>
                    <a:pt x="524932" y="597161"/>
                  </a:cubicBezTo>
                  <a:cubicBezTo>
                    <a:pt x="527540" y="606286"/>
                    <a:pt x="562241" y="591078"/>
                    <a:pt x="568905" y="594119"/>
                  </a:cubicBezTo>
                  <a:cubicBezTo>
                    <a:pt x="575570" y="597161"/>
                    <a:pt x="627585" y="597161"/>
                    <a:pt x="636930" y="597161"/>
                  </a:cubicBezTo>
                  <a:cubicBezTo>
                    <a:pt x="646275" y="597161"/>
                    <a:pt x="652940" y="617003"/>
                    <a:pt x="663589" y="620045"/>
                  </a:cubicBezTo>
                  <a:cubicBezTo>
                    <a:pt x="674238" y="623087"/>
                    <a:pt x="670254" y="642929"/>
                    <a:pt x="671630" y="656254"/>
                  </a:cubicBezTo>
                  <a:cubicBezTo>
                    <a:pt x="673007" y="669579"/>
                    <a:pt x="688945" y="683773"/>
                    <a:pt x="690248" y="696012"/>
                  </a:cubicBezTo>
                  <a:cubicBezTo>
                    <a:pt x="691553" y="708250"/>
                    <a:pt x="708939" y="702095"/>
                    <a:pt x="719226" y="705136"/>
                  </a:cubicBezTo>
                  <a:cubicBezTo>
                    <a:pt x="729513" y="708178"/>
                    <a:pt x="745885" y="712740"/>
                    <a:pt x="747262" y="724979"/>
                  </a:cubicBezTo>
                  <a:cubicBezTo>
                    <a:pt x="748638" y="737218"/>
                    <a:pt x="761751" y="728020"/>
                    <a:pt x="763272" y="718823"/>
                  </a:cubicBezTo>
                  <a:cubicBezTo>
                    <a:pt x="764793" y="709626"/>
                    <a:pt x="777761" y="697533"/>
                    <a:pt x="797900" y="688335"/>
                  </a:cubicBezTo>
                  <a:cubicBezTo>
                    <a:pt x="803768" y="684787"/>
                    <a:pt x="810867" y="683990"/>
                    <a:pt x="817387" y="686163"/>
                  </a:cubicBezTo>
                  <a:cubicBezTo>
                    <a:pt x="821154" y="675228"/>
                    <a:pt x="824631" y="665958"/>
                    <a:pt x="827602" y="664437"/>
                  </a:cubicBezTo>
                  <a:cubicBezTo>
                    <a:pt x="834846" y="661034"/>
                    <a:pt x="847596" y="649592"/>
                    <a:pt x="848611" y="638222"/>
                  </a:cubicBezTo>
                  <a:cubicBezTo>
                    <a:pt x="849624" y="626852"/>
                    <a:pt x="876574" y="626780"/>
                    <a:pt x="894540" y="637063"/>
                  </a:cubicBezTo>
                  <a:cubicBezTo>
                    <a:pt x="912506" y="647347"/>
                    <a:pt x="923517" y="647347"/>
                    <a:pt x="924459" y="631342"/>
                  </a:cubicBezTo>
                  <a:cubicBezTo>
                    <a:pt x="925401" y="615338"/>
                    <a:pt x="951408" y="610775"/>
                    <a:pt x="959449" y="615338"/>
                  </a:cubicBezTo>
                  <a:cubicBezTo>
                    <a:pt x="967490" y="619900"/>
                    <a:pt x="992411" y="635905"/>
                    <a:pt x="1004365" y="629821"/>
                  </a:cubicBezTo>
                  <a:cubicBezTo>
                    <a:pt x="1016317" y="623738"/>
                    <a:pt x="1076301" y="630980"/>
                    <a:pt x="1091297" y="635543"/>
                  </a:cubicBezTo>
                  <a:cubicBezTo>
                    <a:pt x="1106292" y="640105"/>
                    <a:pt x="1110205" y="628663"/>
                    <a:pt x="1123244" y="645826"/>
                  </a:cubicBezTo>
                  <a:cubicBezTo>
                    <a:pt x="1134111" y="660309"/>
                    <a:pt x="1139399" y="647274"/>
                    <a:pt x="1151497" y="658354"/>
                  </a:cubicBezTo>
                  <a:cubicBezTo>
                    <a:pt x="1151497" y="654009"/>
                    <a:pt x="1150700" y="648505"/>
                    <a:pt x="1150700" y="642639"/>
                  </a:cubicBezTo>
                  <a:cubicBezTo>
                    <a:pt x="1150700" y="631559"/>
                    <a:pt x="1165624" y="622073"/>
                    <a:pt x="1168666" y="613672"/>
                  </a:cubicBezTo>
                  <a:cubicBezTo>
                    <a:pt x="1171709" y="605272"/>
                    <a:pt x="1155119" y="579419"/>
                    <a:pt x="1155119" y="570801"/>
                  </a:cubicBezTo>
                  <a:cubicBezTo>
                    <a:pt x="1155119" y="562183"/>
                    <a:pt x="1155119" y="541833"/>
                    <a:pt x="1147875" y="537416"/>
                  </a:cubicBezTo>
                  <a:cubicBezTo>
                    <a:pt x="1140631" y="532998"/>
                    <a:pt x="1162364" y="521991"/>
                    <a:pt x="1167290" y="522280"/>
                  </a:cubicBezTo>
                  <a:cubicBezTo>
                    <a:pt x="1178374" y="522932"/>
                    <a:pt x="1194239" y="509680"/>
                    <a:pt x="1199093" y="515039"/>
                  </a:cubicBezTo>
                  <a:cubicBezTo>
                    <a:pt x="1203946" y="520398"/>
                    <a:pt x="1213582" y="522280"/>
                    <a:pt x="1223289" y="522280"/>
                  </a:cubicBezTo>
                  <a:cubicBezTo>
                    <a:pt x="1232996" y="522280"/>
                    <a:pt x="1228795" y="509680"/>
                    <a:pt x="1223289" y="504103"/>
                  </a:cubicBezTo>
                  <a:cubicBezTo>
                    <a:pt x="1217783" y="498527"/>
                    <a:pt x="1240531" y="447183"/>
                    <a:pt x="1244008" y="429803"/>
                  </a:cubicBezTo>
                  <a:cubicBezTo>
                    <a:pt x="1247485" y="412422"/>
                    <a:pt x="1255744" y="428209"/>
                    <a:pt x="1266828" y="429803"/>
                  </a:cubicBezTo>
                  <a:cubicBezTo>
                    <a:pt x="1277912" y="431396"/>
                    <a:pt x="1291024" y="429006"/>
                    <a:pt x="1297906" y="432989"/>
                  </a:cubicBezTo>
                  <a:cubicBezTo>
                    <a:pt x="1304788" y="436972"/>
                    <a:pt x="1324855" y="428209"/>
                    <a:pt x="1329708" y="419519"/>
                  </a:cubicBezTo>
                  <a:cubicBezTo>
                    <a:pt x="1334563" y="410829"/>
                    <a:pt x="1324203" y="408439"/>
                    <a:pt x="1324855" y="388669"/>
                  </a:cubicBezTo>
                  <a:cubicBezTo>
                    <a:pt x="1325507" y="368899"/>
                    <a:pt x="1335939" y="359702"/>
                    <a:pt x="1347023" y="359702"/>
                  </a:cubicBezTo>
                  <a:cubicBezTo>
                    <a:pt x="1358107" y="359702"/>
                    <a:pt x="1361511" y="347825"/>
                    <a:pt x="1361511" y="337976"/>
                  </a:cubicBezTo>
                  <a:cubicBezTo>
                    <a:pt x="1361511" y="328127"/>
                    <a:pt x="1370494" y="323999"/>
                    <a:pt x="1373247" y="313137"/>
                  </a:cubicBezTo>
                  <a:cubicBezTo>
                    <a:pt x="1369988" y="309248"/>
                    <a:pt x="1367669" y="304664"/>
                    <a:pt x="1366510" y="299739"/>
                  </a:cubicBezTo>
                  <a:close/>
                  <a:moveTo>
                    <a:pt x="511675" y="467170"/>
                  </a:moveTo>
                  <a:cubicBezTo>
                    <a:pt x="507690" y="473471"/>
                    <a:pt x="468209" y="461811"/>
                    <a:pt x="464876" y="452687"/>
                  </a:cubicBezTo>
                  <a:cubicBezTo>
                    <a:pt x="461544" y="443562"/>
                    <a:pt x="520441" y="453773"/>
                    <a:pt x="511820" y="467170"/>
                  </a:cubicBezTo>
                  <a:close/>
                  <a:moveTo>
                    <a:pt x="1078764" y="463115"/>
                  </a:moveTo>
                  <a:cubicBezTo>
                    <a:pt x="1050800" y="463115"/>
                    <a:pt x="988862" y="447110"/>
                    <a:pt x="963940" y="477961"/>
                  </a:cubicBezTo>
                  <a:cubicBezTo>
                    <a:pt x="939020" y="508811"/>
                    <a:pt x="956696" y="524815"/>
                    <a:pt x="945975" y="527133"/>
                  </a:cubicBezTo>
                  <a:cubicBezTo>
                    <a:pt x="935253" y="529450"/>
                    <a:pt x="927936" y="480278"/>
                    <a:pt x="942425" y="464346"/>
                  </a:cubicBezTo>
                  <a:cubicBezTo>
                    <a:pt x="956914" y="448414"/>
                    <a:pt x="1001394" y="441534"/>
                    <a:pt x="1029357" y="449500"/>
                  </a:cubicBezTo>
                  <a:cubicBezTo>
                    <a:pt x="1057321" y="457466"/>
                    <a:pt x="1107234" y="442620"/>
                    <a:pt x="1114261" y="444938"/>
                  </a:cubicBezTo>
                  <a:cubicBezTo>
                    <a:pt x="1121288" y="447255"/>
                    <a:pt x="1106872" y="463115"/>
                    <a:pt x="1078909" y="4631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3" name="Freeform 270">
              <a:extLst>
                <a:ext uri="{FF2B5EF4-FFF2-40B4-BE49-F238E27FC236}">
                  <a16:creationId xmlns:a16="http://schemas.microsoft.com/office/drawing/2014/main" id="{99CAA85F-938A-EEA7-71D2-668B4783B665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4" name="Freeform 271">
              <a:extLst>
                <a:ext uri="{FF2B5EF4-FFF2-40B4-BE49-F238E27FC236}">
                  <a16:creationId xmlns:a16="http://schemas.microsoft.com/office/drawing/2014/main" id="{B382069E-E777-C7A2-10A2-F3E256E054C9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5" name="Freeform 272">
              <a:extLst>
                <a:ext uri="{FF2B5EF4-FFF2-40B4-BE49-F238E27FC236}">
                  <a16:creationId xmlns:a16="http://schemas.microsoft.com/office/drawing/2014/main" id="{565FB886-9AEC-F688-9DB6-1157DFAB12DF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6" name="Freeform 273">
              <a:extLst>
                <a:ext uri="{FF2B5EF4-FFF2-40B4-BE49-F238E27FC236}">
                  <a16:creationId xmlns:a16="http://schemas.microsoft.com/office/drawing/2014/main" id="{5B05A293-DC81-F529-42A0-22E5292C2561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7" name="Freeform 274">
              <a:extLst>
                <a:ext uri="{FF2B5EF4-FFF2-40B4-BE49-F238E27FC236}">
                  <a16:creationId xmlns:a16="http://schemas.microsoft.com/office/drawing/2014/main" id="{DF2F04C3-B9E1-FAB5-C362-90900DECEB2E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8" name="Freeform 275">
              <a:extLst>
                <a:ext uri="{FF2B5EF4-FFF2-40B4-BE49-F238E27FC236}">
                  <a16:creationId xmlns:a16="http://schemas.microsoft.com/office/drawing/2014/main" id="{B586B84D-7530-30B5-B74F-B2E27F100288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9" name="Freeform 276">
              <a:extLst>
                <a:ext uri="{FF2B5EF4-FFF2-40B4-BE49-F238E27FC236}">
                  <a16:creationId xmlns:a16="http://schemas.microsoft.com/office/drawing/2014/main" id="{6466483D-2C05-B47E-56DB-D07CE07641EA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0" name="Freeform 277">
              <a:extLst>
                <a:ext uri="{FF2B5EF4-FFF2-40B4-BE49-F238E27FC236}">
                  <a16:creationId xmlns:a16="http://schemas.microsoft.com/office/drawing/2014/main" id="{54899346-7C26-783F-0309-49508B2FE63E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1" name="Freeform 278">
              <a:extLst>
                <a:ext uri="{FF2B5EF4-FFF2-40B4-BE49-F238E27FC236}">
                  <a16:creationId xmlns:a16="http://schemas.microsoft.com/office/drawing/2014/main" id="{20847993-25D8-6553-2A14-DC7C7784D840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2" name="Freeform 279">
              <a:extLst>
                <a:ext uri="{FF2B5EF4-FFF2-40B4-BE49-F238E27FC236}">
                  <a16:creationId xmlns:a16="http://schemas.microsoft.com/office/drawing/2014/main" id="{AD77C4E7-676F-6CC1-135B-FF531BD7B4BB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3" name="Freeform 280">
              <a:extLst>
                <a:ext uri="{FF2B5EF4-FFF2-40B4-BE49-F238E27FC236}">
                  <a16:creationId xmlns:a16="http://schemas.microsoft.com/office/drawing/2014/main" id="{6CC798AC-953C-14F1-0B43-C6AF733923A5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4" name="Freeform 281">
              <a:extLst>
                <a:ext uri="{FF2B5EF4-FFF2-40B4-BE49-F238E27FC236}">
                  <a16:creationId xmlns:a16="http://schemas.microsoft.com/office/drawing/2014/main" id="{95158F62-83CA-5BA4-746C-AABA6F079D2C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5" name="Freeform 282">
              <a:extLst>
                <a:ext uri="{FF2B5EF4-FFF2-40B4-BE49-F238E27FC236}">
                  <a16:creationId xmlns:a16="http://schemas.microsoft.com/office/drawing/2014/main" id="{8959EC16-C0D7-3114-3B23-EEDAD308FCF3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6" name="Freeform 283">
              <a:extLst>
                <a:ext uri="{FF2B5EF4-FFF2-40B4-BE49-F238E27FC236}">
                  <a16:creationId xmlns:a16="http://schemas.microsoft.com/office/drawing/2014/main" id="{D9226AAD-B9D5-01B2-FE8B-F066017AE7CC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7" name="Freeform 284">
              <a:extLst>
                <a:ext uri="{FF2B5EF4-FFF2-40B4-BE49-F238E27FC236}">
                  <a16:creationId xmlns:a16="http://schemas.microsoft.com/office/drawing/2014/main" id="{B3382B8F-2364-BE6D-235E-165870203684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8" name="Freeform 285">
              <a:extLst>
                <a:ext uri="{FF2B5EF4-FFF2-40B4-BE49-F238E27FC236}">
                  <a16:creationId xmlns:a16="http://schemas.microsoft.com/office/drawing/2014/main" id="{56052630-6EBA-55B3-09D5-03C4B76692B9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9" name="Freeform 286">
              <a:extLst>
                <a:ext uri="{FF2B5EF4-FFF2-40B4-BE49-F238E27FC236}">
                  <a16:creationId xmlns:a16="http://schemas.microsoft.com/office/drawing/2014/main" id="{60933F43-A054-F3C5-419F-D90E7B2EBD13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0" name="Freeform 287">
              <a:extLst>
                <a:ext uri="{FF2B5EF4-FFF2-40B4-BE49-F238E27FC236}">
                  <a16:creationId xmlns:a16="http://schemas.microsoft.com/office/drawing/2014/main" id="{D624BEC1-AF50-157A-3BE8-37D5D31D9D66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1" name="Freeform 288">
              <a:extLst>
                <a:ext uri="{FF2B5EF4-FFF2-40B4-BE49-F238E27FC236}">
                  <a16:creationId xmlns:a16="http://schemas.microsoft.com/office/drawing/2014/main" id="{D2772D5F-A989-3DB7-4203-47855777B038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2" name="Freeform 289">
              <a:extLst>
                <a:ext uri="{FF2B5EF4-FFF2-40B4-BE49-F238E27FC236}">
                  <a16:creationId xmlns:a16="http://schemas.microsoft.com/office/drawing/2014/main" id="{8B150490-A2EE-1A57-40F4-9A3CAD3857B8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3" name="Freeform 290">
              <a:extLst>
                <a:ext uri="{FF2B5EF4-FFF2-40B4-BE49-F238E27FC236}">
                  <a16:creationId xmlns:a16="http://schemas.microsoft.com/office/drawing/2014/main" id="{570DAA61-2907-8BD3-7236-895223245A9E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4" name="Freeform 291">
              <a:extLst>
                <a:ext uri="{FF2B5EF4-FFF2-40B4-BE49-F238E27FC236}">
                  <a16:creationId xmlns:a16="http://schemas.microsoft.com/office/drawing/2014/main" id="{05114572-34E6-DD6C-47F1-DCC1860943A5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5" name="Freeform 292">
              <a:extLst>
                <a:ext uri="{FF2B5EF4-FFF2-40B4-BE49-F238E27FC236}">
                  <a16:creationId xmlns:a16="http://schemas.microsoft.com/office/drawing/2014/main" id="{152A802E-0D91-1379-C51D-DDB213B18D45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6" name="Freeform 293">
              <a:extLst>
                <a:ext uri="{FF2B5EF4-FFF2-40B4-BE49-F238E27FC236}">
                  <a16:creationId xmlns:a16="http://schemas.microsoft.com/office/drawing/2014/main" id="{6EE72FB7-AB97-2113-A293-98A408CC6FEF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7" name="Freeform 294">
              <a:extLst>
                <a:ext uri="{FF2B5EF4-FFF2-40B4-BE49-F238E27FC236}">
                  <a16:creationId xmlns:a16="http://schemas.microsoft.com/office/drawing/2014/main" id="{B332C9F6-E8D3-1FE1-7E5C-666DDE09FFB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8" name="Freeform 295">
              <a:extLst>
                <a:ext uri="{FF2B5EF4-FFF2-40B4-BE49-F238E27FC236}">
                  <a16:creationId xmlns:a16="http://schemas.microsoft.com/office/drawing/2014/main" id="{71B11A0C-70EE-CD9E-4701-D3EE1A8E2A6C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9" name="Freeform 296">
              <a:extLst>
                <a:ext uri="{FF2B5EF4-FFF2-40B4-BE49-F238E27FC236}">
                  <a16:creationId xmlns:a16="http://schemas.microsoft.com/office/drawing/2014/main" id="{D35233F5-4E41-B50E-F407-501295BF51AD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0" name="Freeform 297">
              <a:extLst>
                <a:ext uri="{FF2B5EF4-FFF2-40B4-BE49-F238E27FC236}">
                  <a16:creationId xmlns:a16="http://schemas.microsoft.com/office/drawing/2014/main" id="{CBEDB5AF-22EE-88E0-FD93-871CD4D7ABDE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1" name="Freeform 298">
              <a:extLst>
                <a:ext uri="{FF2B5EF4-FFF2-40B4-BE49-F238E27FC236}">
                  <a16:creationId xmlns:a16="http://schemas.microsoft.com/office/drawing/2014/main" id="{767B26AD-C403-98FE-6E5C-D8798461BD26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2" name="Freeform 299">
              <a:extLst>
                <a:ext uri="{FF2B5EF4-FFF2-40B4-BE49-F238E27FC236}">
                  <a16:creationId xmlns:a16="http://schemas.microsoft.com/office/drawing/2014/main" id="{2410D22A-E1D1-7C0C-FE6C-4DC027890CD4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3" name="Freeform 300">
              <a:extLst>
                <a:ext uri="{FF2B5EF4-FFF2-40B4-BE49-F238E27FC236}">
                  <a16:creationId xmlns:a16="http://schemas.microsoft.com/office/drawing/2014/main" id="{386A2AE2-3DF7-6B12-C0B5-995606D7AB9A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4" name="Freeform 301">
              <a:extLst>
                <a:ext uri="{FF2B5EF4-FFF2-40B4-BE49-F238E27FC236}">
                  <a16:creationId xmlns:a16="http://schemas.microsoft.com/office/drawing/2014/main" id="{52EDC2CA-D6F3-007F-CAF7-2E9535E7318F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5" name="Freeform 302">
              <a:extLst>
                <a:ext uri="{FF2B5EF4-FFF2-40B4-BE49-F238E27FC236}">
                  <a16:creationId xmlns:a16="http://schemas.microsoft.com/office/drawing/2014/main" id="{364637AE-34EF-21EC-40D3-0959EE5B8660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6" name="Freeform 303">
              <a:extLst>
                <a:ext uri="{FF2B5EF4-FFF2-40B4-BE49-F238E27FC236}">
                  <a16:creationId xmlns:a16="http://schemas.microsoft.com/office/drawing/2014/main" id="{C66574E9-9D41-AFCE-54FA-0B77BB0A110E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7" name="Freeform 304">
              <a:extLst>
                <a:ext uri="{FF2B5EF4-FFF2-40B4-BE49-F238E27FC236}">
                  <a16:creationId xmlns:a16="http://schemas.microsoft.com/office/drawing/2014/main" id="{5A071661-D905-485C-FEEE-06DB6CC3A79D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8" name="Freeform 305">
              <a:extLst>
                <a:ext uri="{FF2B5EF4-FFF2-40B4-BE49-F238E27FC236}">
                  <a16:creationId xmlns:a16="http://schemas.microsoft.com/office/drawing/2014/main" id="{E9A13F30-3D74-8CC4-4EA0-897BAA21E752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9" name="Freeform 306">
              <a:extLst>
                <a:ext uri="{FF2B5EF4-FFF2-40B4-BE49-F238E27FC236}">
                  <a16:creationId xmlns:a16="http://schemas.microsoft.com/office/drawing/2014/main" id="{6C58F353-95C4-4026-049E-460379D79CB1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0" name="Freeform 307">
              <a:extLst>
                <a:ext uri="{FF2B5EF4-FFF2-40B4-BE49-F238E27FC236}">
                  <a16:creationId xmlns:a16="http://schemas.microsoft.com/office/drawing/2014/main" id="{F21D752A-C610-4BB1-A07C-201BFB8CBF5A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1" name="Freeform 308">
              <a:extLst>
                <a:ext uri="{FF2B5EF4-FFF2-40B4-BE49-F238E27FC236}">
                  <a16:creationId xmlns:a16="http://schemas.microsoft.com/office/drawing/2014/main" id="{0897C5C1-31AD-62BC-811E-CBC5C5C85295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2" name="Freeform 309">
              <a:extLst>
                <a:ext uri="{FF2B5EF4-FFF2-40B4-BE49-F238E27FC236}">
                  <a16:creationId xmlns:a16="http://schemas.microsoft.com/office/drawing/2014/main" id="{3F80C187-7377-F52A-BA67-9EE09955C801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3" name="Freeform 310">
              <a:extLst>
                <a:ext uri="{FF2B5EF4-FFF2-40B4-BE49-F238E27FC236}">
                  <a16:creationId xmlns:a16="http://schemas.microsoft.com/office/drawing/2014/main" id="{333EEDB4-3DB1-2845-6CDD-EA616EBD8AE3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4" name="Freeform 311">
              <a:extLst>
                <a:ext uri="{FF2B5EF4-FFF2-40B4-BE49-F238E27FC236}">
                  <a16:creationId xmlns:a16="http://schemas.microsoft.com/office/drawing/2014/main" id="{7E969987-0BDE-F2F5-BA93-8FC8C40C4519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5" name="Freeform 312">
              <a:extLst>
                <a:ext uri="{FF2B5EF4-FFF2-40B4-BE49-F238E27FC236}">
                  <a16:creationId xmlns:a16="http://schemas.microsoft.com/office/drawing/2014/main" id="{55CF3E3D-5DA2-77E5-575E-6EEC9B36DFF2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6" name="Freeform 313">
              <a:extLst>
                <a:ext uri="{FF2B5EF4-FFF2-40B4-BE49-F238E27FC236}">
                  <a16:creationId xmlns:a16="http://schemas.microsoft.com/office/drawing/2014/main" id="{41D4272D-8EE6-9BA0-5D1A-AED039B24A41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7" name="Freeform 314">
              <a:extLst>
                <a:ext uri="{FF2B5EF4-FFF2-40B4-BE49-F238E27FC236}">
                  <a16:creationId xmlns:a16="http://schemas.microsoft.com/office/drawing/2014/main" id="{94687C94-514E-D79D-B526-FE4B9F1F6AB2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8" name="Freeform 315">
              <a:extLst>
                <a:ext uri="{FF2B5EF4-FFF2-40B4-BE49-F238E27FC236}">
                  <a16:creationId xmlns:a16="http://schemas.microsoft.com/office/drawing/2014/main" id="{6B4C1594-1C4E-DAF1-A298-7B0422CCCAED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9" name="Freeform 316">
              <a:extLst>
                <a:ext uri="{FF2B5EF4-FFF2-40B4-BE49-F238E27FC236}">
                  <a16:creationId xmlns:a16="http://schemas.microsoft.com/office/drawing/2014/main" id="{1E76CA1E-7B40-845A-5BDF-D011BEAE00E5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0" name="Freeform 317">
              <a:extLst>
                <a:ext uri="{FF2B5EF4-FFF2-40B4-BE49-F238E27FC236}">
                  <a16:creationId xmlns:a16="http://schemas.microsoft.com/office/drawing/2014/main" id="{6A7D4677-F5A7-6AB7-DA52-C535C430EB50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1" name="Freeform 318">
              <a:extLst>
                <a:ext uri="{FF2B5EF4-FFF2-40B4-BE49-F238E27FC236}">
                  <a16:creationId xmlns:a16="http://schemas.microsoft.com/office/drawing/2014/main" id="{4BFF7710-6C12-310F-5524-CC82869E9C9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2" name="Freeform 319">
              <a:extLst>
                <a:ext uri="{FF2B5EF4-FFF2-40B4-BE49-F238E27FC236}">
                  <a16:creationId xmlns:a16="http://schemas.microsoft.com/office/drawing/2014/main" id="{7CA3C1FE-BFD1-57B4-25EB-AABAACCE8D06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3" name="Freeform 320">
              <a:extLst>
                <a:ext uri="{FF2B5EF4-FFF2-40B4-BE49-F238E27FC236}">
                  <a16:creationId xmlns:a16="http://schemas.microsoft.com/office/drawing/2014/main" id="{9A40A5FA-B181-9D59-2A69-D1C37FB182BA}"/>
                </a:ext>
              </a:extLst>
            </p:cNvPr>
            <p:cNvSpPr/>
            <p:nvPr/>
          </p:nvSpPr>
          <p:spPr>
            <a:xfrm>
              <a:off x="6135600" y="4225469"/>
              <a:ext cx="618593" cy="731475"/>
            </a:xfrm>
            <a:custGeom>
              <a:avLst/>
              <a:gdLst>
                <a:gd name="connsiteX0" fmla="*/ 566292 w 618596"/>
                <a:gd name="connsiteY0" fmla="*/ 482030 h 731470"/>
                <a:gd name="connsiteX1" fmla="*/ 551296 w 618596"/>
                <a:gd name="connsiteY1" fmla="*/ 338932 h 731470"/>
                <a:gd name="connsiteX2" fmla="*/ 554411 w 618596"/>
                <a:gd name="connsiteY2" fmla="*/ 342552 h 731470"/>
                <a:gd name="connsiteX3" fmla="*/ 552745 w 618596"/>
                <a:gd name="connsiteY3" fmla="*/ 313585 h 731470"/>
                <a:gd name="connsiteX4" fmla="*/ 550572 w 618596"/>
                <a:gd name="connsiteY4" fmla="*/ 312789 h 731470"/>
                <a:gd name="connsiteX5" fmla="*/ 543762 w 618596"/>
                <a:gd name="connsiteY5" fmla="*/ 301636 h 731470"/>
                <a:gd name="connsiteX6" fmla="*/ 551006 w 618596"/>
                <a:gd name="connsiteY6" fmla="*/ 290484 h 731470"/>
                <a:gd name="connsiteX7" fmla="*/ 557744 w 618596"/>
                <a:gd name="connsiteY7" fmla="*/ 265644 h 731470"/>
                <a:gd name="connsiteX8" fmla="*/ 561873 w 618596"/>
                <a:gd name="connsiteY8" fmla="*/ 262023 h 731470"/>
                <a:gd name="connsiteX9" fmla="*/ 567451 w 618596"/>
                <a:gd name="connsiteY9" fmla="*/ 233925 h 731470"/>
                <a:gd name="connsiteX10" fmla="*/ 573464 w 618596"/>
                <a:gd name="connsiteY10" fmla="*/ 200541 h 731470"/>
                <a:gd name="connsiteX11" fmla="*/ 581723 w 618596"/>
                <a:gd name="connsiteY11" fmla="*/ 173094 h 731470"/>
                <a:gd name="connsiteX12" fmla="*/ 594400 w 618596"/>
                <a:gd name="connsiteY12" fmla="*/ 151369 h 731470"/>
                <a:gd name="connsiteX13" fmla="*/ 608889 w 618596"/>
                <a:gd name="connsiteY13" fmla="*/ 140216 h 731470"/>
                <a:gd name="connsiteX14" fmla="*/ 618596 w 618596"/>
                <a:gd name="connsiteY14" fmla="*/ 120519 h 731470"/>
                <a:gd name="connsiteX15" fmla="*/ 607367 w 618596"/>
                <a:gd name="connsiteY15" fmla="*/ 101690 h 731470"/>
                <a:gd name="connsiteX16" fmla="*/ 610410 w 618596"/>
                <a:gd name="connsiteY16" fmla="*/ 68233 h 731470"/>
                <a:gd name="connsiteX17" fmla="*/ 610845 w 618596"/>
                <a:gd name="connsiteY17" fmla="*/ 68233 h 731470"/>
                <a:gd name="connsiteX18" fmla="*/ 571870 w 618596"/>
                <a:gd name="connsiteY18" fmla="*/ 30575 h 731470"/>
                <a:gd name="connsiteX19" fmla="*/ 555136 w 618596"/>
                <a:gd name="connsiteY19" fmla="*/ 35355 h 731470"/>
                <a:gd name="connsiteX20" fmla="*/ 536373 w 618596"/>
                <a:gd name="connsiteY20" fmla="*/ 32965 h 731470"/>
                <a:gd name="connsiteX21" fmla="*/ 515509 w 618596"/>
                <a:gd name="connsiteY21" fmla="*/ 32965 h 731470"/>
                <a:gd name="connsiteX22" fmla="*/ 501020 w 618596"/>
                <a:gd name="connsiteY22" fmla="*/ 13847 h 731470"/>
                <a:gd name="connsiteX23" fmla="*/ 492254 w 618596"/>
                <a:gd name="connsiteY23" fmla="*/ 3708 h 731470"/>
                <a:gd name="connsiteX24" fmla="*/ 492761 w 618596"/>
                <a:gd name="connsiteY24" fmla="*/ 5301 h 731470"/>
                <a:gd name="connsiteX25" fmla="*/ 467769 w 618596"/>
                <a:gd name="connsiteY25" fmla="*/ 10081 h 731470"/>
                <a:gd name="connsiteX26" fmla="*/ 430315 w 618596"/>
                <a:gd name="connsiteY26" fmla="*/ 5301 h 731470"/>
                <a:gd name="connsiteX27" fmla="*/ 403221 w 618596"/>
                <a:gd name="connsiteY27" fmla="*/ 10081 h 731470"/>
                <a:gd name="connsiteX28" fmla="*/ 367796 w 618596"/>
                <a:gd name="connsiteY28" fmla="*/ 21957 h 731470"/>
                <a:gd name="connsiteX29" fmla="*/ 340702 w 618596"/>
                <a:gd name="connsiteY29" fmla="*/ 21957 h 731470"/>
                <a:gd name="connsiteX30" fmla="*/ 330343 w 618596"/>
                <a:gd name="connsiteY30" fmla="*/ 48173 h 731470"/>
                <a:gd name="connsiteX31" fmla="*/ 265796 w 618596"/>
                <a:gd name="connsiteY31" fmla="*/ 33689 h 731470"/>
                <a:gd name="connsiteX32" fmla="*/ 238702 w 618596"/>
                <a:gd name="connsiteY32" fmla="*/ 11964 h 731470"/>
                <a:gd name="connsiteX33" fmla="*/ 203277 w 618596"/>
                <a:gd name="connsiteY33" fmla="*/ 42959 h 731470"/>
                <a:gd name="connsiteX34" fmla="*/ 203277 w 618596"/>
                <a:gd name="connsiteY34" fmla="*/ 68812 h 731470"/>
                <a:gd name="connsiteX35" fmla="*/ 198278 w 618596"/>
                <a:gd name="connsiteY35" fmla="*/ 108859 h 731470"/>
                <a:gd name="connsiteX36" fmla="*/ 185673 w 618596"/>
                <a:gd name="connsiteY36" fmla="*/ 149486 h 731470"/>
                <a:gd name="connsiteX37" fmla="*/ 160680 w 618596"/>
                <a:gd name="connsiteY37" fmla="*/ 230667 h 731470"/>
                <a:gd name="connsiteX38" fmla="*/ 131703 w 618596"/>
                <a:gd name="connsiteY38" fmla="*/ 273683 h 731470"/>
                <a:gd name="connsiteX39" fmla="*/ 129601 w 618596"/>
                <a:gd name="connsiteY39" fmla="*/ 338208 h 731470"/>
                <a:gd name="connsiteX40" fmla="*/ 117069 w 618596"/>
                <a:gd name="connsiteY40" fmla="*/ 366813 h 731470"/>
                <a:gd name="connsiteX41" fmla="*/ 96205 w 618596"/>
                <a:gd name="connsiteY41" fmla="*/ 388538 h 731470"/>
                <a:gd name="connsiteX42" fmla="*/ 81716 w 618596"/>
                <a:gd name="connsiteY42" fmla="*/ 390928 h 731470"/>
                <a:gd name="connsiteX43" fmla="*/ 54622 w 618596"/>
                <a:gd name="connsiteY43" fmla="*/ 388538 h 731470"/>
                <a:gd name="connsiteX44" fmla="*/ 31658 w 618596"/>
                <a:gd name="connsiteY44" fmla="*/ 386148 h 731470"/>
                <a:gd name="connsiteX45" fmla="*/ 0 w 618596"/>
                <a:gd name="connsiteY45" fmla="*/ 405339 h 731470"/>
                <a:gd name="connsiteX46" fmla="*/ 11518 w 618596"/>
                <a:gd name="connsiteY46" fmla="*/ 448211 h 731470"/>
                <a:gd name="connsiteX47" fmla="*/ 12388 w 618596"/>
                <a:gd name="connsiteY47" fmla="*/ 452049 h 731470"/>
                <a:gd name="connsiteX48" fmla="*/ 31440 w 618596"/>
                <a:gd name="connsiteY48" fmla="*/ 440172 h 731470"/>
                <a:gd name="connsiteX49" fmla="*/ 140831 w 618596"/>
                <a:gd name="connsiteY49" fmla="*/ 440172 h 731470"/>
                <a:gd name="connsiteX50" fmla="*/ 146770 w 618596"/>
                <a:gd name="connsiteY50" fmla="*/ 472761 h 731470"/>
                <a:gd name="connsiteX51" fmla="*/ 160318 w 618596"/>
                <a:gd name="connsiteY51" fmla="*/ 501728 h 731470"/>
                <a:gd name="connsiteX52" fmla="*/ 188716 w 618596"/>
                <a:gd name="connsiteY52" fmla="*/ 525698 h 731470"/>
                <a:gd name="connsiteX53" fmla="*/ 227690 w 618596"/>
                <a:gd name="connsiteY53" fmla="*/ 518891 h 731470"/>
                <a:gd name="connsiteX54" fmla="*/ 241165 w 618596"/>
                <a:gd name="connsiteY54" fmla="*/ 484565 h 731470"/>
                <a:gd name="connsiteX55" fmla="*/ 268186 w 618596"/>
                <a:gd name="connsiteY55" fmla="*/ 484565 h 731470"/>
                <a:gd name="connsiteX56" fmla="*/ 284631 w 618596"/>
                <a:gd name="connsiteY56" fmla="*/ 493183 h 731470"/>
                <a:gd name="connsiteX57" fmla="*/ 307088 w 618596"/>
                <a:gd name="connsiteY57" fmla="*/ 498324 h 731470"/>
                <a:gd name="connsiteX58" fmla="*/ 313101 w 618596"/>
                <a:gd name="connsiteY58" fmla="*/ 529174 h 731470"/>
                <a:gd name="connsiteX59" fmla="*/ 308610 w 618596"/>
                <a:gd name="connsiteY59" fmla="*/ 583995 h 731470"/>
                <a:gd name="connsiteX60" fmla="*/ 325055 w 618596"/>
                <a:gd name="connsiteY60" fmla="*/ 614845 h 731470"/>
                <a:gd name="connsiteX61" fmla="*/ 325055 w 618596"/>
                <a:gd name="connsiteY61" fmla="*/ 645695 h 731470"/>
                <a:gd name="connsiteX62" fmla="*/ 343021 w 618596"/>
                <a:gd name="connsiteY62" fmla="*/ 635412 h 731470"/>
                <a:gd name="connsiteX63" fmla="*/ 373012 w 618596"/>
                <a:gd name="connsiteY63" fmla="*/ 631936 h 731470"/>
                <a:gd name="connsiteX64" fmla="*/ 382140 w 618596"/>
                <a:gd name="connsiteY64" fmla="*/ 632370 h 731470"/>
                <a:gd name="connsiteX65" fmla="*/ 390978 w 618596"/>
                <a:gd name="connsiteY65" fmla="*/ 642219 h 731470"/>
                <a:gd name="connsiteX66" fmla="*/ 399961 w 618596"/>
                <a:gd name="connsiteY66" fmla="*/ 650837 h 731470"/>
                <a:gd name="connsiteX67" fmla="*/ 420970 w 618596"/>
                <a:gd name="connsiteY67" fmla="*/ 649099 h 731470"/>
                <a:gd name="connsiteX68" fmla="*/ 431402 w 618596"/>
                <a:gd name="connsiteY68" fmla="*/ 667928 h 731470"/>
                <a:gd name="connsiteX69" fmla="*/ 459872 w 618596"/>
                <a:gd name="connsiteY69" fmla="*/ 678211 h 731470"/>
                <a:gd name="connsiteX70" fmla="*/ 474868 w 618596"/>
                <a:gd name="connsiteY70" fmla="*/ 673069 h 731470"/>
                <a:gd name="connsiteX71" fmla="*/ 486894 w 618596"/>
                <a:gd name="connsiteY71" fmla="*/ 666262 h 731470"/>
                <a:gd name="connsiteX72" fmla="*/ 504860 w 618596"/>
                <a:gd name="connsiteY72" fmla="*/ 688494 h 731470"/>
                <a:gd name="connsiteX73" fmla="*/ 530287 w 618596"/>
                <a:gd name="connsiteY73" fmla="*/ 695736 h 731470"/>
                <a:gd name="connsiteX74" fmla="*/ 543762 w 618596"/>
                <a:gd name="connsiteY74" fmla="*/ 728252 h 731470"/>
                <a:gd name="connsiteX75" fmla="*/ 567741 w 618596"/>
                <a:gd name="connsiteY75" fmla="*/ 728252 h 731470"/>
                <a:gd name="connsiteX76" fmla="*/ 573753 w 618596"/>
                <a:gd name="connsiteY76" fmla="*/ 711161 h 731470"/>
                <a:gd name="connsiteX77" fmla="*/ 569262 w 618596"/>
                <a:gd name="connsiteY77" fmla="*/ 683715 h 731470"/>
                <a:gd name="connsiteX78" fmla="*/ 546805 w 618596"/>
                <a:gd name="connsiteY78" fmla="*/ 692333 h 731470"/>
                <a:gd name="connsiteX79" fmla="*/ 524275 w 618596"/>
                <a:gd name="connsiteY79" fmla="*/ 661482 h 731470"/>
                <a:gd name="connsiteX80" fmla="*/ 531519 w 618596"/>
                <a:gd name="connsiteY80" fmla="*/ 625273 h 731470"/>
                <a:gd name="connsiteX81" fmla="*/ 533040 w 618596"/>
                <a:gd name="connsiteY81" fmla="*/ 582402 h 731470"/>
                <a:gd name="connsiteX82" fmla="*/ 537532 w 618596"/>
                <a:gd name="connsiteY82" fmla="*/ 561835 h 731470"/>
                <a:gd name="connsiteX83" fmla="*/ 546515 w 618596"/>
                <a:gd name="connsiteY83" fmla="*/ 536126 h 731470"/>
                <a:gd name="connsiteX84" fmla="*/ 587156 w 618596"/>
                <a:gd name="connsiteY84" fmla="*/ 528885 h 731470"/>
                <a:gd name="connsiteX85" fmla="*/ 588460 w 618596"/>
                <a:gd name="connsiteY85" fmla="*/ 527219 h 731470"/>
                <a:gd name="connsiteX86" fmla="*/ 590633 w 618596"/>
                <a:gd name="connsiteY86" fmla="*/ 521281 h 731470"/>
                <a:gd name="connsiteX87" fmla="*/ 566292 w 618596"/>
                <a:gd name="connsiteY87" fmla="*/ 482030 h 73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</a:cxnLst>
              <a:rect l="l" t="t" r="r" b="b"/>
              <a:pathLst>
                <a:path w="618596" h="731470">
                  <a:moveTo>
                    <a:pt x="566292" y="482030"/>
                  </a:moveTo>
                  <a:cubicBezTo>
                    <a:pt x="549775" y="471747"/>
                    <a:pt x="543037" y="342335"/>
                    <a:pt x="551296" y="338932"/>
                  </a:cubicBezTo>
                  <a:cubicBezTo>
                    <a:pt x="552310" y="338497"/>
                    <a:pt x="553397" y="339873"/>
                    <a:pt x="554411" y="342552"/>
                  </a:cubicBezTo>
                  <a:lnTo>
                    <a:pt x="552745" y="313585"/>
                  </a:lnTo>
                  <a:cubicBezTo>
                    <a:pt x="551999" y="313390"/>
                    <a:pt x="551267" y="313122"/>
                    <a:pt x="550572" y="312789"/>
                  </a:cubicBezTo>
                  <a:cubicBezTo>
                    <a:pt x="546196" y="310862"/>
                    <a:pt x="543480" y="306409"/>
                    <a:pt x="543762" y="301636"/>
                  </a:cubicBezTo>
                  <a:cubicBezTo>
                    <a:pt x="543762" y="291353"/>
                    <a:pt x="551006" y="290484"/>
                    <a:pt x="551006" y="290484"/>
                  </a:cubicBezTo>
                  <a:cubicBezTo>
                    <a:pt x="551006" y="290484"/>
                    <a:pt x="549485" y="268758"/>
                    <a:pt x="557744" y="265644"/>
                  </a:cubicBezTo>
                  <a:cubicBezTo>
                    <a:pt x="559439" y="264855"/>
                    <a:pt x="560866" y="263595"/>
                    <a:pt x="561873" y="262023"/>
                  </a:cubicBezTo>
                  <a:cubicBezTo>
                    <a:pt x="566132" y="253297"/>
                    <a:pt x="568060" y="243615"/>
                    <a:pt x="567451" y="233925"/>
                  </a:cubicBezTo>
                  <a:cubicBezTo>
                    <a:pt x="567458" y="222527"/>
                    <a:pt x="569494" y="211222"/>
                    <a:pt x="573464" y="200541"/>
                  </a:cubicBezTo>
                  <a:cubicBezTo>
                    <a:pt x="577231" y="191126"/>
                    <a:pt x="575710" y="178236"/>
                    <a:pt x="581723" y="173094"/>
                  </a:cubicBezTo>
                  <a:cubicBezTo>
                    <a:pt x="587735" y="167952"/>
                    <a:pt x="586938" y="154265"/>
                    <a:pt x="594400" y="151369"/>
                  </a:cubicBezTo>
                  <a:cubicBezTo>
                    <a:pt x="601862" y="148472"/>
                    <a:pt x="607947" y="145358"/>
                    <a:pt x="608889" y="140216"/>
                  </a:cubicBezTo>
                  <a:cubicBezTo>
                    <a:pt x="609831" y="135075"/>
                    <a:pt x="618596" y="128267"/>
                    <a:pt x="618596" y="120519"/>
                  </a:cubicBezTo>
                  <a:cubicBezTo>
                    <a:pt x="618596" y="112770"/>
                    <a:pt x="607367" y="111104"/>
                    <a:pt x="607367" y="101690"/>
                  </a:cubicBezTo>
                  <a:cubicBezTo>
                    <a:pt x="607367" y="92275"/>
                    <a:pt x="610410" y="68233"/>
                    <a:pt x="610410" y="68233"/>
                  </a:cubicBezTo>
                  <a:lnTo>
                    <a:pt x="610845" y="68233"/>
                  </a:lnTo>
                  <a:cubicBezTo>
                    <a:pt x="594762" y="51359"/>
                    <a:pt x="576144" y="33834"/>
                    <a:pt x="571870" y="30575"/>
                  </a:cubicBezTo>
                  <a:cubicBezTo>
                    <a:pt x="565640" y="25795"/>
                    <a:pt x="555136" y="35355"/>
                    <a:pt x="555136" y="35355"/>
                  </a:cubicBezTo>
                  <a:cubicBezTo>
                    <a:pt x="555136" y="35355"/>
                    <a:pt x="544704" y="23406"/>
                    <a:pt x="536373" y="32965"/>
                  </a:cubicBezTo>
                  <a:cubicBezTo>
                    <a:pt x="528042" y="42524"/>
                    <a:pt x="515509" y="32965"/>
                    <a:pt x="515509" y="32965"/>
                  </a:cubicBezTo>
                  <a:cubicBezTo>
                    <a:pt x="508982" y="28077"/>
                    <a:pt x="503961" y="21451"/>
                    <a:pt x="501020" y="13847"/>
                  </a:cubicBezTo>
                  <a:cubicBezTo>
                    <a:pt x="499427" y="9516"/>
                    <a:pt x="496311" y="5910"/>
                    <a:pt x="492254" y="3708"/>
                  </a:cubicBezTo>
                  <a:lnTo>
                    <a:pt x="492761" y="5301"/>
                  </a:lnTo>
                  <a:lnTo>
                    <a:pt x="467769" y="10081"/>
                  </a:lnTo>
                  <a:cubicBezTo>
                    <a:pt x="467769" y="10081"/>
                    <a:pt x="436545" y="-8965"/>
                    <a:pt x="430315" y="5301"/>
                  </a:cubicBezTo>
                  <a:cubicBezTo>
                    <a:pt x="424085" y="19568"/>
                    <a:pt x="417782" y="10081"/>
                    <a:pt x="403221" y="10081"/>
                  </a:cubicBezTo>
                  <a:cubicBezTo>
                    <a:pt x="390580" y="10892"/>
                    <a:pt x="378373" y="14991"/>
                    <a:pt x="367796" y="21957"/>
                  </a:cubicBezTo>
                  <a:cubicBezTo>
                    <a:pt x="359465" y="26737"/>
                    <a:pt x="347005" y="17250"/>
                    <a:pt x="340702" y="21957"/>
                  </a:cubicBezTo>
                  <a:cubicBezTo>
                    <a:pt x="334400" y="26664"/>
                    <a:pt x="330343" y="48173"/>
                    <a:pt x="330343" y="48173"/>
                  </a:cubicBezTo>
                  <a:lnTo>
                    <a:pt x="265796" y="33689"/>
                  </a:lnTo>
                  <a:cubicBezTo>
                    <a:pt x="265796" y="33689"/>
                    <a:pt x="253263" y="11964"/>
                    <a:pt x="238702" y="11964"/>
                  </a:cubicBezTo>
                  <a:cubicBezTo>
                    <a:pt x="224141" y="11964"/>
                    <a:pt x="203277" y="42959"/>
                    <a:pt x="203277" y="42959"/>
                  </a:cubicBezTo>
                  <a:lnTo>
                    <a:pt x="203277" y="68812"/>
                  </a:lnTo>
                  <a:cubicBezTo>
                    <a:pt x="205501" y="82362"/>
                    <a:pt x="203769" y="96266"/>
                    <a:pt x="198278" y="108859"/>
                  </a:cubicBezTo>
                  <a:cubicBezTo>
                    <a:pt x="191976" y="120808"/>
                    <a:pt x="185673" y="125588"/>
                    <a:pt x="185673" y="149486"/>
                  </a:cubicBezTo>
                  <a:cubicBezTo>
                    <a:pt x="185673" y="173384"/>
                    <a:pt x="160680" y="211621"/>
                    <a:pt x="160680" y="230667"/>
                  </a:cubicBezTo>
                  <a:cubicBezTo>
                    <a:pt x="160680" y="249713"/>
                    <a:pt x="131703" y="261734"/>
                    <a:pt x="131703" y="273683"/>
                  </a:cubicBezTo>
                  <a:cubicBezTo>
                    <a:pt x="131703" y="285632"/>
                    <a:pt x="129601" y="311920"/>
                    <a:pt x="129601" y="338208"/>
                  </a:cubicBezTo>
                  <a:cubicBezTo>
                    <a:pt x="129601" y="364495"/>
                    <a:pt x="117069" y="342915"/>
                    <a:pt x="117069" y="366813"/>
                  </a:cubicBezTo>
                  <a:cubicBezTo>
                    <a:pt x="117069" y="390711"/>
                    <a:pt x="106637" y="376372"/>
                    <a:pt x="96205" y="388538"/>
                  </a:cubicBezTo>
                  <a:cubicBezTo>
                    <a:pt x="85773" y="400704"/>
                    <a:pt x="81716" y="403022"/>
                    <a:pt x="81716" y="390928"/>
                  </a:cubicBezTo>
                  <a:cubicBezTo>
                    <a:pt x="81716" y="378834"/>
                    <a:pt x="67227" y="376445"/>
                    <a:pt x="54622" y="388538"/>
                  </a:cubicBezTo>
                  <a:cubicBezTo>
                    <a:pt x="42017" y="400632"/>
                    <a:pt x="37888" y="388538"/>
                    <a:pt x="31658" y="386148"/>
                  </a:cubicBezTo>
                  <a:cubicBezTo>
                    <a:pt x="28180" y="384845"/>
                    <a:pt x="13909" y="394477"/>
                    <a:pt x="0" y="405339"/>
                  </a:cubicBezTo>
                  <a:cubicBezTo>
                    <a:pt x="5339" y="419186"/>
                    <a:pt x="9193" y="433553"/>
                    <a:pt x="11518" y="448211"/>
                  </a:cubicBezTo>
                  <a:cubicBezTo>
                    <a:pt x="11518" y="449442"/>
                    <a:pt x="12025" y="450745"/>
                    <a:pt x="12388" y="452049"/>
                  </a:cubicBezTo>
                  <a:cubicBezTo>
                    <a:pt x="17923" y="446907"/>
                    <a:pt x="24392" y="442881"/>
                    <a:pt x="31440" y="440172"/>
                  </a:cubicBezTo>
                  <a:cubicBezTo>
                    <a:pt x="41945" y="438506"/>
                    <a:pt x="140831" y="440172"/>
                    <a:pt x="140831" y="440172"/>
                  </a:cubicBezTo>
                  <a:cubicBezTo>
                    <a:pt x="145937" y="450224"/>
                    <a:pt x="148009" y="461550"/>
                    <a:pt x="146770" y="472761"/>
                  </a:cubicBezTo>
                  <a:cubicBezTo>
                    <a:pt x="143800" y="488186"/>
                    <a:pt x="152783" y="481306"/>
                    <a:pt x="160318" y="501728"/>
                  </a:cubicBezTo>
                  <a:cubicBezTo>
                    <a:pt x="167852" y="522150"/>
                    <a:pt x="173792" y="530695"/>
                    <a:pt x="188716" y="525698"/>
                  </a:cubicBezTo>
                  <a:cubicBezTo>
                    <a:pt x="203639" y="520701"/>
                    <a:pt x="221677" y="517153"/>
                    <a:pt x="227690" y="518891"/>
                  </a:cubicBezTo>
                  <a:cubicBezTo>
                    <a:pt x="233703" y="520629"/>
                    <a:pt x="232182" y="489924"/>
                    <a:pt x="241165" y="484565"/>
                  </a:cubicBezTo>
                  <a:cubicBezTo>
                    <a:pt x="250148" y="479206"/>
                    <a:pt x="268186" y="484565"/>
                    <a:pt x="268186" y="484565"/>
                  </a:cubicBezTo>
                  <a:cubicBezTo>
                    <a:pt x="268186" y="484565"/>
                    <a:pt x="269635" y="493183"/>
                    <a:pt x="284631" y="493183"/>
                  </a:cubicBezTo>
                  <a:cubicBezTo>
                    <a:pt x="299627" y="493183"/>
                    <a:pt x="307088" y="485941"/>
                    <a:pt x="307088" y="498324"/>
                  </a:cubicBezTo>
                  <a:cubicBezTo>
                    <a:pt x="307088" y="510708"/>
                    <a:pt x="308610" y="524032"/>
                    <a:pt x="313101" y="529174"/>
                  </a:cubicBezTo>
                  <a:cubicBezTo>
                    <a:pt x="317593" y="534316"/>
                    <a:pt x="301076" y="577115"/>
                    <a:pt x="308610" y="583995"/>
                  </a:cubicBezTo>
                  <a:cubicBezTo>
                    <a:pt x="316144" y="590875"/>
                    <a:pt x="326576" y="606227"/>
                    <a:pt x="325055" y="614845"/>
                  </a:cubicBezTo>
                  <a:cubicBezTo>
                    <a:pt x="323533" y="623463"/>
                    <a:pt x="319042" y="643812"/>
                    <a:pt x="325055" y="645695"/>
                  </a:cubicBezTo>
                  <a:cubicBezTo>
                    <a:pt x="331067" y="647578"/>
                    <a:pt x="332299" y="635412"/>
                    <a:pt x="343021" y="635412"/>
                  </a:cubicBezTo>
                  <a:cubicBezTo>
                    <a:pt x="353742" y="635412"/>
                    <a:pt x="362508" y="637077"/>
                    <a:pt x="373012" y="631936"/>
                  </a:cubicBezTo>
                  <a:cubicBezTo>
                    <a:pt x="375924" y="630495"/>
                    <a:pt x="379373" y="630661"/>
                    <a:pt x="382140" y="632370"/>
                  </a:cubicBezTo>
                  <a:cubicBezTo>
                    <a:pt x="385871" y="634854"/>
                    <a:pt x="388914" y="638243"/>
                    <a:pt x="390978" y="642219"/>
                  </a:cubicBezTo>
                  <a:cubicBezTo>
                    <a:pt x="390978" y="642219"/>
                    <a:pt x="393949" y="654240"/>
                    <a:pt x="399961" y="650837"/>
                  </a:cubicBezTo>
                  <a:cubicBezTo>
                    <a:pt x="405974" y="647433"/>
                    <a:pt x="422419" y="642219"/>
                    <a:pt x="420970" y="649099"/>
                  </a:cubicBezTo>
                  <a:cubicBezTo>
                    <a:pt x="419521" y="655978"/>
                    <a:pt x="425461" y="671404"/>
                    <a:pt x="431402" y="667928"/>
                  </a:cubicBezTo>
                  <a:cubicBezTo>
                    <a:pt x="437342" y="664451"/>
                    <a:pt x="452410" y="678211"/>
                    <a:pt x="459872" y="678211"/>
                  </a:cubicBezTo>
                  <a:cubicBezTo>
                    <a:pt x="467334" y="678211"/>
                    <a:pt x="474868" y="678211"/>
                    <a:pt x="474868" y="673069"/>
                  </a:cubicBezTo>
                  <a:cubicBezTo>
                    <a:pt x="474868" y="667928"/>
                    <a:pt x="483851" y="659382"/>
                    <a:pt x="486894" y="666262"/>
                  </a:cubicBezTo>
                  <a:cubicBezTo>
                    <a:pt x="489937" y="673142"/>
                    <a:pt x="497325" y="688494"/>
                    <a:pt x="504860" y="688494"/>
                  </a:cubicBezTo>
                  <a:cubicBezTo>
                    <a:pt x="512394" y="688494"/>
                    <a:pt x="530287" y="688494"/>
                    <a:pt x="530287" y="695736"/>
                  </a:cubicBezTo>
                  <a:cubicBezTo>
                    <a:pt x="531468" y="707663"/>
                    <a:pt x="536163" y="718982"/>
                    <a:pt x="543762" y="728252"/>
                  </a:cubicBezTo>
                  <a:cubicBezTo>
                    <a:pt x="551006" y="735493"/>
                    <a:pt x="567741" y="728252"/>
                    <a:pt x="567741" y="728252"/>
                  </a:cubicBezTo>
                  <a:cubicBezTo>
                    <a:pt x="572051" y="723646"/>
                    <a:pt x="574232" y="717447"/>
                    <a:pt x="573753" y="711161"/>
                  </a:cubicBezTo>
                  <a:cubicBezTo>
                    <a:pt x="573753" y="699140"/>
                    <a:pt x="573753" y="683715"/>
                    <a:pt x="569262" y="683715"/>
                  </a:cubicBezTo>
                  <a:cubicBezTo>
                    <a:pt x="564771" y="683715"/>
                    <a:pt x="557237" y="695736"/>
                    <a:pt x="546805" y="692333"/>
                  </a:cubicBezTo>
                  <a:cubicBezTo>
                    <a:pt x="536373" y="688929"/>
                    <a:pt x="528839" y="664886"/>
                    <a:pt x="524275" y="661482"/>
                  </a:cubicBezTo>
                  <a:cubicBezTo>
                    <a:pt x="519711" y="658078"/>
                    <a:pt x="531519" y="635774"/>
                    <a:pt x="531519" y="625273"/>
                  </a:cubicBezTo>
                  <a:cubicBezTo>
                    <a:pt x="531519" y="614773"/>
                    <a:pt x="538764" y="585878"/>
                    <a:pt x="533040" y="582402"/>
                  </a:cubicBezTo>
                  <a:cubicBezTo>
                    <a:pt x="527317" y="578925"/>
                    <a:pt x="529998" y="568715"/>
                    <a:pt x="537532" y="561835"/>
                  </a:cubicBezTo>
                  <a:cubicBezTo>
                    <a:pt x="545066" y="554955"/>
                    <a:pt x="534489" y="536126"/>
                    <a:pt x="546515" y="536126"/>
                  </a:cubicBezTo>
                  <a:cubicBezTo>
                    <a:pt x="558540" y="536126"/>
                    <a:pt x="580636" y="537575"/>
                    <a:pt x="587156" y="528885"/>
                  </a:cubicBezTo>
                  <a:cubicBezTo>
                    <a:pt x="587648" y="528378"/>
                    <a:pt x="588090" y="527820"/>
                    <a:pt x="588460" y="527219"/>
                  </a:cubicBezTo>
                  <a:cubicBezTo>
                    <a:pt x="589257" y="525336"/>
                    <a:pt x="589981" y="523308"/>
                    <a:pt x="590633" y="521281"/>
                  </a:cubicBezTo>
                  <a:cubicBezTo>
                    <a:pt x="583172" y="507087"/>
                    <a:pt x="575492" y="487823"/>
                    <a:pt x="566292" y="4820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4" name="Freeform 321">
              <a:extLst>
                <a:ext uri="{FF2B5EF4-FFF2-40B4-BE49-F238E27FC236}">
                  <a16:creationId xmlns:a16="http://schemas.microsoft.com/office/drawing/2014/main" id="{AFA026C2-8B4F-11F3-F77F-2D03C822D870}"/>
                </a:ext>
              </a:extLst>
            </p:cNvPr>
            <p:cNvSpPr/>
            <p:nvPr/>
          </p:nvSpPr>
          <p:spPr>
            <a:xfrm>
              <a:off x="6686241" y="4527035"/>
              <a:ext cx="54333" cy="81471"/>
            </a:xfrm>
            <a:custGeom>
              <a:avLst/>
              <a:gdLst>
                <a:gd name="connsiteX0" fmla="*/ 3767 w 54332"/>
                <a:gd name="connsiteY0" fmla="*/ 40988 h 81470"/>
                <a:gd name="connsiteX1" fmla="*/ 12171 w 54332"/>
                <a:gd name="connsiteY1" fmla="*/ 81470 h 81470"/>
                <a:gd name="connsiteX2" fmla="*/ 26660 w 54332"/>
                <a:gd name="connsiteY2" fmla="*/ 71694 h 81470"/>
                <a:gd name="connsiteX3" fmla="*/ 54333 w 54332"/>
                <a:gd name="connsiteY3" fmla="*/ 26215 h 81470"/>
                <a:gd name="connsiteX4" fmla="*/ 45712 w 54332"/>
                <a:gd name="connsiteY4" fmla="*/ 20277 h 81470"/>
                <a:gd name="connsiteX5" fmla="*/ 44336 w 54332"/>
                <a:gd name="connsiteY5" fmla="*/ 0 h 81470"/>
                <a:gd name="connsiteX6" fmla="*/ 28398 w 54332"/>
                <a:gd name="connsiteY6" fmla="*/ 507 h 81470"/>
                <a:gd name="connsiteX7" fmla="*/ 11157 w 54332"/>
                <a:gd name="connsiteY7" fmla="*/ 12384 h 81470"/>
                <a:gd name="connsiteX8" fmla="*/ 0 w 54332"/>
                <a:gd name="connsiteY8" fmla="*/ 11152 h 81470"/>
                <a:gd name="connsiteX9" fmla="*/ 2174 w 54332"/>
                <a:gd name="connsiteY9" fmla="*/ 11949 h 8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4332" h="81470">
                  <a:moveTo>
                    <a:pt x="3767" y="40988"/>
                  </a:moveTo>
                  <a:cubicBezTo>
                    <a:pt x="7462" y="54277"/>
                    <a:pt x="10273" y="67805"/>
                    <a:pt x="12171" y="81470"/>
                  </a:cubicBezTo>
                  <a:cubicBezTo>
                    <a:pt x="16771" y="77886"/>
                    <a:pt x="21617" y="74620"/>
                    <a:pt x="26660" y="71694"/>
                  </a:cubicBezTo>
                  <a:cubicBezTo>
                    <a:pt x="35353" y="67711"/>
                    <a:pt x="54333" y="26215"/>
                    <a:pt x="54333" y="26215"/>
                  </a:cubicBezTo>
                  <a:lnTo>
                    <a:pt x="45712" y="20277"/>
                  </a:lnTo>
                  <a:cubicBezTo>
                    <a:pt x="46190" y="13484"/>
                    <a:pt x="45727" y="6662"/>
                    <a:pt x="44336" y="0"/>
                  </a:cubicBezTo>
                  <a:cubicBezTo>
                    <a:pt x="39047" y="608"/>
                    <a:pt x="33716" y="782"/>
                    <a:pt x="28398" y="507"/>
                  </a:cubicBezTo>
                  <a:cubicBezTo>
                    <a:pt x="28398" y="507"/>
                    <a:pt x="30137" y="16294"/>
                    <a:pt x="11157" y="12384"/>
                  </a:cubicBezTo>
                  <a:cubicBezTo>
                    <a:pt x="7477" y="11695"/>
                    <a:pt x="3746" y="11283"/>
                    <a:pt x="0" y="11152"/>
                  </a:cubicBezTo>
                  <a:cubicBezTo>
                    <a:pt x="696" y="11486"/>
                    <a:pt x="1427" y="11753"/>
                    <a:pt x="2174" y="119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5" name="Freeform 322">
              <a:extLst>
                <a:ext uri="{FF2B5EF4-FFF2-40B4-BE49-F238E27FC236}">
                  <a16:creationId xmlns:a16="http://schemas.microsoft.com/office/drawing/2014/main" id="{C6B22624-756A-065C-4C16-D32A44F53A2F}"/>
                </a:ext>
              </a:extLst>
            </p:cNvPr>
            <p:cNvSpPr/>
            <p:nvPr/>
          </p:nvSpPr>
          <p:spPr>
            <a:xfrm>
              <a:off x="6720144" y="4865012"/>
              <a:ext cx="338093" cy="642425"/>
            </a:xfrm>
            <a:custGeom>
              <a:avLst/>
              <a:gdLst>
                <a:gd name="connsiteX0" fmla="*/ 285138 w 338094"/>
                <a:gd name="connsiteY0" fmla="*/ 214213 h 642421"/>
                <a:gd name="connsiteX1" fmla="*/ 302090 w 338094"/>
                <a:gd name="connsiteY1" fmla="*/ 191764 h 642421"/>
                <a:gd name="connsiteX2" fmla="*/ 313971 w 338094"/>
                <a:gd name="connsiteY2" fmla="*/ 186187 h 642421"/>
                <a:gd name="connsiteX3" fmla="*/ 317086 w 338094"/>
                <a:gd name="connsiteY3" fmla="*/ 169169 h 642421"/>
                <a:gd name="connsiteX4" fmla="*/ 338094 w 338094"/>
                <a:gd name="connsiteY4" fmla="*/ 144909 h 642421"/>
                <a:gd name="connsiteX5" fmla="*/ 335414 w 338094"/>
                <a:gd name="connsiteY5" fmla="*/ 131656 h 642421"/>
                <a:gd name="connsiteX6" fmla="*/ 318390 w 338094"/>
                <a:gd name="connsiteY6" fmla="*/ 30271 h 642421"/>
                <a:gd name="connsiteX7" fmla="*/ 312522 w 338094"/>
                <a:gd name="connsiteY7" fmla="*/ 0 h 642421"/>
                <a:gd name="connsiteX8" fmla="*/ 309769 w 338094"/>
                <a:gd name="connsiteY8" fmla="*/ 2752 h 642421"/>
                <a:gd name="connsiteX9" fmla="*/ 285790 w 338094"/>
                <a:gd name="connsiteY9" fmla="*/ 9994 h 642421"/>
                <a:gd name="connsiteX10" fmla="*/ 265868 w 338094"/>
                <a:gd name="connsiteY10" fmla="*/ 8835 h 642421"/>
                <a:gd name="connsiteX11" fmla="*/ 254857 w 338094"/>
                <a:gd name="connsiteY11" fmla="*/ 23319 h 642421"/>
                <a:gd name="connsiteX12" fmla="*/ 234862 w 338094"/>
                <a:gd name="connsiteY12" fmla="*/ 25636 h 642421"/>
                <a:gd name="connsiteX13" fmla="*/ 205885 w 338094"/>
                <a:gd name="connsiteY13" fmla="*/ 30199 h 642421"/>
                <a:gd name="connsiteX14" fmla="*/ 194873 w 338094"/>
                <a:gd name="connsiteY14" fmla="*/ 18829 h 642421"/>
                <a:gd name="connsiteX15" fmla="*/ 174879 w 338094"/>
                <a:gd name="connsiteY15" fmla="*/ 23319 h 642421"/>
                <a:gd name="connsiteX16" fmla="*/ 155754 w 338094"/>
                <a:gd name="connsiteY16" fmla="*/ 21074 h 642421"/>
                <a:gd name="connsiteX17" fmla="*/ 153943 w 338094"/>
                <a:gd name="connsiteY17" fmla="*/ 34471 h 642421"/>
                <a:gd name="connsiteX18" fmla="*/ 168432 w 338094"/>
                <a:gd name="connsiteY18" fmla="*/ 116231 h 642421"/>
                <a:gd name="connsiteX19" fmla="*/ 188860 w 338094"/>
                <a:gd name="connsiteY19" fmla="*/ 138753 h 642421"/>
                <a:gd name="connsiteX20" fmla="*/ 189875 w 338094"/>
                <a:gd name="connsiteY20" fmla="*/ 177569 h 642421"/>
                <a:gd name="connsiteX21" fmla="*/ 170894 w 338094"/>
                <a:gd name="connsiteY21" fmla="*/ 202698 h 642421"/>
                <a:gd name="connsiteX22" fmla="*/ 167924 w 338094"/>
                <a:gd name="connsiteY22" fmla="*/ 238111 h 642421"/>
                <a:gd name="connsiteX23" fmla="*/ 136918 w 338094"/>
                <a:gd name="connsiteY23" fmla="*/ 191257 h 642421"/>
                <a:gd name="connsiteX24" fmla="*/ 144163 w 338094"/>
                <a:gd name="connsiteY24" fmla="*/ 140998 h 642421"/>
                <a:gd name="connsiteX25" fmla="*/ 117214 w 338094"/>
                <a:gd name="connsiteY25" fmla="*/ 136436 h 642421"/>
                <a:gd name="connsiteX26" fmla="*/ 94177 w 338094"/>
                <a:gd name="connsiteY26" fmla="*/ 118186 h 642421"/>
                <a:gd name="connsiteX27" fmla="*/ 0 w 338094"/>
                <a:gd name="connsiteY27" fmla="*/ 157003 h 642421"/>
                <a:gd name="connsiteX28" fmla="*/ 7244 w 338094"/>
                <a:gd name="connsiteY28" fmla="*/ 185608 h 642421"/>
                <a:gd name="connsiteX29" fmla="*/ 5288 w 338094"/>
                <a:gd name="connsiteY29" fmla="*/ 185608 h 642421"/>
                <a:gd name="connsiteX30" fmla="*/ 10214 w 338094"/>
                <a:gd name="connsiteY30" fmla="*/ 198136 h 642421"/>
                <a:gd name="connsiteX31" fmla="*/ 53681 w 338094"/>
                <a:gd name="connsiteY31" fmla="*/ 210158 h 642421"/>
                <a:gd name="connsiteX32" fmla="*/ 92655 w 338094"/>
                <a:gd name="connsiteY32" fmla="*/ 225583 h 642421"/>
                <a:gd name="connsiteX33" fmla="*/ 94104 w 338094"/>
                <a:gd name="connsiteY33" fmla="*/ 285545 h 642421"/>
                <a:gd name="connsiteX34" fmla="*/ 85121 w 338094"/>
                <a:gd name="connsiteY34" fmla="*/ 319799 h 642421"/>
                <a:gd name="connsiteX35" fmla="*/ 95625 w 338094"/>
                <a:gd name="connsiteY35" fmla="*/ 348766 h 642421"/>
                <a:gd name="connsiteX36" fmla="*/ 77659 w 338094"/>
                <a:gd name="connsiteY36" fmla="*/ 377733 h 642421"/>
                <a:gd name="connsiteX37" fmla="*/ 68676 w 338094"/>
                <a:gd name="connsiteY37" fmla="*/ 415391 h 642421"/>
                <a:gd name="connsiteX38" fmla="*/ 34411 w 338094"/>
                <a:gd name="connsiteY38" fmla="*/ 454424 h 642421"/>
                <a:gd name="connsiteX39" fmla="*/ 35715 w 338094"/>
                <a:gd name="connsiteY39" fmla="*/ 455655 h 642421"/>
                <a:gd name="connsiteX40" fmla="*/ 56651 w 338094"/>
                <a:gd name="connsiteY40" fmla="*/ 527639 h 642421"/>
                <a:gd name="connsiteX41" fmla="*/ 59694 w 338094"/>
                <a:gd name="connsiteY41" fmla="*/ 597884 h 642421"/>
                <a:gd name="connsiteX42" fmla="*/ 63460 w 338094"/>
                <a:gd name="connsiteY42" fmla="*/ 642422 h 642421"/>
                <a:gd name="connsiteX43" fmla="*/ 88598 w 338094"/>
                <a:gd name="connsiteY43" fmla="*/ 640249 h 642421"/>
                <a:gd name="connsiteX44" fmla="*/ 90192 w 338094"/>
                <a:gd name="connsiteY44" fmla="*/ 621058 h 642421"/>
                <a:gd name="connsiteX45" fmla="*/ 76645 w 338094"/>
                <a:gd name="connsiteY45" fmla="*/ 606213 h 642421"/>
                <a:gd name="connsiteX46" fmla="*/ 129601 w 338094"/>
                <a:gd name="connsiteY46" fmla="*/ 561675 h 642421"/>
                <a:gd name="connsiteX47" fmla="*/ 172054 w 338094"/>
                <a:gd name="connsiteY47" fmla="*/ 531332 h 642421"/>
                <a:gd name="connsiteX48" fmla="*/ 173430 w 338094"/>
                <a:gd name="connsiteY48" fmla="*/ 505407 h 642421"/>
                <a:gd name="connsiteX49" fmla="*/ 156189 w 338094"/>
                <a:gd name="connsiteY49" fmla="*/ 476439 h 642421"/>
                <a:gd name="connsiteX50" fmla="*/ 153291 w 338094"/>
                <a:gd name="connsiteY50" fmla="*/ 378023 h 642421"/>
                <a:gd name="connsiteX51" fmla="*/ 153291 w 338094"/>
                <a:gd name="connsiteY51" fmla="*/ 377371 h 642421"/>
                <a:gd name="connsiteX52" fmla="*/ 158796 w 338094"/>
                <a:gd name="connsiteY52" fmla="*/ 348404 h 642421"/>
                <a:gd name="connsiteX53" fmla="*/ 160318 w 338094"/>
                <a:gd name="connsiteY53" fmla="*/ 348404 h 642421"/>
                <a:gd name="connsiteX54" fmla="*/ 189295 w 338094"/>
                <a:gd name="connsiteY54" fmla="*/ 302780 h 642421"/>
                <a:gd name="connsiteX55" fmla="*/ 200741 w 338094"/>
                <a:gd name="connsiteY55" fmla="*/ 295539 h 642421"/>
                <a:gd name="connsiteX56" fmla="*/ 205667 w 338094"/>
                <a:gd name="connsiteY56" fmla="*/ 272944 h 642421"/>
                <a:gd name="connsiteX57" fmla="*/ 227400 w 338094"/>
                <a:gd name="connsiteY57" fmla="*/ 255709 h 642421"/>
                <a:gd name="connsiteX58" fmla="*/ 241889 w 338094"/>
                <a:gd name="connsiteY58" fmla="*/ 255057 h 642421"/>
                <a:gd name="connsiteX59" fmla="*/ 247540 w 338094"/>
                <a:gd name="connsiteY59" fmla="*/ 255926 h 642421"/>
                <a:gd name="connsiteX60" fmla="*/ 286877 w 338094"/>
                <a:gd name="connsiteY60" fmla="*/ 239270 h 642421"/>
                <a:gd name="connsiteX61" fmla="*/ 285138 w 338094"/>
                <a:gd name="connsiteY61" fmla="*/ 214213 h 6424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38094" h="642421">
                  <a:moveTo>
                    <a:pt x="285138" y="214213"/>
                  </a:moveTo>
                  <a:cubicBezTo>
                    <a:pt x="287811" y="204893"/>
                    <a:pt x="293853" y="196890"/>
                    <a:pt x="302090" y="191764"/>
                  </a:cubicBezTo>
                  <a:cubicBezTo>
                    <a:pt x="305842" y="189482"/>
                    <a:pt x="309820" y="187614"/>
                    <a:pt x="313971" y="186187"/>
                  </a:cubicBezTo>
                  <a:cubicBezTo>
                    <a:pt x="315057" y="180538"/>
                    <a:pt x="316072" y="174890"/>
                    <a:pt x="317086" y="169169"/>
                  </a:cubicBezTo>
                  <a:cubicBezTo>
                    <a:pt x="319411" y="157988"/>
                    <a:pt x="327358" y="148812"/>
                    <a:pt x="338094" y="144909"/>
                  </a:cubicBezTo>
                  <a:cubicBezTo>
                    <a:pt x="336450" y="140680"/>
                    <a:pt x="335537" y="136197"/>
                    <a:pt x="335414" y="131656"/>
                  </a:cubicBezTo>
                  <a:cubicBezTo>
                    <a:pt x="334255" y="96823"/>
                    <a:pt x="325562" y="63873"/>
                    <a:pt x="318390" y="30271"/>
                  </a:cubicBezTo>
                  <a:cubicBezTo>
                    <a:pt x="316216" y="20277"/>
                    <a:pt x="314478" y="10066"/>
                    <a:pt x="312522" y="0"/>
                  </a:cubicBezTo>
                  <a:cubicBezTo>
                    <a:pt x="311442" y="739"/>
                    <a:pt x="310508" y="1673"/>
                    <a:pt x="309769" y="2752"/>
                  </a:cubicBezTo>
                  <a:cubicBezTo>
                    <a:pt x="306799" y="9994"/>
                    <a:pt x="293831" y="1666"/>
                    <a:pt x="285790" y="9994"/>
                  </a:cubicBezTo>
                  <a:cubicBezTo>
                    <a:pt x="277749" y="18322"/>
                    <a:pt x="272823" y="11153"/>
                    <a:pt x="265868" y="8835"/>
                  </a:cubicBezTo>
                  <a:cubicBezTo>
                    <a:pt x="258914" y="6518"/>
                    <a:pt x="255871" y="16874"/>
                    <a:pt x="254857" y="23319"/>
                  </a:cubicBezTo>
                  <a:cubicBezTo>
                    <a:pt x="253842" y="29764"/>
                    <a:pt x="239861" y="26795"/>
                    <a:pt x="234862" y="25636"/>
                  </a:cubicBezTo>
                  <a:cubicBezTo>
                    <a:pt x="229864" y="24477"/>
                    <a:pt x="213926" y="30199"/>
                    <a:pt x="205885" y="30199"/>
                  </a:cubicBezTo>
                  <a:cubicBezTo>
                    <a:pt x="197844" y="30199"/>
                    <a:pt x="203856" y="22232"/>
                    <a:pt x="194873" y="18829"/>
                  </a:cubicBezTo>
                  <a:cubicBezTo>
                    <a:pt x="185890" y="15425"/>
                    <a:pt x="179877" y="23319"/>
                    <a:pt x="174879" y="23319"/>
                  </a:cubicBezTo>
                  <a:cubicBezTo>
                    <a:pt x="171836" y="23319"/>
                    <a:pt x="162564" y="22087"/>
                    <a:pt x="155754" y="21074"/>
                  </a:cubicBezTo>
                  <a:cubicBezTo>
                    <a:pt x="155776" y="25600"/>
                    <a:pt x="155167" y="30112"/>
                    <a:pt x="153943" y="34471"/>
                  </a:cubicBezTo>
                  <a:cubicBezTo>
                    <a:pt x="147423" y="53879"/>
                    <a:pt x="167417" y="97692"/>
                    <a:pt x="168432" y="116231"/>
                  </a:cubicBezTo>
                  <a:cubicBezTo>
                    <a:pt x="175777" y="123234"/>
                    <a:pt x="182601" y="130766"/>
                    <a:pt x="188860" y="138753"/>
                  </a:cubicBezTo>
                  <a:cubicBezTo>
                    <a:pt x="197844" y="151354"/>
                    <a:pt x="188860" y="150123"/>
                    <a:pt x="189875" y="177569"/>
                  </a:cubicBezTo>
                  <a:cubicBezTo>
                    <a:pt x="190889" y="205016"/>
                    <a:pt x="179877" y="193574"/>
                    <a:pt x="170894" y="202698"/>
                  </a:cubicBezTo>
                  <a:cubicBezTo>
                    <a:pt x="161911" y="211823"/>
                    <a:pt x="169880" y="232390"/>
                    <a:pt x="167924" y="238111"/>
                  </a:cubicBezTo>
                  <a:cubicBezTo>
                    <a:pt x="165968" y="243832"/>
                    <a:pt x="138947" y="198136"/>
                    <a:pt x="136918" y="191257"/>
                  </a:cubicBezTo>
                  <a:cubicBezTo>
                    <a:pt x="134890" y="184377"/>
                    <a:pt x="146916" y="157003"/>
                    <a:pt x="144163" y="140998"/>
                  </a:cubicBezTo>
                  <a:cubicBezTo>
                    <a:pt x="141410" y="124994"/>
                    <a:pt x="123226" y="135277"/>
                    <a:pt x="117214" y="136436"/>
                  </a:cubicBezTo>
                  <a:cubicBezTo>
                    <a:pt x="111201" y="137595"/>
                    <a:pt x="97219" y="118186"/>
                    <a:pt x="94177" y="118186"/>
                  </a:cubicBezTo>
                  <a:cubicBezTo>
                    <a:pt x="91134" y="118186"/>
                    <a:pt x="0" y="157003"/>
                    <a:pt x="0" y="157003"/>
                  </a:cubicBezTo>
                  <a:lnTo>
                    <a:pt x="7244" y="185608"/>
                  </a:lnTo>
                  <a:lnTo>
                    <a:pt x="5288" y="185608"/>
                  </a:lnTo>
                  <a:lnTo>
                    <a:pt x="10214" y="198136"/>
                  </a:lnTo>
                  <a:cubicBezTo>
                    <a:pt x="10214" y="198136"/>
                    <a:pt x="40206" y="199874"/>
                    <a:pt x="53681" y="210158"/>
                  </a:cubicBezTo>
                  <a:cubicBezTo>
                    <a:pt x="67155" y="220441"/>
                    <a:pt x="88164" y="222107"/>
                    <a:pt x="92655" y="225583"/>
                  </a:cubicBezTo>
                  <a:cubicBezTo>
                    <a:pt x="97147" y="229059"/>
                    <a:pt x="92655" y="266716"/>
                    <a:pt x="94104" y="285545"/>
                  </a:cubicBezTo>
                  <a:cubicBezTo>
                    <a:pt x="95553" y="304374"/>
                    <a:pt x="76138" y="309515"/>
                    <a:pt x="85121" y="319799"/>
                  </a:cubicBezTo>
                  <a:cubicBezTo>
                    <a:pt x="94104" y="330082"/>
                    <a:pt x="89613" y="347245"/>
                    <a:pt x="95625" y="348766"/>
                  </a:cubicBezTo>
                  <a:cubicBezTo>
                    <a:pt x="101638" y="350287"/>
                    <a:pt x="85121" y="372737"/>
                    <a:pt x="77659" y="377733"/>
                  </a:cubicBezTo>
                  <a:cubicBezTo>
                    <a:pt x="70198" y="382730"/>
                    <a:pt x="77659" y="401704"/>
                    <a:pt x="68676" y="415391"/>
                  </a:cubicBezTo>
                  <a:cubicBezTo>
                    <a:pt x="62881" y="424226"/>
                    <a:pt x="46147" y="441389"/>
                    <a:pt x="34411" y="454424"/>
                  </a:cubicBezTo>
                  <a:cubicBezTo>
                    <a:pt x="34954" y="454699"/>
                    <a:pt x="35410" y="455127"/>
                    <a:pt x="35715" y="455655"/>
                  </a:cubicBezTo>
                  <a:cubicBezTo>
                    <a:pt x="38685" y="461666"/>
                    <a:pt x="47668" y="521628"/>
                    <a:pt x="56651" y="527639"/>
                  </a:cubicBezTo>
                  <a:cubicBezTo>
                    <a:pt x="65634" y="533649"/>
                    <a:pt x="60418" y="592815"/>
                    <a:pt x="59694" y="597884"/>
                  </a:cubicBezTo>
                  <a:cubicBezTo>
                    <a:pt x="58969" y="602954"/>
                    <a:pt x="63460" y="642422"/>
                    <a:pt x="63460" y="642422"/>
                  </a:cubicBezTo>
                  <a:cubicBezTo>
                    <a:pt x="71770" y="641039"/>
                    <a:pt x="80173" y="640314"/>
                    <a:pt x="88598" y="640249"/>
                  </a:cubicBezTo>
                  <a:cubicBezTo>
                    <a:pt x="89395" y="632428"/>
                    <a:pt x="89902" y="625766"/>
                    <a:pt x="90192" y="621058"/>
                  </a:cubicBezTo>
                  <a:cubicBezTo>
                    <a:pt x="91134" y="602737"/>
                    <a:pt x="80195" y="617582"/>
                    <a:pt x="76645" y="606213"/>
                  </a:cubicBezTo>
                  <a:cubicBezTo>
                    <a:pt x="73095" y="594843"/>
                    <a:pt x="101131" y="573624"/>
                    <a:pt x="129601" y="561675"/>
                  </a:cubicBezTo>
                  <a:cubicBezTo>
                    <a:pt x="158072" y="549727"/>
                    <a:pt x="169011" y="542774"/>
                    <a:pt x="172054" y="531332"/>
                  </a:cubicBezTo>
                  <a:cubicBezTo>
                    <a:pt x="173350" y="522758"/>
                    <a:pt x="173814" y="514075"/>
                    <a:pt x="173430" y="505407"/>
                  </a:cubicBezTo>
                  <a:cubicBezTo>
                    <a:pt x="163549" y="498903"/>
                    <a:pt x="157195" y="488229"/>
                    <a:pt x="156189" y="476439"/>
                  </a:cubicBezTo>
                  <a:cubicBezTo>
                    <a:pt x="152638" y="445662"/>
                    <a:pt x="148944" y="410611"/>
                    <a:pt x="153291" y="378023"/>
                  </a:cubicBezTo>
                  <a:lnTo>
                    <a:pt x="153291" y="377371"/>
                  </a:lnTo>
                  <a:cubicBezTo>
                    <a:pt x="149306" y="361367"/>
                    <a:pt x="150321" y="348404"/>
                    <a:pt x="158796" y="348404"/>
                  </a:cubicBezTo>
                  <a:cubicBezTo>
                    <a:pt x="159304" y="348447"/>
                    <a:pt x="159811" y="348447"/>
                    <a:pt x="160318" y="348404"/>
                  </a:cubicBezTo>
                  <a:cubicBezTo>
                    <a:pt x="165925" y="330973"/>
                    <a:pt x="175901" y="315265"/>
                    <a:pt x="189295" y="302780"/>
                  </a:cubicBezTo>
                  <a:cubicBezTo>
                    <a:pt x="192664" y="299724"/>
                    <a:pt x="196540" y="297276"/>
                    <a:pt x="200741" y="295539"/>
                  </a:cubicBezTo>
                  <a:cubicBezTo>
                    <a:pt x="200220" y="287696"/>
                    <a:pt x="201929" y="279860"/>
                    <a:pt x="205667" y="272944"/>
                  </a:cubicBezTo>
                  <a:cubicBezTo>
                    <a:pt x="210456" y="264645"/>
                    <a:pt x="218229" y="258482"/>
                    <a:pt x="227400" y="255709"/>
                  </a:cubicBezTo>
                  <a:cubicBezTo>
                    <a:pt x="232073" y="254152"/>
                    <a:pt x="237093" y="253927"/>
                    <a:pt x="241889" y="255057"/>
                  </a:cubicBezTo>
                  <a:cubicBezTo>
                    <a:pt x="243802" y="255122"/>
                    <a:pt x="245700" y="255412"/>
                    <a:pt x="247540" y="255926"/>
                  </a:cubicBezTo>
                  <a:cubicBezTo>
                    <a:pt x="260116" y="249191"/>
                    <a:pt x="273286" y="243615"/>
                    <a:pt x="286877" y="239270"/>
                  </a:cubicBezTo>
                  <a:cubicBezTo>
                    <a:pt x="283617" y="231318"/>
                    <a:pt x="283008" y="222534"/>
                    <a:pt x="285138" y="21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6" name="Freeform 323">
              <a:extLst>
                <a:ext uri="{FF2B5EF4-FFF2-40B4-BE49-F238E27FC236}">
                  <a16:creationId xmlns:a16="http://schemas.microsoft.com/office/drawing/2014/main" id="{31BA31AF-45C4-2B95-01DD-877997750A9C}"/>
                </a:ext>
              </a:extLst>
            </p:cNvPr>
            <p:cNvSpPr/>
            <p:nvPr/>
          </p:nvSpPr>
          <p:spPr>
            <a:xfrm>
              <a:off x="6698267" y="4469099"/>
              <a:ext cx="334542" cy="425749"/>
            </a:xfrm>
            <a:custGeom>
              <a:avLst/>
              <a:gdLst>
                <a:gd name="connsiteX0" fmla="*/ 315637 w 334544"/>
                <a:gd name="connsiteY0" fmla="*/ 333993 h 425746"/>
                <a:gd name="connsiteX1" fmla="*/ 330894 w 334544"/>
                <a:gd name="connsiteY1" fmla="*/ 282967 h 425746"/>
                <a:gd name="connsiteX2" fmla="*/ 331502 w 334544"/>
                <a:gd name="connsiteY2" fmla="*/ 282648 h 425746"/>
                <a:gd name="connsiteX3" fmla="*/ 327663 w 334544"/>
                <a:gd name="connsiteY3" fmla="*/ 270120 h 425746"/>
                <a:gd name="connsiteX4" fmla="*/ 325562 w 334544"/>
                <a:gd name="connsiteY4" fmla="*/ 261574 h 425746"/>
                <a:gd name="connsiteX5" fmla="*/ 300786 w 334544"/>
                <a:gd name="connsiteY5" fmla="*/ 227538 h 425746"/>
                <a:gd name="connsiteX6" fmla="*/ 322519 w 334544"/>
                <a:gd name="connsiteY6" fmla="*/ 143533 h 425746"/>
                <a:gd name="connsiteX7" fmla="*/ 273620 w 334544"/>
                <a:gd name="connsiteY7" fmla="*/ 103630 h 425746"/>
                <a:gd name="connsiteX8" fmla="*/ 275286 w 334544"/>
                <a:gd name="connsiteY8" fmla="*/ 79877 h 425746"/>
                <a:gd name="connsiteX9" fmla="*/ 147713 w 334544"/>
                <a:gd name="connsiteY9" fmla="*/ 2390 h 425746"/>
                <a:gd name="connsiteX10" fmla="*/ 131413 w 334544"/>
                <a:gd name="connsiteY10" fmla="*/ 38599 h 425746"/>
                <a:gd name="connsiteX11" fmla="*/ 133659 w 334544"/>
                <a:gd name="connsiteY11" fmla="*/ 62642 h 425746"/>
                <a:gd name="connsiteX12" fmla="*/ 78964 w 334544"/>
                <a:gd name="connsiteY12" fmla="*/ 59166 h 425746"/>
                <a:gd name="connsiteX13" fmla="*/ 78964 w 334544"/>
                <a:gd name="connsiteY13" fmla="*/ 0 h 425746"/>
                <a:gd name="connsiteX14" fmla="*/ 50783 w 334544"/>
                <a:gd name="connsiteY14" fmla="*/ 2607 h 425746"/>
                <a:gd name="connsiteX15" fmla="*/ 34918 w 334544"/>
                <a:gd name="connsiteY15" fmla="*/ 7459 h 425746"/>
                <a:gd name="connsiteX16" fmla="*/ 40424 w 334544"/>
                <a:gd name="connsiteY16" fmla="*/ 24405 h 425746"/>
                <a:gd name="connsiteX17" fmla="*/ 45639 w 334544"/>
                <a:gd name="connsiteY17" fmla="*/ 50113 h 425746"/>
                <a:gd name="connsiteX18" fmla="*/ 32165 w 334544"/>
                <a:gd name="connsiteY18" fmla="*/ 57355 h 425746"/>
                <a:gd name="connsiteX19" fmla="*/ 33541 w 334544"/>
                <a:gd name="connsiteY19" fmla="*/ 77632 h 425746"/>
                <a:gd name="connsiteX20" fmla="*/ 42162 w 334544"/>
                <a:gd name="connsiteY20" fmla="*/ 83570 h 425746"/>
                <a:gd name="connsiteX21" fmla="*/ 14489 w 334544"/>
                <a:gd name="connsiteY21" fmla="*/ 129049 h 425746"/>
                <a:gd name="connsiteX22" fmla="*/ 0 w 334544"/>
                <a:gd name="connsiteY22" fmla="*/ 138826 h 425746"/>
                <a:gd name="connsiteX23" fmla="*/ 20646 w 334544"/>
                <a:gd name="connsiteY23" fmla="*/ 212403 h 425746"/>
                <a:gd name="connsiteX24" fmla="*/ 38613 w 334544"/>
                <a:gd name="connsiteY24" fmla="*/ 263095 h 425746"/>
                <a:gd name="connsiteX25" fmla="*/ 46871 w 334544"/>
                <a:gd name="connsiteY25" fmla="*/ 293946 h 425746"/>
                <a:gd name="connsiteX26" fmla="*/ 28108 w 334544"/>
                <a:gd name="connsiteY26" fmla="*/ 277723 h 425746"/>
                <a:gd name="connsiteX27" fmla="*/ 25935 w 334544"/>
                <a:gd name="connsiteY27" fmla="*/ 283662 h 425746"/>
                <a:gd name="connsiteX28" fmla="*/ 24631 w 334544"/>
                <a:gd name="connsiteY28" fmla="*/ 285328 h 425746"/>
                <a:gd name="connsiteX29" fmla="*/ 49045 w 334544"/>
                <a:gd name="connsiteY29" fmla="*/ 301259 h 425746"/>
                <a:gd name="connsiteX30" fmla="*/ 80123 w 334544"/>
                <a:gd name="connsiteY30" fmla="*/ 315092 h 425746"/>
                <a:gd name="connsiteX31" fmla="*/ 123589 w 334544"/>
                <a:gd name="connsiteY31" fmla="*/ 336817 h 425746"/>
                <a:gd name="connsiteX32" fmla="*/ 125762 w 334544"/>
                <a:gd name="connsiteY32" fmla="*/ 340583 h 425746"/>
                <a:gd name="connsiteX33" fmla="*/ 148510 w 334544"/>
                <a:gd name="connsiteY33" fmla="*/ 340583 h 425746"/>
                <a:gd name="connsiteX34" fmla="*/ 153436 w 334544"/>
                <a:gd name="connsiteY34" fmla="*/ 338337 h 425746"/>
                <a:gd name="connsiteX35" fmla="*/ 177777 w 334544"/>
                <a:gd name="connsiteY35" fmla="*/ 416622 h 425746"/>
                <a:gd name="connsiteX36" fmla="*/ 196902 w 334544"/>
                <a:gd name="connsiteY36" fmla="*/ 418867 h 425746"/>
                <a:gd name="connsiteX37" fmla="*/ 216896 w 334544"/>
                <a:gd name="connsiteY37" fmla="*/ 414377 h 425746"/>
                <a:gd name="connsiteX38" fmla="*/ 227908 w 334544"/>
                <a:gd name="connsiteY38" fmla="*/ 425746 h 425746"/>
                <a:gd name="connsiteX39" fmla="*/ 256885 w 334544"/>
                <a:gd name="connsiteY39" fmla="*/ 421184 h 425746"/>
                <a:gd name="connsiteX40" fmla="*/ 276879 w 334544"/>
                <a:gd name="connsiteY40" fmla="*/ 418867 h 425746"/>
                <a:gd name="connsiteX41" fmla="*/ 287891 w 334544"/>
                <a:gd name="connsiteY41" fmla="*/ 404383 h 425746"/>
                <a:gd name="connsiteX42" fmla="*/ 307813 w 334544"/>
                <a:gd name="connsiteY42" fmla="*/ 405542 h 425746"/>
                <a:gd name="connsiteX43" fmla="*/ 331792 w 334544"/>
                <a:gd name="connsiteY43" fmla="*/ 398300 h 425746"/>
                <a:gd name="connsiteX44" fmla="*/ 334545 w 334544"/>
                <a:gd name="connsiteY44" fmla="*/ 395548 h 425746"/>
                <a:gd name="connsiteX45" fmla="*/ 315637 w 334544"/>
                <a:gd name="connsiteY45" fmla="*/ 333993 h 425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34544" h="425746">
                  <a:moveTo>
                    <a:pt x="315637" y="333993"/>
                  </a:moveTo>
                  <a:cubicBezTo>
                    <a:pt x="305756" y="315693"/>
                    <a:pt x="312587" y="292844"/>
                    <a:pt x="330894" y="282967"/>
                  </a:cubicBezTo>
                  <a:cubicBezTo>
                    <a:pt x="331096" y="282858"/>
                    <a:pt x="331299" y="282750"/>
                    <a:pt x="331502" y="282648"/>
                  </a:cubicBezTo>
                  <a:cubicBezTo>
                    <a:pt x="331502" y="275913"/>
                    <a:pt x="330415" y="271061"/>
                    <a:pt x="327663" y="270120"/>
                  </a:cubicBezTo>
                  <a:cubicBezTo>
                    <a:pt x="324910" y="269178"/>
                    <a:pt x="324837" y="266064"/>
                    <a:pt x="325562" y="261574"/>
                  </a:cubicBezTo>
                  <a:cubicBezTo>
                    <a:pt x="310761" y="256838"/>
                    <a:pt x="300742" y="243072"/>
                    <a:pt x="300786" y="227538"/>
                  </a:cubicBezTo>
                  <a:cubicBezTo>
                    <a:pt x="299540" y="197999"/>
                    <a:pt x="307103" y="168763"/>
                    <a:pt x="322519" y="143533"/>
                  </a:cubicBezTo>
                  <a:cubicBezTo>
                    <a:pt x="297236" y="123400"/>
                    <a:pt x="273620" y="103630"/>
                    <a:pt x="273620" y="103630"/>
                  </a:cubicBezTo>
                  <a:lnTo>
                    <a:pt x="275286" y="79877"/>
                  </a:lnTo>
                  <a:lnTo>
                    <a:pt x="147713" y="2390"/>
                  </a:lnTo>
                  <a:cubicBezTo>
                    <a:pt x="146843" y="20205"/>
                    <a:pt x="140468" y="33964"/>
                    <a:pt x="131413" y="38599"/>
                  </a:cubicBezTo>
                  <a:cubicBezTo>
                    <a:pt x="122357" y="43233"/>
                    <a:pt x="144887" y="60324"/>
                    <a:pt x="133659" y="62642"/>
                  </a:cubicBezTo>
                  <a:cubicBezTo>
                    <a:pt x="122430" y="64959"/>
                    <a:pt x="96930" y="50620"/>
                    <a:pt x="78964" y="59166"/>
                  </a:cubicBezTo>
                  <a:cubicBezTo>
                    <a:pt x="66865" y="64959"/>
                    <a:pt x="69329" y="30198"/>
                    <a:pt x="78964" y="0"/>
                  </a:cubicBezTo>
                  <a:lnTo>
                    <a:pt x="50783" y="2607"/>
                  </a:lnTo>
                  <a:cubicBezTo>
                    <a:pt x="50783" y="2607"/>
                    <a:pt x="43539" y="4852"/>
                    <a:pt x="34918" y="7459"/>
                  </a:cubicBezTo>
                  <a:lnTo>
                    <a:pt x="40424" y="24405"/>
                  </a:lnTo>
                  <a:cubicBezTo>
                    <a:pt x="44082" y="32472"/>
                    <a:pt x="45864" y="41264"/>
                    <a:pt x="45639" y="50113"/>
                  </a:cubicBezTo>
                  <a:cubicBezTo>
                    <a:pt x="44843" y="54603"/>
                    <a:pt x="38395" y="56559"/>
                    <a:pt x="32165" y="57355"/>
                  </a:cubicBezTo>
                  <a:cubicBezTo>
                    <a:pt x="33556" y="64018"/>
                    <a:pt x="34019" y="70839"/>
                    <a:pt x="33541" y="77632"/>
                  </a:cubicBezTo>
                  <a:lnTo>
                    <a:pt x="42162" y="83570"/>
                  </a:lnTo>
                  <a:cubicBezTo>
                    <a:pt x="42162" y="83570"/>
                    <a:pt x="23182" y="125066"/>
                    <a:pt x="14489" y="129049"/>
                  </a:cubicBezTo>
                  <a:cubicBezTo>
                    <a:pt x="9447" y="131975"/>
                    <a:pt x="4600" y="135241"/>
                    <a:pt x="0" y="138826"/>
                  </a:cubicBezTo>
                  <a:cubicBezTo>
                    <a:pt x="5071" y="167793"/>
                    <a:pt x="11301" y="202626"/>
                    <a:pt x="20646" y="212403"/>
                  </a:cubicBezTo>
                  <a:cubicBezTo>
                    <a:pt x="37888" y="230362"/>
                    <a:pt x="35135" y="250929"/>
                    <a:pt x="38613" y="263095"/>
                  </a:cubicBezTo>
                  <a:cubicBezTo>
                    <a:pt x="42090" y="275262"/>
                    <a:pt x="57375" y="288804"/>
                    <a:pt x="46871" y="293946"/>
                  </a:cubicBezTo>
                  <a:cubicBezTo>
                    <a:pt x="40134" y="297276"/>
                    <a:pt x="34121" y="288949"/>
                    <a:pt x="28108" y="277723"/>
                  </a:cubicBezTo>
                  <a:cubicBezTo>
                    <a:pt x="27456" y="279751"/>
                    <a:pt x="26732" y="281779"/>
                    <a:pt x="25935" y="283662"/>
                  </a:cubicBezTo>
                  <a:cubicBezTo>
                    <a:pt x="25565" y="284263"/>
                    <a:pt x="25124" y="284821"/>
                    <a:pt x="24631" y="285328"/>
                  </a:cubicBezTo>
                  <a:cubicBezTo>
                    <a:pt x="33831" y="293076"/>
                    <a:pt x="44481" y="301259"/>
                    <a:pt x="49045" y="301259"/>
                  </a:cubicBezTo>
                  <a:cubicBezTo>
                    <a:pt x="57665" y="301259"/>
                    <a:pt x="71502" y="313064"/>
                    <a:pt x="80123" y="315092"/>
                  </a:cubicBezTo>
                  <a:cubicBezTo>
                    <a:pt x="88743" y="317119"/>
                    <a:pt x="119605" y="331096"/>
                    <a:pt x="123589" y="336817"/>
                  </a:cubicBezTo>
                  <a:cubicBezTo>
                    <a:pt x="124241" y="337831"/>
                    <a:pt x="124965" y="339134"/>
                    <a:pt x="125762" y="340583"/>
                  </a:cubicBezTo>
                  <a:cubicBezTo>
                    <a:pt x="133332" y="339960"/>
                    <a:pt x="140939" y="339960"/>
                    <a:pt x="148510" y="340583"/>
                  </a:cubicBezTo>
                  <a:cubicBezTo>
                    <a:pt x="149741" y="339149"/>
                    <a:pt x="151545" y="338330"/>
                    <a:pt x="153436" y="338337"/>
                  </a:cubicBezTo>
                  <a:cubicBezTo>
                    <a:pt x="164882" y="338337"/>
                    <a:pt x="178356" y="387872"/>
                    <a:pt x="177777" y="416622"/>
                  </a:cubicBezTo>
                  <a:cubicBezTo>
                    <a:pt x="184586" y="417635"/>
                    <a:pt x="193859" y="418867"/>
                    <a:pt x="196902" y="418867"/>
                  </a:cubicBezTo>
                  <a:cubicBezTo>
                    <a:pt x="201900" y="418867"/>
                    <a:pt x="207913" y="410901"/>
                    <a:pt x="216896" y="414377"/>
                  </a:cubicBezTo>
                  <a:cubicBezTo>
                    <a:pt x="225879" y="417853"/>
                    <a:pt x="219866" y="425746"/>
                    <a:pt x="227908" y="425746"/>
                  </a:cubicBezTo>
                  <a:cubicBezTo>
                    <a:pt x="235949" y="425746"/>
                    <a:pt x="251814" y="420025"/>
                    <a:pt x="256885" y="421184"/>
                  </a:cubicBezTo>
                  <a:cubicBezTo>
                    <a:pt x="261956" y="422343"/>
                    <a:pt x="275866" y="425746"/>
                    <a:pt x="276879" y="418867"/>
                  </a:cubicBezTo>
                  <a:cubicBezTo>
                    <a:pt x="277894" y="411987"/>
                    <a:pt x="280936" y="401776"/>
                    <a:pt x="287891" y="404383"/>
                  </a:cubicBezTo>
                  <a:cubicBezTo>
                    <a:pt x="294846" y="406990"/>
                    <a:pt x="299844" y="413580"/>
                    <a:pt x="307813" y="405542"/>
                  </a:cubicBezTo>
                  <a:cubicBezTo>
                    <a:pt x="315782" y="397503"/>
                    <a:pt x="328822" y="405542"/>
                    <a:pt x="331792" y="398300"/>
                  </a:cubicBezTo>
                  <a:cubicBezTo>
                    <a:pt x="332531" y="397221"/>
                    <a:pt x="333465" y="396287"/>
                    <a:pt x="334545" y="395548"/>
                  </a:cubicBezTo>
                  <a:cubicBezTo>
                    <a:pt x="331321" y="374206"/>
                    <a:pt x="324953" y="353466"/>
                    <a:pt x="315637" y="3339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7" name="Freeform 324">
              <a:extLst>
                <a:ext uri="{FF2B5EF4-FFF2-40B4-BE49-F238E27FC236}">
                  <a16:creationId xmlns:a16="http://schemas.microsoft.com/office/drawing/2014/main" id="{E1EF184E-CE48-C6DB-0FC3-5C4F59A4E9F6}"/>
                </a:ext>
              </a:extLst>
            </p:cNvPr>
            <p:cNvSpPr/>
            <p:nvPr/>
          </p:nvSpPr>
          <p:spPr>
            <a:xfrm>
              <a:off x="6807575" y="4809480"/>
              <a:ext cx="105479" cy="294210"/>
            </a:xfrm>
            <a:custGeom>
              <a:avLst/>
              <a:gdLst>
                <a:gd name="connsiteX0" fmla="*/ 101645 w 105480"/>
                <a:gd name="connsiteY0" fmla="*/ 194213 h 294208"/>
                <a:gd name="connsiteX1" fmla="*/ 81216 w 105480"/>
                <a:gd name="connsiteY1" fmla="*/ 171691 h 294208"/>
                <a:gd name="connsiteX2" fmla="*/ 80202 w 105480"/>
                <a:gd name="connsiteY2" fmla="*/ 178208 h 294208"/>
                <a:gd name="connsiteX3" fmla="*/ 43473 w 105480"/>
                <a:gd name="connsiteY3" fmla="*/ 119115 h 294208"/>
                <a:gd name="connsiteX4" fmla="*/ 47240 w 105480"/>
                <a:gd name="connsiteY4" fmla="*/ 50535 h 294208"/>
                <a:gd name="connsiteX5" fmla="*/ 39271 w 105480"/>
                <a:gd name="connsiteY5" fmla="*/ 494 h 294208"/>
                <a:gd name="connsiteX6" fmla="*/ 16524 w 105480"/>
                <a:gd name="connsiteY6" fmla="*/ 494 h 294208"/>
                <a:gd name="connsiteX7" fmla="*/ 29854 w 105480"/>
                <a:gd name="connsiteY7" fmla="*/ 38224 h 294208"/>
                <a:gd name="connsiteX8" fmla="*/ 17755 w 105480"/>
                <a:gd name="connsiteY8" fmla="*/ 46045 h 294208"/>
                <a:gd name="connsiteX9" fmla="*/ 19494 w 105480"/>
                <a:gd name="connsiteY9" fmla="*/ 109339 h 294208"/>
                <a:gd name="connsiteX10" fmla="*/ 5657 w 105480"/>
                <a:gd name="connsiteY10" fmla="*/ 119260 h 294208"/>
                <a:gd name="connsiteX11" fmla="*/ 514 w 105480"/>
                <a:gd name="connsiteY11" fmla="*/ 156845 h 294208"/>
                <a:gd name="connsiteX12" fmla="*/ 6454 w 105480"/>
                <a:gd name="connsiteY12" fmla="*/ 173791 h 294208"/>
                <a:gd name="connsiteX13" fmla="*/ 6454 w 105480"/>
                <a:gd name="connsiteY13" fmla="*/ 173791 h 294208"/>
                <a:gd name="connsiteX14" fmla="*/ 29491 w 105480"/>
                <a:gd name="connsiteY14" fmla="*/ 192040 h 294208"/>
                <a:gd name="connsiteX15" fmla="*/ 56441 w 105480"/>
                <a:gd name="connsiteY15" fmla="*/ 196603 h 294208"/>
                <a:gd name="connsiteX16" fmla="*/ 49196 w 105480"/>
                <a:gd name="connsiteY16" fmla="*/ 246861 h 294208"/>
                <a:gd name="connsiteX17" fmla="*/ 80202 w 105480"/>
                <a:gd name="connsiteY17" fmla="*/ 293715 h 294208"/>
                <a:gd name="connsiteX18" fmla="*/ 83172 w 105480"/>
                <a:gd name="connsiteY18" fmla="*/ 258303 h 294208"/>
                <a:gd name="connsiteX19" fmla="*/ 102152 w 105480"/>
                <a:gd name="connsiteY19" fmla="*/ 233174 h 294208"/>
                <a:gd name="connsiteX20" fmla="*/ 101645 w 105480"/>
                <a:gd name="connsiteY20" fmla="*/ 194213 h 2942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05480" h="294208">
                  <a:moveTo>
                    <a:pt x="101645" y="194213"/>
                  </a:moveTo>
                  <a:cubicBezTo>
                    <a:pt x="95386" y="186225"/>
                    <a:pt x="88562" y="178694"/>
                    <a:pt x="81216" y="171691"/>
                  </a:cubicBezTo>
                  <a:cubicBezTo>
                    <a:pt x="81492" y="173914"/>
                    <a:pt x="81137" y="176173"/>
                    <a:pt x="80202" y="178208"/>
                  </a:cubicBezTo>
                  <a:cubicBezTo>
                    <a:pt x="71364" y="192692"/>
                    <a:pt x="46443" y="147358"/>
                    <a:pt x="43473" y="119115"/>
                  </a:cubicBezTo>
                  <a:cubicBezTo>
                    <a:pt x="40503" y="90872"/>
                    <a:pt x="57962" y="77113"/>
                    <a:pt x="47240" y="50535"/>
                  </a:cubicBezTo>
                  <a:cubicBezTo>
                    <a:pt x="38475" y="28303"/>
                    <a:pt x="32751" y="7084"/>
                    <a:pt x="39271" y="494"/>
                  </a:cubicBezTo>
                  <a:cubicBezTo>
                    <a:pt x="31701" y="-165"/>
                    <a:pt x="24094" y="-165"/>
                    <a:pt x="16524" y="494"/>
                  </a:cubicBezTo>
                  <a:cubicBezTo>
                    <a:pt x="22848" y="12327"/>
                    <a:pt x="27347" y="25044"/>
                    <a:pt x="29854" y="38224"/>
                  </a:cubicBezTo>
                  <a:cubicBezTo>
                    <a:pt x="29854" y="46045"/>
                    <a:pt x="21233" y="36196"/>
                    <a:pt x="17755" y="46045"/>
                  </a:cubicBezTo>
                  <a:cubicBezTo>
                    <a:pt x="14278" y="55894"/>
                    <a:pt x="12612" y="101445"/>
                    <a:pt x="19494" y="109339"/>
                  </a:cubicBezTo>
                  <a:cubicBezTo>
                    <a:pt x="26376" y="117232"/>
                    <a:pt x="5657" y="111366"/>
                    <a:pt x="5657" y="119260"/>
                  </a:cubicBezTo>
                  <a:cubicBezTo>
                    <a:pt x="5657" y="127154"/>
                    <a:pt x="3991" y="154817"/>
                    <a:pt x="514" y="156845"/>
                  </a:cubicBezTo>
                  <a:cubicBezTo>
                    <a:pt x="-1442" y="157931"/>
                    <a:pt x="2542" y="164666"/>
                    <a:pt x="6454" y="173791"/>
                  </a:cubicBezTo>
                  <a:lnTo>
                    <a:pt x="6454" y="173791"/>
                  </a:lnTo>
                  <a:cubicBezTo>
                    <a:pt x="9497" y="173791"/>
                    <a:pt x="23479" y="193199"/>
                    <a:pt x="29491" y="192040"/>
                  </a:cubicBezTo>
                  <a:cubicBezTo>
                    <a:pt x="35504" y="190881"/>
                    <a:pt x="53398" y="180671"/>
                    <a:pt x="56441" y="196603"/>
                  </a:cubicBezTo>
                  <a:cubicBezTo>
                    <a:pt x="59483" y="212534"/>
                    <a:pt x="47458" y="240054"/>
                    <a:pt x="49196" y="246861"/>
                  </a:cubicBezTo>
                  <a:cubicBezTo>
                    <a:pt x="50935" y="253668"/>
                    <a:pt x="78174" y="299436"/>
                    <a:pt x="80202" y="293715"/>
                  </a:cubicBezTo>
                  <a:cubicBezTo>
                    <a:pt x="82230" y="287994"/>
                    <a:pt x="74189" y="267428"/>
                    <a:pt x="83172" y="258303"/>
                  </a:cubicBezTo>
                  <a:cubicBezTo>
                    <a:pt x="92155" y="249178"/>
                    <a:pt x="103167" y="260620"/>
                    <a:pt x="102152" y="233174"/>
                  </a:cubicBezTo>
                  <a:cubicBezTo>
                    <a:pt x="101138" y="205727"/>
                    <a:pt x="110483" y="206814"/>
                    <a:pt x="101645" y="19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8" name="Freeform 325">
              <a:extLst>
                <a:ext uri="{FF2B5EF4-FFF2-40B4-BE49-F238E27FC236}">
                  <a16:creationId xmlns:a16="http://schemas.microsoft.com/office/drawing/2014/main" id="{0E68EF5A-76A6-8200-923C-82A482169738}"/>
                </a:ext>
              </a:extLst>
            </p:cNvPr>
            <p:cNvSpPr/>
            <p:nvPr/>
          </p:nvSpPr>
          <p:spPr>
            <a:xfrm>
              <a:off x="11241306" y="5253657"/>
              <a:ext cx="98803" cy="80098"/>
            </a:xfrm>
            <a:custGeom>
              <a:avLst/>
              <a:gdLst>
                <a:gd name="connsiteX0" fmla="*/ 27 w 98803"/>
                <a:gd name="connsiteY0" fmla="*/ 1691 h 80098"/>
                <a:gd name="connsiteX1" fmla="*/ 97899 w 98803"/>
                <a:gd name="connsiteY1" fmla="*/ 79323 h 80098"/>
                <a:gd name="connsiteX2" fmla="*/ 27 w 98803"/>
                <a:gd name="connsiteY2" fmla="*/ 1691 h 800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8803" h="80098">
                  <a:moveTo>
                    <a:pt x="27" y="1691"/>
                  </a:moveTo>
                  <a:cubicBezTo>
                    <a:pt x="-2001" y="-12793"/>
                    <a:pt x="109925" y="70271"/>
                    <a:pt x="97899" y="79323"/>
                  </a:cubicBezTo>
                  <a:cubicBezTo>
                    <a:pt x="85873" y="88375"/>
                    <a:pt x="2128" y="15450"/>
                    <a:pt x="27" y="16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9" name="Freeform 326">
              <a:extLst>
                <a:ext uri="{FF2B5EF4-FFF2-40B4-BE49-F238E27FC236}">
                  <a16:creationId xmlns:a16="http://schemas.microsoft.com/office/drawing/2014/main" id="{FAC1AA27-E689-252C-2B71-BBE2932845FA}"/>
                </a:ext>
              </a:extLst>
            </p:cNvPr>
            <p:cNvSpPr/>
            <p:nvPr/>
          </p:nvSpPr>
          <p:spPr>
            <a:xfrm>
              <a:off x="8007570" y="2751340"/>
              <a:ext cx="257646" cy="195447"/>
            </a:xfrm>
            <a:custGeom>
              <a:avLst/>
              <a:gdLst>
                <a:gd name="connsiteX0" fmla="*/ 209834 w 257647"/>
                <a:gd name="connsiteY0" fmla="*/ 159237 h 195446"/>
                <a:gd name="connsiteX1" fmla="*/ 222802 w 257647"/>
                <a:gd name="connsiteY1" fmla="*/ 170027 h 195446"/>
                <a:gd name="connsiteX2" fmla="*/ 246418 w 257647"/>
                <a:gd name="connsiteY2" fmla="*/ 178573 h 195446"/>
                <a:gd name="connsiteX3" fmla="*/ 257647 w 257647"/>
                <a:gd name="connsiteY3" fmla="*/ 176183 h 195446"/>
                <a:gd name="connsiteX4" fmla="*/ 250982 w 257647"/>
                <a:gd name="connsiteY4" fmla="*/ 124332 h 195446"/>
                <a:gd name="connsiteX5" fmla="*/ 217586 w 257647"/>
                <a:gd name="connsiteY5" fmla="*/ 99854 h 195446"/>
                <a:gd name="connsiteX6" fmla="*/ 212298 w 257647"/>
                <a:gd name="connsiteY6" fmla="*/ 66325 h 195446"/>
                <a:gd name="connsiteX7" fmla="*/ 168324 w 257647"/>
                <a:gd name="connsiteY7" fmla="*/ 69366 h 195446"/>
                <a:gd name="connsiteX8" fmla="*/ 140288 w 257647"/>
                <a:gd name="connsiteY8" fmla="*/ 63283 h 195446"/>
                <a:gd name="connsiteX9" fmla="*/ 109645 w 257647"/>
                <a:gd name="connsiteY9" fmla="*/ 61762 h 195446"/>
                <a:gd name="connsiteX10" fmla="*/ 61614 w 257647"/>
                <a:gd name="connsiteY10" fmla="*/ 57200 h 195446"/>
                <a:gd name="connsiteX11" fmla="*/ 85594 w 257647"/>
                <a:gd name="connsiteY11" fmla="*/ 34316 h 195446"/>
                <a:gd name="connsiteX12" fmla="*/ 96025 w 257647"/>
                <a:gd name="connsiteY12" fmla="*/ 34316 h 195446"/>
                <a:gd name="connsiteX13" fmla="*/ 107906 w 257647"/>
                <a:gd name="connsiteY13" fmla="*/ 2597 h 195446"/>
                <a:gd name="connsiteX14" fmla="*/ 84941 w 257647"/>
                <a:gd name="connsiteY14" fmla="*/ 8245 h 195446"/>
                <a:gd name="connsiteX15" fmla="*/ 59007 w 257647"/>
                <a:gd name="connsiteY15" fmla="*/ 15125 h 195446"/>
                <a:gd name="connsiteX16" fmla="*/ 43069 w 257647"/>
                <a:gd name="connsiteY16" fmla="*/ 35692 h 195446"/>
                <a:gd name="connsiteX17" fmla="*/ 32058 w 257647"/>
                <a:gd name="connsiteY17" fmla="*/ 57417 h 195446"/>
                <a:gd name="connsiteX18" fmla="*/ 110 w 257647"/>
                <a:gd name="connsiteY18" fmla="*/ 71104 h 195446"/>
                <a:gd name="connsiteX19" fmla="*/ 21046 w 257647"/>
                <a:gd name="connsiteY19" fmla="*/ 100796 h 195446"/>
                <a:gd name="connsiteX20" fmla="*/ 25030 w 257647"/>
                <a:gd name="connsiteY20" fmla="*/ 135122 h 195446"/>
                <a:gd name="connsiteX21" fmla="*/ 11121 w 257647"/>
                <a:gd name="connsiteY21" fmla="*/ 175386 h 195446"/>
                <a:gd name="connsiteX22" fmla="*/ 26914 w 257647"/>
                <a:gd name="connsiteY22" fmla="*/ 177342 h 195446"/>
                <a:gd name="connsiteX23" fmla="*/ 61614 w 257647"/>
                <a:gd name="connsiteY23" fmla="*/ 166696 h 195446"/>
                <a:gd name="connsiteX24" fmla="*/ 93635 w 257647"/>
                <a:gd name="connsiteY24" fmla="*/ 148375 h 195446"/>
                <a:gd name="connsiteX25" fmla="*/ 124278 w 257647"/>
                <a:gd name="connsiteY25" fmla="*/ 114772 h 195446"/>
                <a:gd name="connsiteX26" fmla="*/ 137608 w 257647"/>
                <a:gd name="connsiteY26" fmla="*/ 146854 h 195446"/>
                <a:gd name="connsiteX27" fmla="*/ 138985 w 257647"/>
                <a:gd name="connsiteY27" fmla="*/ 192622 h 195446"/>
                <a:gd name="connsiteX28" fmla="*/ 154922 w 257647"/>
                <a:gd name="connsiteY28" fmla="*/ 193491 h 195446"/>
                <a:gd name="connsiteX29" fmla="*/ 172888 w 257647"/>
                <a:gd name="connsiteY29" fmla="*/ 186249 h 195446"/>
                <a:gd name="connsiteX30" fmla="*/ 209834 w 257647"/>
                <a:gd name="connsiteY30" fmla="*/ 159237 h 1954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57647" h="195446">
                  <a:moveTo>
                    <a:pt x="209834" y="159237"/>
                  </a:moveTo>
                  <a:cubicBezTo>
                    <a:pt x="217078" y="164379"/>
                    <a:pt x="215775" y="171259"/>
                    <a:pt x="222802" y="170027"/>
                  </a:cubicBezTo>
                  <a:cubicBezTo>
                    <a:pt x="231494" y="169513"/>
                    <a:pt x="240043" y="172605"/>
                    <a:pt x="246418" y="178573"/>
                  </a:cubicBezTo>
                  <a:cubicBezTo>
                    <a:pt x="250113" y="177523"/>
                    <a:pt x="253880" y="176726"/>
                    <a:pt x="257647" y="176183"/>
                  </a:cubicBezTo>
                  <a:cubicBezTo>
                    <a:pt x="257647" y="176183"/>
                    <a:pt x="252286" y="136498"/>
                    <a:pt x="250982" y="124332"/>
                  </a:cubicBezTo>
                  <a:cubicBezTo>
                    <a:pt x="249678" y="112165"/>
                    <a:pt x="217586" y="99854"/>
                    <a:pt x="217586" y="99854"/>
                  </a:cubicBezTo>
                  <a:lnTo>
                    <a:pt x="212298" y="66325"/>
                  </a:lnTo>
                  <a:cubicBezTo>
                    <a:pt x="212298" y="66325"/>
                    <a:pt x="174916" y="72408"/>
                    <a:pt x="168324" y="69366"/>
                  </a:cubicBezTo>
                  <a:cubicBezTo>
                    <a:pt x="161731" y="66325"/>
                    <a:pt x="146953" y="74001"/>
                    <a:pt x="140288" y="63283"/>
                  </a:cubicBezTo>
                  <a:cubicBezTo>
                    <a:pt x="133624" y="52565"/>
                    <a:pt x="121598" y="70525"/>
                    <a:pt x="109645" y="61762"/>
                  </a:cubicBezTo>
                  <a:cubicBezTo>
                    <a:pt x="97691" y="53000"/>
                    <a:pt x="62919" y="64804"/>
                    <a:pt x="61614" y="57200"/>
                  </a:cubicBezTo>
                  <a:cubicBezTo>
                    <a:pt x="60310" y="49596"/>
                    <a:pt x="76103" y="32795"/>
                    <a:pt x="85594" y="34316"/>
                  </a:cubicBezTo>
                  <a:cubicBezTo>
                    <a:pt x="89071" y="34576"/>
                    <a:pt x="92548" y="34576"/>
                    <a:pt x="96025" y="34316"/>
                  </a:cubicBezTo>
                  <a:cubicBezTo>
                    <a:pt x="100372" y="26205"/>
                    <a:pt x="110514" y="7087"/>
                    <a:pt x="107906" y="2597"/>
                  </a:cubicBezTo>
                  <a:cubicBezTo>
                    <a:pt x="104936" y="-3124"/>
                    <a:pt x="92982" y="1438"/>
                    <a:pt x="84941" y="8245"/>
                  </a:cubicBezTo>
                  <a:cubicBezTo>
                    <a:pt x="76900" y="15053"/>
                    <a:pt x="61977" y="4842"/>
                    <a:pt x="59007" y="15125"/>
                  </a:cubicBezTo>
                  <a:cubicBezTo>
                    <a:pt x="56036" y="25408"/>
                    <a:pt x="51762" y="35692"/>
                    <a:pt x="43069" y="35692"/>
                  </a:cubicBezTo>
                  <a:cubicBezTo>
                    <a:pt x="34376" y="35692"/>
                    <a:pt x="41041" y="52855"/>
                    <a:pt x="32058" y="57417"/>
                  </a:cubicBezTo>
                  <a:cubicBezTo>
                    <a:pt x="23075" y="61979"/>
                    <a:pt x="2066" y="60821"/>
                    <a:pt x="110" y="71104"/>
                  </a:cubicBezTo>
                  <a:cubicBezTo>
                    <a:pt x="-1846" y="81388"/>
                    <a:pt x="23002" y="88267"/>
                    <a:pt x="21046" y="100796"/>
                  </a:cubicBezTo>
                  <a:cubicBezTo>
                    <a:pt x="19090" y="113324"/>
                    <a:pt x="34014" y="127084"/>
                    <a:pt x="25030" y="135122"/>
                  </a:cubicBezTo>
                  <a:cubicBezTo>
                    <a:pt x="17351" y="141929"/>
                    <a:pt x="10541" y="153082"/>
                    <a:pt x="11121" y="175386"/>
                  </a:cubicBezTo>
                  <a:cubicBezTo>
                    <a:pt x="17642" y="180166"/>
                    <a:pt x="23872" y="184439"/>
                    <a:pt x="26914" y="177342"/>
                  </a:cubicBezTo>
                  <a:cubicBezTo>
                    <a:pt x="32274" y="165103"/>
                    <a:pt x="61614" y="177342"/>
                    <a:pt x="61614" y="166696"/>
                  </a:cubicBezTo>
                  <a:cubicBezTo>
                    <a:pt x="61614" y="156051"/>
                    <a:pt x="93635" y="159020"/>
                    <a:pt x="93635" y="148375"/>
                  </a:cubicBezTo>
                  <a:cubicBezTo>
                    <a:pt x="93635" y="137729"/>
                    <a:pt x="112252" y="113252"/>
                    <a:pt x="124278" y="114772"/>
                  </a:cubicBezTo>
                  <a:cubicBezTo>
                    <a:pt x="136304" y="116293"/>
                    <a:pt x="122974" y="139177"/>
                    <a:pt x="137608" y="146854"/>
                  </a:cubicBezTo>
                  <a:cubicBezTo>
                    <a:pt x="152242" y="154530"/>
                    <a:pt x="130943" y="181904"/>
                    <a:pt x="138985" y="192622"/>
                  </a:cubicBezTo>
                  <a:cubicBezTo>
                    <a:pt x="141954" y="196605"/>
                    <a:pt x="147750" y="195881"/>
                    <a:pt x="154922" y="193491"/>
                  </a:cubicBezTo>
                  <a:cubicBezTo>
                    <a:pt x="160355" y="191680"/>
                    <a:pt x="166585" y="188929"/>
                    <a:pt x="172888" y="186249"/>
                  </a:cubicBezTo>
                  <a:cubicBezTo>
                    <a:pt x="186001" y="173648"/>
                    <a:pt x="203894" y="155327"/>
                    <a:pt x="209834" y="1592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0" name="Freeform 327">
              <a:extLst>
                <a:ext uri="{FF2B5EF4-FFF2-40B4-BE49-F238E27FC236}">
                  <a16:creationId xmlns:a16="http://schemas.microsoft.com/office/drawing/2014/main" id="{75E25770-12EE-3CE2-5713-CD37F3CFF150}"/>
                </a:ext>
              </a:extLst>
            </p:cNvPr>
            <p:cNvSpPr/>
            <p:nvPr/>
          </p:nvSpPr>
          <p:spPr>
            <a:xfrm>
              <a:off x="3056222" y="3436628"/>
              <a:ext cx="25876" cy="56776"/>
            </a:xfrm>
            <a:custGeom>
              <a:avLst/>
              <a:gdLst>
                <a:gd name="connsiteX0" fmla="*/ 12415 w 25877"/>
                <a:gd name="connsiteY0" fmla="*/ 2752 h 56775"/>
                <a:gd name="connsiteX1" fmla="*/ 10821 w 25877"/>
                <a:gd name="connsiteY1" fmla="*/ 0 h 56775"/>
                <a:gd name="connsiteX2" fmla="*/ 2200 w 25877"/>
                <a:gd name="connsiteY2" fmla="*/ 0 h 56775"/>
                <a:gd name="connsiteX3" fmla="*/ 27 w 25877"/>
                <a:gd name="connsiteY3" fmla="*/ 13977 h 56775"/>
                <a:gd name="connsiteX4" fmla="*/ 11545 w 25877"/>
                <a:gd name="connsiteY4" fmla="*/ 40047 h 56775"/>
                <a:gd name="connsiteX5" fmla="*/ 25165 w 25877"/>
                <a:gd name="connsiteY5" fmla="*/ 55545 h 56775"/>
                <a:gd name="connsiteX6" fmla="*/ 15892 w 25877"/>
                <a:gd name="connsiteY6" fmla="*/ 31792 h 56775"/>
                <a:gd name="connsiteX7" fmla="*/ 12415 w 25877"/>
                <a:gd name="connsiteY7" fmla="*/ 2752 h 5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5877" h="56775">
                  <a:moveTo>
                    <a:pt x="12415" y="2752"/>
                  </a:moveTo>
                  <a:cubicBezTo>
                    <a:pt x="11944" y="1796"/>
                    <a:pt x="11415" y="876"/>
                    <a:pt x="10821" y="0"/>
                  </a:cubicBezTo>
                  <a:cubicBezTo>
                    <a:pt x="7952" y="290"/>
                    <a:pt x="5069" y="290"/>
                    <a:pt x="2200" y="0"/>
                  </a:cubicBezTo>
                  <a:cubicBezTo>
                    <a:pt x="585" y="4475"/>
                    <a:pt x="-154" y="9219"/>
                    <a:pt x="27" y="13977"/>
                  </a:cubicBezTo>
                  <a:cubicBezTo>
                    <a:pt x="27" y="29474"/>
                    <a:pt x="11256" y="31140"/>
                    <a:pt x="11545" y="40047"/>
                  </a:cubicBezTo>
                  <a:cubicBezTo>
                    <a:pt x="11835" y="48955"/>
                    <a:pt x="22991" y="60614"/>
                    <a:pt x="25165" y="55545"/>
                  </a:cubicBezTo>
                  <a:cubicBezTo>
                    <a:pt x="28859" y="46637"/>
                    <a:pt x="17051" y="38382"/>
                    <a:pt x="15892" y="31792"/>
                  </a:cubicBezTo>
                  <a:cubicBezTo>
                    <a:pt x="14733" y="25201"/>
                    <a:pt x="19369" y="16294"/>
                    <a:pt x="12415" y="27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1" name="Freeform 328">
              <a:extLst>
                <a:ext uri="{FF2B5EF4-FFF2-40B4-BE49-F238E27FC236}">
                  <a16:creationId xmlns:a16="http://schemas.microsoft.com/office/drawing/2014/main" id="{2246C5AF-28A4-1B68-20C7-6DA205B4DB1C}"/>
                </a:ext>
              </a:extLst>
            </p:cNvPr>
            <p:cNvSpPr/>
            <p:nvPr/>
          </p:nvSpPr>
          <p:spPr>
            <a:xfrm>
              <a:off x="7174219" y="2729293"/>
              <a:ext cx="113083" cy="110387"/>
            </a:xfrm>
            <a:custGeom>
              <a:avLst/>
              <a:gdLst>
                <a:gd name="connsiteX0" fmla="*/ 106420 w 113084"/>
                <a:gd name="connsiteY0" fmla="*/ 85547 h 110386"/>
                <a:gd name="connsiteX1" fmla="*/ 85411 w 113084"/>
                <a:gd name="connsiteY1" fmla="*/ 56942 h 110386"/>
                <a:gd name="connsiteX2" fmla="*/ 73458 w 113084"/>
                <a:gd name="connsiteY2" fmla="*/ 26164 h 110386"/>
                <a:gd name="connsiteX3" fmla="*/ 64185 w 113084"/>
                <a:gd name="connsiteY3" fmla="*/ 3714 h 110386"/>
                <a:gd name="connsiteX4" fmla="*/ 34193 w 113084"/>
                <a:gd name="connsiteY4" fmla="*/ 166 h 110386"/>
                <a:gd name="connsiteX5" fmla="*/ 0 w 113084"/>
                <a:gd name="connsiteY5" fmla="*/ 8132 h 110386"/>
                <a:gd name="connsiteX6" fmla="*/ 7244 w 113084"/>
                <a:gd name="connsiteY6" fmla="*/ 38692 h 110386"/>
                <a:gd name="connsiteX7" fmla="*/ 33179 w 113084"/>
                <a:gd name="connsiteY7" fmla="*/ 51221 h 110386"/>
                <a:gd name="connsiteX8" fmla="*/ 39409 w 113084"/>
                <a:gd name="connsiteY8" fmla="*/ 65704 h 110386"/>
                <a:gd name="connsiteX9" fmla="*/ 42524 w 113084"/>
                <a:gd name="connsiteY9" fmla="*/ 65704 h 110386"/>
                <a:gd name="connsiteX10" fmla="*/ 51435 w 113084"/>
                <a:gd name="connsiteY10" fmla="*/ 74250 h 110386"/>
                <a:gd name="connsiteX11" fmla="*/ 68242 w 113084"/>
                <a:gd name="connsiteY11" fmla="*/ 83230 h 110386"/>
                <a:gd name="connsiteX12" fmla="*/ 84107 w 113084"/>
                <a:gd name="connsiteY12" fmla="*/ 89820 h 110386"/>
                <a:gd name="connsiteX13" fmla="*/ 91351 w 113084"/>
                <a:gd name="connsiteY13" fmla="*/ 110386 h 110386"/>
                <a:gd name="connsiteX14" fmla="*/ 113084 w 113084"/>
                <a:gd name="connsiteY14" fmla="*/ 105100 h 110386"/>
                <a:gd name="connsiteX15" fmla="*/ 106420 w 113084"/>
                <a:gd name="connsiteY15" fmla="*/ 85547 h 110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13084" h="110386">
                  <a:moveTo>
                    <a:pt x="106420" y="85547"/>
                  </a:moveTo>
                  <a:cubicBezTo>
                    <a:pt x="106420" y="76422"/>
                    <a:pt x="85411" y="68384"/>
                    <a:pt x="85411" y="56942"/>
                  </a:cubicBezTo>
                  <a:cubicBezTo>
                    <a:pt x="85411" y="45500"/>
                    <a:pt x="71429" y="35216"/>
                    <a:pt x="73458" y="26164"/>
                  </a:cubicBezTo>
                  <a:cubicBezTo>
                    <a:pt x="74834" y="19864"/>
                    <a:pt x="67807" y="10884"/>
                    <a:pt x="64185" y="3714"/>
                  </a:cubicBezTo>
                  <a:cubicBezTo>
                    <a:pt x="54477" y="731"/>
                    <a:pt x="44335" y="-471"/>
                    <a:pt x="34193" y="166"/>
                  </a:cubicBezTo>
                  <a:cubicBezTo>
                    <a:pt x="21661" y="1904"/>
                    <a:pt x="12460" y="5959"/>
                    <a:pt x="0" y="8132"/>
                  </a:cubicBezTo>
                  <a:cubicBezTo>
                    <a:pt x="6592" y="19574"/>
                    <a:pt x="1956" y="22616"/>
                    <a:pt x="7244" y="38692"/>
                  </a:cubicBezTo>
                  <a:cubicBezTo>
                    <a:pt x="13185" y="55856"/>
                    <a:pt x="28180" y="46731"/>
                    <a:pt x="33179" y="51221"/>
                  </a:cubicBezTo>
                  <a:cubicBezTo>
                    <a:pt x="36149" y="55631"/>
                    <a:pt x="38250" y="60534"/>
                    <a:pt x="39409" y="65704"/>
                  </a:cubicBezTo>
                  <a:cubicBezTo>
                    <a:pt x="40423" y="65480"/>
                    <a:pt x="41510" y="65480"/>
                    <a:pt x="42524" y="65704"/>
                  </a:cubicBezTo>
                  <a:cubicBezTo>
                    <a:pt x="47016" y="66429"/>
                    <a:pt x="50493" y="69825"/>
                    <a:pt x="51435" y="74250"/>
                  </a:cubicBezTo>
                  <a:cubicBezTo>
                    <a:pt x="57375" y="76487"/>
                    <a:pt x="63026" y="79507"/>
                    <a:pt x="68242" y="83230"/>
                  </a:cubicBezTo>
                  <a:cubicBezTo>
                    <a:pt x="72588" y="85402"/>
                    <a:pt x="75486" y="78812"/>
                    <a:pt x="84107" y="89820"/>
                  </a:cubicBezTo>
                  <a:cubicBezTo>
                    <a:pt x="91351" y="99379"/>
                    <a:pt x="92221" y="101841"/>
                    <a:pt x="91351" y="110386"/>
                  </a:cubicBezTo>
                  <a:cubicBezTo>
                    <a:pt x="98885" y="110350"/>
                    <a:pt x="106347" y="108540"/>
                    <a:pt x="113084" y="105100"/>
                  </a:cubicBezTo>
                  <a:cubicBezTo>
                    <a:pt x="109679" y="99039"/>
                    <a:pt x="107434" y="92412"/>
                    <a:pt x="106420" y="855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2" name="Freeform 329">
              <a:extLst>
                <a:ext uri="{FF2B5EF4-FFF2-40B4-BE49-F238E27FC236}">
                  <a16:creationId xmlns:a16="http://schemas.microsoft.com/office/drawing/2014/main" id="{88BEC13C-55DE-6800-BEC8-83D2AA2B0013}"/>
                </a:ext>
              </a:extLst>
            </p:cNvPr>
            <p:cNvSpPr/>
            <p:nvPr/>
          </p:nvSpPr>
          <p:spPr>
            <a:xfrm>
              <a:off x="7225943" y="2703678"/>
              <a:ext cx="162060" cy="156568"/>
            </a:xfrm>
            <a:custGeom>
              <a:avLst/>
              <a:gdLst>
                <a:gd name="connsiteX0" fmla="*/ 158507 w 162060"/>
                <a:gd name="connsiteY0" fmla="*/ 51779 h 156568"/>
                <a:gd name="connsiteX1" fmla="*/ 128370 w 162060"/>
                <a:gd name="connsiteY1" fmla="*/ 7169 h 156568"/>
                <a:gd name="connsiteX2" fmla="*/ 106637 w 162060"/>
                <a:gd name="connsiteY2" fmla="*/ 25491 h 156568"/>
                <a:gd name="connsiteX3" fmla="*/ 91641 w 162060"/>
                <a:gd name="connsiteY3" fmla="*/ 25491 h 156568"/>
                <a:gd name="connsiteX4" fmla="*/ 66214 w 162060"/>
                <a:gd name="connsiteY4" fmla="*/ 4924 h 156568"/>
                <a:gd name="connsiteX5" fmla="*/ 55492 w 162060"/>
                <a:gd name="connsiteY5" fmla="*/ 0 h 156568"/>
                <a:gd name="connsiteX6" fmla="*/ 48755 w 162060"/>
                <a:gd name="connsiteY6" fmla="*/ 14049 h 156568"/>
                <a:gd name="connsiteX7" fmla="*/ 59694 w 162060"/>
                <a:gd name="connsiteY7" fmla="*/ 31140 h 156568"/>
                <a:gd name="connsiteX8" fmla="*/ 33759 w 162060"/>
                <a:gd name="connsiteY8" fmla="*/ 28895 h 156568"/>
                <a:gd name="connsiteX9" fmla="*/ 10794 w 162060"/>
                <a:gd name="connsiteY9" fmla="*/ 20929 h 156568"/>
                <a:gd name="connsiteX10" fmla="*/ 21806 w 162060"/>
                <a:gd name="connsiteY10" fmla="*/ 51779 h 156568"/>
                <a:gd name="connsiteX11" fmla="*/ 33759 w 162060"/>
                <a:gd name="connsiteY11" fmla="*/ 82557 h 156568"/>
                <a:gd name="connsiteX12" fmla="*/ 54768 w 162060"/>
                <a:gd name="connsiteY12" fmla="*/ 111162 h 156568"/>
                <a:gd name="connsiteX13" fmla="*/ 61433 w 162060"/>
                <a:gd name="connsiteY13" fmla="*/ 130425 h 156568"/>
                <a:gd name="connsiteX14" fmla="*/ 101856 w 162060"/>
                <a:gd name="connsiteY14" fmla="*/ 101458 h 156568"/>
                <a:gd name="connsiteX15" fmla="*/ 108521 w 162060"/>
                <a:gd name="connsiteY15" fmla="*/ 136508 h 156568"/>
                <a:gd name="connsiteX16" fmla="*/ 132717 w 162060"/>
                <a:gd name="connsiteY16" fmla="*/ 156568 h 156568"/>
                <a:gd name="connsiteX17" fmla="*/ 138657 w 162060"/>
                <a:gd name="connsiteY17" fmla="*/ 133612 h 156568"/>
                <a:gd name="connsiteX18" fmla="*/ 158507 w 162060"/>
                <a:gd name="connsiteY18" fmla="*/ 51779 h 156568"/>
                <a:gd name="connsiteX19" fmla="*/ 16517 w 162060"/>
                <a:gd name="connsiteY19" fmla="*/ 108844 h 156568"/>
                <a:gd name="connsiteX20" fmla="*/ 0 w 162060"/>
                <a:gd name="connsiteY20" fmla="*/ 99937 h 156568"/>
                <a:gd name="connsiteX21" fmla="*/ 11084 w 162060"/>
                <a:gd name="connsiteY21" fmla="*/ 120359 h 156568"/>
                <a:gd name="connsiteX22" fmla="*/ 33832 w 162060"/>
                <a:gd name="connsiteY22" fmla="*/ 135639 h 156568"/>
                <a:gd name="connsiteX23" fmla="*/ 39554 w 162060"/>
                <a:gd name="connsiteY23" fmla="*/ 135639 h 156568"/>
                <a:gd name="connsiteX24" fmla="*/ 32310 w 162060"/>
                <a:gd name="connsiteY24" fmla="*/ 115072 h 156568"/>
                <a:gd name="connsiteX25" fmla="*/ 16517 w 162060"/>
                <a:gd name="connsiteY25" fmla="*/ 108844 h 1565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62060" h="156568">
                  <a:moveTo>
                    <a:pt x="158507" y="51779"/>
                  </a:moveTo>
                  <a:cubicBezTo>
                    <a:pt x="149306" y="36368"/>
                    <a:pt x="139237" y="21472"/>
                    <a:pt x="128370" y="7169"/>
                  </a:cubicBezTo>
                  <a:cubicBezTo>
                    <a:pt x="124241" y="21653"/>
                    <a:pt x="109463" y="17308"/>
                    <a:pt x="106637" y="25491"/>
                  </a:cubicBezTo>
                  <a:cubicBezTo>
                    <a:pt x="103812" y="33674"/>
                    <a:pt x="96133" y="23753"/>
                    <a:pt x="91641" y="25491"/>
                  </a:cubicBezTo>
                  <a:cubicBezTo>
                    <a:pt x="87150" y="27229"/>
                    <a:pt x="76718" y="6590"/>
                    <a:pt x="66214" y="4924"/>
                  </a:cubicBezTo>
                  <a:cubicBezTo>
                    <a:pt x="62374" y="3954"/>
                    <a:pt x="58752" y="2288"/>
                    <a:pt x="55492" y="0"/>
                  </a:cubicBezTo>
                  <a:cubicBezTo>
                    <a:pt x="51218" y="5287"/>
                    <a:pt x="47233" y="11152"/>
                    <a:pt x="48755" y="14049"/>
                  </a:cubicBezTo>
                  <a:cubicBezTo>
                    <a:pt x="51725" y="19770"/>
                    <a:pt x="64693" y="25491"/>
                    <a:pt x="59694" y="31140"/>
                  </a:cubicBezTo>
                  <a:cubicBezTo>
                    <a:pt x="54695" y="36788"/>
                    <a:pt x="38758" y="34616"/>
                    <a:pt x="33759" y="28895"/>
                  </a:cubicBezTo>
                  <a:cubicBezTo>
                    <a:pt x="28760" y="23174"/>
                    <a:pt x="13764" y="14411"/>
                    <a:pt x="10794" y="20929"/>
                  </a:cubicBezTo>
                  <a:cubicBezTo>
                    <a:pt x="7824" y="27447"/>
                    <a:pt x="23762" y="42654"/>
                    <a:pt x="21806" y="51779"/>
                  </a:cubicBezTo>
                  <a:cubicBezTo>
                    <a:pt x="19850" y="60904"/>
                    <a:pt x="33759" y="71187"/>
                    <a:pt x="33759" y="82557"/>
                  </a:cubicBezTo>
                  <a:cubicBezTo>
                    <a:pt x="33759" y="93926"/>
                    <a:pt x="54768" y="102037"/>
                    <a:pt x="54768" y="111162"/>
                  </a:cubicBezTo>
                  <a:cubicBezTo>
                    <a:pt x="55854" y="117926"/>
                    <a:pt x="58100" y="124451"/>
                    <a:pt x="61433" y="130425"/>
                  </a:cubicBezTo>
                  <a:cubicBezTo>
                    <a:pt x="77805" y="122459"/>
                    <a:pt x="91279" y="107831"/>
                    <a:pt x="101856" y="101458"/>
                  </a:cubicBezTo>
                  <a:cubicBezTo>
                    <a:pt x="117866" y="92261"/>
                    <a:pt x="111201" y="130425"/>
                    <a:pt x="108521" y="136508"/>
                  </a:cubicBezTo>
                  <a:cubicBezTo>
                    <a:pt x="106710" y="140708"/>
                    <a:pt x="119387" y="150992"/>
                    <a:pt x="132717" y="156568"/>
                  </a:cubicBezTo>
                  <a:cubicBezTo>
                    <a:pt x="132065" y="148465"/>
                    <a:pt x="134166" y="140383"/>
                    <a:pt x="138657" y="133612"/>
                  </a:cubicBezTo>
                  <a:cubicBezTo>
                    <a:pt x="155536" y="110003"/>
                    <a:pt x="168649" y="72635"/>
                    <a:pt x="158507" y="51779"/>
                  </a:cubicBezTo>
                  <a:close/>
                  <a:moveTo>
                    <a:pt x="16517" y="108844"/>
                  </a:moveTo>
                  <a:cubicBezTo>
                    <a:pt x="11446" y="105173"/>
                    <a:pt x="5868" y="102175"/>
                    <a:pt x="0" y="99937"/>
                  </a:cubicBezTo>
                  <a:cubicBezTo>
                    <a:pt x="2174" y="106744"/>
                    <a:pt x="1956" y="115652"/>
                    <a:pt x="11084" y="120359"/>
                  </a:cubicBezTo>
                  <a:cubicBezTo>
                    <a:pt x="25573" y="128035"/>
                    <a:pt x="4419" y="131077"/>
                    <a:pt x="33832" y="135639"/>
                  </a:cubicBezTo>
                  <a:cubicBezTo>
                    <a:pt x="35715" y="135784"/>
                    <a:pt x="37671" y="135784"/>
                    <a:pt x="39554" y="135639"/>
                  </a:cubicBezTo>
                  <a:cubicBezTo>
                    <a:pt x="40496" y="127094"/>
                    <a:pt x="39917" y="124632"/>
                    <a:pt x="32310" y="115072"/>
                  </a:cubicBezTo>
                  <a:cubicBezTo>
                    <a:pt x="23762" y="104137"/>
                    <a:pt x="20864" y="110727"/>
                    <a:pt x="16517" y="1088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3" name="Freeform 330">
              <a:extLst>
                <a:ext uri="{FF2B5EF4-FFF2-40B4-BE49-F238E27FC236}">
                  <a16:creationId xmlns:a16="http://schemas.microsoft.com/office/drawing/2014/main" id="{B8DD08D8-A763-EB9E-F72A-4C8A6EDBD16A}"/>
                </a:ext>
              </a:extLst>
            </p:cNvPr>
            <p:cNvSpPr/>
            <p:nvPr/>
          </p:nvSpPr>
          <p:spPr>
            <a:xfrm>
              <a:off x="7767985" y="2866190"/>
              <a:ext cx="481364" cy="392353"/>
            </a:xfrm>
            <a:custGeom>
              <a:avLst/>
              <a:gdLst>
                <a:gd name="connsiteX0" fmla="*/ 462387 w 481367"/>
                <a:gd name="connsiteY0" fmla="*/ 54961 h 392351"/>
                <a:gd name="connsiteX1" fmla="*/ 449420 w 481367"/>
                <a:gd name="connsiteY1" fmla="*/ 44171 h 392351"/>
                <a:gd name="connsiteX2" fmla="*/ 412474 w 481367"/>
                <a:gd name="connsiteY2" fmla="*/ 71834 h 392351"/>
                <a:gd name="connsiteX3" fmla="*/ 394943 w 481367"/>
                <a:gd name="connsiteY3" fmla="*/ 78641 h 392351"/>
                <a:gd name="connsiteX4" fmla="*/ 378570 w 481367"/>
                <a:gd name="connsiteY4" fmla="*/ 77917 h 392351"/>
                <a:gd name="connsiteX5" fmla="*/ 377194 w 481367"/>
                <a:gd name="connsiteY5" fmla="*/ 32149 h 392351"/>
                <a:gd name="connsiteX6" fmla="*/ 363864 w 481367"/>
                <a:gd name="connsiteY6" fmla="*/ 68 h 392351"/>
                <a:gd name="connsiteX7" fmla="*/ 333221 w 481367"/>
                <a:gd name="connsiteY7" fmla="*/ 33670 h 392351"/>
                <a:gd name="connsiteX8" fmla="*/ 301200 w 481367"/>
                <a:gd name="connsiteY8" fmla="*/ 51992 h 392351"/>
                <a:gd name="connsiteX9" fmla="*/ 266499 w 481367"/>
                <a:gd name="connsiteY9" fmla="*/ 62637 h 392351"/>
                <a:gd name="connsiteX10" fmla="*/ 237522 w 481367"/>
                <a:gd name="connsiteY10" fmla="*/ 53512 h 392351"/>
                <a:gd name="connsiteX11" fmla="*/ 209559 w 481367"/>
                <a:gd name="connsiteY11" fmla="*/ 42795 h 392351"/>
                <a:gd name="connsiteX12" fmla="*/ 181523 w 481367"/>
                <a:gd name="connsiteY12" fmla="*/ 36712 h 392351"/>
                <a:gd name="connsiteX13" fmla="*/ 154864 w 481367"/>
                <a:gd name="connsiteY13" fmla="*/ 54961 h 392351"/>
                <a:gd name="connsiteX14" fmla="*/ 134870 w 481367"/>
                <a:gd name="connsiteY14" fmla="*/ 93125 h 392351"/>
                <a:gd name="connsiteX15" fmla="*/ 86840 w 481367"/>
                <a:gd name="connsiteY15" fmla="*/ 125134 h 392351"/>
                <a:gd name="connsiteX16" fmla="*/ 57862 w 481367"/>
                <a:gd name="connsiteY16" fmla="*/ 137373 h 392351"/>
                <a:gd name="connsiteX17" fmla="*/ 33883 w 481367"/>
                <a:gd name="connsiteY17" fmla="*/ 129769 h 392351"/>
                <a:gd name="connsiteX18" fmla="*/ 19394 w 481367"/>
                <a:gd name="connsiteY18" fmla="*/ 148090 h 392351"/>
                <a:gd name="connsiteX19" fmla="*/ 6065 w 481367"/>
                <a:gd name="connsiteY19" fmla="*/ 178579 h 392351"/>
                <a:gd name="connsiteX20" fmla="*/ 2080 w 481367"/>
                <a:gd name="connsiteY20" fmla="*/ 212108 h 392351"/>
                <a:gd name="connsiteX21" fmla="*/ 2080 w 481367"/>
                <a:gd name="connsiteY21" fmla="*/ 253314 h 392351"/>
                <a:gd name="connsiteX22" fmla="*/ 7441 w 481367"/>
                <a:gd name="connsiteY22" fmla="*/ 297562 h 392351"/>
                <a:gd name="connsiteX23" fmla="*/ 40766 w 481367"/>
                <a:gd name="connsiteY23" fmla="*/ 317332 h 392351"/>
                <a:gd name="connsiteX24" fmla="*/ 6065 w 481367"/>
                <a:gd name="connsiteY24" fmla="*/ 372297 h 392351"/>
                <a:gd name="connsiteX25" fmla="*/ 13309 w 481367"/>
                <a:gd name="connsiteY25" fmla="*/ 385115 h 392351"/>
                <a:gd name="connsiteX26" fmla="*/ 65252 w 481367"/>
                <a:gd name="connsiteY26" fmla="*/ 391633 h 392351"/>
                <a:gd name="connsiteX27" fmla="*/ 201011 w 481367"/>
                <a:gd name="connsiteY27" fmla="*/ 372225 h 392351"/>
                <a:gd name="connsiteX28" fmla="*/ 198040 w 481367"/>
                <a:gd name="connsiteY28" fmla="*/ 333409 h 392351"/>
                <a:gd name="connsiteX29" fmla="*/ 224989 w 481367"/>
                <a:gd name="connsiteY29" fmla="*/ 315087 h 392351"/>
                <a:gd name="connsiteX30" fmla="*/ 247954 w 481367"/>
                <a:gd name="connsiteY30" fmla="*/ 308279 h 392351"/>
                <a:gd name="connsiteX31" fmla="*/ 284176 w 481367"/>
                <a:gd name="connsiteY31" fmla="*/ 294520 h 392351"/>
                <a:gd name="connsiteX32" fmla="*/ 300113 w 481367"/>
                <a:gd name="connsiteY32" fmla="*/ 277429 h 392351"/>
                <a:gd name="connsiteX33" fmla="*/ 311125 w 481367"/>
                <a:gd name="connsiteY33" fmla="*/ 236296 h 392351"/>
                <a:gd name="connsiteX34" fmla="*/ 334090 w 481367"/>
                <a:gd name="connsiteY34" fmla="*/ 220292 h 392351"/>
                <a:gd name="connsiteX35" fmla="*/ 323078 w 481367"/>
                <a:gd name="connsiteY35" fmla="*/ 195162 h 392351"/>
                <a:gd name="connsiteX36" fmla="*/ 361039 w 481367"/>
                <a:gd name="connsiteY36" fmla="*/ 196321 h 392351"/>
                <a:gd name="connsiteX37" fmla="*/ 364009 w 481367"/>
                <a:gd name="connsiteY37" fmla="*/ 165471 h 392351"/>
                <a:gd name="connsiteX38" fmla="*/ 380019 w 481367"/>
                <a:gd name="connsiteY38" fmla="*/ 138024 h 392351"/>
                <a:gd name="connsiteX39" fmla="*/ 374006 w 481367"/>
                <a:gd name="connsiteY39" fmla="*/ 115213 h 392351"/>
                <a:gd name="connsiteX40" fmla="*/ 379005 w 481367"/>
                <a:gd name="connsiteY40" fmla="*/ 95805 h 392351"/>
                <a:gd name="connsiteX41" fmla="*/ 384076 w 481367"/>
                <a:gd name="connsiteY41" fmla="*/ 93342 h 392351"/>
                <a:gd name="connsiteX42" fmla="*/ 401534 w 481367"/>
                <a:gd name="connsiteY42" fmla="*/ 86101 h 392351"/>
                <a:gd name="connsiteX43" fmla="*/ 447102 w 481367"/>
                <a:gd name="connsiteY43" fmla="*/ 70603 h 392351"/>
                <a:gd name="connsiteX44" fmla="*/ 481368 w 481367"/>
                <a:gd name="connsiteY44" fmla="*/ 58726 h 392351"/>
                <a:gd name="connsiteX45" fmla="*/ 462387 w 481367"/>
                <a:gd name="connsiteY45" fmla="*/ 54961 h 392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81367" h="392351">
                  <a:moveTo>
                    <a:pt x="462387" y="54961"/>
                  </a:moveTo>
                  <a:cubicBezTo>
                    <a:pt x="455143" y="56192"/>
                    <a:pt x="456882" y="49312"/>
                    <a:pt x="449420" y="44171"/>
                  </a:cubicBezTo>
                  <a:cubicBezTo>
                    <a:pt x="443480" y="40043"/>
                    <a:pt x="425659" y="58654"/>
                    <a:pt x="412474" y="71834"/>
                  </a:cubicBezTo>
                  <a:cubicBezTo>
                    <a:pt x="406316" y="74152"/>
                    <a:pt x="400304" y="76831"/>
                    <a:pt x="394943" y="78641"/>
                  </a:cubicBezTo>
                  <a:cubicBezTo>
                    <a:pt x="387698" y="81104"/>
                    <a:pt x="381612" y="81973"/>
                    <a:pt x="378570" y="77917"/>
                  </a:cubicBezTo>
                  <a:cubicBezTo>
                    <a:pt x="370528" y="67200"/>
                    <a:pt x="391900" y="39753"/>
                    <a:pt x="377194" y="32149"/>
                  </a:cubicBezTo>
                  <a:cubicBezTo>
                    <a:pt x="362487" y="24545"/>
                    <a:pt x="375890" y="1589"/>
                    <a:pt x="363864" y="68"/>
                  </a:cubicBezTo>
                  <a:cubicBezTo>
                    <a:pt x="351838" y="-1453"/>
                    <a:pt x="333221" y="22952"/>
                    <a:pt x="333221" y="33670"/>
                  </a:cubicBezTo>
                  <a:cubicBezTo>
                    <a:pt x="333221" y="44388"/>
                    <a:pt x="301200" y="41274"/>
                    <a:pt x="301200" y="51992"/>
                  </a:cubicBezTo>
                  <a:cubicBezTo>
                    <a:pt x="301200" y="62710"/>
                    <a:pt x="272223" y="50398"/>
                    <a:pt x="266499" y="62637"/>
                  </a:cubicBezTo>
                  <a:cubicBezTo>
                    <a:pt x="260777" y="74876"/>
                    <a:pt x="246505" y="53512"/>
                    <a:pt x="237522" y="53512"/>
                  </a:cubicBezTo>
                  <a:cubicBezTo>
                    <a:pt x="228539" y="53512"/>
                    <a:pt x="221512" y="38232"/>
                    <a:pt x="209559" y="42795"/>
                  </a:cubicBezTo>
                  <a:cubicBezTo>
                    <a:pt x="197605" y="47357"/>
                    <a:pt x="190869" y="38232"/>
                    <a:pt x="181523" y="36712"/>
                  </a:cubicBezTo>
                  <a:cubicBezTo>
                    <a:pt x="172178" y="35191"/>
                    <a:pt x="165513" y="59596"/>
                    <a:pt x="154864" y="54961"/>
                  </a:cubicBezTo>
                  <a:cubicBezTo>
                    <a:pt x="144214" y="50326"/>
                    <a:pt x="138854" y="77917"/>
                    <a:pt x="134870" y="93125"/>
                  </a:cubicBezTo>
                  <a:cubicBezTo>
                    <a:pt x="130885" y="108333"/>
                    <a:pt x="85535" y="108405"/>
                    <a:pt x="86840" y="125134"/>
                  </a:cubicBezTo>
                  <a:cubicBezTo>
                    <a:pt x="88143" y="141863"/>
                    <a:pt x="60180" y="148090"/>
                    <a:pt x="57862" y="137373"/>
                  </a:cubicBezTo>
                  <a:cubicBezTo>
                    <a:pt x="55543" y="126655"/>
                    <a:pt x="37868" y="132810"/>
                    <a:pt x="33883" y="129769"/>
                  </a:cubicBezTo>
                  <a:cubicBezTo>
                    <a:pt x="29899" y="126727"/>
                    <a:pt x="17873" y="132810"/>
                    <a:pt x="19394" y="148090"/>
                  </a:cubicBezTo>
                  <a:cubicBezTo>
                    <a:pt x="20916" y="163371"/>
                    <a:pt x="7441" y="172423"/>
                    <a:pt x="6065" y="178579"/>
                  </a:cubicBezTo>
                  <a:cubicBezTo>
                    <a:pt x="4688" y="184734"/>
                    <a:pt x="-3208" y="202984"/>
                    <a:pt x="2080" y="212108"/>
                  </a:cubicBezTo>
                  <a:cubicBezTo>
                    <a:pt x="7369" y="221233"/>
                    <a:pt x="-4584" y="236513"/>
                    <a:pt x="2080" y="253314"/>
                  </a:cubicBezTo>
                  <a:cubicBezTo>
                    <a:pt x="8745" y="270115"/>
                    <a:pt x="4760" y="291478"/>
                    <a:pt x="7441" y="297562"/>
                  </a:cubicBezTo>
                  <a:cubicBezTo>
                    <a:pt x="10121" y="303645"/>
                    <a:pt x="35405" y="300603"/>
                    <a:pt x="40766" y="317332"/>
                  </a:cubicBezTo>
                  <a:cubicBezTo>
                    <a:pt x="46126" y="334060"/>
                    <a:pt x="7441" y="363173"/>
                    <a:pt x="6065" y="372297"/>
                  </a:cubicBezTo>
                  <a:cubicBezTo>
                    <a:pt x="5486" y="376135"/>
                    <a:pt x="8745" y="380481"/>
                    <a:pt x="13309" y="385115"/>
                  </a:cubicBezTo>
                  <a:cubicBezTo>
                    <a:pt x="30768" y="386035"/>
                    <a:pt x="48082" y="388215"/>
                    <a:pt x="65252" y="391633"/>
                  </a:cubicBezTo>
                  <a:cubicBezTo>
                    <a:pt x="86985" y="396268"/>
                    <a:pt x="199055" y="377149"/>
                    <a:pt x="201011" y="372225"/>
                  </a:cubicBezTo>
                  <a:cubicBezTo>
                    <a:pt x="202967" y="367300"/>
                    <a:pt x="197026" y="339130"/>
                    <a:pt x="198040" y="333409"/>
                  </a:cubicBezTo>
                  <a:cubicBezTo>
                    <a:pt x="202967" y="322828"/>
                    <a:pt x="213326" y="315797"/>
                    <a:pt x="224989" y="315087"/>
                  </a:cubicBezTo>
                  <a:cubicBezTo>
                    <a:pt x="236943" y="316246"/>
                    <a:pt x="247954" y="318563"/>
                    <a:pt x="247954" y="308279"/>
                  </a:cubicBezTo>
                  <a:cubicBezTo>
                    <a:pt x="247954" y="297996"/>
                    <a:pt x="280916" y="285395"/>
                    <a:pt x="284176" y="294520"/>
                  </a:cubicBezTo>
                  <a:cubicBezTo>
                    <a:pt x="287436" y="303645"/>
                    <a:pt x="299099" y="300314"/>
                    <a:pt x="300113" y="277429"/>
                  </a:cubicBezTo>
                  <a:cubicBezTo>
                    <a:pt x="301128" y="254545"/>
                    <a:pt x="299099" y="237455"/>
                    <a:pt x="311125" y="236296"/>
                  </a:cubicBezTo>
                  <a:cubicBezTo>
                    <a:pt x="323151" y="235137"/>
                    <a:pt x="335104" y="227171"/>
                    <a:pt x="334090" y="220292"/>
                  </a:cubicBezTo>
                  <a:cubicBezTo>
                    <a:pt x="333076" y="213412"/>
                    <a:pt x="319094" y="199725"/>
                    <a:pt x="323078" y="195162"/>
                  </a:cubicBezTo>
                  <a:cubicBezTo>
                    <a:pt x="327062" y="190600"/>
                    <a:pt x="357054" y="206604"/>
                    <a:pt x="361039" y="196321"/>
                  </a:cubicBezTo>
                  <a:cubicBezTo>
                    <a:pt x="365023" y="186038"/>
                    <a:pt x="359010" y="174596"/>
                    <a:pt x="364009" y="165471"/>
                  </a:cubicBezTo>
                  <a:cubicBezTo>
                    <a:pt x="369007" y="156346"/>
                    <a:pt x="381033" y="147222"/>
                    <a:pt x="380019" y="138024"/>
                  </a:cubicBezTo>
                  <a:cubicBezTo>
                    <a:pt x="379005" y="128827"/>
                    <a:pt x="381033" y="123179"/>
                    <a:pt x="374006" y="115213"/>
                  </a:cubicBezTo>
                  <a:cubicBezTo>
                    <a:pt x="366979" y="107247"/>
                    <a:pt x="370022" y="96891"/>
                    <a:pt x="379005" y="95805"/>
                  </a:cubicBezTo>
                  <a:cubicBezTo>
                    <a:pt x="380888" y="95392"/>
                    <a:pt x="382627" y="94552"/>
                    <a:pt x="384076" y="93342"/>
                  </a:cubicBezTo>
                  <a:cubicBezTo>
                    <a:pt x="390379" y="92358"/>
                    <a:pt x="396391" y="89874"/>
                    <a:pt x="401534" y="86101"/>
                  </a:cubicBezTo>
                  <a:cubicBezTo>
                    <a:pt x="413995" y="75528"/>
                    <a:pt x="437756" y="66765"/>
                    <a:pt x="447102" y="70603"/>
                  </a:cubicBezTo>
                  <a:cubicBezTo>
                    <a:pt x="459852" y="73652"/>
                    <a:pt x="473254" y="69017"/>
                    <a:pt x="481368" y="58726"/>
                  </a:cubicBezTo>
                  <a:cubicBezTo>
                    <a:pt x="475572" y="55569"/>
                    <a:pt x="468980" y="54251"/>
                    <a:pt x="462387" y="549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4" name="Freeform 331">
              <a:extLst>
                <a:ext uri="{FF2B5EF4-FFF2-40B4-BE49-F238E27FC236}">
                  <a16:creationId xmlns:a16="http://schemas.microsoft.com/office/drawing/2014/main" id="{1A5E880F-BBEF-3EC7-F4F8-0DFF228F4BCD}"/>
                </a:ext>
              </a:extLst>
            </p:cNvPr>
            <p:cNvSpPr/>
            <p:nvPr/>
          </p:nvSpPr>
          <p:spPr>
            <a:xfrm>
              <a:off x="7779772" y="2925497"/>
              <a:ext cx="558828" cy="576741"/>
            </a:xfrm>
            <a:custGeom>
              <a:avLst/>
              <a:gdLst>
                <a:gd name="connsiteX0" fmla="*/ 532461 w 558830"/>
                <a:gd name="connsiteY0" fmla="*/ 59817 h 576738"/>
                <a:gd name="connsiteX1" fmla="*/ 515219 w 558830"/>
                <a:gd name="connsiteY1" fmla="*/ 30850 h 576738"/>
                <a:gd name="connsiteX2" fmla="*/ 484431 w 558830"/>
                <a:gd name="connsiteY2" fmla="*/ 2317 h 576738"/>
                <a:gd name="connsiteX3" fmla="*/ 474216 w 558830"/>
                <a:gd name="connsiteY3" fmla="*/ 4562 h 576738"/>
                <a:gd name="connsiteX4" fmla="*/ 468058 w 558830"/>
                <a:gd name="connsiteY4" fmla="*/ 0 h 576738"/>
                <a:gd name="connsiteX5" fmla="*/ 433793 w 558830"/>
                <a:gd name="connsiteY5" fmla="*/ 11876 h 576738"/>
                <a:gd name="connsiteX6" fmla="*/ 388225 w 558830"/>
                <a:gd name="connsiteY6" fmla="*/ 27374 h 576738"/>
                <a:gd name="connsiteX7" fmla="*/ 370766 w 558830"/>
                <a:gd name="connsiteY7" fmla="*/ 34616 h 576738"/>
                <a:gd name="connsiteX8" fmla="*/ 365695 w 558830"/>
                <a:gd name="connsiteY8" fmla="*/ 37078 h 576738"/>
                <a:gd name="connsiteX9" fmla="*/ 360696 w 558830"/>
                <a:gd name="connsiteY9" fmla="*/ 56486 h 576738"/>
                <a:gd name="connsiteX10" fmla="*/ 366710 w 558830"/>
                <a:gd name="connsiteY10" fmla="*/ 79298 h 576738"/>
                <a:gd name="connsiteX11" fmla="*/ 350699 w 558830"/>
                <a:gd name="connsiteY11" fmla="*/ 106744 h 576738"/>
                <a:gd name="connsiteX12" fmla="*/ 347730 w 558830"/>
                <a:gd name="connsiteY12" fmla="*/ 137595 h 576738"/>
                <a:gd name="connsiteX13" fmla="*/ 309769 w 558830"/>
                <a:gd name="connsiteY13" fmla="*/ 136436 h 576738"/>
                <a:gd name="connsiteX14" fmla="*/ 320780 w 558830"/>
                <a:gd name="connsiteY14" fmla="*/ 161565 h 576738"/>
                <a:gd name="connsiteX15" fmla="*/ 297816 w 558830"/>
                <a:gd name="connsiteY15" fmla="*/ 177569 h 576738"/>
                <a:gd name="connsiteX16" fmla="*/ 286804 w 558830"/>
                <a:gd name="connsiteY16" fmla="*/ 218703 h 576738"/>
                <a:gd name="connsiteX17" fmla="*/ 270867 w 558830"/>
                <a:gd name="connsiteY17" fmla="*/ 235793 h 576738"/>
                <a:gd name="connsiteX18" fmla="*/ 234645 w 558830"/>
                <a:gd name="connsiteY18" fmla="*/ 249553 h 576738"/>
                <a:gd name="connsiteX19" fmla="*/ 211680 w 558830"/>
                <a:gd name="connsiteY19" fmla="*/ 256360 h 576738"/>
                <a:gd name="connsiteX20" fmla="*/ 184731 w 558830"/>
                <a:gd name="connsiteY20" fmla="*/ 274682 h 576738"/>
                <a:gd name="connsiteX21" fmla="*/ 187701 w 558830"/>
                <a:gd name="connsiteY21" fmla="*/ 313498 h 576738"/>
                <a:gd name="connsiteX22" fmla="*/ 51942 w 558830"/>
                <a:gd name="connsiteY22" fmla="*/ 332906 h 576738"/>
                <a:gd name="connsiteX23" fmla="*/ 0 w 558830"/>
                <a:gd name="connsiteY23" fmla="*/ 326389 h 576738"/>
                <a:gd name="connsiteX24" fmla="*/ 15792 w 558830"/>
                <a:gd name="connsiteY24" fmla="*/ 347172 h 576738"/>
                <a:gd name="connsiteX25" fmla="*/ 50493 w 558830"/>
                <a:gd name="connsiteY25" fmla="*/ 380702 h 576738"/>
                <a:gd name="connsiteX26" fmla="*/ 66503 w 558830"/>
                <a:gd name="connsiteY26" fmla="*/ 423429 h 576738"/>
                <a:gd name="connsiteX27" fmla="*/ 74471 w 558830"/>
                <a:gd name="connsiteY27" fmla="*/ 452396 h 576738"/>
                <a:gd name="connsiteX28" fmla="*/ 43828 w 558830"/>
                <a:gd name="connsiteY28" fmla="*/ 463114 h 576738"/>
                <a:gd name="connsiteX29" fmla="*/ 22530 w 558830"/>
                <a:gd name="connsiteY29" fmla="*/ 499903 h 576738"/>
                <a:gd name="connsiteX30" fmla="*/ 33034 w 558830"/>
                <a:gd name="connsiteY30" fmla="*/ 500482 h 576738"/>
                <a:gd name="connsiteX31" fmla="*/ 53970 w 558830"/>
                <a:gd name="connsiteY31" fmla="*/ 508086 h 576738"/>
                <a:gd name="connsiteX32" fmla="*/ 176762 w 558830"/>
                <a:gd name="connsiteY32" fmla="*/ 492878 h 576738"/>
                <a:gd name="connsiteX33" fmla="*/ 212042 w 558830"/>
                <a:gd name="connsiteY33" fmla="*/ 535315 h 576738"/>
                <a:gd name="connsiteX34" fmla="*/ 211970 w 558830"/>
                <a:gd name="connsiteY34" fmla="*/ 536329 h 576738"/>
                <a:gd name="connsiteX35" fmla="*/ 216172 w 558830"/>
                <a:gd name="connsiteY35" fmla="*/ 558054 h 576738"/>
                <a:gd name="connsiteX36" fmla="*/ 245656 w 558830"/>
                <a:gd name="connsiteY36" fmla="*/ 572900 h 576738"/>
                <a:gd name="connsiteX37" fmla="*/ 251017 w 558830"/>
                <a:gd name="connsiteY37" fmla="*/ 576738 h 576738"/>
                <a:gd name="connsiteX38" fmla="*/ 253190 w 558830"/>
                <a:gd name="connsiteY38" fmla="*/ 573914 h 576738"/>
                <a:gd name="connsiteX39" fmla="*/ 283834 w 558830"/>
                <a:gd name="connsiteY39" fmla="*/ 549509 h 576738"/>
                <a:gd name="connsiteX40" fmla="*/ 315854 w 558830"/>
                <a:gd name="connsiteY40" fmla="*/ 547988 h 576738"/>
                <a:gd name="connsiteX41" fmla="*/ 341209 w 558830"/>
                <a:gd name="connsiteY41" fmla="*/ 540747 h 576738"/>
                <a:gd name="connsiteX42" fmla="*/ 329184 w 558830"/>
                <a:gd name="connsiteY42" fmla="*/ 505623 h 576738"/>
                <a:gd name="connsiteX43" fmla="*/ 314695 w 558830"/>
                <a:gd name="connsiteY43" fmla="*/ 466011 h 576738"/>
                <a:gd name="connsiteX44" fmla="*/ 293324 w 558830"/>
                <a:gd name="connsiteY44" fmla="*/ 438492 h 576738"/>
                <a:gd name="connsiteX45" fmla="*/ 318680 w 558830"/>
                <a:gd name="connsiteY45" fmla="*/ 402283 h 576738"/>
                <a:gd name="connsiteX46" fmla="*/ 343962 w 558830"/>
                <a:gd name="connsiteY46" fmla="*/ 405324 h 576738"/>
                <a:gd name="connsiteX47" fmla="*/ 366710 w 558830"/>
                <a:gd name="connsiteY47" fmla="*/ 403804 h 576738"/>
                <a:gd name="connsiteX48" fmla="*/ 385327 w 558830"/>
                <a:gd name="connsiteY48" fmla="*/ 374836 h 576738"/>
                <a:gd name="connsiteX49" fmla="*/ 413363 w 558830"/>
                <a:gd name="connsiteY49" fmla="*/ 354994 h 576738"/>
                <a:gd name="connsiteX50" fmla="*/ 426692 w 558830"/>
                <a:gd name="connsiteY50" fmla="*/ 313788 h 576738"/>
                <a:gd name="connsiteX51" fmla="*/ 446687 w 558830"/>
                <a:gd name="connsiteY51" fmla="*/ 295466 h 576738"/>
                <a:gd name="connsiteX52" fmla="*/ 462698 w 558830"/>
                <a:gd name="connsiteY52" fmla="*/ 273741 h 576738"/>
                <a:gd name="connsiteX53" fmla="*/ 469362 w 558830"/>
                <a:gd name="connsiteY53" fmla="*/ 244774 h 576738"/>
                <a:gd name="connsiteX54" fmla="*/ 486676 w 558830"/>
                <a:gd name="connsiteY54" fmla="*/ 215806 h 576738"/>
                <a:gd name="connsiteX55" fmla="*/ 470666 w 558830"/>
                <a:gd name="connsiteY55" fmla="*/ 199005 h 576738"/>
                <a:gd name="connsiteX56" fmla="*/ 450672 w 558830"/>
                <a:gd name="connsiteY56" fmla="*/ 162362 h 576738"/>
                <a:gd name="connsiteX57" fmla="*/ 445311 w 558830"/>
                <a:gd name="connsiteY57" fmla="*/ 125790 h 576738"/>
                <a:gd name="connsiteX58" fmla="*/ 462698 w 558830"/>
                <a:gd name="connsiteY58" fmla="*/ 104427 h 576738"/>
                <a:gd name="connsiteX59" fmla="*/ 513408 w 558830"/>
                <a:gd name="connsiteY59" fmla="*/ 115072 h 576738"/>
                <a:gd name="connsiteX60" fmla="*/ 546805 w 558830"/>
                <a:gd name="connsiteY60" fmla="*/ 99865 h 576738"/>
                <a:gd name="connsiteX61" fmla="*/ 558831 w 558830"/>
                <a:gd name="connsiteY61" fmla="*/ 76039 h 576738"/>
                <a:gd name="connsiteX62" fmla="*/ 532461 w 558830"/>
                <a:gd name="connsiteY62" fmla="*/ 59817 h 5767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558830" h="576738">
                  <a:moveTo>
                    <a:pt x="532461" y="59817"/>
                  </a:moveTo>
                  <a:cubicBezTo>
                    <a:pt x="521811" y="54053"/>
                    <a:pt x="515219" y="42937"/>
                    <a:pt x="515219" y="30850"/>
                  </a:cubicBezTo>
                  <a:cubicBezTo>
                    <a:pt x="515219" y="26360"/>
                    <a:pt x="497470" y="13904"/>
                    <a:pt x="484431" y="2317"/>
                  </a:cubicBezTo>
                  <a:cubicBezTo>
                    <a:pt x="480954" y="2839"/>
                    <a:pt x="477548" y="3592"/>
                    <a:pt x="474216" y="4562"/>
                  </a:cubicBezTo>
                  <a:cubicBezTo>
                    <a:pt x="472405" y="2730"/>
                    <a:pt x="470304" y="1195"/>
                    <a:pt x="468058" y="0"/>
                  </a:cubicBezTo>
                  <a:cubicBezTo>
                    <a:pt x="459945" y="10291"/>
                    <a:pt x="446543" y="14925"/>
                    <a:pt x="433793" y="11876"/>
                  </a:cubicBezTo>
                  <a:cubicBezTo>
                    <a:pt x="424592" y="8038"/>
                    <a:pt x="400685" y="16801"/>
                    <a:pt x="388225" y="27374"/>
                  </a:cubicBezTo>
                  <a:cubicBezTo>
                    <a:pt x="383082" y="31147"/>
                    <a:pt x="377069" y="33631"/>
                    <a:pt x="370766" y="34616"/>
                  </a:cubicBezTo>
                  <a:cubicBezTo>
                    <a:pt x="369318" y="35825"/>
                    <a:pt x="367579" y="36665"/>
                    <a:pt x="365695" y="37078"/>
                  </a:cubicBezTo>
                  <a:cubicBezTo>
                    <a:pt x="356713" y="38164"/>
                    <a:pt x="353742" y="48448"/>
                    <a:pt x="360696" y="56486"/>
                  </a:cubicBezTo>
                  <a:cubicBezTo>
                    <a:pt x="367652" y="64525"/>
                    <a:pt x="365695" y="70173"/>
                    <a:pt x="366710" y="79298"/>
                  </a:cubicBezTo>
                  <a:cubicBezTo>
                    <a:pt x="367724" y="88423"/>
                    <a:pt x="355698" y="97620"/>
                    <a:pt x="350699" y="106744"/>
                  </a:cubicBezTo>
                  <a:cubicBezTo>
                    <a:pt x="345701" y="115869"/>
                    <a:pt x="351713" y="127311"/>
                    <a:pt x="347730" y="137595"/>
                  </a:cubicBezTo>
                  <a:cubicBezTo>
                    <a:pt x="343745" y="147878"/>
                    <a:pt x="313753" y="131873"/>
                    <a:pt x="309769" y="136436"/>
                  </a:cubicBezTo>
                  <a:cubicBezTo>
                    <a:pt x="305784" y="140998"/>
                    <a:pt x="319766" y="154757"/>
                    <a:pt x="320780" y="161565"/>
                  </a:cubicBezTo>
                  <a:cubicBezTo>
                    <a:pt x="321794" y="168372"/>
                    <a:pt x="309769" y="176048"/>
                    <a:pt x="297816" y="177569"/>
                  </a:cubicBezTo>
                  <a:cubicBezTo>
                    <a:pt x="285862" y="179090"/>
                    <a:pt x="287819" y="195819"/>
                    <a:pt x="286804" y="218703"/>
                  </a:cubicBezTo>
                  <a:cubicBezTo>
                    <a:pt x="285790" y="241587"/>
                    <a:pt x="273837" y="244991"/>
                    <a:pt x="270867" y="235793"/>
                  </a:cubicBezTo>
                  <a:cubicBezTo>
                    <a:pt x="267897" y="226597"/>
                    <a:pt x="234645" y="239270"/>
                    <a:pt x="234645" y="249553"/>
                  </a:cubicBezTo>
                  <a:cubicBezTo>
                    <a:pt x="234645" y="259836"/>
                    <a:pt x="223634" y="257519"/>
                    <a:pt x="211680" y="256360"/>
                  </a:cubicBezTo>
                  <a:cubicBezTo>
                    <a:pt x="200017" y="257070"/>
                    <a:pt x="189657" y="264102"/>
                    <a:pt x="184731" y="274682"/>
                  </a:cubicBezTo>
                  <a:cubicBezTo>
                    <a:pt x="183717" y="280403"/>
                    <a:pt x="189730" y="308936"/>
                    <a:pt x="187701" y="313498"/>
                  </a:cubicBezTo>
                  <a:cubicBezTo>
                    <a:pt x="185673" y="318061"/>
                    <a:pt x="73892" y="337541"/>
                    <a:pt x="51942" y="332906"/>
                  </a:cubicBezTo>
                  <a:cubicBezTo>
                    <a:pt x="34772" y="329488"/>
                    <a:pt x="17458" y="327308"/>
                    <a:pt x="0" y="326389"/>
                  </a:cubicBezTo>
                  <a:cubicBezTo>
                    <a:pt x="6448" y="332305"/>
                    <a:pt x="11808" y="339344"/>
                    <a:pt x="15792" y="347172"/>
                  </a:cubicBezTo>
                  <a:cubicBezTo>
                    <a:pt x="20284" y="360643"/>
                    <a:pt x="34483" y="373026"/>
                    <a:pt x="50493" y="380702"/>
                  </a:cubicBezTo>
                  <a:cubicBezTo>
                    <a:pt x="66503" y="388378"/>
                    <a:pt x="58462" y="420315"/>
                    <a:pt x="66503" y="423429"/>
                  </a:cubicBezTo>
                  <a:cubicBezTo>
                    <a:pt x="74544" y="426543"/>
                    <a:pt x="85194" y="450875"/>
                    <a:pt x="74471" y="452396"/>
                  </a:cubicBezTo>
                  <a:cubicBezTo>
                    <a:pt x="63605" y="453866"/>
                    <a:pt x="53246" y="457509"/>
                    <a:pt x="43828" y="463114"/>
                  </a:cubicBezTo>
                  <a:cubicBezTo>
                    <a:pt x="30933" y="470935"/>
                    <a:pt x="22892" y="484803"/>
                    <a:pt x="22530" y="499903"/>
                  </a:cubicBezTo>
                  <a:cubicBezTo>
                    <a:pt x="26007" y="499663"/>
                    <a:pt x="29557" y="499859"/>
                    <a:pt x="33034" y="500482"/>
                  </a:cubicBezTo>
                  <a:cubicBezTo>
                    <a:pt x="40351" y="501995"/>
                    <a:pt x="47378" y="504559"/>
                    <a:pt x="53970" y="508086"/>
                  </a:cubicBezTo>
                  <a:cubicBezTo>
                    <a:pt x="93669" y="495891"/>
                    <a:pt x="135252" y="490742"/>
                    <a:pt x="176762" y="492878"/>
                  </a:cubicBezTo>
                  <a:cubicBezTo>
                    <a:pt x="198206" y="494848"/>
                    <a:pt x="214070" y="513851"/>
                    <a:pt x="212042" y="535315"/>
                  </a:cubicBezTo>
                  <a:cubicBezTo>
                    <a:pt x="212042" y="535656"/>
                    <a:pt x="212042" y="535988"/>
                    <a:pt x="211970" y="536329"/>
                  </a:cubicBezTo>
                  <a:cubicBezTo>
                    <a:pt x="214940" y="543571"/>
                    <a:pt x="211970" y="550812"/>
                    <a:pt x="216172" y="558054"/>
                  </a:cubicBezTo>
                  <a:cubicBezTo>
                    <a:pt x="221170" y="567179"/>
                    <a:pt x="231167" y="565296"/>
                    <a:pt x="245656" y="572900"/>
                  </a:cubicBezTo>
                  <a:cubicBezTo>
                    <a:pt x="247612" y="573943"/>
                    <a:pt x="249423" y="575232"/>
                    <a:pt x="251017" y="576738"/>
                  </a:cubicBezTo>
                  <a:lnTo>
                    <a:pt x="253190" y="573914"/>
                  </a:lnTo>
                  <a:cubicBezTo>
                    <a:pt x="261159" y="563268"/>
                    <a:pt x="262536" y="544946"/>
                    <a:pt x="283834" y="549509"/>
                  </a:cubicBezTo>
                  <a:cubicBezTo>
                    <a:pt x="305133" y="554071"/>
                    <a:pt x="303828" y="544946"/>
                    <a:pt x="315854" y="547988"/>
                  </a:cubicBezTo>
                  <a:cubicBezTo>
                    <a:pt x="327880" y="551030"/>
                    <a:pt x="335849" y="549509"/>
                    <a:pt x="341209" y="540747"/>
                  </a:cubicBezTo>
                  <a:cubicBezTo>
                    <a:pt x="346570" y="531984"/>
                    <a:pt x="335849" y="513300"/>
                    <a:pt x="329184" y="505623"/>
                  </a:cubicBezTo>
                  <a:cubicBezTo>
                    <a:pt x="319694" y="494609"/>
                    <a:pt x="314550" y="480531"/>
                    <a:pt x="314695" y="466011"/>
                  </a:cubicBezTo>
                  <a:cubicBezTo>
                    <a:pt x="315999" y="450731"/>
                    <a:pt x="293324" y="450731"/>
                    <a:pt x="293324" y="438492"/>
                  </a:cubicBezTo>
                  <a:cubicBezTo>
                    <a:pt x="293324" y="426253"/>
                    <a:pt x="314695" y="406483"/>
                    <a:pt x="318680" y="402283"/>
                  </a:cubicBezTo>
                  <a:cubicBezTo>
                    <a:pt x="322663" y="398083"/>
                    <a:pt x="339978" y="414522"/>
                    <a:pt x="343962" y="405324"/>
                  </a:cubicBezTo>
                  <a:cubicBezTo>
                    <a:pt x="347946" y="396127"/>
                    <a:pt x="359972" y="402283"/>
                    <a:pt x="366710" y="403804"/>
                  </a:cubicBezTo>
                  <a:cubicBezTo>
                    <a:pt x="373447" y="405324"/>
                    <a:pt x="384024" y="388523"/>
                    <a:pt x="385327" y="374836"/>
                  </a:cubicBezTo>
                  <a:cubicBezTo>
                    <a:pt x="386632" y="361149"/>
                    <a:pt x="409379" y="359556"/>
                    <a:pt x="413363" y="354994"/>
                  </a:cubicBezTo>
                  <a:cubicBezTo>
                    <a:pt x="417348" y="350431"/>
                    <a:pt x="424012" y="319871"/>
                    <a:pt x="426692" y="313788"/>
                  </a:cubicBezTo>
                  <a:cubicBezTo>
                    <a:pt x="429373" y="307705"/>
                    <a:pt x="446687" y="312267"/>
                    <a:pt x="446687" y="295466"/>
                  </a:cubicBezTo>
                  <a:cubicBezTo>
                    <a:pt x="446687" y="278665"/>
                    <a:pt x="454728" y="275623"/>
                    <a:pt x="462698" y="273741"/>
                  </a:cubicBezTo>
                  <a:cubicBezTo>
                    <a:pt x="470666" y="271858"/>
                    <a:pt x="467986" y="257012"/>
                    <a:pt x="469362" y="244774"/>
                  </a:cubicBezTo>
                  <a:cubicBezTo>
                    <a:pt x="470739" y="232535"/>
                    <a:pt x="476027" y="218848"/>
                    <a:pt x="486676" y="215806"/>
                  </a:cubicBezTo>
                  <a:cubicBezTo>
                    <a:pt x="497325" y="212764"/>
                    <a:pt x="482692" y="195963"/>
                    <a:pt x="470666" y="199005"/>
                  </a:cubicBezTo>
                  <a:cubicBezTo>
                    <a:pt x="458640" y="202047"/>
                    <a:pt x="450672" y="162362"/>
                    <a:pt x="450672" y="162362"/>
                  </a:cubicBezTo>
                  <a:cubicBezTo>
                    <a:pt x="450672" y="162362"/>
                    <a:pt x="452048" y="130353"/>
                    <a:pt x="445311" y="125790"/>
                  </a:cubicBezTo>
                  <a:cubicBezTo>
                    <a:pt x="438573" y="121228"/>
                    <a:pt x="447991" y="104427"/>
                    <a:pt x="462698" y="104427"/>
                  </a:cubicBezTo>
                  <a:cubicBezTo>
                    <a:pt x="477403" y="104427"/>
                    <a:pt x="504063" y="122749"/>
                    <a:pt x="513408" y="115072"/>
                  </a:cubicBezTo>
                  <a:cubicBezTo>
                    <a:pt x="522753" y="107396"/>
                    <a:pt x="541444" y="102906"/>
                    <a:pt x="546805" y="99865"/>
                  </a:cubicBezTo>
                  <a:cubicBezTo>
                    <a:pt x="550789" y="97547"/>
                    <a:pt x="556439" y="82919"/>
                    <a:pt x="558831" y="76039"/>
                  </a:cubicBezTo>
                  <a:cubicBezTo>
                    <a:pt x="550427" y="70021"/>
                    <a:pt x="541589" y="64597"/>
                    <a:pt x="532461" y="598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5" name="Freeform 332">
              <a:extLst>
                <a:ext uri="{FF2B5EF4-FFF2-40B4-BE49-F238E27FC236}">
                  <a16:creationId xmlns:a16="http://schemas.microsoft.com/office/drawing/2014/main" id="{5E2FB7C2-FCF4-1DEA-16C2-D6069C245A49}"/>
                </a:ext>
              </a:extLst>
            </p:cNvPr>
            <p:cNvSpPr/>
            <p:nvPr/>
          </p:nvSpPr>
          <p:spPr>
            <a:xfrm>
              <a:off x="8904253" y="4222908"/>
              <a:ext cx="382378" cy="448826"/>
            </a:xfrm>
            <a:custGeom>
              <a:avLst/>
              <a:gdLst>
                <a:gd name="connsiteX0" fmla="*/ 47148 w 382380"/>
                <a:gd name="connsiteY0" fmla="*/ 78180 h 448823"/>
                <a:gd name="connsiteX1" fmla="*/ 93077 w 382380"/>
                <a:gd name="connsiteY1" fmla="*/ 133000 h 448823"/>
                <a:gd name="connsiteX2" fmla="*/ 130023 w 382380"/>
                <a:gd name="connsiteY2" fmla="*/ 210705 h 448823"/>
                <a:gd name="connsiteX3" fmla="*/ 176966 w 382380"/>
                <a:gd name="connsiteY3" fmla="*/ 281820 h 448823"/>
                <a:gd name="connsiteX4" fmla="*/ 213188 w 382380"/>
                <a:gd name="connsiteY4" fmla="*/ 344823 h 448823"/>
                <a:gd name="connsiteX5" fmla="*/ 230792 w 382380"/>
                <a:gd name="connsiteY5" fmla="*/ 366042 h 448823"/>
                <a:gd name="connsiteX6" fmla="*/ 291717 w 382380"/>
                <a:gd name="connsiteY6" fmla="*/ 426583 h 448823"/>
                <a:gd name="connsiteX7" fmla="*/ 308669 w 382380"/>
                <a:gd name="connsiteY7" fmla="*/ 445992 h 448823"/>
                <a:gd name="connsiteX8" fmla="*/ 344891 w 382380"/>
                <a:gd name="connsiteY8" fmla="*/ 447150 h 448823"/>
                <a:gd name="connsiteX9" fmla="*/ 356917 w 382380"/>
                <a:gd name="connsiteY9" fmla="*/ 390085 h 448823"/>
                <a:gd name="connsiteX10" fmla="*/ 361915 w 382380"/>
                <a:gd name="connsiteY10" fmla="*/ 350038 h 448823"/>
                <a:gd name="connsiteX11" fmla="*/ 375897 w 382380"/>
                <a:gd name="connsiteY11" fmla="*/ 340913 h 448823"/>
                <a:gd name="connsiteX12" fmla="*/ 376911 w 382380"/>
                <a:gd name="connsiteY12" fmla="*/ 316943 h 448823"/>
                <a:gd name="connsiteX13" fmla="*/ 348876 w 382380"/>
                <a:gd name="connsiteY13" fmla="*/ 286092 h 448823"/>
                <a:gd name="connsiteX14" fmla="*/ 344891 w 382380"/>
                <a:gd name="connsiteY14" fmla="*/ 303255 h 448823"/>
                <a:gd name="connsiteX15" fmla="*/ 358438 w 382380"/>
                <a:gd name="connsiteY15" fmla="*/ 318630 h 448823"/>
                <a:gd name="connsiteX16" fmla="*/ 357931 w 382380"/>
                <a:gd name="connsiteY16" fmla="*/ 321577 h 448823"/>
                <a:gd name="connsiteX17" fmla="*/ 336922 w 382380"/>
                <a:gd name="connsiteY17" fmla="*/ 314698 h 448823"/>
                <a:gd name="connsiteX18" fmla="*/ 315986 w 382380"/>
                <a:gd name="connsiteY18" fmla="*/ 294131 h 448823"/>
                <a:gd name="connsiteX19" fmla="*/ 285994 w 382380"/>
                <a:gd name="connsiteY19" fmla="*/ 259805 h 448823"/>
                <a:gd name="connsiteX20" fmla="*/ 278750 w 382380"/>
                <a:gd name="connsiteY20" fmla="*/ 232430 h 448823"/>
                <a:gd name="connsiteX21" fmla="*/ 261726 w 382380"/>
                <a:gd name="connsiteY21" fmla="*/ 197018 h 448823"/>
                <a:gd name="connsiteX22" fmla="*/ 243760 w 382380"/>
                <a:gd name="connsiteY22" fmla="*/ 179855 h 448823"/>
                <a:gd name="connsiteX23" fmla="*/ 226807 w 382380"/>
                <a:gd name="connsiteY23" fmla="*/ 160447 h 448823"/>
                <a:gd name="connsiteX24" fmla="*/ 205799 w 382380"/>
                <a:gd name="connsiteY24" fmla="*/ 149005 h 448823"/>
                <a:gd name="connsiteX25" fmla="*/ 179864 w 382380"/>
                <a:gd name="connsiteY25" fmla="*/ 136476 h 448823"/>
                <a:gd name="connsiteX26" fmla="*/ 150887 w 382380"/>
                <a:gd name="connsiteY26" fmla="*/ 103309 h 448823"/>
                <a:gd name="connsiteX27" fmla="*/ 93946 w 382380"/>
                <a:gd name="connsiteY27" fmla="*/ 45375 h 448823"/>
                <a:gd name="connsiteX28" fmla="*/ 45046 w 382380"/>
                <a:gd name="connsiteY28" fmla="*/ 19087 h 448823"/>
                <a:gd name="connsiteX29" fmla="*/ 1074 w 382380"/>
                <a:gd name="connsiteY29" fmla="*/ 4241 h 448823"/>
                <a:gd name="connsiteX30" fmla="*/ 47148 w 382380"/>
                <a:gd name="connsiteY30" fmla="*/ 78180 h 4488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82380" h="448823">
                  <a:moveTo>
                    <a:pt x="47148" y="78180"/>
                  </a:moveTo>
                  <a:cubicBezTo>
                    <a:pt x="64099" y="89622"/>
                    <a:pt x="73082" y="130755"/>
                    <a:pt x="93077" y="133000"/>
                  </a:cubicBezTo>
                  <a:cubicBezTo>
                    <a:pt x="113071" y="135245"/>
                    <a:pt x="114810" y="207301"/>
                    <a:pt x="130023" y="210705"/>
                  </a:cubicBezTo>
                  <a:cubicBezTo>
                    <a:pt x="142339" y="213529"/>
                    <a:pt x="166245" y="251766"/>
                    <a:pt x="176966" y="281820"/>
                  </a:cubicBezTo>
                  <a:cubicBezTo>
                    <a:pt x="192977" y="300322"/>
                    <a:pt x="205219" y="321707"/>
                    <a:pt x="213188" y="344823"/>
                  </a:cubicBezTo>
                  <a:cubicBezTo>
                    <a:pt x="220216" y="350878"/>
                    <a:pt x="226156" y="358047"/>
                    <a:pt x="230792" y="366042"/>
                  </a:cubicBezTo>
                  <a:cubicBezTo>
                    <a:pt x="241731" y="387767"/>
                    <a:pt x="285704" y="417531"/>
                    <a:pt x="291717" y="426583"/>
                  </a:cubicBezTo>
                  <a:cubicBezTo>
                    <a:pt x="297730" y="435636"/>
                    <a:pt x="303671" y="456348"/>
                    <a:pt x="308669" y="445992"/>
                  </a:cubicBezTo>
                  <a:cubicBezTo>
                    <a:pt x="313667" y="435636"/>
                    <a:pt x="334676" y="445992"/>
                    <a:pt x="344891" y="447150"/>
                  </a:cubicBezTo>
                  <a:cubicBezTo>
                    <a:pt x="355106" y="448309"/>
                    <a:pt x="357931" y="406089"/>
                    <a:pt x="356917" y="390085"/>
                  </a:cubicBezTo>
                  <a:cubicBezTo>
                    <a:pt x="355902" y="374080"/>
                    <a:pt x="361915" y="358076"/>
                    <a:pt x="361915" y="350038"/>
                  </a:cubicBezTo>
                  <a:cubicBezTo>
                    <a:pt x="361915" y="341999"/>
                    <a:pt x="366914" y="338668"/>
                    <a:pt x="375897" y="340913"/>
                  </a:cubicBezTo>
                  <a:cubicBezTo>
                    <a:pt x="384880" y="343158"/>
                    <a:pt x="383866" y="319188"/>
                    <a:pt x="376911" y="316943"/>
                  </a:cubicBezTo>
                  <a:cubicBezTo>
                    <a:pt x="369956" y="314698"/>
                    <a:pt x="365900" y="286092"/>
                    <a:pt x="348876" y="286092"/>
                  </a:cubicBezTo>
                  <a:cubicBezTo>
                    <a:pt x="331851" y="286092"/>
                    <a:pt x="334966" y="302097"/>
                    <a:pt x="344891" y="303255"/>
                  </a:cubicBezTo>
                  <a:cubicBezTo>
                    <a:pt x="352859" y="303762"/>
                    <a:pt x="358944" y="310649"/>
                    <a:pt x="358438" y="318630"/>
                  </a:cubicBezTo>
                  <a:cubicBezTo>
                    <a:pt x="358365" y="319629"/>
                    <a:pt x="358220" y="320614"/>
                    <a:pt x="357931" y="321577"/>
                  </a:cubicBezTo>
                  <a:cubicBezTo>
                    <a:pt x="354888" y="329543"/>
                    <a:pt x="350687" y="313539"/>
                    <a:pt x="336922" y="314698"/>
                  </a:cubicBezTo>
                  <a:cubicBezTo>
                    <a:pt x="323158" y="315856"/>
                    <a:pt x="331923" y="295217"/>
                    <a:pt x="315986" y="294131"/>
                  </a:cubicBezTo>
                  <a:cubicBezTo>
                    <a:pt x="300049" y="293044"/>
                    <a:pt x="303018" y="259805"/>
                    <a:pt x="285994" y="259805"/>
                  </a:cubicBezTo>
                  <a:cubicBezTo>
                    <a:pt x="268970" y="259805"/>
                    <a:pt x="268028" y="243800"/>
                    <a:pt x="278750" y="232430"/>
                  </a:cubicBezTo>
                  <a:cubicBezTo>
                    <a:pt x="289471" y="221061"/>
                    <a:pt x="261726" y="210705"/>
                    <a:pt x="261726" y="197018"/>
                  </a:cubicBezTo>
                  <a:cubicBezTo>
                    <a:pt x="261726" y="183331"/>
                    <a:pt x="243760" y="191297"/>
                    <a:pt x="243760" y="179855"/>
                  </a:cubicBezTo>
                  <a:cubicBezTo>
                    <a:pt x="243760" y="168413"/>
                    <a:pt x="235790" y="174206"/>
                    <a:pt x="226807" y="160447"/>
                  </a:cubicBezTo>
                  <a:cubicBezTo>
                    <a:pt x="217824" y="146687"/>
                    <a:pt x="213768" y="159288"/>
                    <a:pt x="205799" y="149005"/>
                  </a:cubicBezTo>
                  <a:cubicBezTo>
                    <a:pt x="197830" y="138721"/>
                    <a:pt x="186819" y="133000"/>
                    <a:pt x="179864" y="136476"/>
                  </a:cubicBezTo>
                  <a:cubicBezTo>
                    <a:pt x="172910" y="139953"/>
                    <a:pt x="156900" y="121631"/>
                    <a:pt x="150887" y="103309"/>
                  </a:cubicBezTo>
                  <a:cubicBezTo>
                    <a:pt x="146106" y="88825"/>
                    <a:pt x="100176" y="64493"/>
                    <a:pt x="93946" y="45375"/>
                  </a:cubicBezTo>
                  <a:cubicBezTo>
                    <a:pt x="87716" y="26256"/>
                    <a:pt x="72213" y="17928"/>
                    <a:pt x="45046" y="19087"/>
                  </a:cubicBezTo>
                  <a:cubicBezTo>
                    <a:pt x="17880" y="20245"/>
                    <a:pt x="7449" y="-11112"/>
                    <a:pt x="1074" y="4241"/>
                  </a:cubicBezTo>
                  <a:cubicBezTo>
                    <a:pt x="-6751" y="23504"/>
                    <a:pt x="30196" y="66955"/>
                    <a:pt x="47148" y="781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6" name="Freeform 333">
              <a:extLst>
                <a:ext uri="{FF2B5EF4-FFF2-40B4-BE49-F238E27FC236}">
                  <a16:creationId xmlns:a16="http://schemas.microsoft.com/office/drawing/2014/main" id="{ADACF196-71B8-2FAE-09E4-2F499D3B85FB}"/>
                </a:ext>
              </a:extLst>
            </p:cNvPr>
            <p:cNvSpPr/>
            <p:nvPr/>
          </p:nvSpPr>
          <p:spPr>
            <a:xfrm>
              <a:off x="9354009" y="4273452"/>
              <a:ext cx="344735" cy="326431"/>
            </a:xfrm>
            <a:custGeom>
              <a:avLst/>
              <a:gdLst>
                <a:gd name="connsiteX0" fmla="*/ 272562 w 344737"/>
                <a:gd name="connsiteY0" fmla="*/ 226424 h 326430"/>
                <a:gd name="connsiteX1" fmla="*/ 292484 w 344737"/>
                <a:gd name="connsiteY1" fmla="*/ 167041 h 326430"/>
                <a:gd name="connsiteX2" fmla="*/ 343195 w 344737"/>
                <a:gd name="connsiteY2" fmla="*/ 133874 h 326430"/>
                <a:gd name="connsiteX3" fmla="*/ 320231 w 344737"/>
                <a:gd name="connsiteY3" fmla="*/ 103024 h 326430"/>
                <a:gd name="connsiteX4" fmla="*/ 309219 w 344737"/>
                <a:gd name="connsiteY4" fmla="*/ 72174 h 326430"/>
                <a:gd name="connsiteX5" fmla="*/ 298280 w 344737"/>
                <a:gd name="connsiteY5" fmla="*/ 37919 h 326430"/>
                <a:gd name="connsiteX6" fmla="*/ 300236 w 344737"/>
                <a:gd name="connsiteY6" fmla="*/ 9387 h 326430"/>
                <a:gd name="connsiteX7" fmla="*/ 305234 w 344737"/>
                <a:gd name="connsiteY7" fmla="*/ 6418 h 326430"/>
                <a:gd name="connsiteX8" fmla="*/ 289297 w 344737"/>
                <a:gd name="connsiteY8" fmla="*/ 262 h 326430"/>
                <a:gd name="connsiteX9" fmla="*/ 237355 w 344737"/>
                <a:gd name="connsiteY9" fmla="*/ 25319 h 326430"/>
                <a:gd name="connsiteX10" fmla="*/ 217360 w 344737"/>
                <a:gd name="connsiteY10" fmla="*/ 59645 h 326430"/>
                <a:gd name="connsiteX11" fmla="*/ 207363 w 344737"/>
                <a:gd name="connsiteY11" fmla="*/ 95854 h 326430"/>
                <a:gd name="connsiteX12" fmla="*/ 177443 w 344737"/>
                <a:gd name="connsiteY12" fmla="*/ 118666 h 326430"/>
                <a:gd name="connsiteX13" fmla="*/ 145496 w 344737"/>
                <a:gd name="connsiteY13" fmla="*/ 111786 h 326430"/>
                <a:gd name="connsiteX14" fmla="*/ 111520 w 344737"/>
                <a:gd name="connsiteY14" fmla="*/ 127791 h 326430"/>
                <a:gd name="connsiteX15" fmla="*/ 67547 w 344737"/>
                <a:gd name="connsiteY15" fmla="*/ 132353 h 326430"/>
                <a:gd name="connsiteX16" fmla="*/ 39583 w 344737"/>
                <a:gd name="connsiteY16" fmla="*/ 116421 h 326430"/>
                <a:gd name="connsiteX17" fmla="*/ 29514 w 344737"/>
                <a:gd name="connsiteY17" fmla="*/ 91654 h 326430"/>
                <a:gd name="connsiteX18" fmla="*/ 25602 w 344737"/>
                <a:gd name="connsiteY18" fmla="*/ 91220 h 326430"/>
                <a:gd name="connsiteX19" fmla="*/ 3869 w 344737"/>
                <a:gd name="connsiteY19" fmla="*/ 144954 h 326430"/>
                <a:gd name="connsiteX20" fmla="*/ 21835 w 344737"/>
                <a:gd name="connsiteY20" fmla="*/ 198615 h 326430"/>
                <a:gd name="connsiteX21" fmla="*/ 50812 w 344737"/>
                <a:gd name="connsiteY21" fmla="*/ 237504 h 326430"/>
                <a:gd name="connsiteX22" fmla="*/ 82760 w 344737"/>
                <a:gd name="connsiteY22" fmla="*/ 288921 h 326430"/>
                <a:gd name="connsiteX23" fmla="*/ 109709 w 344737"/>
                <a:gd name="connsiteY23" fmla="*/ 303767 h 326430"/>
                <a:gd name="connsiteX24" fmla="*/ 154696 w 344737"/>
                <a:gd name="connsiteY24" fmla="*/ 298046 h 326430"/>
                <a:gd name="connsiteX25" fmla="*/ 197656 w 344737"/>
                <a:gd name="connsiteY25" fmla="*/ 320857 h 326430"/>
                <a:gd name="connsiteX26" fmla="*/ 246555 w 344737"/>
                <a:gd name="connsiteY26" fmla="*/ 311733 h 326430"/>
                <a:gd name="connsiteX27" fmla="*/ 272562 w 344737"/>
                <a:gd name="connsiteY27" fmla="*/ 226424 h 326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44737" h="326430">
                  <a:moveTo>
                    <a:pt x="272562" y="226424"/>
                  </a:moveTo>
                  <a:cubicBezTo>
                    <a:pt x="290528" y="213896"/>
                    <a:pt x="294295" y="190215"/>
                    <a:pt x="292484" y="167041"/>
                  </a:cubicBezTo>
                  <a:cubicBezTo>
                    <a:pt x="290673" y="143867"/>
                    <a:pt x="336458" y="142998"/>
                    <a:pt x="343195" y="133874"/>
                  </a:cubicBezTo>
                  <a:cubicBezTo>
                    <a:pt x="349932" y="124749"/>
                    <a:pt x="333197" y="109903"/>
                    <a:pt x="320231" y="103024"/>
                  </a:cubicBezTo>
                  <a:cubicBezTo>
                    <a:pt x="307263" y="96144"/>
                    <a:pt x="318202" y="81298"/>
                    <a:pt x="309219" y="72174"/>
                  </a:cubicBezTo>
                  <a:cubicBezTo>
                    <a:pt x="300236" y="63049"/>
                    <a:pt x="285312" y="39078"/>
                    <a:pt x="298280" y="37919"/>
                  </a:cubicBezTo>
                  <a:cubicBezTo>
                    <a:pt x="311247" y="36761"/>
                    <a:pt x="289297" y="16194"/>
                    <a:pt x="300236" y="9387"/>
                  </a:cubicBezTo>
                  <a:lnTo>
                    <a:pt x="305234" y="6418"/>
                  </a:lnTo>
                  <a:cubicBezTo>
                    <a:pt x="300453" y="3224"/>
                    <a:pt x="295019" y="1124"/>
                    <a:pt x="289297" y="262"/>
                  </a:cubicBezTo>
                  <a:cubicBezTo>
                    <a:pt x="273286" y="262"/>
                    <a:pt x="235398" y="-4373"/>
                    <a:pt x="237355" y="25319"/>
                  </a:cubicBezTo>
                  <a:cubicBezTo>
                    <a:pt x="239311" y="55010"/>
                    <a:pt x="215621" y="43641"/>
                    <a:pt x="217360" y="59645"/>
                  </a:cubicBezTo>
                  <a:cubicBezTo>
                    <a:pt x="219099" y="75649"/>
                    <a:pt x="205407" y="75649"/>
                    <a:pt x="207363" y="95854"/>
                  </a:cubicBezTo>
                  <a:cubicBezTo>
                    <a:pt x="209319" y="116059"/>
                    <a:pt x="197438" y="107224"/>
                    <a:pt x="177443" y="118666"/>
                  </a:cubicBezTo>
                  <a:cubicBezTo>
                    <a:pt x="157449" y="130108"/>
                    <a:pt x="165418" y="111786"/>
                    <a:pt x="145496" y="111786"/>
                  </a:cubicBezTo>
                  <a:cubicBezTo>
                    <a:pt x="125574" y="111786"/>
                    <a:pt x="123763" y="123301"/>
                    <a:pt x="111520" y="127791"/>
                  </a:cubicBezTo>
                  <a:cubicBezTo>
                    <a:pt x="99277" y="132281"/>
                    <a:pt x="75298" y="125546"/>
                    <a:pt x="67547" y="132353"/>
                  </a:cubicBezTo>
                  <a:cubicBezTo>
                    <a:pt x="59795" y="139160"/>
                    <a:pt x="47625" y="116421"/>
                    <a:pt x="39583" y="116421"/>
                  </a:cubicBezTo>
                  <a:cubicBezTo>
                    <a:pt x="35527" y="116421"/>
                    <a:pt x="32339" y="103893"/>
                    <a:pt x="29514" y="91654"/>
                  </a:cubicBezTo>
                  <a:cubicBezTo>
                    <a:pt x="28210" y="91342"/>
                    <a:pt x="26905" y="91198"/>
                    <a:pt x="25602" y="91220"/>
                  </a:cubicBezTo>
                  <a:cubicBezTo>
                    <a:pt x="12634" y="92378"/>
                    <a:pt x="-8809" y="131629"/>
                    <a:pt x="3869" y="144954"/>
                  </a:cubicBezTo>
                  <a:cubicBezTo>
                    <a:pt x="18864" y="160958"/>
                    <a:pt x="14880" y="186087"/>
                    <a:pt x="21835" y="198615"/>
                  </a:cubicBezTo>
                  <a:cubicBezTo>
                    <a:pt x="28789" y="211144"/>
                    <a:pt x="50812" y="213099"/>
                    <a:pt x="50812" y="237504"/>
                  </a:cubicBezTo>
                  <a:cubicBezTo>
                    <a:pt x="50812" y="261909"/>
                    <a:pt x="69792" y="299132"/>
                    <a:pt x="82760" y="288921"/>
                  </a:cubicBezTo>
                  <a:cubicBezTo>
                    <a:pt x="95727" y="278710"/>
                    <a:pt x="105724" y="293483"/>
                    <a:pt x="109709" y="303767"/>
                  </a:cubicBezTo>
                  <a:cubicBezTo>
                    <a:pt x="113694" y="314050"/>
                    <a:pt x="144699" y="295728"/>
                    <a:pt x="154696" y="298046"/>
                  </a:cubicBezTo>
                  <a:cubicBezTo>
                    <a:pt x="164693" y="300363"/>
                    <a:pt x="195627" y="307171"/>
                    <a:pt x="197656" y="320857"/>
                  </a:cubicBezTo>
                  <a:cubicBezTo>
                    <a:pt x="199684" y="334544"/>
                    <a:pt x="227575" y="319699"/>
                    <a:pt x="246555" y="311733"/>
                  </a:cubicBezTo>
                  <a:cubicBezTo>
                    <a:pt x="265535" y="303767"/>
                    <a:pt x="254596" y="238952"/>
                    <a:pt x="272562" y="2264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7" name="Freeform 334">
              <a:extLst>
                <a:ext uri="{FF2B5EF4-FFF2-40B4-BE49-F238E27FC236}">
                  <a16:creationId xmlns:a16="http://schemas.microsoft.com/office/drawing/2014/main" id="{372AA034-AB53-9BCC-8779-AE745518E2FC}"/>
                </a:ext>
              </a:extLst>
            </p:cNvPr>
            <p:cNvSpPr/>
            <p:nvPr/>
          </p:nvSpPr>
          <p:spPr>
            <a:xfrm>
              <a:off x="9689207" y="4380394"/>
              <a:ext cx="220978" cy="289114"/>
            </a:xfrm>
            <a:custGeom>
              <a:avLst/>
              <a:gdLst>
                <a:gd name="connsiteX0" fmla="*/ 28210 w 220979"/>
                <a:gd name="connsiteY0" fmla="*/ 202909 h 289112"/>
                <a:gd name="connsiteX1" fmla="*/ 38207 w 220979"/>
                <a:gd name="connsiteY1" fmla="*/ 243969 h 289112"/>
                <a:gd name="connsiteX2" fmla="*/ 42191 w 220979"/>
                <a:gd name="connsiteY2" fmla="*/ 288507 h 289112"/>
                <a:gd name="connsiteX3" fmla="*/ 59143 w 220979"/>
                <a:gd name="connsiteY3" fmla="*/ 250849 h 289112"/>
                <a:gd name="connsiteX4" fmla="*/ 55159 w 220979"/>
                <a:gd name="connsiteY4" fmla="*/ 180024 h 289112"/>
                <a:gd name="connsiteX5" fmla="*/ 76892 w 220979"/>
                <a:gd name="connsiteY5" fmla="*/ 196029 h 289112"/>
                <a:gd name="connsiteX6" fmla="*/ 93916 w 220979"/>
                <a:gd name="connsiteY6" fmla="*/ 234845 h 289112"/>
                <a:gd name="connsiteX7" fmla="*/ 124849 w 220979"/>
                <a:gd name="connsiteY7" fmla="*/ 239407 h 289112"/>
                <a:gd name="connsiteX8" fmla="*/ 126878 w 220979"/>
                <a:gd name="connsiteY8" fmla="*/ 209716 h 289112"/>
                <a:gd name="connsiteX9" fmla="*/ 119634 w 220979"/>
                <a:gd name="connsiteY9" fmla="*/ 165178 h 289112"/>
                <a:gd name="connsiteX10" fmla="*/ 108622 w 220979"/>
                <a:gd name="connsiteY10" fmla="*/ 133170 h 289112"/>
                <a:gd name="connsiteX11" fmla="*/ 159333 w 220979"/>
                <a:gd name="connsiteY11" fmla="*/ 90950 h 289112"/>
                <a:gd name="connsiteX12" fmla="*/ 90366 w 220979"/>
                <a:gd name="connsiteY12" fmla="*/ 113762 h 289112"/>
                <a:gd name="connsiteX13" fmla="*/ 48494 w 220979"/>
                <a:gd name="connsiteY13" fmla="*/ 76032 h 289112"/>
                <a:gd name="connsiteX14" fmla="*/ 160347 w 220979"/>
                <a:gd name="connsiteY14" fmla="*/ 47499 h 289112"/>
                <a:gd name="connsiteX15" fmla="*/ 219244 w 220979"/>
                <a:gd name="connsiteY15" fmla="*/ 7524 h 289112"/>
                <a:gd name="connsiteX16" fmla="*/ 183022 w 220979"/>
                <a:gd name="connsiteY16" fmla="*/ 23529 h 289112"/>
                <a:gd name="connsiteX17" fmla="*/ 98191 w 220979"/>
                <a:gd name="connsiteY17" fmla="*/ 13245 h 289112"/>
                <a:gd name="connsiteX18" fmla="*/ 57187 w 220979"/>
                <a:gd name="connsiteY18" fmla="*/ 32653 h 289112"/>
                <a:gd name="connsiteX19" fmla="*/ 33281 w 220979"/>
                <a:gd name="connsiteY19" fmla="*/ 89791 h 289112"/>
                <a:gd name="connsiteX20" fmla="*/ 6259 w 220979"/>
                <a:gd name="connsiteY20" fmla="*/ 164092 h 289112"/>
                <a:gd name="connsiteX21" fmla="*/ 28210 w 220979"/>
                <a:gd name="connsiteY21" fmla="*/ 202909 h 289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20979" h="289112">
                  <a:moveTo>
                    <a:pt x="28210" y="202909"/>
                  </a:moveTo>
                  <a:cubicBezTo>
                    <a:pt x="43205" y="203995"/>
                    <a:pt x="41178" y="229124"/>
                    <a:pt x="38207" y="243969"/>
                  </a:cubicBezTo>
                  <a:cubicBezTo>
                    <a:pt x="35237" y="258815"/>
                    <a:pt x="29152" y="294155"/>
                    <a:pt x="42191" y="288507"/>
                  </a:cubicBezTo>
                  <a:cubicBezTo>
                    <a:pt x="58202" y="281700"/>
                    <a:pt x="68199" y="258815"/>
                    <a:pt x="59143" y="250849"/>
                  </a:cubicBezTo>
                  <a:cubicBezTo>
                    <a:pt x="50088" y="242883"/>
                    <a:pt x="51175" y="192915"/>
                    <a:pt x="55159" y="180024"/>
                  </a:cubicBezTo>
                  <a:cubicBezTo>
                    <a:pt x="59143" y="167134"/>
                    <a:pt x="86165" y="176621"/>
                    <a:pt x="76892" y="196029"/>
                  </a:cubicBezTo>
                  <a:cubicBezTo>
                    <a:pt x="67619" y="215437"/>
                    <a:pt x="93916" y="213119"/>
                    <a:pt x="93916" y="234845"/>
                  </a:cubicBezTo>
                  <a:cubicBezTo>
                    <a:pt x="93916" y="256570"/>
                    <a:pt x="108912" y="245128"/>
                    <a:pt x="124849" y="239407"/>
                  </a:cubicBezTo>
                  <a:cubicBezTo>
                    <a:pt x="140788" y="233686"/>
                    <a:pt x="137890" y="223403"/>
                    <a:pt x="126878" y="209716"/>
                  </a:cubicBezTo>
                  <a:cubicBezTo>
                    <a:pt x="115867" y="196029"/>
                    <a:pt x="134847" y="176621"/>
                    <a:pt x="119634" y="165178"/>
                  </a:cubicBezTo>
                  <a:cubicBezTo>
                    <a:pt x="104421" y="153736"/>
                    <a:pt x="94641" y="136646"/>
                    <a:pt x="108622" y="133170"/>
                  </a:cubicBezTo>
                  <a:cubicBezTo>
                    <a:pt x="122604" y="129693"/>
                    <a:pt x="164548" y="102320"/>
                    <a:pt x="159333" y="90950"/>
                  </a:cubicBezTo>
                  <a:cubicBezTo>
                    <a:pt x="154117" y="79580"/>
                    <a:pt x="95438" y="93195"/>
                    <a:pt x="90366" y="113762"/>
                  </a:cubicBezTo>
                  <a:cubicBezTo>
                    <a:pt x="85296" y="134328"/>
                    <a:pt x="43495" y="111444"/>
                    <a:pt x="48494" y="76032"/>
                  </a:cubicBezTo>
                  <a:cubicBezTo>
                    <a:pt x="53493" y="40619"/>
                    <a:pt x="136368" y="34898"/>
                    <a:pt x="160347" y="47499"/>
                  </a:cubicBezTo>
                  <a:cubicBezTo>
                    <a:pt x="184325" y="60100"/>
                    <a:pt x="210261" y="26932"/>
                    <a:pt x="219244" y="7524"/>
                  </a:cubicBezTo>
                  <a:cubicBezTo>
                    <a:pt x="228227" y="-11884"/>
                    <a:pt x="200264" y="10928"/>
                    <a:pt x="183022" y="23529"/>
                  </a:cubicBezTo>
                  <a:cubicBezTo>
                    <a:pt x="165780" y="36129"/>
                    <a:pt x="121155" y="22370"/>
                    <a:pt x="98191" y="13245"/>
                  </a:cubicBezTo>
                  <a:cubicBezTo>
                    <a:pt x="75226" y="4121"/>
                    <a:pt x="76458" y="29249"/>
                    <a:pt x="57187" y="32653"/>
                  </a:cubicBezTo>
                  <a:cubicBezTo>
                    <a:pt x="37917" y="36057"/>
                    <a:pt x="42264" y="84070"/>
                    <a:pt x="33281" y="89791"/>
                  </a:cubicBezTo>
                  <a:cubicBezTo>
                    <a:pt x="24298" y="95512"/>
                    <a:pt x="24225" y="130925"/>
                    <a:pt x="6259" y="164092"/>
                  </a:cubicBezTo>
                  <a:cubicBezTo>
                    <a:pt x="-11707" y="197260"/>
                    <a:pt x="13214" y="201750"/>
                    <a:pt x="28210" y="202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8" name="Freeform 335">
              <a:extLst>
                <a:ext uri="{FF2B5EF4-FFF2-40B4-BE49-F238E27FC236}">
                  <a16:creationId xmlns:a16="http://schemas.microsoft.com/office/drawing/2014/main" id="{30E5BBDB-BE49-817E-5BF3-A4A7A323CA6C}"/>
                </a:ext>
              </a:extLst>
            </p:cNvPr>
            <p:cNvSpPr/>
            <p:nvPr/>
          </p:nvSpPr>
          <p:spPr>
            <a:xfrm>
              <a:off x="8963932" y="4385454"/>
              <a:ext cx="22964" cy="23466"/>
            </a:xfrm>
            <a:custGeom>
              <a:avLst/>
              <a:gdLst>
                <a:gd name="connsiteX0" fmla="*/ 13329 w 22964"/>
                <a:gd name="connsiteY0" fmla="*/ 11879 h 23466"/>
                <a:gd name="connsiteX1" fmla="*/ 22965 w 22964"/>
                <a:gd name="connsiteY1" fmla="*/ 23466 h 23466"/>
                <a:gd name="connsiteX2" fmla="*/ 0 w 22964"/>
                <a:gd name="connsiteY2" fmla="*/ 1234 h 23466"/>
                <a:gd name="connsiteX3" fmla="*/ 13329 w 22964"/>
                <a:gd name="connsiteY3" fmla="*/ 11879 h 23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964" h="23466">
                  <a:moveTo>
                    <a:pt x="13329" y="11879"/>
                  </a:moveTo>
                  <a:cubicBezTo>
                    <a:pt x="16445" y="15862"/>
                    <a:pt x="19632" y="19700"/>
                    <a:pt x="22965" y="23466"/>
                  </a:cubicBezTo>
                  <a:cubicBezTo>
                    <a:pt x="21009" y="10431"/>
                    <a:pt x="3405" y="-4415"/>
                    <a:pt x="0" y="1234"/>
                  </a:cubicBezTo>
                  <a:cubicBezTo>
                    <a:pt x="5288" y="3580"/>
                    <a:pt x="9852" y="7252"/>
                    <a:pt x="13329" y="11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9" name="Freeform 336">
              <a:extLst>
                <a:ext uri="{FF2B5EF4-FFF2-40B4-BE49-F238E27FC236}">
                  <a16:creationId xmlns:a16="http://schemas.microsoft.com/office/drawing/2014/main" id="{E1CEFE2E-4AE9-929D-68BB-5A4C4ECAFCE1}"/>
                </a:ext>
              </a:extLst>
            </p:cNvPr>
            <p:cNvSpPr/>
            <p:nvPr/>
          </p:nvSpPr>
          <p:spPr>
            <a:xfrm>
              <a:off x="9602802" y="4760134"/>
              <a:ext cx="99077" cy="42714"/>
            </a:xfrm>
            <a:custGeom>
              <a:avLst/>
              <a:gdLst>
                <a:gd name="connsiteX0" fmla="*/ 48690 w 99077"/>
                <a:gd name="connsiteY0" fmla="*/ 3638 h 42713"/>
                <a:gd name="connsiteX1" fmla="*/ 17757 w 99077"/>
                <a:gd name="connsiteY1" fmla="*/ 8201 h 42713"/>
                <a:gd name="connsiteX2" fmla="*/ 1747 w 99077"/>
                <a:gd name="connsiteY2" fmla="*/ 28767 h 42713"/>
                <a:gd name="connsiteX3" fmla="*/ 50718 w 99077"/>
                <a:gd name="connsiteY3" fmla="*/ 37892 h 42713"/>
                <a:gd name="connsiteX4" fmla="*/ 98604 w 99077"/>
                <a:gd name="connsiteY4" fmla="*/ 21888 h 42713"/>
                <a:gd name="connsiteX5" fmla="*/ 48690 w 99077"/>
                <a:gd name="connsiteY5" fmla="*/ 3638 h 42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9077" h="42713">
                  <a:moveTo>
                    <a:pt x="48690" y="3638"/>
                  </a:moveTo>
                  <a:cubicBezTo>
                    <a:pt x="44705" y="13921"/>
                    <a:pt x="27754" y="16166"/>
                    <a:pt x="17757" y="8201"/>
                  </a:cubicBezTo>
                  <a:cubicBezTo>
                    <a:pt x="7759" y="234"/>
                    <a:pt x="-4628" y="19063"/>
                    <a:pt x="1747" y="28767"/>
                  </a:cubicBezTo>
                  <a:cubicBezTo>
                    <a:pt x="13844" y="43041"/>
                    <a:pt x="34274" y="46857"/>
                    <a:pt x="50718" y="37892"/>
                  </a:cubicBezTo>
                  <a:cubicBezTo>
                    <a:pt x="75712" y="24205"/>
                    <a:pt x="92663" y="36733"/>
                    <a:pt x="98604" y="21888"/>
                  </a:cubicBezTo>
                  <a:cubicBezTo>
                    <a:pt x="104544" y="7042"/>
                    <a:pt x="52674" y="-6790"/>
                    <a:pt x="48690" y="3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0" name="Freeform 337">
              <a:extLst>
                <a:ext uri="{FF2B5EF4-FFF2-40B4-BE49-F238E27FC236}">
                  <a16:creationId xmlns:a16="http://schemas.microsoft.com/office/drawing/2014/main" id="{A86C62C4-D725-326C-B7E1-9F37BD858EBE}"/>
                </a:ext>
              </a:extLst>
            </p:cNvPr>
            <p:cNvSpPr/>
            <p:nvPr/>
          </p:nvSpPr>
          <p:spPr>
            <a:xfrm>
              <a:off x="9556229" y="4759499"/>
              <a:ext cx="32899" cy="23439"/>
            </a:xfrm>
            <a:custGeom>
              <a:avLst/>
              <a:gdLst>
                <a:gd name="connsiteX0" fmla="*/ 0 w 32900"/>
                <a:gd name="connsiteY0" fmla="*/ 0 h 23438"/>
                <a:gd name="connsiteX1" fmla="*/ 5143 w 32900"/>
                <a:gd name="connsiteY1" fmla="*/ 20422 h 23438"/>
                <a:gd name="connsiteX2" fmla="*/ 28398 w 32900"/>
                <a:gd name="connsiteY2" fmla="*/ 17960 h 23438"/>
                <a:gd name="connsiteX3" fmla="*/ 0 w 32900"/>
                <a:gd name="connsiteY3" fmla="*/ 0 h 23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900" h="23438">
                  <a:moveTo>
                    <a:pt x="0" y="0"/>
                  </a:moveTo>
                  <a:cubicBezTo>
                    <a:pt x="3405" y="6272"/>
                    <a:pt x="5143" y="13289"/>
                    <a:pt x="5143" y="20422"/>
                  </a:cubicBezTo>
                  <a:cubicBezTo>
                    <a:pt x="12460" y="25231"/>
                    <a:pt x="22240" y="24202"/>
                    <a:pt x="28398" y="17960"/>
                  </a:cubicBezTo>
                  <a:cubicBezTo>
                    <a:pt x="44481" y="4200"/>
                    <a:pt x="13329" y="5938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1" name="Freeform 338">
              <a:extLst>
                <a:ext uri="{FF2B5EF4-FFF2-40B4-BE49-F238E27FC236}">
                  <a16:creationId xmlns:a16="http://schemas.microsoft.com/office/drawing/2014/main" id="{6FD8126E-27F9-367B-1227-9CF520D8CA3B}"/>
                </a:ext>
              </a:extLst>
            </p:cNvPr>
            <p:cNvSpPr/>
            <p:nvPr/>
          </p:nvSpPr>
          <p:spPr>
            <a:xfrm>
              <a:off x="9247857" y="4672719"/>
              <a:ext cx="281559" cy="79393"/>
            </a:xfrm>
            <a:custGeom>
              <a:avLst/>
              <a:gdLst>
                <a:gd name="connsiteX0" fmla="*/ 26134 w 281560"/>
                <a:gd name="connsiteY0" fmla="*/ 39635 h 79392"/>
                <a:gd name="connsiteX1" fmla="*/ 44100 w 281560"/>
                <a:gd name="connsiteY1" fmla="*/ 61360 h 79392"/>
                <a:gd name="connsiteX2" fmla="*/ 104011 w 281560"/>
                <a:gd name="connsiteY2" fmla="*/ 67081 h 79392"/>
                <a:gd name="connsiteX3" fmla="*/ 160299 w 281560"/>
                <a:gd name="connsiteY3" fmla="*/ 79392 h 79392"/>
                <a:gd name="connsiteX4" fmla="*/ 242596 w 281560"/>
                <a:gd name="connsiteY4" fmla="*/ 69761 h 79392"/>
                <a:gd name="connsiteX5" fmla="*/ 277803 w 281560"/>
                <a:gd name="connsiteY5" fmla="*/ 44197 h 79392"/>
                <a:gd name="connsiteX6" fmla="*/ 237887 w 281560"/>
                <a:gd name="connsiteY6" fmla="*/ 43111 h 79392"/>
                <a:gd name="connsiteX7" fmla="*/ 167978 w 281560"/>
                <a:gd name="connsiteY7" fmla="*/ 33913 h 79392"/>
                <a:gd name="connsiteX8" fmla="*/ 96041 w 281560"/>
                <a:gd name="connsiteY8" fmla="*/ 15664 h 79392"/>
                <a:gd name="connsiteX9" fmla="*/ 17150 w 281560"/>
                <a:gd name="connsiteY9" fmla="*/ 11102 h 79392"/>
                <a:gd name="connsiteX10" fmla="*/ 1140 w 281560"/>
                <a:gd name="connsiteY10" fmla="*/ 33913 h 79392"/>
                <a:gd name="connsiteX11" fmla="*/ 26134 w 281560"/>
                <a:gd name="connsiteY11" fmla="*/ 39635 h 79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81560" h="79392">
                  <a:moveTo>
                    <a:pt x="26134" y="39635"/>
                  </a:moveTo>
                  <a:cubicBezTo>
                    <a:pt x="35117" y="39635"/>
                    <a:pt x="31132" y="59043"/>
                    <a:pt x="44100" y="61360"/>
                  </a:cubicBezTo>
                  <a:cubicBezTo>
                    <a:pt x="57067" y="63677"/>
                    <a:pt x="100026" y="77364"/>
                    <a:pt x="104011" y="67081"/>
                  </a:cubicBezTo>
                  <a:cubicBezTo>
                    <a:pt x="107560" y="57956"/>
                    <a:pt x="139218" y="64981"/>
                    <a:pt x="160299" y="79392"/>
                  </a:cubicBezTo>
                  <a:cubicBezTo>
                    <a:pt x="187683" y="75264"/>
                    <a:pt x="215067" y="71426"/>
                    <a:pt x="242596" y="69761"/>
                  </a:cubicBezTo>
                  <a:cubicBezTo>
                    <a:pt x="227165" y="60926"/>
                    <a:pt x="265198" y="53104"/>
                    <a:pt x="277803" y="44197"/>
                  </a:cubicBezTo>
                  <a:cubicBezTo>
                    <a:pt x="290408" y="35289"/>
                    <a:pt x="269834" y="31669"/>
                    <a:pt x="237887" y="43111"/>
                  </a:cubicBezTo>
                  <a:cubicBezTo>
                    <a:pt x="205939" y="54553"/>
                    <a:pt x="168920" y="17909"/>
                    <a:pt x="167978" y="33913"/>
                  </a:cubicBezTo>
                  <a:cubicBezTo>
                    <a:pt x="167036" y="49918"/>
                    <a:pt x="110023" y="27034"/>
                    <a:pt x="96041" y="15664"/>
                  </a:cubicBezTo>
                  <a:cubicBezTo>
                    <a:pt x="82060" y="4295"/>
                    <a:pt x="28162" y="-10623"/>
                    <a:pt x="17150" y="11102"/>
                  </a:cubicBezTo>
                  <a:cubicBezTo>
                    <a:pt x="6139" y="32827"/>
                    <a:pt x="-3351" y="13347"/>
                    <a:pt x="1140" y="33913"/>
                  </a:cubicBezTo>
                  <a:cubicBezTo>
                    <a:pt x="4183" y="47601"/>
                    <a:pt x="17150" y="39635"/>
                    <a:pt x="26134" y="39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2" name="Freeform 339">
              <a:extLst>
                <a:ext uri="{FF2B5EF4-FFF2-40B4-BE49-F238E27FC236}">
                  <a16:creationId xmlns:a16="http://schemas.microsoft.com/office/drawing/2014/main" id="{9B766D7A-2F9B-2CC4-872C-37020798EBC9}"/>
                </a:ext>
              </a:extLst>
            </p:cNvPr>
            <p:cNvSpPr/>
            <p:nvPr/>
          </p:nvSpPr>
          <p:spPr>
            <a:xfrm>
              <a:off x="9700959" y="4815181"/>
              <a:ext cx="62384" cy="33646"/>
            </a:xfrm>
            <a:custGeom>
              <a:avLst/>
              <a:gdLst>
                <a:gd name="connsiteX0" fmla="*/ 447 w 62385"/>
                <a:gd name="connsiteY0" fmla="*/ 4570 h 33646"/>
                <a:gd name="connsiteX1" fmla="*/ 30438 w 62385"/>
                <a:gd name="connsiteY1" fmla="*/ 21733 h 33646"/>
                <a:gd name="connsiteX2" fmla="*/ 62386 w 62385"/>
                <a:gd name="connsiteY2" fmla="*/ 23978 h 33646"/>
                <a:gd name="connsiteX3" fmla="*/ 447 w 62385"/>
                <a:gd name="connsiteY3" fmla="*/ 4570 h 33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385" h="33646">
                  <a:moveTo>
                    <a:pt x="447" y="4570"/>
                  </a:moveTo>
                  <a:cubicBezTo>
                    <a:pt x="6459" y="14854"/>
                    <a:pt x="23411" y="14854"/>
                    <a:pt x="30438" y="21733"/>
                  </a:cubicBezTo>
                  <a:cubicBezTo>
                    <a:pt x="37465" y="28613"/>
                    <a:pt x="62386" y="43458"/>
                    <a:pt x="62386" y="23978"/>
                  </a:cubicBezTo>
                  <a:cubicBezTo>
                    <a:pt x="62386" y="4497"/>
                    <a:pt x="-6146" y="-6872"/>
                    <a:pt x="447" y="45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3" name="Freeform 340">
              <a:extLst>
                <a:ext uri="{FF2B5EF4-FFF2-40B4-BE49-F238E27FC236}">
                  <a16:creationId xmlns:a16="http://schemas.microsoft.com/office/drawing/2014/main" id="{68DEE38C-A6D6-598C-71CA-9311F6733AC5}"/>
                </a:ext>
              </a:extLst>
            </p:cNvPr>
            <p:cNvSpPr/>
            <p:nvPr/>
          </p:nvSpPr>
          <p:spPr>
            <a:xfrm>
              <a:off x="10109240" y="4458383"/>
              <a:ext cx="343186" cy="336311"/>
            </a:xfrm>
            <a:custGeom>
              <a:avLst/>
              <a:gdLst>
                <a:gd name="connsiteX0" fmla="*/ 290739 w 343187"/>
                <a:gd name="connsiteY0" fmla="*/ 80601 h 336309"/>
                <a:gd name="connsiteX1" fmla="*/ 257197 w 343187"/>
                <a:gd name="connsiteY1" fmla="*/ 55617 h 336309"/>
                <a:gd name="connsiteX2" fmla="*/ 227351 w 343187"/>
                <a:gd name="connsiteY2" fmla="*/ 46058 h 336309"/>
                <a:gd name="connsiteX3" fmla="*/ 197431 w 343187"/>
                <a:gd name="connsiteY3" fmla="*/ 76908 h 336309"/>
                <a:gd name="connsiteX4" fmla="*/ 142447 w 343187"/>
                <a:gd name="connsiteY4" fmla="*/ 116882 h 336309"/>
                <a:gd name="connsiteX5" fmla="*/ 106225 w 343187"/>
                <a:gd name="connsiteY5" fmla="*/ 20928 h 336309"/>
                <a:gd name="connsiteX6" fmla="*/ 29362 w 343187"/>
                <a:gd name="connsiteY6" fmla="*/ 9487 h 336309"/>
                <a:gd name="connsiteX7" fmla="*/ 385 w 343187"/>
                <a:gd name="connsiteY7" fmla="*/ 34615 h 336309"/>
                <a:gd name="connsiteX8" fmla="*/ 18351 w 343187"/>
                <a:gd name="connsiteY8" fmla="*/ 44899 h 336309"/>
                <a:gd name="connsiteX9" fmla="*/ 37331 w 343187"/>
                <a:gd name="connsiteY9" fmla="*/ 71187 h 336309"/>
                <a:gd name="connsiteX10" fmla="*/ 91229 w 343187"/>
                <a:gd name="connsiteY10" fmla="*/ 74663 h 336309"/>
                <a:gd name="connsiteX11" fmla="*/ 88259 w 343187"/>
                <a:gd name="connsiteY11" fmla="*/ 86033 h 336309"/>
                <a:gd name="connsiteX12" fmla="*/ 59282 w 343187"/>
                <a:gd name="connsiteY12" fmla="*/ 91753 h 336309"/>
                <a:gd name="connsiteX13" fmla="*/ 39287 w 343187"/>
                <a:gd name="connsiteY13" fmla="*/ 97474 h 336309"/>
                <a:gd name="connsiteX14" fmla="*/ 60296 w 343187"/>
                <a:gd name="connsiteY14" fmla="*/ 131728 h 336309"/>
                <a:gd name="connsiteX15" fmla="*/ 83260 w 343187"/>
                <a:gd name="connsiteY15" fmla="*/ 131728 h 336309"/>
                <a:gd name="connsiteX16" fmla="*/ 118251 w 343187"/>
                <a:gd name="connsiteY16" fmla="*/ 143170 h 336309"/>
                <a:gd name="connsiteX17" fmla="*/ 148170 w 343187"/>
                <a:gd name="connsiteY17" fmla="*/ 161420 h 336309"/>
                <a:gd name="connsiteX18" fmla="*/ 243071 w 343187"/>
                <a:gd name="connsiteY18" fmla="*/ 199150 h 336309"/>
                <a:gd name="connsiteX19" fmla="*/ 262051 w 343187"/>
                <a:gd name="connsiteY19" fmla="*/ 243687 h 336309"/>
                <a:gd name="connsiteX20" fmla="*/ 261037 w 343187"/>
                <a:gd name="connsiteY20" fmla="*/ 278013 h 336309"/>
                <a:gd name="connsiteX21" fmla="*/ 229089 w 343187"/>
                <a:gd name="connsiteY21" fmla="*/ 308791 h 336309"/>
                <a:gd name="connsiteX22" fmla="*/ 306966 w 343187"/>
                <a:gd name="connsiteY22" fmla="*/ 304229 h 336309"/>
                <a:gd name="connsiteX23" fmla="*/ 343188 w 343187"/>
                <a:gd name="connsiteY23" fmla="*/ 336310 h 336309"/>
                <a:gd name="connsiteX24" fmla="*/ 343188 w 343187"/>
                <a:gd name="connsiteY24" fmla="*/ 92188 h 336309"/>
                <a:gd name="connsiteX25" fmla="*/ 320151 w 343187"/>
                <a:gd name="connsiteY25" fmla="*/ 82774 h 336309"/>
                <a:gd name="connsiteX26" fmla="*/ 290739 w 343187"/>
                <a:gd name="connsiteY26" fmla="*/ 80601 h 336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343187" h="336309">
                  <a:moveTo>
                    <a:pt x="290739" y="80601"/>
                  </a:moveTo>
                  <a:cubicBezTo>
                    <a:pt x="275236" y="80753"/>
                    <a:pt x="261471" y="70535"/>
                    <a:pt x="257197" y="55617"/>
                  </a:cubicBezTo>
                  <a:cubicBezTo>
                    <a:pt x="247780" y="50895"/>
                    <a:pt x="237710" y="47665"/>
                    <a:pt x="227351" y="46058"/>
                  </a:cubicBezTo>
                  <a:cubicBezTo>
                    <a:pt x="212355" y="47216"/>
                    <a:pt x="210399" y="76908"/>
                    <a:pt x="197431" y="76908"/>
                  </a:cubicBezTo>
                  <a:cubicBezTo>
                    <a:pt x="184464" y="76908"/>
                    <a:pt x="166425" y="107758"/>
                    <a:pt x="142447" y="116882"/>
                  </a:cubicBezTo>
                  <a:cubicBezTo>
                    <a:pt x="118468" y="126007"/>
                    <a:pt x="117526" y="38092"/>
                    <a:pt x="106225" y="20928"/>
                  </a:cubicBezTo>
                  <a:cubicBezTo>
                    <a:pt x="94923" y="3765"/>
                    <a:pt x="35302" y="-9921"/>
                    <a:pt x="29362" y="9487"/>
                  </a:cubicBezTo>
                  <a:cubicBezTo>
                    <a:pt x="23422" y="28895"/>
                    <a:pt x="2558" y="18683"/>
                    <a:pt x="385" y="34615"/>
                  </a:cubicBezTo>
                  <a:cubicBezTo>
                    <a:pt x="-1789" y="50548"/>
                    <a:pt x="5383" y="44899"/>
                    <a:pt x="18351" y="44899"/>
                  </a:cubicBezTo>
                  <a:cubicBezTo>
                    <a:pt x="31319" y="44899"/>
                    <a:pt x="31319" y="56341"/>
                    <a:pt x="37331" y="71187"/>
                  </a:cubicBezTo>
                  <a:cubicBezTo>
                    <a:pt x="43344" y="86033"/>
                    <a:pt x="79276" y="75749"/>
                    <a:pt x="91229" y="74663"/>
                  </a:cubicBezTo>
                  <a:cubicBezTo>
                    <a:pt x="103182" y="73576"/>
                    <a:pt x="105211" y="92912"/>
                    <a:pt x="88259" y="86033"/>
                  </a:cubicBezTo>
                  <a:cubicBezTo>
                    <a:pt x="71307" y="79153"/>
                    <a:pt x="71307" y="95157"/>
                    <a:pt x="59282" y="91753"/>
                  </a:cubicBezTo>
                  <a:cubicBezTo>
                    <a:pt x="47256" y="88350"/>
                    <a:pt x="31319" y="89509"/>
                    <a:pt x="39287" y="97474"/>
                  </a:cubicBezTo>
                  <a:cubicBezTo>
                    <a:pt x="47256" y="105441"/>
                    <a:pt x="60296" y="113479"/>
                    <a:pt x="60296" y="131728"/>
                  </a:cubicBezTo>
                  <a:cubicBezTo>
                    <a:pt x="60296" y="149978"/>
                    <a:pt x="83260" y="146212"/>
                    <a:pt x="83260" y="131728"/>
                  </a:cubicBezTo>
                  <a:cubicBezTo>
                    <a:pt x="83260" y="117245"/>
                    <a:pt x="95286" y="136291"/>
                    <a:pt x="118251" y="143170"/>
                  </a:cubicBezTo>
                  <a:cubicBezTo>
                    <a:pt x="141215" y="150050"/>
                    <a:pt x="125495" y="160333"/>
                    <a:pt x="148170" y="161420"/>
                  </a:cubicBezTo>
                  <a:cubicBezTo>
                    <a:pt x="170845" y="162506"/>
                    <a:pt x="223077" y="181987"/>
                    <a:pt x="243071" y="199150"/>
                  </a:cubicBezTo>
                  <a:cubicBezTo>
                    <a:pt x="263066" y="216313"/>
                    <a:pt x="249011" y="227683"/>
                    <a:pt x="262051" y="243687"/>
                  </a:cubicBezTo>
                  <a:cubicBezTo>
                    <a:pt x="275091" y="259691"/>
                    <a:pt x="279003" y="278013"/>
                    <a:pt x="261037" y="278013"/>
                  </a:cubicBezTo>
                  <a:cubicBezTo>
                    <a:pt x="243071" y="278013"/>
                    <a:pt x="224091" y="298507"/>
                    <a:pt x="229089" y="308791"/>
                  </a:cubicBezTo>
                  <a:cubicBezTo>
                    <a:pt x="234088" y="319074"/>
                    <a:pt x="292985" y="304229"/>
                    <a:pt x="306966" y="304229"/>
                  </a:cubicBezTo>
                  <a:cubicBezTo>
                    <a:pt x="316094" y="304229"/>
                    <a:pt x="325367" y="322840"/>
                    <a:pt x="343188" y="336310"/>
                  </a:cubicBezTo>
                  <a:lnTo>
                    <a:pt x="343188" y="92188"/>
                  </a:lnTo>
                  <a:cubicBezTo>
                    <a:pt x="335944" y="89436"/>
                    <a:pt x="328120" y="86177"/>
                    <a:pt x="320151" y="82774"/>
                  </a:cubicBezTo>
                  <a:cubicBezTo>
                    <a:pt x="310371" y="81456"/>
                    <a:pt x="300591" y="80732"/>
                    <a:pt x="290739" y="80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4" name="Freeform 341">
              <a:extLst>
                <a:ext uri="{FF2B5EF4-FFF2-40B4-BE49-F238E27FC236}">
                  <a16:creationId xmlns:a16="http://schemas.microsoft.com/office/drawing/2014/main" id="{AB9985FE-CE65-DE14-9010-7FE93F2D18DA}"/>
                </a:ext>
              </a:extLst>
            </p:cNvPr>
            <p:cNvSpPr/>
            <p:nvPr/>
          </p:nvSpPr>
          <p:spPr>
            <a:xfrm>
              <a:off x="9987723" y="4366785"/>
              <a:ext cx="50749" cy="94342"/>
            </a:xfrm>
            <a:custGeom>
              <a:avLst/>
              <a:gdLst>
                <a:gd name="connsiteX0" fmla="*/ 36563 w 50749"/>
                <a:gd name="connsiteY0" fmla="*/ 63427 h 94341"/>
                <a:gd name="connsiteX1" fmla="*/ 48589 w 50749"/>
                <a:gd name="connsiteY1" fmla="*/ 34460 h 94341"/>
                <a:gd name="connsiteX2" fmla="*/ 28594 w 50749"/>
                <a:gd name="connsiteY2" fmla="*/ 24176 h 94341"/>
                <a:gd name="connsiteX3" fmla="*/ 5629 w 50749"/>
                <a:gd name="connsiteY3" fmla="*/ 9693 h 94341"/>
                <a:gd name="connsiteX4" fmla="*/ 23595 w 50749"/>
                <a:gd name="connsiteY4" fmla="*/ 94277 h 94341"/>
                <a:gd name="connsiteX5" fmla="*/ 36563 w 50749"/>
                <a:gd name="connsiteY5" fmla="*/ 63427 h 9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0749" h="94341">
                  <a:moveTo>
                    <a:pt x="36563" y="63427"/>
                  </a:moveTo>
                  <a:cubicBezTo>
                    <a:pt x="58296" y="65672"/>
                    <a:pt x="48589" y="50826"/>
                    <a:pt x="48589" y="34460"/>
                  </a:cubicBezTo>
                  <a:cubicBezTo>
                    <a:pt x="48589" y="18093"/>
                    <a:pt x="28594" y="32215"/>
                    <a:pt x="28594" y="24176"/>
                  </a:cubicBezTo>
                  <a:cubicBezTo>
                    <a:pt x="28594" y="16138"/>
                    <a:pt x="21350" y="-15798"/>
                    <a:pt x="5629" y="9693"/>
                  </a:cubicBezTo>
                  <a:cubicBezTo>
                    <a:pt x="-10091" y="35184"/>
                    <a:pt x="10772" y="96595"/>
                    <a:pt x="23595" y="94277"/>
                  </a:cubicBezTo>
                  <a:cubicBezTo>
                    <a:pt x="34317" y="91960"/>
                    <a:pt x="14323" y="61110"/>
                    <a:pt x="36563" y="6342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5" name="Freeform 342">
              <a:extLst>
                <a:ext uri="{FF2B5EF4-FFF2-40B4-BE49-F238E27FC236}">
                  <a16:creationId xmlns:a16="http://schemas.microsoft.com/office/drawing/2014/main" id="{921CE8E7-C14F-6BB6-1425-1A1E9FD14F94}"/>
                </a:ext>
              </a:extLst>
            </p:cNvPr>
            <p:cNvSpPr/>
            <p:nvPr/>
          </p:nvSpPr>
          <p:spPr>
            <a:xfrm>
              <a:off x="10010721" y="4553101"/>
              <a:ext cx="93995" cy="42731"/>
            </a:xfrm>
            <a:custGeom>
              <a:avLst/>
              <a:gdLst>
                <a:gd name="connsiteX0" fmla="*/ 66231 w 93996"/>
                <a:gd name="connsiteY0" fmla="*/ 3916 h 42731"/>
                <a:gd name="connsiteX1" fmla="*/ 307 w 93996"/>
                <a:gd name="connsiteY1" fmla="*/ 17603 h 42731"/>
                <a:gd name="connsiteX2" fmla="*/ 46236 w 93996"/>
                <a:gd name="connsiteY2" fmla="*/ 25641 h 42731"/>
                <a:gd name="connsiteX3" fmla="*/ 89195 w 93996"/>
                <a:gd name="connsiteY3" fmla="*/ 42732 h 42731"/>
                <a:gd name="connsiteX4" fmla="*/ 66231 w 93996"/>
                <a:gd name="connsiteY4" fmla="*/ 3916 h 42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3996" h="42731">
                  <a:moveTo>
                    <a:pt x="66231" y="3916"/>
                  </a:moveTo>
                  <a:cubicBezTo>
                    <a:pt x="40223" y="-5209"/>
                    <a:pt x="-4112" y="2540"/>
                    <a:pt x="307" y="17603"/>
                  </a:cubicBezTo>
                  <a:cubicBezTo>
                    <a:pt x="4291" y="31289"/>
                    <a:pt x="25300" y="25641"/>
                    <a:pt x="46236" y="25641"/>
                  </a:cubicBezTo>
                  <a:cubicBezTo>
                    <a:pt x="67172" y="25641"/>
                    <a:pt x="78184" y="42732"/>
                    <a:pt x="89195" y="42732"/>
                  </a:cubicBezTo>
                  <a:cubicBezTo>
                    <a:pt x="100206" y="42732"/>
                    <a:pt x="92165" y="13040"/>
                    <a:pt x="66231" y="39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6" name="Freeform 343">
              <a:extLst>
                <a:ext uri="{FF2B5EF4-FFF2-40B4-BE49-F238E27FC236}">
                  <a16:creationId xmlns:a16="http://schemas.microsoft.com/office/drawing/2014/main" id="{E2F40EE8-D2BE-3E04-41C3-B4DCE6E1C12C}"/>
                </a:ext>
              </a:extLst>
            </p:cNvPr>
            <p:cNvSpPr/>
            <p:nvPr/>
          </p:nvSpPr>
          <p:spPr>
            <a:xfrm>
              <a:off x="9728092" y="4765477"/>
              <a:ext cx="148347" cy="29201"/>
            </a:xfrm>
            <a:custGeom>
              <a:avLst/>
              <a:gdLst>
                <a:gd name="connsiteX0" fmla="*/ 135152 w 148348"/>
                <a:gd name="connsiteY0" fmla="*/ 612 h 29201"/>
                <a:gd name="connsiteX1" fmla="*/ 63215 w 148348"/>
                <a:gd name="connsiteY1" fmla="*/ 7420 h 29201"/>
                <a:gd name="connsiteX2" fmla="*/ 334 w 148348"/>
                <a:gd name="connsiteY2" fmla="*/ 17703 h 29201"/>
                <a:gd name="connsiteX3" fmla="*/ 55246 w 148348"/>
                <a:gd name="connsiteY3" fmla="*/ 29145 h 29201"/>
                <a:gd name="connsiteX4" fmla="*/ 124140 w 148348"/>
                <a:gd name="connsiteY4" fmla="*/ 11982 h 29201"/>
                <a:gd name="connsiteX5" fmla="*/ 135152 w 148348"/>
                <a:gd name="connsiteY5" fmla="*/ 612 h 29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348" h="29201">
                  <a:moveTo>
                    <a:pt x="135152" y="612"/>
                  </a:moveTo>
                  <a:cubicBezTo>
                    <a:pt x="108203" y="-3950"/>
                    <a:pt x="90165" y="18862"/>
                    <a:pt x="63215" y="7420"/>
                  </a:cubicBezTo>
                  <a:cubicBezTo>
                    <a:pt x="36266" y="-4023"/>
                    <a:pt x="-4084" y="7420"/>
                    <a:pt x="334" y="17703"/>
                  </a:cubicBezTo>
                  <a:cubicBezTo>
                    <a:pt x="4753" y="27986"/>
                    <a:pt x="28225" y="27986"/>
                    <a:pt x="55246" y="29145"/>
                  </a:cubicBezTo>
                  <a:cubicBezTo>
                    <a:pt x="82268" y="30303"/>
                    <a:pt x="105957" y="13140"/>
                    <a:pt x="124140" y="11982"/>
                  </a:cubicBezTo>
                  <a:cubicBezTo>
                    <a:pt x="142324" y="10823"/>
                    <a:pt x="162101" y="5175"/>
                    <a:pt x="135152" y="61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7" name="Freeform 344">
              <a:extLst>
                <a:ext uri="{FF2B5EF4-FFF2-40B4-BE49-F238E27FC236}">
                  <a16:creationId xmlns:a16="http://schemas.microsoft.com/office/drawing/2014/main" id="{67A424FB-048B-4012-A1A0-07D29DEC1B25}"/>
                </a:ext>
              </a:extLst>
            </p:cNvPr>
            <p:cNvSpPr/>
            <p:nvPr/>
          </p:nvSpPr>
          <p:spPr>
            <a:xfrm>
              <a:off x="9941832" y="4563259"/>
              <a:ext cx="42040" cy="30219"/>
            </a:xfrm>
            <a:custGeom>
              <a:avLst/>
              <a:gdLst>
                <a:gd name="connsiteX0" fmla="*/ 302 w 42041"/>
                <a:gd name="connsiteY0" fmla="*/ 9690 h 30218"/>
                <a:gd name="connsiteX1" fmla="*/ 41233 w 42041"/>
                <a:gd name="connsiteY1" fmla="*/ 22291 h 30218"/>
                <a:gd name="connsiteX2" fmla="*/ 302 w 42041"/>
                <a:gd name="connsiteY2" fmla="*/ 9690 h 30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2041" h="30218">
                  <a:moveTo>
                    <a:pt x="302" y="9690"/>
                  </a:moveTo>
                  <a:cubicBezTo>
                    <a:pt x="4286" y="28012"/>
                    <a:pt x="33263" y="38295"/>
                    <a:pt x="41233" y="22291"/>
                  </a:cubicBezTo>
                  <a:cubicBezTo>
                    <a:pt x="49202" y="6286"/>
                    <a:pt x="-4479" y="-11456"/>
                    <a:pt x="302" y="96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8" name="Freeform 345">
              <a:extLst>
                <a:ext uri="{FF2B5EF4-FFF2-40B4-BE49-F238E27FC236}">
                  <a16:creationId xmlns:a16="http://schemas.microsoft.com/office/drawing/2014/main" id="{08ABA036-9EFA-9E9D-0398-4F3DB19CFF33}"/>
                </a:ext>
              </a:extLst>
            </p:cNvPr>
            <p:cNvSpPr/>
            <p:nvPr/>
          </p:nvSpPr>
          <p:spPr>
            <a:xfrm>
              <a:off x="9855110" y="4793971"/>
              <a:ext cx="59784" cy="54758"/>
            </a:xfrm>
            <a:custGeom>
              <a:avLst/>
              <a:gdLst>
                <a:gd name="connsiteX0" fmla="*/ 49137 w 59785"/>
                <a:gd name="connsiteY0" fmla="*/ 0 h 54757"/>
                <a:gd name="connsiteX1" fmla="*/ 38198 w 59785"/>
                <a:gd name="connsiteY1" fmla="*/ 5359 h 54757"/>
                <a:gd name="connsiteX2" fmla="*/ 33198 w 59785"/>
                <a:gd name="connsiteY2" fmla="*/ 16367 h 54757"/>
                <a:gd name="connsiteX3" fmla="*/ 22187 w 59785"/>
                <a:gd name="connsiteY3" fmla="*/ 9125 h 54757"/>
                <a:gd name="connsiteX4" fmla="*/ 6105 w 59785"/>
                <a:gd name="connsiteY4" fmla="*/ 52938 h 54757"/>
                <a:gd name="connsiteX5" fmla="*/ 48484 w 59785"/>
                <a:gd name="connsiteY5" fmla="*/ 25202 h 54757"/>
                <a:gd name="connsiteX6" fmla="*/ 53048 w 59785"/>
                <a:gd name="connsiteY6" fmla="*/ 18612 h 54757"/>
                <a:gd name="connsiteX7" fmla="*/ 56453 w 59785"/>
                <a:gd name="connsiteY7" fmla="*/ 15136 h 54757"/>
                <a:gd name="connsiteX8" fmla="*/ 59786 w 59785"/>
                <a:gd name="connsiteY8" fmla="*/ 12601 h 54757"/>
                <a:gd name="connsiteX9" fmla="*/ 49137 w 59785"/>
                <a:gd name="connsiteY9" fmla="*/ 0 h 54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9785" h="54757">
                  <a:moveTo>
                    <a:pt x="49137" y="0"/>
                  </a:moveTo>
                  <a:cubicBezTo>
                    <a:pt x="45876" y="2542"/>
                    <a:pt x="42181" y="4367"/>
                    <a:pt x="38198" y="5359"/>
                  </a:cubicBezTo>
                  <a:cubicBezTo>
                    <a:pt x="37328" y="9349"/>
                    <a:pt x="35661" y="13108"/>
                    <a:pt x="33198" y="16367"/>
                  </a:cubicBezTo>
                  <a:cubicBezTo>
                    <a:pt x="30373" y="18901"/>
                    <a:pt x="25954" y="13905"/>
                    <a:pt x="22187" y="9125"/>
                  </a:cubicBezTo>
                  <a:cubicBezTo>
                    <a:pt x="2845" y="18322"/>
                    <a:pt x="-7297" y="44754"/>
                    <a:pt x="6105" y="52938"/>
                  </a:cubicBezTo>
                  <a:cubicBezTo>
                    <a:pt x="19507" y="61121"/>
                    <a:pt x="37762" y="39902"/>
                    <a:pt x="48484" y="25202"/>
                  </a:cubicBezTo>
                  <a:cubicBezTo>
                    <a:pt x="50223" y="22812"/>
                    <a:pt x="51817" y="20567"/>
                    <a:pt x="53048" y="18612"/>
                  </a:cubicBezTo>
                  <a:cubicBezTo>
                    <a:pt x="54062" y="17308"/>
                    <a:pt x="55149" y="16142"/>
                    <a:pt x="56453" y="15136"/>
                  </a:cubicBezTo>
                  <a:cubicBezTo>
                    <a:pt x="57394" y="14339"/>
                    <a:pt x="58554" y="13470"/>
                    <a:pt x="59786" y="12601"/>
                  </a:cubicBezTo>
                  <a:cubicBezTo>
                    <a:pt x="56815" y="7923"/>
                    <a:pt x="53266" y="3679"/>
                    <a:pt x="4913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9" name="Freeform 346">
              <a:extLst>
                <a:ext uri="{FF2B5EF4-FFF2-40B4-BE49-F238E27FC236}">
                  <a16:creationId xmlns:a16="http://schemas.microsoft.com/office/drawing/2014/main" id="{2B1B64BC-4A17-7C35-549E-1772137E84BD}"/>
                </a:ext>
              </a:extLst>
            </p:cNvPr>
            <p:cNvSpPr/>
            <p:nvPr/>
          </p:nvSpPr>
          <p:spPr>
            <a:xfrm>
              <a:off x="9877299" y="4766017"/>
              <a:ext cx="108933" cy="45165"/>
            </a:xfrm>
            <a:custGeom>
              <a:avLst/>
              <a:gdLst>
                <a:gd name="connsiteX0" fmla="*/ 10867 w 108934"/>
                <a:gd name="connsiteY0" fmla="*/ 34326 h 45164"/>
                <a:gd name="connsiteX1" fmla="*/ 0 w 108934"/>
                <a:gd name="connsiteY1" fmla="*/ 37368 h 45164"/>
                <a:gd name="connsiteX2" fmla="*/ 11012 w 108934"/>
                <a:gd name="connsiteY2" fmla="*/ 44610 h 45164"/>
                <a:gd name="connsiteX3" fmla="*/ 16011 w 108934"/>
                <a:gd name="connsiteY3" fmla="*/ 33602 h 45164"/>
                <a:gd name="connsiteX4" fmla="*/ 11519 w 108934"/>
                <a:gd name="connsiteY4" fmla="*/ 34471 h 45164"/>
                <a:gd name="connsiteX5" fmla="*/ 58824 w 108934"/>
                <a:gd name="connsiteY5" fmla="*/ 4635 h 45164"/>
                <a:gd name="connsiteX6" fmla="*/ 29847 w 108934"/>
                <a:gd name="connsiteY6" fmla="*/ 25636 h 45164"/>
                <a:gd name="connsiteX7" fmla="*/ 26877 w 108934"/>
                <a:gd name="connsiteY7" fmla="*/ 27953 h 45164"/>
                <a:gd name="connsiteX8" fmla="*/ 37526 w 108934"/>
                <a:gd name="connsiteY8" fmla="*/ 40844 h 45164"/>
                <a:gd name="connsiteX9" fmla="*/ 108738 w 108934"/>
                <a:gd name="connsiteY9" fmla="*/ 3476 h 45164"/>
                <a:gd name="connsiteX10" fmla="*/ 58824 w 108934"/>
                <a:gd name="connsiteY10" fmla="*/ 4635 h 451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8934" h="45164">
                  <a:moveTo>
                    <a:pt x="10867" y="34326"/>
                  </a:moveTo>
                  <a:cubicBezTo>
                    <a:pt x="7099" y="34696"/>
                    <a:pt x="3406" y="35724"/>
                    <a:pt x="0" y="37368"/>
                  </a:cubicBezTo>
                  <a:cubicBezTo>
                    <a:pt x="3406" y="41858"/>
                    <a:pt x="8186" y="46854"/>
                    <a:pt x="11012" y="44610"/>
                  </a:cubicBezTo>
                  <a:cubicBezTo>
                    <a:pt x="13474" y="41351"/>
                    <a:pt x="15141" y="37592"/>
                    <a:pt x="16011" y="33602"/>
                  </a:cubicBezTo>
                  <a:cubicBezTo>
                    <a:pt x="14561" y="33971"/>
                    <a:pt x="13040" y="34268"/>
                    <a:pt x="11519" y="34471"/>
                  </a:cubicBezTo>
                  <a:close/>
                  <a:moveTo>
                    <a:pt x="58824" y="4635"/>
                  </a:moveTo>
                  <a:cubicBezTo>
                    <a:pt x="45350" y="3838"/>
                    <a:pt x="39917" y="16584"/>
                    <a:pt x="29847" y="25636"/>
                  </a:cubicBezTo>
                  <a:cubicBezTo>
                    <a:pt x="28905" y="26469"/>
                    <a:pt x="27892" y="27244"/>
                    <a:pt x="26877" y="27953"/>
                  </a:cubicBezTo>
                  <a:cubicBezTo>
                    <a:pt x="31006" y="31726"/>
                    <a:pt x="34628" y="36064"/>
                    <a:pt x="37526" y="40844"/>
                  </a:cubicBezTo>
                  <a:cubicBezTo>
                    <a:pt x="56869" y="27736"/>
                    <a:pt x="106130" y="11370"/>
                    <a:pt x="108738" y="3476"/>
                  </a:cubicBezTo>
                  <a:cubicBezTo>
                    <a:pt x="111781" y="-5431"/>
                    <a:pt x="78819" y="5721"/>
                    <a:pt x="58824" y="4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0" name="Freeform 347">
              <a:extLst>
                <a:ext uri="{FF2B5EF4-FFF2-40B4-BE49-F238E27FC236}">
                  <a16:creationId xmlns:a16="http://schemas.microsoft.com/office/drawing/2014/main" id="{B6660D4C-A3F1-DBD5-9F72-3AE8703BB6D4}"/>
                </a:ext>
              </a:extLst>
            </p:cNvPr>
            <p:cNvSpPr/>
            <p:nvPr/>
          </p:nvSpPr>
          <p:spPr>
            <a:xfrm>
              <a:off x="6002444" y="2737896"/>
              <a:ext cx="56837" cy="101990"/>
            </a:xfrm>
            <a:custGeom>
              <a:avLst/>
              <a:gdLst>
                <a:gd name="connsiteX0" fmla="*/ 25288 w 56837"/>
                <a:gd name="connsiteY0" fmla="*/ 4962 h 101990"/>
                <a:gd name="connsiteX1" fmla="*/ 875 w 56837"/>
                <a:gd name="connsiteY1" fmla="*/ 11769 h 101990"/>
                <a:gd name="connsiteX2" fmla="*/ 13335 w 56837"/>
                <a:gd name="connsiteY2" fmla="*/ 61520 h 101990"/>
                <a:gd name="connsiteX3" fmla="*/ 27317 w 56837"/>
                <a:gd name="connsiteY3" fmla="*/ 98598 h 101990"/>
                <a:gd name="connsiteX4" fmla="*/ 50789 w 56837"/>
                <a:gd name="connsiteY4" fmla="*/ 82087 h 101990"/>
                <a:gd name="connsiteX5" fmla="*/ 56294 w 56837"/>
                <a:gd name="connsiteY5" fmla="*/ 19228 h 101990"/>
                <a:gd name="connsiteX6" fmla="*/ 25288 w 56837"/>
                <a:gd name="connsiteY6" fmla="*/ 4962 h 1019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6837" h="101990">
                  <a:moveTo>
                    <a:pt x="25288" y="4962"/>
                  </a:moveTo>
                  <a:cubicBezTo>
                    <a:pt x="14349" y="15824"/>
                    <a:pt x="5294" y="3079"/>
                    <a:pt x="875" y="11769"/>
                  </a:cubicBezTo>
                  <a:cubicBezTo>
                    <a:pt x="-4631" y="22632"/>
                    <a:pt x="17827" y="39215"/>
                    <a:pt x="13335" y="61520"/>
                  </a:cubicBezTo>
                  <a:cubicBezTo>
                    <a:pt x="8844" y="83825"/>
                    <a:pt x="15798" y="111778"/>
                    <a:pt x="27317" y="98598"/>
                  </a:cubicBezTo>
                  <a:cubicBezTo>
                    <a:pt x="38835" y="85418"/>
                    <a:pt x="44269" y="91791"/>
                    <a:pt x="50789" y="82087"/>
                  </a:cubicBezTo>
                  <a:cubicBezTo>
                    <a:pt x="57308" y="72383"/>
                    <a:pt x="51803" y="36391"/>
                    <a:pt x="56294" y="19228"/>
                  </a:cubicBezTo>
                  <a:cubicBezTo>
                    <a:pt x="60786" y="2065"/>
                    <a:pt x="36300" y="-5901"/>
                    <a:pt x="25288" y="49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1" name="Freeform 348">
              <a:extLst>
                <a:ext uri="{FF2B5EF4-FFF2-40B4-BE49-F238E27FC236}">
                  <a16:creationId xmlns:a16="http://schemas.microsoft.com/office/drawing/2014/main" id="{BEF215E6-CF54-083B-85BA-36AF152A8814}"/>
                </a:ext>
              </a:extLst>
            </p:cNvPr>
            <p:cNvSpPr/>
            <p:nvPr/>
          </p:nvSpPr>
          <p:spPr>
            <a:xfrm>
              <a:off x="5953555" y="2452673"/>
              <a:ext cx="385049" cy="426690"/>
            </a:xfrm>
            <a:custGeom>
              <a:avLst/>
              <a:gdLst>
                <a:gd name="connsiteX0" fmla="*/ 318897 w 385050"/>
                <a:gd name="connsiteY0" fmla="*/ 271930 h 426687"/>
                <a:gd name="connsiteX1" fmla="*/ 293904 w 385050"/>
                <a:gd name="connsiteY1" fmla="*/ 249046 h 426687"/>
                <a:gd name="connsiteX2" fmla="*/ 241527 w 385050"/>
                <a:gd name="connsiteY2" fmla="*/ 187346 h 426687"/>
                <a:gd name="connsiteX3" fmla="*/ 194077 w 385050"/>
                <a:gd name="connsiteY3" fmla="*/ 131946 h 426687"/>
                <a:gd name="connsiteX4" fmla="*/ 194584 w 385050"/>
                <a:gd name="connsiteY4" fmla="*/ 93130 h 426687"/>
                <a:gd name="connsiteX5" fmla="*/ 209073 w 385050"/>
                <a:gd name="connsiteY5" fmla="*/ 71404 h 426687"/>
                <a:gd name="connsiteX6" fmla="*/ 210884 w 385050"/>
                <a:gd name="connsiteY6" fmla="*/ 20205 h 426687"/>
                <a:gd name="connsiteX7" fmla="*/ 193715 w 385050"/>
                <a:gd name="connsiteY7" fmla="*/ 16294 h 426687"/>
                <a:gd name="connsiteX8" fmla="*/ 186978 w 385050"/>
                <a:gd name="connsiteY8" fmla="*/ 0 h 426687"/>
                <a:gd name="connsiteX9" fmla="*/ 159956 w 385050"/>
                <a:gd name="connsiteY9" fmla="*/ 4273 h 426687"/>
                <a:gd name="connsiteX10" fmla="*/ 139020 w 385050"/>
                <a:gd name="connsiteY10" fmla="*/ 12021 h 426687"/>
                <a:gd name="connsiteX11" fmla="*/ 134818 w 385050"/>
                <a:gd name="connsiteY11" fmla="*/ 9342 h 426687"/>
                <a:gd name="connsiteX12" fmla="*/ 128298 w 385050"/>
                <a:gd name="connsiteY12" fmla="*/ 16584 h 426687"/>
                <a:gd name="connsiteX13" fmla="*/ 123299 w 385050"/>
                <a:gd name="connsiteY13" fmla="*/ 25708 h 426687"/>
                <a:gd name="connsiteX14" fmla="*/ 113302 w 385050"/>
                <a:gd name="connsiteY14" fmla="*/ 30271 h 426687"/>
                <a:gd name="connsiteX15" fmla="*/ 97292 w 385050"/>
                <a:gd name="connsiteY15" fmla="*/ 34833 h 426687"/>
                <a:gd name="connsiteX16" fmla="*/ 85774 w 385050"/>
                <a:gd name="connsiteY16" fmla="*/ 40656 h 426687"/>
                <a:gd name="connsiteX17" fmla="*/ 85339 w 385050"/>
                <a:gd name="connsiteY17" fmla="*/ 42872 h 426687"/>
                <a:gd name="connsiteX18" fmla="*/ 76356 w 385050"/>
                <a:gd name="connsiteY18" fmla="*/ 56559 h 426687"/>
                <a:gd name="connsiteX19" fmla="*/ 57376 w 385050"/>
                <a:gd name="connsiteY19" fmla="*/ 30271 h 426687"/>
                <a:gd name="connsiteX20" fmla="*/ 40424 w 385050"/>
                <a:gd name="connsiteY20" fmla="*/ 57717 h 426687"/>
                <a:gd name="connsiteX21" fmla="*/ 11446 w 385050"/>
                <a:gd name="connsiteY21" fmla="*/ 60035 h 426687"/>
                <a:gd name="connsiteX22" fmla="*/ 15286 w 385050"/>
                <a:gd name="connsiteY22" fmla="*/ 78284 h 426687"/>
                <a:gd name="connsiteX23" fmla="*/ 8549 w 385050"/>
                <a:gd name="connsiteY23" fmla="*/ 93709 h 426687"/>
                <a:gd name="connsiteX24" fmla="*/ 1812 w 385050"/>
                <a:gd name="connsiteY24" fmla="*/ 103123 h 426687"/>
                <a:gd name="connsiteX25" fmla="*/ 11519 w 385050"/>
                <a:gd name="connsiteY25" fmla="*/ 122821 h 426687"/>
                <a:gd name="connsiteX26" fmla="*/ 13830 w 385050"/>
                <a:gd name="connsiteY26" fmla="*/ 139456 h 426687"/>
                <a:gd name="connsiteX27" fmla="*/ 18763 w 385050"/>
                <a:gd name="connsiteY27" fmla="*/ 141650 h 426687"/>
                <a:gd name="connsiteX28" fmla="*/ 34556 w 385050"/>
                <a:gd name="connsiteY28" fmla="*/ 147661 h 426687"/>
                <a:gd name="connsiteX29" fmla="*/ 30716 w 385050"/>
                <a:gd name="connsiteY29" fmla="*/ 160768 h 426687"/>
                <a:gd name="connsiteX30" fmla="*/ 47016 w 385050"/>
                <a:gd name="connsiteY30" fmla="*/ 155337 h 426687"/>
                <a:gd name="connsiteX31" fmla="*/ 70488 w 385050"/>
                <a:gd name="connsiteY31" fmla="*/ 132525 h 426687"/>
                <a:gd name="connsiteX32" fmla="*/ 117939 w 385050"/>
                <a:gd name="connsiteY32" fmla="*/ 155337 h 426687"/>
                <a:gd name="connsiteX33" fmla="*/ 128370 w 385050"/>
                <a:gd name="connsiteY33" fmla="*/ 178221 h 426687"/>
                <a:gd name="connsiteX34" fmla="*/ 160390 w 385050"/>
                <a:gd name="connsiteY34" fmla="*/ 225076 h 426687"/>
                <a:gd name="connsiteX35" fmla="*/ 206320 w 385050"/>
                <a:gd name="connsiteY35" fmla="*/ 270192 h 426687"/>
                <a:gd name="connsiteX36" fmla="*/ 238774 w 385050"/>
                <a:gd name="connsiteY36" fmla="*/ 286197 h 426687"/>
                <a:gd name="connsiteX37" fmla="*/ 268259 w 385050"/>
                <a:gd name="connsiteY37" fmla="*/ 308429 h 426687"/>
                <a:gd name="connsiteX38" fmla="*/ 292165 w 385050"/>
                <a:gd name="connsiteY38" fmla="*/ 331313 h 426687"/>
                <a:gd name="connsiteX39" fmla="*/ 303177 w 385050"/>
                <a:gd name="connsiteY39" fmla="*/ 354125 h 426687"/>
                <a:gd name="connsiteX40" fmla="*/ 304698 w 385050"/>
                <a:gd name="connsiteY40" fmla="*/ 395838 h 426687"/>
                <a:gd name="connsiteX41" fmla="*/ 306147 w 385050"/>
                <a:gd name="connsiteY41" fmla="*/ 426688 h 426687"/>
                <a:gd name="connsiteX42" fmla="*/ 323172 w 385050"/>
                <a:gd name="connsiteY42" fmla="*/ 394679 h 426687"/>
                <a:gd name="connsiteX43" fmla="*/ 342586 w 385050"/>
                <a:gd name="connsiteY43" fmla="*/ 371867 h 426687"/>
                <a:gd name="connsiteX44" fmla="*/ 327156 w 385050"/>
                <a:gd name="connsiteY44" fmla="*/ 341597 h 426687"/>
                <a:gd name="connsiteX45" fmla="*/ 359610 w 385050"/>
                <a:gd name="connsiteY45" fmla="*/ 325013 h 426687"/>
                <a:gd name="connsiteX46" fmla="*/ 385038 w 385050"/>
                <a:gd name="connsiteY46" fmla="*/ 326751 h 426687"/>
                <a:gd name="connsiteX47" fmla="*/ 318897 w 385050"/>
                <a:gd name="connsiteY47" fmla="*/ 271930 h 426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85050" h="426687">
                  <a:moveTo>
                    <a:pt x="318897" y="271930"/>
                  </a:moveTo>
                  <a:cubicBezTo>
                    <a:pt x="305930" y="262806"/>
                    <a:pt x="314406" y="247887"/>
                    <a:pt x="293904" y="249046"/>
                  </a:cubicBezTo>
                  <a:cubicBezTo>
                    <a:pt x="273403" y="250205"/>
                    <a:pt x="248989" y="221093"/>
                    <a:pt x="241527" y="187346"/>
                  </a:cubicBezTo>
                  <a:cubicBezTo>
                    <a:pt x="234066" y="153599"/>
                    <a:pt x="202045" y="151933"/>
                    <a:pt x="194077" y="131946"/>
                  </a:cubicBezTo>
                  <a:cubicBezTo>
                    <a:pt x="186108" y="111958"/>
                    <a:pt x="201321" y="109641"/>
                    <a:pt x="194584" y="93130"/>
                  </a:cubicBezTo>
                  <a:cubicBezTo>
                    <a:pt x="190672" y="83860"/>
                    <a:pt x="199293" y="75749"/>
                    <a:pt x="209073" y="71404"/>
                  </a:cubicBezTo>
                  <a:cubicBezTo>
                    <a:pt x="208559" y="54314"/>
                    <a:pt x="209167" y="37216"/>
                    <a:pt x="210884" y="20205"/>
                  </a:cubicBezTo>
                  <a:cubicBezTo>
                    <a:pt x="204980" y="19915"/>
                    <a:pt x="199163" y="18590"/>
                    <a:pt x="193715" y="16294"/>
                  </a:cubicBezTo>
                  <a:cubicBezTo>
                    <a:pt x="189948" y="13687"/>
                    <a:pt x="189223" y="0"/>
                    <a:pt x="186978" y="0"/>
                  </a:cubicBezTo>
                  <a:cubicBezTo>
                    <a:pt x="184732" y="0"/>
                    <a:pt x="163723" y="0"/>
                    <a:pt x="159956" y="4273"/>
                  </a:cubicBezTo>
                  <a:cubicBezTo>
                    <a:pt x="156189" y="8545"/>
                    <a:pt x="144960" y="16294"/>
                    <a:pt x="139020" y="12021"/>
                  </a:cubicBezTo>
                  <a:cubicBezTo>
                    <a:pt x="137672" y="11044"/>
                    <a:pt x="136274" y="10153"/>
                    <a:pt x="134818" y="9342"/>
                  </a:cubicBezTo>
                  <a:lnTo>
                    <a:pt x="128298" y="16584"/>
                  </a:lnTo>
                  <a:cubicBezTo>
                    <a:pt x="128298" y="16584"/>
                    <a:pt x="127284" y="25708"/>
                    <a:pt x="123299" y="25708"/>
                  </a:cubicBezTo>
                  <a:cubicBezTo>
                    <a:pt x="119315" y="25708"/>
                    <a:pt x="113302" y="22305"/>
                    <a:pt x="113302" y="30271"/>
                  </a:cubicBezTo>
                  <a:cubicBezTo>
                    <a:pt x="113302" y="38237"/>
                    <a:pt x="102291" y="35992"/>
                    <a:pt x="97292" y="34833"/>
                  </a:cubicBezTo>
                  <a:cubicBezTo>
                    <a:pt x="92504" y="33262"/>
                    <a:pt x="87346" y="35869"/>
                    <a:pt x="85774" y="40656"/>
                  </a:cubicBezTo>
                  <a:cubicBezTo>
                    <a:pt x="85535" y="41373"/>
                    <a:pt x="85390" y="42118"/>
                    <a:pt x="85339" y="42872"/>
                  </a:cubicBezTo>
                  <a:cubicBezTo>
                    <a:pt x="85339" y="49679"/>
                    <a:pt x="84325" y="64597"/>
                    <a:pt x="76356" y="56559"/>
                  </a:cubicBezTo>
                  <a:cubicBezTo>
                    <a:pt x="68387" y="48520"/>
                    <a:pt x="60346" y="28026"/>
                    <a:pt x="57376" y="30271"/>
                  </a:cubicBezTo>
                  <a:cubicBezTo>
                    <a:pt x="54406" y="32516"/>
                    <a:pt x="47378" y="57717"/>
                    <a:pt x="40424" y="57717"/>
                  </a:cubicBezTo>
                  <a:cubicBezTo>
                    <a:pt x="36077" y="57717"/>
                    <a:pt x="21806" y="59021"/>
                    <a:pt x="11446" y="60035"/>
                  </a:cubicBezTo>
                  <a:cubicBezTo>
                    <a:pt x="8766" y="69883"/>
                    <a:pt x="11446" y="75749"/>
                    <a:pt x="15286" y="78284"/>
                  </a:cubicBezTo>
                  <a:cubicBezTo>
                    <a:pt x="19125" y="80819"/>
                    <a:pt x="13040" y="91102"/>
                    <a:pt x="8549" y="93709"/>
                  </a:cubicBezTo>
                  <a:cubicBezTo>
                    <a:pt x="4057" y="96316"/>
                    <a:pt x="-3477" y="93709"/>
                    <a:pt x="1812" y="103123"/>
                  </a:cubicBezTo>
                  <a:cubicBezTo>
                    <a:pt x="7100" y="112538"/>
                    <a:pt x="16735" y="113407"/>
                    <a:pt x="11519" y="122821"/>
                  </a:cubicBezTo>
                  <a:cubicBezTo>
                    <a:pt x="7564" y="128050"/>
                    <a:pt x="8592" y="135502"/>
                    <a:pt x="13830" y="139456"/>
                  </a:cubicBezTo>
                  <a:cubicBezTo>
                    <a:pt x="15286" y="140556"/>
                    <a:pt x="16974" y="141310"/>
                    <a:pt x="18763" y="141650"/>
                  </a:cubicBezTo>
                  <a:cubicBezTo>
                    <a:pt x="26007" y="142519"/>
                    <a:pt x="36802" y="140781"/>
                    <a:pt x="34556" y="147661"/>
                  </a:cubicBezTo>
                  <a:cubicBezTo>
                    <a:pt x="32788" y="151875"/>
                    <a:pt x="31499" y="156271"/>
                    <a:pt x="30716" y="160768"/>
                  </a:cubicBezTo>
                  <a:cubicBezTo>
                    <a:pt x="36338" y="159595"/>
                    <a:pt x="41808" y="157770"/>
                    <a:pt x="47016" y="155337"/>
                  </a:cubicBezTo>
                  <a:cubicBezTo>
                    <a:pt x="57521" y="149109"/>
                    <a:pt x="53029" y="138246"/>
                    <a:pt x="70488" y="132525"/>
                  </a:cubicBezTo>
                  <a:cubicBezTo>
                    <a:pt x="87947" y="126804"/>
                    <a:pt x="110912" y="143388"/>
                    <a:pt x="117939" y="155337"/>
                  </a:cubicBezTo>
                  <a:cubicBezTo>
                    <a:pt x="124966" y="167286"/>
                    <a:pt x="126921" y="168517"/>
                    <a:pt x="128370" y="178221"/>
                  </a:cubicBezTo>
                  <a:cubicBezTo>
                    <a:pt x="129819" y="187925"/>
                    <a:pt x="136412" y="207188"/>
                    <a:pt x="160390" y="225076"/>
                  </a:cubicBezTo>
                  <a:cubicBezTo>
                    <a:pt x="184370" y="242963"/>
                    <a:pt x="193860" y="262733"/>
                    <a:pt x="206320" y="270192"/>
                  </a:cubicBezTo>
                  <a:cubicBezTo>
                    <a:pt x="218780" y="277651"/>
                    <a:pt x="231313" y="275913"/>
                    <a:pt x="238774" y="286197"/>
                  </a:cubicBezTo>
                  <a:cubicBezTo>
                    <a:pt x="246656" y="295886"/>
                    <a:pt x="256770" y="303519"/>
                    <a:pt x="268259" y="308429"/>
                  </a:cubicBezTo>
                  <a:cubicBezTo>
                    <a:pt x="280212" y="314729"/>
                    <a:pt x="280720" y="329575"/>
                    <a:pt x="292165" y="331313"/>
                  </a:cubicBezTo>
                  <a:cubicBezTo>
                    <a:pt x="303612" y="333051"/>
                    <a:pt x="296222" y="344421"/>
                    <a:pt x="303177" y="354125"/>
                  </a:cubicBezTo>
                  <a:cubicBezTo>
                    <a:pt x="310878" y="366827"/>
                    <a:pt x="311457" y="382607"/>
                    <a:pt x="304698" y="395838"/>
                  </a:cubicBezTo>
                  <a:cubicBezTo>
                    <a:pt x="297454" y="407280"/>
                    <a:pt x="301149" y="426688"/>
                    <a:pt x="306147" y="426688"/>
                  </a:cubicBezTo>
                  <a:cubicBezTo>
                    <a:pt x="311146" y="426688"/>
                    <a:pt x="321650" y="406121"/>
                    <a:pt x="323172" y="394679"/>
                  </a:cubicBezTo>
                  <a:cubicBezTo>
                    <a:pt x="324693" y="383237"/>
                    <a:pt x="334618" y="383889"/>
                    <a:pt x="342586" y="371867"/>
                  </a:cubicBezTo>
                  <a:cubicBezTo>
                    <a:pt x="350555" y="359846"/>
                    <a:pt x="330633" y="357021"/>
                    <a:pt x="327156" y="341597"/>
                  </a:cubicBezTo>
                  <a:cubicBezTo>
                    <a:pt x="323679" y="326171"/>
                    <a:pt x="342152" y="312629"/>
                    <a:pt x="359610" y="325013"/>
                  </a:cubicBezTo>
                  <a:cubicBezTo>
                    <a:pt x="377070" y="337396"/>
                    <a:pt x="384096" y="346159"/>
                    <a:pt x="385038" y="326751"/>
                  </a:cubicBezTo>
                  <a:cubicBezTo>
                    <a:pt x="385980" y="307343"/>
                    <a:pt x="331865" y="281055"/>
                    <a:pt x="318897" y="2719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2" name="Freeform 349">
              <a:extLst>
                <a:ext uri="{FF2B5EF4-FFF2-40B4-BE49-F238E27FC236}">
                  <a16:creationId xmlns:a16="http://schemas.microsoft.com/office/drawing/2014/main" id="{D8D63E2F-6585-E20C-4915-145EBDE2B703}"/>
                </a:ext>
              </a:extLst>
            </p:cNvPr>
            <p:cNvSpPr/>
            <p:nvPr/>
          </p:nvSpPr>
          <p:spPr>
            <a:xfrm>
              <a:off x="6151540" y="2870065"/>
              <a:ext cx="96602" cy="67035"/>
            </a:xfrm>
            <a:custGeom>
              <a:avLst/>
              <a:gdLst>
                <a:gd name="connsiteX0" fmla="*/ 69474 w 96602"/>
                <a:gd name="connsiteY0" fmla="*/ 2417 h 67035"/>
                <a:gd name="connsiteX1" fmla="*/ 28543 w 96602"/>
                <a:gd name="connsiteY1" fmla="*/ 2417 h 67035"/>
                <a:gd name="connsiteX2" fmla="*/ 0 w 96602"/>
                <a:gd name="connsiteY2" fmla="*/ 14149 h 67035"/>
                <a:gd name="connsiteX3" fmla="*/ 1739 w 96602"/>
                <a:gd name="connsiteY3" fmla="*/ 15163 h 67035"/>
                <a:gd name="connsiteX4" fmla="*/ 16952 w 96602"/>
                <a:gd name="connsiteY4" fmla="*/ 32761 h 67035"/>
                <a:gd name="connsiteX5" fmla="*/ 34990 w 96602"/>
                <a:gd name="connsiteY5" fmla="*/ 39568 h 67035"/>
                <a:gd name="connsiteX6" fmla="*/ 73458 w 96602"/>
                <a:gd name="connsiteY6" fmla="*/ 67015 h 67035"/>
                <a:gd name="connsiteX7" fmla="*/ 82441 w 96602"/>
                <a:gd name="connsiteY7" fmla="*/ 40727 h 67035"/>
                <a:gd name="connsiteX8" fmla="*/ 96422 w 96602"/>
                <a:gd name="connsiteY8" fmla="*/ 4518 h 67035"/>
                <a:gd name="connsiteX9" fmla="*/ 69474 w 96602"/>
                <a:gd name="connsiteY9" fmla="*/ 2417 h 67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6602" h="67035">
                  <a:moveTo>
                    <a:pt x="69474" y="2417"/>
                  </a:moveTo>
                  <a:cubicBezTo>
                    <a:pt x="48972" y="7559"/>
                    <a:pt x="40496" y="9659"/>
                    <a:pt x="28543" y="2417"/>
                  </a:cubicBezTo>
                  <a:cubicBezTo>
                    <a:pt x="17423" y="-2022"/>
                    <a:pt x="4782" y="3171"/>
                    <a:pt x="0" y="14149"/>
                  </a:cubicBezTo>
                  <a:lnTo>
                    <a:pt x="1739" y="15163"/>
                  </a:lnTo>
                  <a:cubicBezTo>
                    <a:pt x="8607" y="19197"/>
                    <a:pt x="13953" y="25381"/>
                    <a:pt x="16952" y="32761"/>
                  </a:cubicBezTo>
                  <a:cubicBezTo>
                    <a:pt x="22769" y="35520"/>
                    <a:pt x="28804" y="37794"/>
                    <a:pt x="34990" y="39568"/>
                  </a:cubicBezTo>
                  <a:cubicBezTo>
                    <a:pt x="59984" y="46810"/>
                    <a:pt x="62954" y="66435"/>
                    <a:pt x="73458" y="67015"/>
                  </a:cubicBezTo>
                  <a:cubicBezTo>
                    <a:pt x="83962" y="67594"/>
                    <a:pt x="84977" y="56152"/>
                    <a:pt x="82441" y="40727"/>
                  </a:cubicBezTo>
                  <a:cubicBezTo>
                    <a:pt x="79906" y="25302"/>
                    <a:pt x="94901" y="7559"/>
                    <a:pt x="96422" y="4518"/>
                  </a:cubicBezTo>
                  <a:cubicBezTo>
                    <a:pt x="97944" y="1476"/>
                    <a:pt x="89903" y="-2724"/>
                    <a:pt x="69474" y="2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3" name="Freeform 350">
              <a:extLst>
                <a:ext uri="{FF2B5EF4-FFF2-40B4-BE49-F238E27FC236}">
                  <a16:creationId xmlns:a16="http://schemas.microsoft.com/office/drawing/2014/main" id="{74704EC8-056B-3D01-CAED-94537FCDB67F}"/>
                </a:ext>
              </a:extLst>
            </p:cNvPr>
            <p:cNvSpPr/>
            <p:nvPr/>
          </p:nvSpPr>
          <p:spPr>
            <a:xfrm>
              <a:off x="6339973" y="2630525"/>
              <a:ext cx="40785" cy="62279"/>
            </a:xfrm>
            <a:custGeom>
              <a:avLst/>
              <a:gdLst>
                <a:gd name="connsiteX0" fmla="*/ 14272 w 40785"/>
                <a:gd name="connsiteY0" fmla="*/ 0 h 62279"/>
                <a:gd name="connsiteX1" fmla="*/ 1376 w 40785"/>
                <a:gd name="connsiteY1" fmla="*/ 28967 h 62279"/>
                <a:gd name="connsiteX2" fmla="*/ 0 w 40785"/>
                <a:gd name="connsiteY2" fmla="*/ 40916 h 62279"/>
                <a:gd name="connsiteX3" fmla="*/ 23834 w 40785"/>
                <a:gd name="connsiteY3" fmla="*/ 61193 h 62279"/>
                <a:gd name="connsiteX4" fmla="*/ 25645 w 40785"/>
                <a:gd name="connsiteY4" fmla="*/ 62280 h 62279"/>
                <a:gd name="connsiteX5" fmla="*/ 40786 w 40785"/>
                <a:gd name="connsiteY5" fmla="*/ 34978 h 62279"/>
                <a:gd name="connsiteX6" fmla="*/ 14272 w 40785"/>
                <a:gd name="connsiteY6" fmla="*/ 0 h 622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0785" h="62279">
                  <a:moveTo>
                    <a:pt x="14272" y="0"/>
                  </a:moveTo>
                  <a:cubicBezTo>
                    <a:pt x="7389" y="10718"/>
                    <a:pt x="580" y="24260"/>
                    <a:pt x="1376" y="28967"/>
                  </a:cubicBezTo>
                  <a:cubicBezTo>
                    <a:pt x="1492" y="32994"/>
                    <a:pt x="1029" y="37020"/>
                    <a:pt x="0" y="40916"/>
                  </a:cubicBezTo>
                  <a:cubicBezTo>
                    <a:pt x="7331" y="48368"/>
                    <a:pt x="15308" y="55154"/>
                    <a:pt x="23834" y="61193"/>
                  </a:cubicBezTo>
                  <a:lnTo>
                    <a:pt x="25645" y="62280"/>
                  </a:lnTo>
                  <a:cubicBezTo>
                    <a:pt x="27601" y="49606"/>
                    <a:pt x="35280" y="36499"/>
                    <a:pt x="40786" y="34978"/>
                  </a:cubicBezTo>
                  <a:cubicBezTo>
                    <a:pt x="33179" y="23753"/>
                    <a:pt x="21661" y="8183"/>
                    <a:pt x="14272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4" name="Freeform 351">
              <a:extLst>
                <a:ext uri="{FF2B5EF4-FFF2-40B4-BE49-F238E27FC236}">
                  <a16:creationId xmlns:a16="http://schemas.microsoft.com/office/drawing/2014/main" id="{C86B19AC-FC5C-56B0-1E8F-F62EAC108EA5}"/>
                </a:ext>
              </a:extLst>
            </p:cNvPr>
            <p:cNvSpPr/>
            <p:nvPr/>
          </p:nvSpPr>
          <p:spPr>
            <a:xfrm>
              <a:off x="6349986" y="2492560"/>
              <a:ext cx="135203" cy="192850"/>
            </a:xfrm>
            <a:custGeom>
              <a:avLst/>
              <a:gdLst>
                <a:gd name="connsiteX0" fmla="*/ 122720 w 135203"/>
                <a:gd name="connsiteY0" fmla="*/ 128615 h 192849"/>
                <a:gd name="connsiteX1" fmla="*/ 122720 w 135203"/>
                <a:gd name="connsiteY1" fmla="*/ 102037 h 192849"/>
                <a:gd name="connsiteX2" fmla="*/ 123444 w 135203"/>
                <a:gd name="connsiteY2" fmla="*/ 81470 h 192849"/>
                <a:gd name="connsiteX3" fmla="*/ 85991 w 135203"/>
                <a:gd name="connsiteY3" fmla="*/ 68652 h 192849"/>
                <a:gd name="connsiteX4" fmla="*/ 81499 w 135203"/>
                <a:gd name="connsiteY4" fmla="*/ 44610 h 192849"/>
                <a:gd name="connsiteX5" fmla="*/ 70270 w 135203"/>
                <a:gd name="connsiteY5" fmla="*/ 30922 h 192849"/>
                <a:gd name="connsiteX6" fmla="*/ 58245 w 135203"/>
                <a:gd name="connsiteY6" fmla="*/ 8618 h 192849"/>
                <a:gd name="connsiteX7" fmla="*/ 59186 w 135203"/>
                <a:gd name="connsiteY7" fmla="*/ 6880 h 192849"/>
                <a:gd name="connsiteX8" fmla="*/ 49696 w 135203"/>
                <a:gd name="connsiteY8" fmla="*/ 5142 h 192849"/>
                <a:gd name="connsiteX9" fmla="*/ 35208 w 135203"/>
                <a:gd name="connsiteY9" fmla="*/ 0 h 192849"/>
                <a:gd name="connsiteX10" fmla="*/ 0 w 135203"/>
                <a:gd name="connsiteY10" fmla="*/ 12745 h 192849"/>
                <a:gd name="connsiteX11" fmla="*/ 8838 w 135203"/>
                <a:gd name="connsiteY11" fmla="*/ 36137 h 192849"/>
                <a:gd name="connsiteX12" fmla="*/ 19560 w 135203"/>
                <a:gd name="connsiteY12" fmla="*/ 63728 h 192849"/>
                <a:gd name="connsiteX13" fmla="*/ 16879 w 135203"/>
                <a:gd name="connsiteY13" fmla="*/ 123618 h 192849"/>
                <a:gd name="connsiteX14" fmla="*/ 4274 w 135203"/>
                <a:gd name="connsiteY14" fmla="*/ 138101 h 192849"/>
                <a:gd name="connsiteX15" fmla="*/ 30789 w 135203"/>
                <a:gd name="connsiteY15" fmla="*/ 172790 h 192849"/>
                <a:gd name="connsiteX16" fmla="*/ 31875 w 135203"/>
                <a:gd name="connsiteY16" fmla="*/ 172428 h 192849"/>
                <a:gd name="connsiteX17" fmla="*/ 63099 w 135203"/>
                <a:gd name="connsiteY17" fmla="*/ 192850 h 192849"/>
                <a:gd name="connsiteX18" fmla="*/ 121054 w 135203"/>
                <a:gd name="connsiteY18" fmla="*/ 180683 h 192849"/>
                <a:gd name="connsiteX19" fmla="*/ 121705 w 135203"/>
                <a:gd name="connsiteY19" fmla="*/ 169024 h 192849"/>
                <a:gd name="connsiteX20" fmla="*/ 132934 w 135203"/>
                <a:gd name="connsiteY20" fmla="*/ 153599 h 192849"/>
                <a:gd name="connsiteX21" fmla="*/ 122720 w 135203"/>
                <a:gd name="connsiteY21" fmla="*/ 128615 h 1928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35203" h="192849">
                  <a:moveTo>
                    <a:pt x="122720" y="128615"/>
                  </a:moveTo>
                  <a:cubicBezTo>
                    <a:pt x="115555" y="121206"/>
                    <a:pt x="115555" y="109446"/>
                    <a:pt x="122720" y="102037"/>
                  </a:cubicBezTo>
                  <a:cubicBezTo>
                    <a:pt x="129457" y="96896"/>
                    <a:pt x="123444" y="90016"/>
                    <a:pt x="123444" y="81470"/>
                  </a:cubicBezTo>
                  <a:cubicBezTo>
                    <a:pt x="123444" y="72925"/>
                    <a:pt x="91279" y="70318"/>
                    <a:pt x="85991" y="68652"/>
                  </a:cubicBezTo>
                  <a:cubicBezTo>
                    <a:pt x="80702" y="66987"/>
                    <a:pt x="89758" y="44610"/>
                    <a:pt x="81499" y="44610"/>
                  </a:cubicBezTo>
                  <a:cubicBezTo>
                    <a:pt x="73240" y="44610"/>
                    <a:pt x="70270" y="37802"/>
                    <a:pt x="70270" y="30922"/>
                  </a:cubicBezTo>
                  <a:cubicBezTo>
                    <a:pt x="70270" y="24043"/>
                    <a:pt x="57520" y="12890"/>
                    <a:pt x="58245" y="8618"/>
                  </a:cubicBezTo>
                  <a:cubicBezTo>
                    <a:pt x="58440" y="7980"/>
                    <a:pt x="58766" y="7394"/>
                    <a:pt x="59186" y="6880"/>
                  </a:cubicBezTo>
                  <a:lnTo>
                    <a:pt x="49696" y="5142"/>
                  </a:lnTo>
                  <a:cubicBezTo>
                    <a:pt x="44756" y="3758"/>
                    <a:pt x="39917" y="2035"/>
                    <a:pt x="35208" y="0"/>
                  </a:cubicBezTo>
                  <a:cubicBezTo>
                    <a:pt x="35208" y="0"/>
                    <a:pt x="14416" y="7676"/>
                    <a:pt x="0" y="12745"/>
                  </a:cubicBezTo>
                  <a:cubicBezTo>
                    <a:pt x="1014" y="22812"/>
                    <a:pt x="3260" y="33747"/>
                    <a:pt x="8838" y="36137"/>
                  </a:cubicBezTo>
                  <a:cubicBezTo>
                    <a:pt x="19560" y="40699"/>
                    <a:pt x="15576" y="52938"/>
                    <a:pt x="19560" y="63728"/>
                  </a:cubicBezTo>
                  <a:cubicBezTo>
                    <a:pt x="23544" y="74518"/>
                    <a:pt x="22240" y="123618"/>
                    <a:pt x="16879" y="123618"/>
                  </a:cubicBezTo>
                  <a:cubicBezTo>
                    <a:pt x="14634" y="123618"/>
                    <a:pt x="9635" y="129990"/>
                    <a:pt x="4274" y="138101"/>
                  </a:cubicBezTo>
                  <a:cubicBezTo>
                    <a:pt x="11519" y="146502"/>
                    <a:pt x="23037" y="161855"/>
                    <a:pt x="30789" y="172790"/>
                  </a:cubicBezTo>
                  <a:cubicBezTo>
                    <a:pt x="31129" y="172601"/>
                    <a:pt x="31491" y="172478"/>
                    <a:pt x="31875" y="172428"/>
                  </a:cubicBezTo>
                  <a:cubicBezTo>
                    <a:pt x="38540" y="172428"/>
                    <a:pt x="63099" y="192850"/>
                    <a:pt x="63099" y="192850"/>
                  </a:cubicBezTo>
                  <a:cubicBezTo>
                    <a:pt x="63099" y="192850"/>
                    <a:pt x="97871" y="184594"/>
                    <a:pt x="121054" y="180683"/>
                  </a:cubicBezTo>
                  <a:cubicBezTo>
                    <a:pt x="121640" y="176823"/>
                    <a:pt x="121857" y="172920"/>
                    <a:pt x="121705" y="169024"/>
                  </a:cubicBezTo>
                  <a:cubicBezTo>
                    <a:pt x="120981" y="163882"/>
                    <a:pt x="126269" y="153599"/>
                    <a:pt x="132934" y="153599"/>
                  </a:cubicBezTo>
                  <a:cubicBezTo>
                    <a:pt x="139599" y="153599"/>
                    <a:pt x="130181" y="136291"/>
                    <a:pt x="122720" y="1286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07" name="Text Placeholder 21">
            <a:extLst>
              <a:ext uri="{FF2B5EF4-FFF2-40B4-BE49-F238E27FC236}">
                <a16:creationId xmlns:a16="http://schemas.microsoft.com/office/drawing/2014/main" id="{D222E8B1-93C9-4DB0-6E4A-C0500F7372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990666"/>
            <a:ext cx="3501643" cy="2471862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 sz="1100"/>
            </a:lvl2pPr>
            <a:lvl3pPr>
              <a:defRPr sz="1050"/>
            </a:lvl3pPr>
            <a:lvl4pPr>
              <a:defRPr sz="900"/>
            </a:lvl4pPr>
            <a:lvl5pPr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1" name="Text Placeholder 14">
            <a:extLst>
              <a:ext uri="{FF2B5EF4-FFF2-40B4-BE49-F238E27FC236}">
                <a16:creationId xmlns:a16="http://schemas.microsoft.com/office/drawing/2014/main" id="{BEC2A31D-8BE7-387D-3D5B-FF69EC539469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585420"/>
            <a:ext cx="470662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F0F2FED-88C8-D79B-98D0-D3E42421335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6" name="Text Placeholder 305">
            <a:extLst>
              <a:ext uri="{FF2B5EF4-FFF2-40B4-BE49-F238E27FC236}">
                <a16:creationId xmlns:a16="http://schemas.microsoft.com/office/drawing/2014/main" id="{AF18558B-CF0D-8E63-0D41-4C44D6F504F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46100" y="4084319"/>
            <a:ext cx="473049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2" name="Text Placeholder 305">
            <a:extLst>
              <a:ext uri="{FF2B5EF4-FFF2-40B4-BE49-F238E27FC236}">
                <a16:creationId xmlns:a16="http://schemas.microsoft.com/office/drawing/2014/main" id="{E93C0B83-BD9B-58C1-1915-8447F0CE224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46100" y="4925567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3" name="Text Placeholder 305">
            <a:extLst>
              <a:ext uri="{FF2B5EF4-FFF2-40B4-BE49-F238E27FC236}">
                <a16:creationId xmlns:a16="http://schemas.microsoft.com/office/drawing/2014/main" id="{246AECC8-8C41-164C-DF81-B132DCB25459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46100" y="5766815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89FC71-4345-633D-A1BF-773A95410A1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64654556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Text Placeholder 21">
            <a:extLst>
              <a:ext uri="{FF2B5EF4-FFF2-40B4-BE49-F238E27FC236}">
                <a16:creationId xmlns:a16="http://schemas.microsoft.com/office/drawing/2014/main" id="{21447D3B-D1BB-B16D-694B-53E2A5C76F4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1653960"/>
            <a:ext cx="3863340" cy="1620520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5" name="Text Placeholder 21">
            <a:extLst>
              <a:ext uri="{FF2B5EF4-FFF2-40B4-BE49-F238E27FC236}">
                <a16:creationId xmlns:a16="http://schemas.microsoft.com/office/drawing/2014/main" id="{55FEE79C-ECBF-8C37-4DA2-81B01F29FE0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7548879" y="1653960"/>
            <a:ext cx="4097021" cy="167750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6" name="Text Placeholder 21">
            <a:extLst>
              <a:ext uri="{FF2B5EF4-FFF2-40B4-BE49-F238E27FC236}">
                <a16:creationId xmlns:a16="http://schemas.microsoft.com/office/drawing/2014/main" id="{10C9F107-BCE2-7BBE-8919-93596936323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7548879" y="3993808"/>
            <a:ext cx="4097021" cy="197176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7" name="Text Placeholder 14">
            <a:extLst>
              <a:ext uri="{FF2B5EF4-FFF2-40B4-BE49-F238E27FC236}">
                <a16:creationId xmlns:a16="http://schemas.microsoft.com/office/drawing/2014/main" id="{12E8DDE0-545B-EADD-8755-BDA1141755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48036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8" name="Text Placeholder 14">
            <a:extLst>
              <a:ext uri="{FF2B5EF4-FFF2-40B4-BE49-F238E27FC236}">
                <a16:creationId xmlns:a16="http://schemas.microsoft.com/office/drawing/2014/main" id="{21DA88B0-CAEC-5B3D-1015-E62D3D35F16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87884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9" name="Text Placeholder 14">
            <a:extLst>
              <a:ext uri="{FF2B5EF4-FFF2-40B4-BE49-F238E27FC236}">
                <a16:creationId xmlns:a16="http://schemas.microsoft.com/office/drawing/2014/main" id="{DCB78895-E78B-DD32-8BAF-1F16E326B8BB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7548879" y="3487884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0" name="Text Placeholder 14">
            <a:extLst>
              <a:ext uri="{FF2B5EF4-FFF2-40B4-BE49-F238E27FC236}">
                <a16:creationId xmlns:a16="http://schemas.microsoft.com/office/drawing/2014/main" id="{908B4122-C5E0-48F8-BAB2-CC7FDF432E9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7548879" y="1148036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ysClr val="windowText" lastClr="000000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243" name="Group 242">
            <a:extLst>
              <a:ext uri="{FF2B5EF4-FFF2-40B4-BE49-F238E27FC236}">
                <a16:creationId xmlns:a16="http://schemas.microsoft.com/office/drawing/2014/main" id="{C6601EC7-A789-D6D7-C8AF-BF8C90423A11}"/>
              </a:ext>
            </a:extLst>
          </p:cNvPr>
          <p:cNvGrpSpPr/>
          <p:nvPr userDrawn="1"/>
        </p:nvGrpSpPr>
        <p:grpSpPr>
          <a:xfrm>
            <a:off x="4643122" y="825260"/>
            <a:ext cx="2715017" cy="5651740"/>
            <a:chOff x="4451207" y="4929"/>
            <a:chExt cx="3289483" cy="6847586"/>
          </a:xfrm>
          <a:solidFill>
            <a:srgbClr val="D9D9D9"/>
          </a:solidFill>
        </p:grpSpPr>
        <p:sp>
          <p:nvSpPr>
            <p:cNvPr id="225" name="Freeform: Shape 224">
              <a:extLst>
                <a:ext uri="{FF2B5EF4-FFF2-40B4-BE49-F238E27FC236}">
                  <a16:creationId xmlns:a16="http://schemas.microsoft.com/office/drawing/2014/main" id="{E2AE9DED-D1BD-F15B-0973-530993660113}"/>
                </a:ext>
              </a:extLst>
            </p:cNvPr>
            <p:cNvSpPr/>
            <p:nvPr/>
          </p:nvSpPr>
          <p:spPr>
            <a:xfrm>
              <a:off x="4954403" y="6139141"/>
              <a:ext cx="1630374" cy="713374"/>
            </a:xfrm>
            <a:custGeom>
              <a:avLst/>
              <a:gdLst>
                <a:gd name="connsiteX0" fmla="*/ 1468291 w 1630374"/>
                <a:gd name="connsiteY0" fmla="*/ 19641 h 713374"/>
                <a:gd name="connsiteX1" fmla="*/ 1437210 w 1630374"/>
                <a:gd name="connsiteY1" fmla="*/ 45083 h 713374"/>
                <a:gd name="connsiteX2" fmla="*/ 1396243 w 1630374"/>
                <a:gd name="connsiteY2" fmla="*/ 33772 h 713374"/>
                <a:gd name="connsiteX3" fmla="*/ 1348211 w 1630374"/>
                <a:gd name="connsiteY3" fmla="*/ 35198 h 713374"/>
                <a:gd name="connsiteX4" fmla="*/ 1297327 w 1630374"/>
                <a:gd name="connsiteY4" fmla="*/ 54968 h 713374"/>
                <a:gd name="connsiteX5" fmla="*/ 1283196 w 1630374"/>
                <a:gd name="connsiteY5" fmla="*/ 70525 h 713374"/>
                <a:gd name="connsiteX6" fmla="*/ 1189920 w 1630374"/>
                <a:gd name="connsiteY6" fmla="*/ 111491 h 713374"/>
                <a:gd name="connsiteX7" fmla="*/ 1131970 w 1630374"/>
                <a:gd name="connsiteY7" fmla="*/ 162375 h 713374"/>
                <a:gd name="connsiteX8" fmla="*/ 1061316 w 1630374"/>
                <a:gd name="connsiteY8" fmla="*/ 175080 h 713374"/>
                <a:gd name="connsiteX9" fmla="*/ 1057071 w 1630374"/>
                <a:gd name="connsiteY9" fmla="*/ 186391 h 713374"/>
                <a:gd name="connsiteX10" fmla="*/ 1023137 w 1630374"/>
                <a:gd name="connsiteY10" fmla="*/ 216079 h 713374"/>
                <a:gd name="connsiteX11" fmla="*/ 1018891 w 1630374"/>
                <a:gd name="connsiteY11" fmla="*/ 249980 h 713374"/>
                <a:gd name="connsiteX12" fmla="*/ 977925 w 1630374"/>
                <a:gd name="connsiteY12" fmla="*/ 272603 h 713374"/>
                <a:gd name="connsiteX13" fmla="*/ 962368 w 1630374"/>
                <a:gd name="connsiteY13" fmla="*/ 289553 h 713374"/>
                <a:gd name="connsiteX14" fmla="*/ 919975 w 1630374"/>
                <a:gd name="connsiteY14" fmla="*/ 283914 h 713374"/>
                <a:gd name="connsiteX15" fmla="*/ 832370 w 1630374"/>
                <a:gd name="connsiteY15" fmla="*/ 262717 h 713374"/>
                <a:gd name="connsiteX16" fmla="*/ 813994 w 1630374"/>
                <a:gd name="connsiteY16" fmla="*/ 238701 h 713374"/>
                <a:gd name="connsiteX17" fmla="*/ 774421 w 1630374"/>
                <a:gd name="connsiteY17" fmla="*/ 216079 h 713374"/>
                <a:gd name="connsiteX18" fmla="*/ 767356 w 1630374"/>
                <a:gd name="connsiteY18" fmla="*/ 189243 h 713374"/>
                <a:gd name="connsiteX19" fmla="*/ 712258 w 1630374"/>
                <a:gd name="connsiteY19" fmla="*/ 144031 h 713374"/>
                <a:gd name="connsiteX20" fmla="*/ 676931 w 1630374"/>
                <a:gd name="connsiteY20" fmla="*/ 148277 h 713374"/>
                <a:gd name="connsiteX21" fmla="*/ 621834 w 1630374"/>
                <a:gd name="connsiteY21" fmla="*/ 149703 h 713374"/>
                <a:gd name="connsiteX22" fmla="*/ 568130 w 1630374"/>
                <a:gd name="connsiteY22" fmla="*/ 189276 h 713374"/>
                <a:gd name="connsiteX23" fmla="*/ 508787 w 1630374"/>
                <a:gd name="connsiteY23" fmla="*/ 207652 h 713374"/>
                <a:gd name="connsiteX24" fmla="*/ 431067 w 1630374"/>
                <a:gd name="connsiteY24" fmla="*/ 179391 h 713374"/>
                <a:gd name="connsiteX25" fmla="*/ 407051 w 1630374"/>
                <a:gd name="connsiteY25" fmla="*/ 176571 h 713374"/>
                <a:gd name="connsiteX26" fmla="*/ 367478 w 1630374"/>
                <a:gd name="connsiteY26" fmla="*/ 199193 h 713374"/>
                <a:gd name="connsiteX27" fmla="*/ 336397 w 1630374"/>
                <a:gd name="connsiteY27" fmla="*/ 199193 h 713374"/>
                <a:gd name="connsiteX28" fmla="*/ 292611 w 1630374"/>
                <a:gd name="connsiteY28" fmla="*/ 204865 h 713374"/>
                <a:gd name="connsiteX29" fmla="*/ 250218 w 1630374"/>
                <a:gd name="connsiteY29" fmla="*/ 149768 h 713374"/>
                <a:gd name="connsiteX30" fmla="*/ 190875 w 1630374"/>
                <a:gd name="connsiteY30" fmla="*/ 156833 h 713374"/>
                <a:gd name="connsiteX31" fmla="*/ 176842 w 1630374"/>
                <a:gd name="connsiteY31" fmla="*/ 159653 h 713374"/>
                <a:gd name="connsiteX32" fmla="*/ 130754 w 1630374"/>
                <a:gd name="connsiteY32" fmla="*/ 225446 h 713374"/>
                <a:gd name="connsiteX33" fmla="*/ 125504 w 1630374"/>
                <a:gd name="connsiteY33" fmla="*/ 311333 h 713374"/>
                <a:gd name="connsiteX34" fmla="*/ 92024 w 1630374"/>
                <a:gd name="connsiteY34" fmla="*/ 391515 h 713374"/>
                <a:gd name="connsiteX35" fmla="*/ 73907 w 1630374"/>
                <a:gd name="connsiteY35" fmla="*/ 486024 h 713374"/>
                <a:gd name="connsiteX36" fmla="*/ 33102 w 1630374"/>
                <a:gd name="connsiteY36" fmla="*/ 553146 h 713374"/>
                <a:gd name="connsiteX37" fmla="*/ 238 w 1630374"/>
                <a:gd name="connsiteY37" fmla="*/ 644898 h 713374"/>
                <a:gd name="connsiteX38" fmla="*/ 63147 w 1630374"/>
                <a:gd name="connsiteY38" fmla="*/ 687712 h 713374"/>
                <a:gd name="connsiteX39" fmla="*/ 127773 w 1630374"/>
                <a:gd name="connsiteY39" fmla="*/ 623151 h 713374"/>
                <a:gd name="connsiteX40" fmla="*/ 200566 w 1630374"/>
                <a:gd name="connsiteY40" fmla="*/ 600076 h 713374"/>
                <a:gd name="connsiteX41" fmla="*/ 264382 w 1630374"/>
                <a:gd name="connsiteY41" fmla="*/ 593431 h 713374"/>
                <a:gd name="connsiteX42" fmla="*/ 326933 w 1630374"/>
                <a:gd name="connsiteY42" fmla="*/ 567503 h 713374"/>
                <a:gd name="connsiteX43" fmla="*/ 399500 w 1630374"/>
                <a:gd name="connsiteY43" fmla="*/ 527573 h 713374"/>
                <a:gd name="connsiteX44" fmla="*/ 478743 w 1630374"/>
                <a:gd name="connsiteY44" fmla="*/ 551460 h 713374"/>
                <a:gd name="connsiteX45" fmla="*/ 564727 w 1630374"/>
                <a:gd name="connsiteY45" fmla="*/ 584616 h 713374"/>
                <a:gd name="connsiteX46" fmla="*/ 651748 w 1630374"/>
                <a:gd name="connsiteY46" fmla="*/ 568669 h 713374"/>
                <a:gd name="connsiteX47" fmla="*/ 711545 w 1630374"/>
                <a:gd name="connsiteY47" fmla="*/ 603835 h 713374"/>
                <a:gd name="connsiteX48" fmla="*/ 767809 w 1630374"/>
                <a:gd name="connsiteY48" fmla="*/ 586236 h 713374"/>
                <a:gd name="connsiteX49" fmla="*/ 878976 w 1630374"/>
                <a:gd name="connsiteY49" fmla="*/ 598908 h 713374"/>
                <a:gd name="connsiteX50" fmla="*/ 961979 w 1630374"/>
                <a:gd name="connsiteY50" fmla="*/ 637606 h 713374"/>
                <a:gd name="connsiteX51" fmla="*/ 1040768 w 1630374"/>
                <a:gd name="connsiteY51" fmla="*/ 704792 h 713374"/>
                <a:gd name="connsiteX52" fmla="*/ 1111325 w 1630374"/>
                <a:gd name="connsiteY52" fmla="*/ 685476 h 713374"/>
                <a:gd name="connsiteX53" fmla="*/ 1202689 w 1630374"/>
                <a:gd name="connsiteY53" fmla="*/ 694389 h 713374"/>
                <a:gd name="connsiteX54" fmla="*/ 1278465 w 1630374"/>
                <a:gd name="connsiteY54" fmla="*/ 663211 h 713374"/>
                <a:gd name="connsiteX55" fmla="*/ 1368338 w 1630374"/>
                <a:gd name="connsiteY55" fmla="*/ 596348 h 713374"/>
                <a:gd name="connsiteX56" fmla="*/ 1446350 w 1630374"/>
                <a:gd name="connsiteY56" fmla="*/ 536194 h 713374"/>
                <a:gd name="connsiteX57" fmla="*/ 1516161 w 1630374"/>
                <a:gd name="connsiteY57" fmla="*/ 473060 h 713374"/>
                <a:gd name="connsiteX58" fmla="*/ 1592649 w 1630374"/>
                <a:gd name="connsiteY58" fmla="*/ 470823 h 713374"/>
                <a:gd name="connsiteX59" fmla="*/ 1629046 w 1630374"/>
                <a:gd name="connsiteY59" fmla="*/ 422532 h 713374"/>
                <a:gd name="connsiteX60" fmla="*/ 1627555 w 1630374"/>
                <a:gd name="connsiteY60" fmla="*/ 367564 h 713374"/>
                <a:gd name="connsiteX61" fmla="*/ 1620036 w 1630374"/>
                <a:gd name="connsiteY61" fmla="*/ 309842 h 713374"/>
                <a:gd name="connsiteX62" fmla="*/ 1615466 w 1630374"/>
                <a:gd name="connsiteY62" fmla="*/ 228233 h 713374"/>
                <a:gd name="connsiteX63" fmla="*/ 1596571 w 1630374"/>
                <a:gd name="connsiteY63" fmla="*/ 124164 h 713374"/>
                <a:gd name="connsiteX64" fmla="*/ 1555669 w 1630374"/>
                <a:gd name="connsiteY64" fmla="*/ 33188 h 713374"/>
                <a:gd name="connsiteX65" fmla="*/ 1537357 w 1630374"/>
                <a:gd name="connsiteY65" fmla="*/ 0 h 713374"/>
                <a:gd name="connsiteX66" fmla="*/ 1533274 w 1630374"/>
                <a:gd name="connsiteY66" fmla="*/ 1361 h 713374"/>
                <a:gd name="connsiteX67" fmla="*/ 1468291 w 1630374"/>
                <a:gd name="connsiteY67" fmla="*/ 19738 h 713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</a:cxnLst>
              <a:rect l="l" t="t" r="r" b="b"/>
              <a:pathLst>
                <a:path w="1630374" h="713374">
                  <a:moveTo>
                    <a:pt x="1468291" y="19641"/>
                  </a:moveTo>
                  <a:cubicBezTo>
                    <a:pt x="1457174" y="28002"/>
                    <a:pt x="1452994" y="42814"/>
                    <a:pt x="1437210" y="45083"/>
                  </a:cubicBezTo>
                  <a:cubicBezTo>
                    <a:pt x="1420389" y="47481"/>
                    <a:pt x="1411282" y="37531"/>
                    <a:pt x="1396243" y="33772"/>
                  </a:cubicBezTo>
                  <a:cubicBezTo>
                    <a:pt x="1381788" y="30174"/>
                    <a:pt x="1362699" y="32767"/>
                    <a:pt x="1348211" y="35198"/>
                  </a:cubicBezTo>
                  <a:cubicBezTo>
                    <a:pt x="1334729" y="37434"/>
                    <a:pt x="1308801" y="46412"/>
                    <a:pt x="1297327" y="54968"/>
                  </a:cubicBezTo>
                  <a:cubicBezTo>
                    <a:pt x="1291850" y="59052"/>
                    <a:pt x="1290067" y="67089"/>
                    <a:pt x="1283196" y="70525"/>
                  </a:cubicBezTo>
                  <a:cubicBezTo>
                    <a:pt x="1253574" y="85336"/>
                    <a:pt x="1216982" y="92175"/>
                    <a:pt x="1189920" y="111491"/>
                  </a:cubicBezTo>
                  <a:cubicBezTo>
                    <a:pt x="1169145" y="126335"/>
                    <a:pt x="1153296" y="149573"/>
                    <a:pt x="1131970" y="162375"/>
                  </a:cubicBezTo>
                  <a:cubicBezTo>
                    <a:pt x="1110515" y="175242"/>
                    <a:pt x="1080276" y="160884"/>
                    <a:pt x="1061316" y="175080"/>
                  </a:cubicBezTo>
                  <a:cubicBezTo>
                    <a:pt x="1056941" y="178353"/>
                    <a:pt x="1059145" y="182275"/>
                    <a:pt x="1057071" y="186391"/>
                  </a:cubicBezTo>
                  <a:cubicBezTo>
                    <a:pt x="1050426" y="199680"/>
                    <a:pt x="1028938" y="204476"/>
                    <a:pt x="1023137" y="216079"/>
                  </a:cubicBezTo>
                  <a:cubicBezTo>
                    <a:pt x="1019086" y="224214"/>
                    <a:pt x="1029230" y="239674"/>
                    <a:pt x="1018891" y="249980"/>
                  </a:cubicBezTo>
                  <a:cubicBezTo>
                    <a:pt x="1008390" y="260481"/>
                    <a:pt x="990500" y="264727"/>
                    <a:pt x="977925" y="272603"/>
                  </a:cubicBezTo>
                  <a:cubicBezTo>
                    <a:pt x="971507" y="276621"/>
                    <a:pt x="968785" y="286345"/>
                    <a:pt x="962368" y="289553"/>
                  </a:cubicBezTo>
                  <a:cubicBezTo>
                    <a:pt x="950052" y="295711"/>
                    <a:pt x="931708" y="285858"/>
                    <a:pt x="919975" y="283914"/>
                  </a:cubicBezTo>
                  <a:cubicBezTo>
                    <a:pt x="892751" y="279376"/>
                    <a:pt x="854571" y="284951"/>
                    <a:pt x="832370" y="262717"/>
                  </a:cubicBezTo>
                  <a:cubicBezTo>
                    <a:pt x="825240" y="255587"/>
                    <a:pt x="821383" y="246091"/>
                    <a:pt x="813994" y="238701"/>
                  </a:cubicBezTo>
                  <a:cubicBezTo>
                    <a:pt x="803687" y="228395"/>
                    <a:pt x="783528" y="227455"/>
                    <a:pt x="774421" y="216079"/>
                  </a:cubicBezTo>
                  <a:cubicBezTo>
                    <a:pt x="769397" y="209792"/>
                    <a:pt x="770435" y="196957"/>
                    <a:pt x="767356" y="189243"/>
                  </a:cubicBezTo>
                  <a:cubicBezTo>
                    <a:pt x="759901" y="170640"/>
                    <a:pt x="732028" y="148990"/>
                    <a:pt x="712258" y="144031"/>
                  </a:cubicBezTo>
                  <a:cubicBezTo>
                    <a:pt x="698354" y="140563"/>
                    <a:pt x="690317" y="144906"/>
                    <a:pt x="676931" y="148277"/>
                  </a:cubicBezTo>
                  <a:cubicBezTo>
                    <a:pt x="660078" y="152490"/>
                    <a:pt x="640308" y="145068"/>
                    <a:pt x="621834" y="149703"/>
                  </a:cubicBezTo>
                  <a:cubicBezTo>
                    <a:pt x="603230" y="154337"/>
                    <a:pt x="583168" y="177997"/>
                    <a:pt x="568130" y="189276"/>
                  </a:cubicBezTo>
                  <a:cubicBezTo>
                    <a:pt x="555328" y="198901"/>
                    <a:pt x="525154" y="204379"/>
                    <a:pt x="508787" y="207652"/>
                  </a:cubicBezTo>
                  <a:cubicBezTo>
                    <a:pt x="482211" y="212968"/>
                    <a:pt x="452361" y="192160"/>
                    <a:pt x="431067" y="179391"/>
                  </a:cubicBezTo>
                  <a:cubicBezTo>
                    <a:pt x="424812" y="175631"/>
                    <a:pt x="414182" y="177997"/>
                    <a:pt x="407051" y="176571"/>
                  </a:cubicBezTo>
                  <a:cubicBezTo>
                    <a:pt x="395189" y="174205"/>
                    <a:pt x="377428" y="194202"/>
                    <a:pt x="367478" y="199193"/>
                  </a:cubicBezTo>
                  <a:cubicBezTo>
                    <a:pt x="357464" y="204217"/>
                    <a:pt x="346315" y="197216"/>
                    <a:pt x="336397" y="199193"/>
                  </a:cubicBezTo>
                  <a:cubicBezTo>
                    <a:pt x="321359" y="202207"/>
                    <a:pt x="308848" y="207166"/>
                    <a:pt x="292611" y="204865"/>
                  </a:cubicBezTo>
                  <a:cubicBezTo>
                    <a:pt x="268044" y="201365"/>
                    <a:pt x="266294" y="165843"/>
                    <a:pt x="250218" y="149768"/>
                  </a:cubicBezTo>
                  <a:cubicBezTo>
                    <a:pt x="233948" y="133498"/>
                    <a:pt x="205946" y="149282"/>
                    <a:pt x="190875" y="156833"/>
                  </a:cubicBezTo>
                  <a:cubicBezTo>
                    <a:pt x="186338" y="159102"/>
                    <a:pt x="181606" y="159491"/>
                    <a:pt x="176842" y="159653"/>
                  </a:cubicBezTo>
                  <a:cubicBezTo>
                    <a:pt x="170975" y="194364"/>
                    <a:pt x="151951" y="204152"/>
                    <a:pt x="130754" y="225446"/>
                  </a:cubicBezTo>
                  <a:cubicBezTo>
                    <a:pt x="106836" y="249526"/>
                    <a:pt x="113318" y="277010"/>
                    <a:pt x="125504" y="311333"/>
                  </a:cubicBezTo>
                  <a:cubicBezTo>
                    <a:pt x="137658" y="345655"/>
                    <a:pt x="103011" y="359818"/>
                    <a:pt x="92024" y="391515"/>
                  </a:cubicBezTo>
                  <a:cubicBezTo>
                    <a:pt x="81037" y="423180"/>
                    <a:pt x="80065" y="448655"/>
                    <a:pt x="73907" y="486024"/>
                  </a:cubicBezTo>
                  <a:cubicBezTo>
                    <a:pt x="67749" y="523392"/>
                    <a:pt x="57442" y="531592"/>
                    <a:pt x="33102" y="553146"/>
                  </a:cubicBezTo>
                  <a:cubicBezTo>
                    <a:pt x="8762" y="574698"/>
                    <a:pt x="3771" y="607335"/>
                    <a:pt x="238" y="644898"/>
                  </a:cubicBezTo>
                  <a:cubicBezTo>
                    <a:pt x="-3294" y="682494"/>
                    <a:pt x="33135" y="690727"/>
                    <a:pt x="63147" y="687712"/>
                  </a:cubicBezTo>
                  <a:cubicBezTo>
                    <a:pt x="93158" y="684698"/>
                    <a:pt x="101715" y="654071"/>
                    <a:pt x="127773" y="623151"/>
                  </a:cubicBezTo>
                  <a:cubicBezTo>
                    <a:pt x="153830" y="592232"/>
                    <a:pt x="170198" y="620688"/>
                    <a:pt x="200566" y="600076"/>
                  </a:cubicBezTo>
                  <a:cubicBezTo>
                    <a:pt x="230902" y="579495"/>
                    <a:pt x="229930" y="597158"/>
                    <a:pt x="264382" y="593431"/>
                  </a:cubicBezTo>
                  <a:cubicBezTo>
                    <a:pt x="298801" y="589671"/>
                    <a:pt x="310825" y="591584"/>
                    <a:pt x="326933" y="567503"/>
                  </a:cubicBezTo>
                  <a:cubicBezTo>
                    <a:pt x="343074" y="543423"/>
                    <a:pt x="367835" y="532175"/>
                    <a:pt x="399500" y="527573"/>
                  </a:cubicBezTo>
                  <a:cubicBezTo>
                    <a:pt x="431197" y="522971"/>
                    <a:pt x="471515" y="527346"/>
                    <a:pt x="478743" y="551460"/>
                  </a:cubicBezTo>
                  <a:cubicBezTo>
                    <a:pt x="485970" y="575573"/>
                    <a:pt x="541651" y="578684"/>
                    <a:pt x="564727" y="584616"/>
                  </a:cubicBezTo>
                  <a:cubicBezTo>
                    <a:pt x="587771" y="590546"/>
                    <a:pt x="617977" y="577129"/>
                    <a:pt x="651748" y="568669"/>
                  </a:cubicBezTo>
                  <a:cubicBezTo>
                    <a:pt x="685520" y="560243"/>
                    <a:pt x="696086" y="585556"/>
                    <a:pt x="711545" y="603835"/>
                  </a:cubicBezTo>
                  <a:cubicBezTo>
                    <a:pt x="727005" y="622114"/>
                    <a:pt x="744604" y="598908"/>
                    <a:pt x="767809" y="586236"/>
                  </a:cubicBezTo>
                  <a:cubicBezTo>
                    <a:pt x="791015" y="573563"/>
                    <a:pt x="832533" y="596802"/>
                    <a:pt x="878976" y="598908"/>
                  </a:cubicBezTo>
                  <a:cubicBezTo>
                    <a:pt x="925420" y="601015"/>
                    <a:pt x="933134" y="625647"/>
                    <a:pt x="961979" y="637606"/>
                  </a:cubicBezTo>
                  <a:cubicBezTo>
                    <a:pt x="990824" y="649566"/>
                    <a:pt x="1016266" y="681036"/>
                    <a:pt x="1040768" y="704792"/>
                  </a:cubicBezTo>
                  <a:cubicBezTo>
                    <a:pt x="1065270" y="728549"/>
                    <a:pt x="1068252" y="696625"/>
                    <a:pt x="1111325" y="685476"/>
                  </a:cubicBezTo>
                  <a:cubicBezTo>
                    <a:pt x="1154398" y="674327"/>
                    <a:pt x="1168529" y="689204"/>
                    <a:pt x="1202689" y="694389"/>
                  </a:cubicBezTo>
                  <a:cubicBezTo>
                    <a:pt x="1236850" y="699607"/>
                    <a:pt x="1255421" y="679545"/>
                    <a:pt x="1278465" y="663211"/>
                  </a:cubicBezTo>
                  <a:cubicBezTo>
                    <a:pt x="1301508" y="646876"/>
                    <a:pt x="1341600" y="623832"/>
                    <a:pt x="1368338" y="596348"/>
                  </a:cubicBezTo>
                  <a:cubicBezTo>
                    <a:pt x="1395077" y="568864"/>
                    <a:pt x="1421815" y="556970"/>
                    <a:pt x="1446350" y="536194"/>
                  </a:cubicBezTo>
                  <a:cubicBezTo>
                    <a:pt x="1470852" y="515387"/>
                    <a:pt x="1489423" y="497562"/>
                    <a:pt x="1516161" y="473060"/>
                  </a:cubicBezTo>
                  <a:cubicBezTo>
                    <a:pt x="1542899" y="448557"/>
                    <a:pt x="1562961" y="458961"/>
                    <a:pt x="1592649" y="470823"/>
                  </a:cubicBezTo>
                  <a:cubicBezTo>
                    <a:pt x="1622369" y="482718"/>
                    <a:pt x="1625351" y="460420"/>
                    <a:pt x="1629046" y="422532"/>
                  </a:cubicBezTo>
                  <a:cubicBezTo>
                    <a:pt x="1632740" y="384645"/>
                    <a:pt x="1627555" y="367564"/>
                    <a:pt x="1627555" y="367564"/>
                  </a:cubicBezTo>
                  <a:cubicBezTo>
                    <a:pt x="1627555" y="367564"/>
                    <a:pt x="1619323" y="337455"/>
                    <a:pt x="1620036" y="309842"/>
                  </a:cubicBezTo>
                  <a:cubicBezTo>
                    <a:pt x="1620749" y="282228"/>
                    <a:pt x="1623309" y="266574"/>
                    <a:pt x="1615466" y="228233"/>
                  </a:cubicBezTo>
                  <a:cubicBezTo>
                    <a:pt x="1607623" y="189859"/>
                    <a:pt x="1609502" y="160301"/>
                    <a:pt x="1596571" y="124164"/>
                  </a:cubicBezTo>
                  <a:cubicBezTo>
                    <a:pt x="1583639" y="88026"/>
                    <a:pt x="1581403" y="79211"/>
                    <a:pt x="1555669" y="33188"/>
                  </a:cubicBezTo>
                  <a:cubicBezTo>
                    <a:pt x="1545395" y="14812"/>
                    <a:pt x="1540177" y="6385"/>
                    <a:pt x="1537357" y="0"/>
                  </a:cubicBezTo>
                  <a:cubicBezTo>
                    <a:pt x="1535640" y="648"/>
                    <a:pt x="1534214" y="1135"/>
                    <a:pt x="1533274" y="1361"/>
                  </a:cubicBezTo>
                  <a:cubicBezTo>
                    <a:pt x="1514087" y="5639"/>
                    <a:pt x="1485015" y="7163"/>
                    <a:pt x="1468291" y="1973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6" name="Freeform: Shape 225">
              <a:extLst>
                <a:ext uri="{FF2B5EF4-FFF2-40B4-BE49-F238E27FC236}">
                  <a16:creationId xmlns:a16="http://schemas.microsoft.com/office/drawing/2014/main" id="{7DCD6AC1-60C0-9480-00F3-6F5596ACE2B6}"/>
                </a:ext>
              </a:extLst>
            </p:cNvPr>
            <p:cNvSpPr/>
            <p:nvPr/>
          </p:nvSpPr>
          <p:spPr>
            <a:xfrm>
              <a:off x="5097367" y="4929"/>
              <a:ext cx="791512" cy="701168"/>
            </a:xfrm>
            <a:custGeom>
              <a:avLst/>
              <a:gdLst>
                <a:gd name="connsiteX0" fmla="*/ 168380 w 791512"/>
                <a:gd name="connsiteY0" fmla="*/ 689362 h 701168"/>
                <a:gd name="connsiteX1" fmla="*/ 209120 w 791512"/>
                <a:gd name="connsiteY1" fmla="*/ 669819 h 701168"/>
                <a:gd name="connsiteX2" fmla="*/ 241724 w 791512"/>
                <a:gd name="connsiteY2" fmla="*/ 681227 h 701168"/>
                <a:gd name="connsiteX3" fmla="*/ 264541 w 791512"/>
                <a:gd name="connsiteY3" fmla="*/ 658411 h 701168"/>
                <a:gd name="connsiteX4" fmla="*/ 267815 w 791512"/>
                <a:gd name="connsiteY4" fmla="*/ 643729 h 701168"/>
                <a:gd name="connsiteX5" fmla="*/ 350914 w 791512"/>
                <a:gd name="connsiteY5" fmla="*/ 681227 h 701168"/>
                <a:gd name="connsiteX6" fmla="*/ 385139 w 791512"/>
                <a:gd name="connsiteY6" fmla="*/ 544327 h 701168"/>
                <a:gd name="connsiteX7" fmla="*/ 437287 w 791512"/>
                <a:gd name="connsiteY7" fmla="*/ 547600 h 701168"/>
                <a:gd name="connsiteX8" fmla="*/ 463378 w 791512"/>
                <a:gd name="connsiteY8" fmla="*/ 518269 h 701168"/>
                <a:gd name="connsiteX9" fmla="*/ 505738 w 791512"/>
                <a:gd name="connsiteY9" fmla="*/ 495452 h 701168"/>
                <a:gd name="connsiteX10" fmla="*/ 579082 w 791512"/>
                <a:gd name="connsiteY10" fmla="*/ 505240 h 701168"/>
                <a:gd name="connsiteX11" fmla="*/ 624716 w 791512"/>
                <a:gd name="connsiteY11" fmla="*/ 461227 h 701168"/>
                <a:gd name="connsiteX12" fmla="*/ 683378 w 791512"/>
                <a:gd name="connsiteY12" fmla="*/ 453092 h 701168"/>
                <a:gd name="connsiteX13" fmla="*/ 724572 w 791512"/>
                <a:gd name="connsiteY13" fmla="*/ 420876 h 701168"/>
                <a:gd name="connsiteX14" fmla="*/ 727391 w 791512"/>
                <a:gd name="connsiteY14" fmla="*/ 371321 h 701168"/>
                <a:gd name="connsiteX15" fmla="*/ 664224 w 791512"/>
                <a:gd name="connsiteY15" fmla="*/ 343383 h 701168"/>
                <a:gd name="connsiteX16" fmla="*/ 664224 w 791512"/>
                <a:gd name="connsiteY16" fmla="*/ 276586 h 701168"/>
                <a:gd name="connsiteX17" fmla="*/ 701884 w 791512"/>
                <a:gd name="connsiteY17" fmla="*/ 207358 h 701168"/>
                <a:gd name="connsiteX18" fmla="*/ 773576 w 791512"/>
                <a:gd name="connsiteY18" fmla="*/ 159974 h 701168"/>
                <a:gd name="connsiteX19" fmla="*/ 773576 w 791512"/>
                <a:gd name="connsiteY19" fmla="*/ 87083 h 701168"/>
                <a:gd name="connsiteX20" fmla="*/ 710408 w 791512"/>
                <a:gd name="connsiteY20" fmla="*/ 78592 h 701168"/>
                <a:gd name="connsiteX21" fmla="*/ 700685 w 791512"/>
                <a:gd name="connsiteY21" fmla="*/ 39732 h 701168"/>
                <a:gd name="connsiteX22" fmla="*/ 667886 w 791512"/>
                <a:gd name="connsiteY22" fmla="*/ 6933 h 701168"/>
                <a:gd name="connsiteX23" fmla="*/ 607149 w 791512"/>
                <a:gd name="connsiteY23" fmla="*/ 44594 h 701168"/>
                <a:gd name="connsiteX24" fmla="*/ 507099 w 791512"/>
                <a:gd name="connsiteY24" fmla="*/ 83259 h 701168"/>
                <a:gd name="connsiteX25" fmla="*/ 394863 w 791512"/>
                <a:gd name="connsiteY25" fmla="*/ 93371 h 701168"/>
                <a:gd name="connsiteX26" fmla="*/ 309170 w 791512"/>
                <a:gd name="connsiteY26" fmla="*/ 136606 h 701168"/>
                <a:gd name="connsiteX27" fmla="*/ 242826 w 791512"/>
                <a:gd name="connsiteY27" fmla="*/ 158775 h 701168"/>
                <a:gd name="connsiteX28" fmla="*/ 192461 w 791512"/>
                <a:gd name="connsiteY28" fmla="*/ 209270 h 701168"/>
                <a:gd name="connsiteX29" fmla="*/ 142322 w 791512"/>
                <a:gd name="connsiteY29" fmla="*/ 271109 h 701168"/>
                <a:gd name="connsiteX30" fmla="*/ 101129 w 791512"/>
                <a:gd name="connsiteY30" fmla="*/ 338003 h 701168"/>
                <a:gd name="connsiteX31" fmla="*/ 31479 w 791512"/>
                <a:gd name="connsiteY31" fmla="*/ 389989 h 701168"/>
                <a:gd name="connsiteX32" fmla="*/ 8176 w 791512"/>
                <a:gd name="connsiteY32" fmla="*/ 476751 h 701168"/>
                <a:gd name="connsiteX33" fmla="*/ 17348 w 791512"/>
                <a:gd name="connsiteY33" fmla="*/ 563125 h 701168"/>
                <a:gd name="connsiteX34" fmla="*/ 59287 w 791512"/>
                <a:gd name="connsiteY34" fmla="*/ 640909 h 701168"/>
                <a:gd name="connsiteX35" fmla="*/ 58834 w 791512"/>
                <a:gd name="connsiteY35" fmla="*/ 688163 h 701168"/>
                <a:gd name="connsiteX36" fmla="*/ 59417 w 791512"/>
                <a:gd name="connsiteY36" fmla="*/ 698794 h 701168"/>
                <a:gd name="connsiteX37" fmla="*/ 62431 w 791512"/>
                <a:gd name="connsiteY37" fmla="*/ 699247 h 701168"/>
                <a:gd name="connsiteX38" fmla="*/ 168380 w 791512"/>
                <a:gd name="connsiteY38" fmla="*/ 689460 h 701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791512" h="701168">
                  <a:moveTo>
                    <a:pt x="168380" y="689362"/>
                  </a:moveTo>
                  <a:cubicBezTo>
                    <a:pt x="177617" y="687515"/>
                    <a:pt x="202119" y="668069"/>
                    <a:pt x="209120" y="669819"/>
                  </a:cubicBezTo>
                  <a:cubicBezTo>
                    <a:pt x="222019" y="673028"/>
                    <a:pt x="225001" y="687904"/>
                    <a:pt x="241724" y="681227"/>
                  </a:cubicBezTo>
                  <a:cubicBezTo>
                    <a:pt x="248855" y="678375"/>
                    <a:pt x="263245" y="666092"/>
                    <a:pt x="264541" y="658411"/>
                  </a:cubicBezTo>
                  <a:cubicBezTo>
                    <a:pt x="265254" y="654165"/>
                    <a:pt x="261754" y="644960"/>
                    <a:pt x="267815" y="643729"/>
                  </a:cubicBezTo>
                  <a:cubicBezTo>
                    <a:pt x="301359" y="637020"/>
                    <a:pt x="324824" y="696882"/>
                    <a:pt x="350914" y="681227"/>
                  </a:cubicBezTo>
                  <a:cubicBezTo>
                    <a:pt x="395932" y="654230"/>
                    <a:pt x="352308" y="577158"/>
                    <a:pt x="385139" y="544327"/>
                  </a:cubicBezTo>
                  <a:cubicBezTo>
                    <a:pt x="400210" y="529256"/>
                    <a:pt x="420207" y="554406"/>
                    <a:pt x="437287" y="547600"/>
                  </a:cubicBezTo>
                  <a:cubicBezTo>
                    <a:pt x="449182" y="542836"/>
                    <a:pt x="455956" y="527538"/>
                    <a:pt x="463378" y="518269"/>
                  </a:cubicBezTo>
                  <a:cubicBezTo>
                    <a:pt x="471156" y="508546"/>
                    <a:pt x="493973" y="498823"/>
                    <a:pt x="505738" y="495452"/>
                  </a:cubicBezTo>
                  <a:cubicBezTo>
                    <a:pt x="529527" y="488646"/>
                    <a:pt x="554450" y="512273"/>
                    <a:pt x="579082" y="505240"/>
                  </a:cubicBezTo>
                  <a:cubicBezTo>
                    <a:pt x="600376" y="499147"/>
                    <a:pt x="606047" y="470561"/>
                    <a:pt x="624716" y="461227"/>
                  </a:cubicBezTo>
                  <a:cubicBezTo>
                    <a:pt x="643643" y="451763"/>
                    <a:pt x="664580" y="459347"/>
                    <a:pt x="683378" y="453092"/>
                  </a:cubicBezTo>
                  <a:cubicBezTo>
                    <a:pt x="698903" y="447906"/>
                    <a:pt x="711672" y="434229"/>
                    <a:pt x="724572" y="420876"/>
                  </a:cubicBezTo>
                  <a:cubicBezTo>
                    <a:pt x="701074" y="411283"/>
                    <a:pt x="727391" y="397897"/>
                    <a:pt x="727391" y="371321"/>
                  </a:cubicBezTo>
                  <a:cubicBezTo>
                    <a:pt x="727391" y="343383"/>
                    <a:pt x="706746" y="347013"/>
                    <a:pt x="664224" y="343383"/>
                  </a:cubicBezTo>
                  <a:cubicBezTo>
                    <a:pt x="621702" y="339753"/>
                    <a:pt x="658163" y="316645"/>
                    <a:pt x="664224" y="276586"/>
                  </a:cubicBezTo>
                  <a:cubicBezTo>
                    <a:pt x="670285" y="236494"/>
                    <a:pt x="682438" y="243787"/>
                    <a:pt x="701884" y="207358"/>
                  </a:cubicBezTo>
                  <a:cubicBezTo>
                    <a:pt x="721331" y="170929"/>
                    <a:pt x="737114" y="170929"/>
                    <a:pt x="773576" y="159974"/>
                  </a:cubicBezTo>
                  <a:cubicBezTo>
                    <a:pt x="810005" y="149052"/>
                    <a:pt x="780868" y="121114"/>
                    <a:pt x="773576" y="87083"/>
                  </a:cubicBezTo>
                  <a:cubicBezTo>
                    <a:pt x="766284" y="53085"/>
                    <a:pt x="744407" y="79791"/>
                    <a:pt x="710408" y="78592"/>
                  </a:cubicBezTo>
                  <a:cubicBezTo>
                    <a:pt x="676410" y="77393"/>
                    <a:pt x="695824" y="77393"/>
                    <a:pt x="700685" y="39732"/>
                  </a:cubicBezTo>
                  <a:cubicBezTo>
                    <a:pt x="705547" y="2071"/>
                    <a:pt x="684902" y="31241"/>
                    <a:pt x="667886" y="6933"/>
                  </a:cubicBezTo>
                  <a:cubicBezTo>
                    <a:pt x="650871" y="-17375"/>
                    <a:pt x="627795" y="28810"/>
                    <a:pt x="607149" y="44594"/>
                  </a:cubicBezTo>
                  <a:cubicBezTo>
                    <a:pt x="586504" y="60377"/>
                    <a:pt x="546737" y="76809"/>
                    <a:pt x="507099" y="83259"/>
                  </a:cubicBezTo>
                  <a:cubicBezTo>
                    <a:pt x="467494" y="89709"/>
                    <a:pt x="445617" y="75351"/>
                    <a:pt x="394863" y="93371"/>
                  </a:cubicBezTo>
                  <a:cubicBezTo>
                    <a:pt x="344108" y="111391"/>
                    <a:pt x="362517" y="124647"/>
                    <a:pt x="309170" y="136606"/>
                  </a:cubicBezTo>
                  <a:cubicBezTo>
                    <a:pt x="255790" y="148533"/>
                    <a:pt x="279644" y="125133"/>
                    <a:pt x="242826" y="158775"/>
                  </a:cubicBezTo>
                  <a:cubicBezTo>
                    <a:pt x="206008" y="192417"/>
                    <a:pt x="240071" y="191768"/>
                    <a:pt x="192461" y="209270"/>
                  </a:cubicBezTo>
                  <a:cubicBezTo>
                    <a:pt x="144883" y="226771"/>
                    <a:pt x="152791" y="225475"/>
                    <a:pt x="142322" y="271109"/>
                  </a:cubicBezTo>
                  <a:cubicBezTo>
                    <a:pt x="131854" y="316742"/>
                    <a:pt x="129228" y="310649"/>
                    <a:pt x="101129" y="338003"/>
                  </a:cubicBezTo>
                  <a:cubicBezTo>
                    <a:pt x="73029" y="365357"/>
                    <a:pt x="56111" y="371353"/>
                    <a:pt x="31479" y="389989"/>
                  </a:cubicBezTo>
                  <a:cubicBezTo>
                    <a:pt x="6848" y="408625"/>
                    <a:pt x="23960" y="423761"/>
                    <a:pt x="8176" y="476751"/>
                  </a:cubicBezTo>
                  <a:cubicBezTo>
                    <a:pt x="-7607" y="529742"/>
                    <a:pt x="1662" y="526631"/>
                    <a:pt x="17348" y="563125"/>
                  </a:cubicBezTo>
                  <a:cubicBezTo>
                    <a:pt x="33035" y="599618"/>
                    <a:pt x="58412" y="595502"/>
                    <a:pt x="59287" y="640909"/>
                  </a:cubicBezTo>
                  <a:cubicBezTo>
                    <a:pt x="59773" y="665476"/>
                    <a:pt x="57667" y="650924"/>
                    <a:pt x="58834" y="688163"/>
                  </a:cubicBezTo>
                  <a:cubicBezTo>
                    <a:pt x="58963" y="692052"/>
                    <a:pt x="59158" y="695553"/>
                    <a:pt x="59417" y="698794"/>
                  </a:cubicBezTo>
                  <a:cubicBezTo>
                    <a:pt x="60422" y="698891"/>
                    <a:pt x="61426" y="699053"/>
                    <a:pt x="62431" y="699247"/>
                  </a:cubicBezTo>
                  <a:cubicBezTo>
                    <a:pt x="92184" y="705211"/>
                    <a:pt x="135840" y="695974"/>
                    <a:pt x="168380" y="68946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7" name="Freeform: Shape 226">
              <a:extLst>
                <a:ext uri="{FF2B5EF4-FFF2-40B4-BE49-F238E27FC236}">
                  <a16:creationId xmlns:a16="http://schemas.microsoft.com/office/drawing/2014/main" id="{AB53E805-8690-6964-4D0F-74849AF8194A}"/>
                </a:ext>
              </a:extLst>
            </p:cNvPr>
            <p:cNvSpPr/>
            <p:nvPr/>
          </p:nvSpPr>
          <p:spPr>
            <a:xfrm>
              <a:off x="5156848" y="397997"/>
              <a:ext cx="1001672" cy="696975"/>
            </a:xfrm>
            <a:custGeom>
              <a:avLst/>
              <a:gdLst>
                <a:gd name="connsiteX0" fmla="*/ 997845 w 1001672"/>
                <a:gd name="connsiteY0" fmla="*/ 337228 h 696975"/>
                <a:gd name="connsiteX1" fmla="*/ 960477 w 1001672"/>
                <a:gd name="connsiteY1" fmla="*/ 329741 h 696975"/>
                <a:gd name="connsiteX2" fmla="*/ 906319 w 1001672"/>
                <a:gd name="connsiteY2" fmla="*/ 344683 h 696975"/>
                <a:gd name="connsiteX3" fmla="*/ 861496 w 1001672"/>
                <a:gd name="connsiteY3" fmla="*/ 314800 h 696975"/>
                <a:gd name="connsiteX4" fmla="*/ 827886 w 1001672"/>
                <a:gd name="connsiteY4" fmla="*/ 314800 h 696975"/>
                <a:gd name="connsiteX5" fmla="*/ 831614 w 1001672"/>
                <a:gd name="connsiteY5" fmla="*/ 281191 h 696975"/>
                <a:gd name="connsiteX6" fmla="*/ 822279 w 1001672"/>
                <a:gd name="connsiteY6" fmla="*/ 219547 h 696975"/>
                <a:gd name="connsiteX7" fmla="*/ 773729 w 1001672"/>
                <a:gd name="connsiteY7" fmla="*/ 187785 h 696975"/>
                <a:gd name="connsiteX8" fmla="*/ 719571 w 1001672"/>
                <a:gd name="connsiteY8" fmla="*/ 193392 h 696975"/>
                <a:gd name="connsiteX9" fmla="*/ 771882 w 1001672"/>
                <a:gd name="connsiteY9" fmla="*/ 113079 h 696975"/>
                <a:gd name="connsiteX10" fmla="*/ 771882 w 1001672"/>
                <a:gd name="connsiteY10" fmla="*/ 77590 h 696975"/>
                <a:gd name="connsiteX11" fmla="*/ 788702 w 1001672"/>
                <a:gd name="connsiteY11" fmla="*/ 1005 h 696975"/>
                <a:gd name="connsiteX12" fmla="*/ 788573 w 1001672"/>
                <a:gd name="connsiteY12" fmla="*/ 0 h 696975"/>
                <a:gd name="connsiteX13" fmla="*/ 743263 w 1001672"/>
                <a:gd name="connsiteY13" fmla="*/ 30433 h 696975"/>
                <a:gd name="connsiteX14" fmla="*/ 669174 w 1001672"/>
                <a:gd name="connsiteY14" fmla="*/ 29202 h 696975"/>
                <a:gd name="connsiteX15" fmla="*/ 665155 w 1001672"/>
                <a:gd name="connsiteY15" fmla="*/ 27743 h 696975"/>
                <a:gd name="connsiteX16" fmla="*/ 623961 w 1001672"/>
                <a:gd name="connsiteY16" fmla="*/ 59959 h 696975"/>
                <a:gd name="connsiteX17" fmla="*/ 565299 w 1001672"/>
                <a:gd name="connsiteY17" fmla="*/ 68094 h 696975"/>
                <a:gd name="connsiteX18" fmla="*/ 519665 w 1001672"/>
                <a:gd name="connsiteY18" fmla="*/ 112107 h 696975"/>
                <a:gd name="connsiteX19" fmla="*/ 446321 w 1001672"/>
                <a:gd name="connsiteY19" fmla="*/ 102319 h 696975"/>
                <a:gd name="connsiteX20" fmla="*/ 403961 w 1001672"/>
                <a:gd name="connsiteY20" fmla="*/ 125136 h 696975"/>
                <a:gd name="connsiteX21" fmla="*/ 377871 w 1001672"/>
                <a:gd name="connsiteY21" fmla="*/ 154467 h 696975"/>
                <a:gd name="connsiteX22" fmla="*/ 325723 w 1001672"/>
                <a:gd name="connsiteY22" fmla="*/ 151194 h 696975"/>
                <a:gd name="connsiteX23" fmla="*/ 291497 w 1001672"/>
                <a:gd name="connsiteY23" fmla="*/ 288094 h 696975"/>
                <a:gd name="connsiteX24" fmla="*/ 208398 w 1001672"/>
                <a:gd name="connsiteY24" fmla="*/ 250596 h 696975"/>
                <a:gd name="connsiteX25" fmla="*/ 205124 w 1001672"/>
                <a:gd name="connsiteY25" fmla="*/ 265278 h 696975"/>
                <a:gd name="connsiteX26" fmla="*/ 182307 w 1001672"/>
                <a:gd name="connsiteY26" fmla="*/ 288094 h 696975"/>
                <a:gd name="connsiteX27" fmla="*/ 149703 w 1001672"/>
                <a:gd name="connsiteY27" fmla="*/ 276686 h 696975"/>
                <a:gd name="connsiteX28" fmla="*/ 108963 w 1001672"/>
                <a:gd name="connsiteY28" fmla="*/ 296229 h 696975"/>
                <a:gd name="connsiteX29" fmla="*/ 3014 w 1001672"/>
                <a:gd name="connsiteY29" fmla="*/ 306017 h 696975"/>
                <a:gd name="connsiteX30" fmla="*/ 0 w 1001672"/>
                <a:gd name="connsiteY30" fmla="*/ 305563 h 696975"/>
                <a:gd name="connsiteX31" fmla="*/ 30012 w 1001672"/>
                <a:gd name="connsiteY31" fmla="*/ 372944 h 696975"/>
                <a:gd name="connsiteX32" fmla="*/ 37110 w 1001672"/>
                <a:gd name="connsiteY32" fmla="*/ 491793 h 696975"/>
                <a:gd name="connsiteX33" fmla="*/ 37888 w 1001672"/>
                <a:gd name="connsiteY33" fmla="*/ 492214 h 696975"/>
                <a:gd name="connsiteX34" fmla="*/ 54708 w 1001672"/>
                <a:gd name="connsiteY34" fmla="*/ 505275 h 696975"/>
                <a:gd name="connsiteX35" fmla="*/ 103259 w 1001672"/>
                <a:gd name="connsiteY35" fmla="*/ 501548 h 696975"/>
                <a:gd name="connsiteX36" fmla="*/ 131261 w 1001672"/>
                <a:gd name="connsiteY36" fmla="*/ 525823 h 696975"/>
                <a:gd name="connsiteX37" fmla="*/ 177965 w 1001672"/>
                <a:gd name="connsiteY37" fmla="*/ 531430 h 696975"/>
                <a:gd name="connsiteX38" fmla="*/ 235849 w 1001672"/>
                <a:gd name="connsiteY38" fmla="*/ 602409 h 696975"/>
                <a:gd name="connsiteX39" fmla="*/ 232122 w 1001672"/>
                <a:gd name="connsiteY39" fmla="*/ 636018 h 696975"/>
                <a:gd name="connsiteX40" fmla="*/ 310587 w 1001672"/>
                <a:gd name="connsiteY40" fmla="*/ 652839 h 696975"/>
                <a:gd name="connsiteX41" fmla="*/ 355410 w 1001672"/>
                <a:gd name="connsiteY41" fmla="*/ 647232 h 696975"/>
                <a:gd name="connsiteX42" fmla="*/ 387140 w 1001672"/>
                <a:gd name="connsiteY42" fmla="*/ 654719 h 696975"/>
                <a:gd name="connsiteX43" fmla="*/ 426356 w 1001672"/>
                <a:gd name="connsiteY43" fmla="*/ 622957 h 696975"/>
                <a:gd name="connsiteX44" fmla="*/ 467452 w 1001672"/>
                <a:gd name="connsiteY44" fmla="*/ 650959 h 696975"/>
                <a:gd name="connsiteX45" fmla="*/ 525337 w 1001672"/>
                <a:gd name="connsiteY45" fmla="*/ 630411 h 696975"/>
                <a:gd name="connsiteX46" fmla="*/ 583254 w 1001672"/>
                <a:gd name="connsiteY46" fmla="*/ 634138 h 696975"/>
                <a:gd name="connsiteX47" fmla="*/ 654232 w 1001672"/>
                <a:gd name="connsiteY47" fmla="*/ 593042 h 696975"/>
                <a:gd name="connsiteX48" fmla="*/ 693449 w 1001672"/>
                <a:gd name="connsiteY48" fmla="*/ 632258 h 696975"/>
                <a:gd name="connsiteX49" fmla="*/ 691601 w 1001672"/>
                <a:gd name="connsiteY49" fmla="*/ 664020 h 696975"/>
                <a:gd name="connsiteX50" fmla="*/ 734545 w 1001672"/>
                <a:gd name="connsiteY50" fmla="*/ 692055 h 696975"/>
                <a:gd name="connsiteX51" fmla="*/ 764427 w 1001672"/>
                <a:gd name="connsiteY51" fmla="*/ 686448 h 696975"/>
                <a:gd name="connsiteX52" fmla="*/ 788702 w 1001672"/>
                <a:gd name="connsiteY52" fmla="*/ 695782 h 696975"/>
                <a:gd name="connsiteX53" fmla="*/ 826071 w 1001672"/>
                <a:gd name="connsiteY53" fmla="*/ 664020 h 696975"/>
                <a:gd name="connsiteX54" fmla="*/ 846587 w 1001672"/>
                <a:gd name="connsiteY54" fmla="*/ 641755 h 696975"/>
                <a:gd name="connsiteX55" fmla="*/ 837285 w 1001672"/>
                <a:gd name="connsiteY55" fmla="*/ 593042 h 696975"/>
                <a:gd name="connsiteX56" fmla="*/ 869015 w 1001672"/>
                <a:gd name="connsiteY56" fmla="*/ 540732 h 696975"/>
                <a:gd name="connsiteX57" fmla="*/ 897050 w 1001672"/>
                <a:gd name="connsiteY57" fmla="*/ 479120 h 696975"/>
                <a:gd name="connsiteX58" fmla="*/ 936266 w 1001672"/>
                <a:gd name="connsiteY58" fmla="*/ 467906 h 696975"/>
                <a:gd name="connsiteX59" fmla="*/ 958694 w 1001672"/>
                <a:gd name="connsiteY59" fmla="*/ 428690 h 696975"/>
                <a:gd name="connsiteX60" fmla="*/ 992303 w 1001672"/>
                <a:gd name="connsiteY60" fmla="*/ 410022 h 696975"/>
                <a:gd name="connsiteX61" fmla="*/ 997910 w 1001672"/>
                <a:gd name="connsiteY61" fmla="*/ 337163 h 696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1001672" h="696975">
                  <a:moveTo>
                    <a:pt x="997845" y="337228"/>
                  </a:moveTo>
                  <a:cubicBezTo>
                    <a:pt x="995058" y="323292"/>
                    <a:pt x="970556" y="327246"/>
                    <a:pt x="960477" y="329741"/>
                  </a:cubicBezTo>
                  <a:cubicBezTo>
                    <a:pt x="942554" y="334214"/>
                    <a:pt x="926932" y="349836"/>
                    <a:pt x="906319" y="344683"/>
                  </a:cubicBezTo>
                  <a:cubicBezTo>
                    <a:pt x="891540" y="340988"/>
                    <a:pt x="878511" y="320472"/>
                    <a:pt x="861496" y="314800"/>
                  </a:cubicBezTo>
                  <a:cubicBezTo>
                    <a:pt x="853815" y="312240"/>
                    <a:pt x="833266" y="318398"/>
                    <a:pt x="827886" y="314800"/>
                  </a:cubicBezTo>
                  <a:cubicBezTo>
                    <a:pt x="819654" y="309323"/>
                    <a:pt x="830576" y="287511"/>
                    <a:pt x="831614" y="281191"/>
                  </a:cubicBezTo>
                  <a:cubicBezTo>
                    <a:pt x="834725" y="262555"/>
                    <a:pt x="831840" y="235493"/>
                    <a:pt x="822279" y="219547"/>
                  </a:cubicBezTo>
                  <a:cubicBezTo>
                    <a:pt x="815570" y="208398"/>
                    <a:pt x="788443" y="181918"/>
                    <a:pt x="773729" y="187785"/>
                  </a:cubicBezTo>
                  <a:cubicBezTo>
                    <a:pt x="763228" y="191998"/>
                    <a:pt x="727220" y="212579"/>
                    <a:pt x="719571" y="193392"/>
                  </a:cubicBezTo>
                  <a:cubicBezTo>
                    <a:pt x="708293" y="165195"/>
                    <a:pt x="766177" y="141535"/>
                    <a:pt x="771882" y="113079"/>
                  </a:cubicBezTo>
                  <a:cubicBezTo>
                    <a:pt x="774150" y="101703"/>
                    <a:pt x="769613" y="88966"/>
                    <a:pt x="771882" y="77590"/>
                  </a:cubicBezTo>
                  <a:cubicBezTo>
                    <a:pt x="777586" y="49134"/>
                    <a:pt x="791490" y="31892"/>
                    <a:pt x="788702" y="1005"/>
                  </a:cubicBezTo>
                  <a:cubicBezTo>
                    <a:pt x="788702" y="681"/>
                    <a:pt x="788638" y="357"/>
                    <a:pt x="788573" y="0"/>
                  </a:cubicBezTo>
                  <a:cubicBezTo>
                    <a:pt x="775511" y="16140"/>
                    <a:pt x="767863" y="24761"/>
                    <a:pt x="743263" y="30433"/>
                  </a:cubicBezTo>
                  <a:cubicBezTo>
                    <a:pt x="711696" y="37725"/>
                    <a:pt x="699542" y="38925"/>
                    <a:pt x="669174" y="29202"/>
                  </a:cubicBezTo>
                  <a:cubicBezTo>
                    <a:pt x="667683" y="28715"/>
                    <a:pt x="666354" y="28229"/>
                    <a:pt x="665155" y="27743"/>
                  </a:cubicBezTo>
                  <a:cubicBezTo>
                    <a:pt x="652223" y="41096"/>
                    <a:pt x="639453" y="54773"/>
                    <a:pt x="623961" y="59959"/>
                  </a:cubicBezTo>
                  <a:cubicBezTo>
                    <a:pt x="605163" y="66246"/>
                    <a:pt x="584226" y="58630"/>
                    <a:pt x="565299" y="68094"/>
                  </a:cubicBezTo>
                  <a:cubicBezTo>
                    <a:pt x="546631" y="77428"/>
                    <a:pt x="540959" y="106014"/>
                    <a:pt x="519665" y="112107"/>
                  </a:cubicBezTo>
                  <a:cubicBezTo>
                    <a:pt x="495034" y="119140"/>
                    <a:pt x="470110" y="95513"/>
                    <a:pt x="446321" y="102319"/>
                  </a:cubicBezTo>
                  <a:cubicBezTo>
                    <a:pt x="434524" y="105690"/>
                    <a:pt x="411739" y="115413"/>
                    <a:pt x="403961" y="125136"/>
                  </a:cubicBezTo>
                  <a:cubicBezTo>
                    <a:pt x="396539" y="134405"/>
                    <a:pt x="389798" y="149703"/>
                    <a:pt x="377871" y="154467"/>
                  </a:cubicBezTo>
                  <a:cubicBezTo>
                    <a:pt x="360790" y="161306"/>
                    <a:pt x="340793" y="136123"/>
                    <a:pt x="325723" y="151194"/>
                  </a:cubicBezTo>
                  <a:cubicBezTo>
                    <a:pt x="292891" y="184025"/>
                    <a:pt x="336515" y="261097"/>
                    <a:pt x="291497" y="288094"/>
                  </a:cubicBezTo>
                  <a:cubicBezTo>
                    <a:pt x="265407" y="303748"/>
                    <a:pt x="241910" y="243887"/>
                    <a:pt x="208398" y="250596"/>
                  </a:cubicBezTo>
                  <a:cubicBezTo>
                    <a:pt x="202369" y="251795"/>
                    <a:pt x="205837" y="260999"/>
                    <a:pt x="205124" y="265278"/>
                  </a:cubicBezTo>
                  <a:cubicBezTo>
                    <a:pt x="203860" y="272959"/>
                    <a:pt x="189438" y="285242"/>
                    <a:pt x="182307" y="288094"/>
                  </a:cubicBezTo>
                  <a:cubicBezTo>
                    <a:pt x="165616" y="294771"/>
                    <a:pt x="162602" y="279895"/>
                    <a:pt x="149703" y="276686"/>
                  </a:cubicBezTo>
                  <a:cubicBezTo>
                    <a:pt x="142702" y="274936"/>
                    <a:pt x="118200" y="294382"/>
                    <a:pt x="108963" y="296229"/>
                  </a:cubicBezTo>
                  <a:cubicBezTo>
                    <a:pt x="76456" y="302744"/>
                    <a:pt x="32767" y="311948"/>
                    <a:pt x="3014" y="306017"/>
                  </a:cubicBezTo>
                  <a:cubicBezTo>
                    <a:pt x="2009" y="305823"/>
                    <a:pt x="1005" y="305693"/>
                    <a:pt x="0" y="305563"/>
                  </a:cubicBezTo>
                  <a:cubicBezTo>
                    <a:pt x="2236" y="333307"/>
                    <a:pt x="10015" y="339756"/>
                    <a:pt x="30012" y="372944"/>
                  </a:cubicBezTo>
                  <a:cubicBezTo>
                    <a:pt x="51856" y="409276"/>
                    <a:pt x="40027" y="430764"/>
                    <a:pt x="37110" y="491793"/>
                  </a:cubicBezTo>
                  <a:cubicBezTo>
                    <a:pt x="37401" y="491922"/>
                    <a:pt x="37661" y="492084"/>
                    <a:pt x="37888" y="492214"/>
                  </a:cubicBezTo>
                  <a:cubicBezTo>
                    <a:pt x="43268" y="495455"/>
                    <a:pt x="48226" y="504011"/>
                    <a:pt x="54708" y="505275"/>
                  </a:cubicBezTo>
                  <a:cubicBezTo>
                    <a:pt x="69585" y="508257"/>
                    <a:pt x="91656" y="496881"/>
                    <a:pt x="103259" y="501548"/>
                  </a:cubicBezTo>
                  <a:cubicBezTo>
                    <a:pt x="115348" y="506377"/>
                    <a:pt x="118168" y="520573"/>
                    <a:pt x="131261" y="525823"/>
                  </a:cubicBezTo>
                  <a:cubicBezTo>
                    <a:pt x="146397" y="531884"/>
                    <a:pt x="163412" y="526569"/>
                    <a:pt x="177965" y="531430"/>
                  </a:cubicBezTo>
                  <a:cubicBezTo>
                    <a:pt x="205481" y="540602"/>
                    <a:pt x="228946" y="574795"/>
                    <a:pt x="235849" y="602409"/>
                  </a:cubicBezTo>
                  <a:cubicBezTo>
                    <a:pt x="238215" y="611872"/>
                    <a:pt x="228686" y="629147"/>
                    <a:pt x="232122" y="636018"/>
                  </a:cubicBezTo>
                  <a:cubicBezTo>
                    <a:pt x="240160" y="652126"/>
                    <a:pt x="295127" y="655399"/>
                    <a:pt x="310587" y="652839"/>
                  </a:cubicBezTo>
                  <a:cubicBezTo>
                    <a:pt x="325528" y="650343"/>
                    <a:pt x="339432" y="644023"/>
                    <a:pt x="355410" y="647232"/>
                  </a:cubicBezTo>
                  <a:cubicBezTo>
                    <a:pt x="365522" y="649241"/>
                    <a:pt x="376153" y="656890"/>
                    <a:pt x="387140" y="654719"/>
                  </a:cubicBezTo>
                  <a:cubicBezTo>
                    <a:pt x="407656" y="650603"/>
                    <a:pt x="408207" y="626587"/>
                    <a:pt x="426356" y="622957"/>
                  </a:cubicBezTo>
                  <a:cubicBezTo>
                    <a:pt x="453192" y="617577"/>
                    <a:pt x="448266" y="646162"/>
                    <a:pt x="467452" y="650959"/>
                  </a:cubicBezTo>
                  <a:cubicBezTo>
                    <a:pt x="486186" y="655626"/>
                    <a:pt x="508516" y="633782"/>
                    <a:pt x="525337" y="630411"/>
                  </a:cubicBezTo>
                  <a:cubicBezTo>
                    <a:pt x="544524" y="626587"/>
                    <a:pt x="566012" y="637606"/>
                    <a:pt x="583254" y="634138"/>
                  </a:cubicBezTo>
                  <a:cubicBezTo>
                    <a:pt x="612521" y="628304"/>
                    <a:pt x="616442" y="585490"/>
                    <a:pt x="654232" y="593042"/>
                  </a:cubicBezTo>
                  <a:cubicBezTo>
                    <a:pt x="663242" y="594857"/>
                    <a:pt x="693449" y="620720"/>
                    <a:pt x="693449" y="632258"/>
                  </a:cubicBezTo>
                  <a:cubicBezTo>
                    <a:pt x="693449" y="641236"/>
                    <a:pt x="686772" y="656015"/>
                    <a:pt x="691601" y="664020"/>
                  </a:cubicBezTo>
                  <a:cubicBezTo>
                    <a:pt x="698861" y="676109"/>
                    <a:pt x="720998" y="688652"/>
                    <a:pt x="734545" y="692055"/>
                  </a:cubicBezTo>
                  <a:cubicBezTo>
                    <a:pt x="742485" y="694032"/>
                    <a:pt x="756487" y="688036"/>
                    <a:pt x="764427" y="686448"/>
                  </a:cubicBezTo>
                  <a:cubicBezTo>
                    <a:pt x="777553" y="683823"/>
                    <a:pt x="780049" y="691472"/>
                    <a:pt x="788702" y="695782"/>
                  </a:cubicBezTo>
                  <a:cubicBezTo>
                    <a:pt x="803870" y="703366"/>
                    <a:pt x="819168" y="672641"/>
                    <a:pt x="826071" y="664020"/>
                  </a:cubicBezTo>
                  <a:cubicBezTo>
                    <a:pt x="828859" y="660520"/>
                    <a:pt x="836994" y="651121"/>
                    <a:pt x="846587" y="641755"/>
                  </a:cubicBezTo>
                  <a:cubicBezTo>
                    <a:pt x="836670" y="631578"/>
                    <a:pt x="834109" y="605682"/>
                    <a:pt x="837285" y="593042"/>
                  </a:cubicBezTo>
                  <a:cubicBezTo>
                    <a:pt x="842114" y="573758"/>
                    <a:pt x="857347" y="556321"/>
                    <a:pt x="869015" y="540732"/>
                  </a:cubicBezTo>
                  <a:cubicBezTo>
                    <a:pt x="882951" y="522161"/>
                    <a:pt x="880034" y="496103"/>
                    <a:pt x="897050" y="479120"/>
                  </a:cubicBezTo>
                  <a:cubicBezTo>
                    <a:pt x="906838" y="469332"/>
                    <a:pt x="928650" y="478083"/>
                    <a:pt x="936266" y="467906"/>
                  </a:cubicBezTo>
                  <a:cubicBezTo>
                    <a:pt x="945082" y="456141"/>
                    <a:pt x="946216" y="438024"/>
                    <a:pt x="958694" y="428690"/>
                  </a:cubicBezTo>
                  <a:cubicBezTo>
                    <a:pt x="967834" y="421851"/>
                    <a:pt x="985432" y="420328"/>
                    <a:pt x="992303" y="410022"/>
                  </a:cubicBezTo>
                  <a:cubicBezTo>
                    <a:pt x="1005527" y="390187"/>
                    <a:pt x="1002124" y="358230"/>
                    <a:pt x="997910" y="33716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8" name="Freeform: Shape 227">
              <a:extLst>
                <a:ext uri="{FF2B5EF4-FFF2-40B4-BE49-F238E27FC236}">
                  <a16:creationId xmlns:a16="http://schemas.microsoft.com/office/drawing/2014/main" id="{0D722793-786F-64BF-B2F4-6A666793FEF5}"/>
                </a:ext>
              </a:extLst>
            </p:cNvPr>
            <p:cNvSpPr/>
            <p:nvPr/>
          </p:nvSpPr>
          <p:spPr>
            <a:xfrm>
              <a:off x="6565218" y="182608"/>
              <a:ext cx="1175472" cy="1302427"/>
            </a:xfrm>
            <a:custGeom>
              <a:avLst/>
              <a:gdLst>
                <a:gd name="connsiteX0" fmla="*/ 1128767 w 1175472"/>
                <a:gd name="connsiteY0" fmla="*/ 493436 h 1302427"/>
                <a:gd name="connsiteX1" fmla="*/ 1083684 w 1175472"/>
                <a:gd name="connsiteY1" fmla="*/ 452437 h 1302427"/>
                <a:gd name="connsiteX2" fmla="*/ 1021392 w 1175472"/>
                <a:gd name="connsiteY2" fmla="*/ 423074 h 1302427"/>
                <a:gd name="connsiteX3" fmla="*/ 940269 w 1175472"/>
                <a:gd name="connsiteY3" fmla="*/ 432149 h 1302427"/>
                <a:gd name="connsiteX4" fmla="*/ 883259 w 1175472"/>
                <a:gd name="connsiteY4" fmla="*/ 446085 h 1302427"/>
                <a:gd name="connsiteX5" fmla="*/ 850882 w 1175472"/>
                <a:gd name="connsiteY5" fmla="*/ 401910 h 1302427"/>
                <a:gd name="connsiteX6" fmla="*/ 838987 w 1175472"/>
                <a:gd name="connsiteY6" fmla="*/ 338937 h 1302427"/>
                <a:gd name="connsiteX7" fmla="*/ 860637 w 1175472"/>
                <a:gd name="connsiteY7" fmla="*/ 277357 h 1302427"/>
                <a:gd name="connsiteX8" fmla="*/ 865661 w 1175472"/>
                <a:gd name="connsiteY8" fmla="*/ 208486 h 1302427"/>
                <a:gd name="connsiteX9" fmla="*/ 829232 w 1175472"/>
                <a:gd name="connsiteY9" fmla="*/ 176238 h 1302427"/>
                <a:gd name="connsiteX10" fmla="*/ 813480 w 1175472"/>
                <a:gd name="connsiteY10" fmla="*/ 139355 h 1302427"/>
                <a:gd name="connsiteX11" fmla="*/ 814776 w 1175472"/>
                <a:gd name="connsiteY11" fmla="*/ 71715 h 1302427"/>
                <a:gd name="connsiteX12" fmla="*/ 764800 w 1175472"/>
                <a:gd name="connsiteY12" fmla="*/ 72622 h 1302427"/>
                <a:gd name="connsiteX13" fmla="*/ 703642 w 1175472"/>
                <a:gd name="connsiteY13" fmla="*/ 87628 h 1302427"/>
                <a:gd name="connsiteX14" fmla="*/ 630978 w 1175472"/>
                <a:gd name="connsiteY14" fmla="*/ 79752 h 1302427"/>
                <a:gd name="connsiteX15" fmla="*/ 613412 w 1175472"/>
                <a:gd name="connsiteY15" fmla="*/ 14187 h 1302427"/>
                <a:gd name="connsiteX16" fmla="*/ 567778 w 1175472"/>
                <a:gd name="connsiteY16" fmla="*/ 44393 h 1302427"/>
                <a:gd name="connsiteX17" fmla="*/ 524316 w 1175472"/>
                <a:gd name="connsiteY17" fmla="*/ 82021 h 1302427"/>
                <a:gd name="connsiteX18" fmla="*/ 456579 w 1175472"/>
                <a:gd name="connsiteY18" fmla="*/ 83966 h 1302427"/>
                <a:gd name="connsiteX19" fmla="*/ 434929 w 1175472"/>
                <a:gd name="connsiteY19" fmla="*/ 35286 h 1302427"/>
                <a:gd name="connsiteX20" fmla="*/ 387934 w 1175472"/>
                <a:gd name="connsiteY20" fmla="*/ 68409 h 1302427"/>
                <a:gd name="connsiteX21" fmla="*/ 329239 w 1175472"/>
                <a:gd name="connsiteY21" fmla="*/ 63288 h 1302427"/>
                <a:gd name="connsiteX22" fmla="*/ 287171 w 1175472"/>
                <a:gd name="connsiteY22" fmla="*/ 14154 h 1302427"/>
                <a:gd name="connsiteX23" fmla="*/ 244389 w 1175472"/>
                <a:gd name="connsiteY23" fmla="*/ 29387 h 1302427"/>
                <a:gd name="connsiteX24" fmla="*/ 187671 w 1175472"/>
                <a:gd name="connsiteY24" fmla="*/ 58232 h 1302427"/>
                <a:gd name="connsiteX25" fmla="*/ 219887 w 1175472"/>
                <a:gd name="connsiteY25" fmla="*/ 104092 h 1302427"/>
                <a:gd name="connsiteX26" fmla="*/ 209062 w 1175472"/>
                <a:gd name="connsiteY26" fmla="*/ 139646 h 1302427"/>
                <a:gd name="connsiteX27" fmla="*/ 221054 w 1175472"/>
                <a:gd name="connsiteY27" fmla="*/ 207481 h 1302427"/>
                <a:gd name="connsiteX28" fmla="*/ 214766 w 1175472"/>
                <a:gd name="connsiteY28" fmla="*/ 240475 h 1302427"/>
                <a:gd name="connsiteX29" fmla="*/ 249543 w 1175472"/>
                <a:gd name="connsiteY29" fmla="*/ 337867 h 1302427"/>
                <a:gd name="connsiteX30" fmla="*/ 225105 w 1175472"/>
                <a:gd name="connsiteY30" fmla="*/ 386191 h 1302427"/>
                <a:gd name="connsiteX31" fmla="*/ 190556 w 1175472"/>
                <a:gd name="connsiteY31" fmla="*/ 456294 h 1302427"/>
                <a:gd name="connsiteX32" fmla="*/ 185111 w 1175472"/>
                <a:gd name="connsiteY32" fmla="*/ 508993 h 1302427"/>
                <a:gd name="connsiteX33" fmla="*/ 163461 w 1175472"/>
                <a:gd name="connsiteY33" fmla="*/ 563053 h 1302427"/>
                <a:gd name="connsiteX34" fmla="*/ 173314 w 1175472"/>
                <a:gd name="connsiteY34" fmla="*/ 582208 h 1302427"/>
                <a:gd name="connsiteX35" fmla="*/ 173281 w 1175472"/>
                <a:gd name="connsiteY35" fmla="*/ 660608 h 1302427"/>
                <a:gd name="connsiteX36" fmla="*/ 135588 w 1175472"/>
                <a:gd name="connsiteY36" fmla="*/ 662585 h 1302427"/>
                <a:gd name="connsiteX37" fmla="*/ 111702 w 1175472"/>
                <a:gd name="connsiteY37" fmla="*/ 719886 h 1302427"/>
                <a:gd name="connsiteX38" fmla="*/ 54206 w 1175472"/>
                <a:gd name="connsiteY38" fmla="*/ 749445 h 1302427"/>
                <a:gd name="connsiteX39" fmla="*/ 72907 w 1175472"/>
                <a:gd name="connsiteY39" fmla="*/ 833970 h 1302427"/>
                <a:gd name="connsiteX40" fmla="*/ 72583 w 1175472"/>
                <a:gd name="connsiteY40" fmla="*/ 862427 h 1302427"/>
                <a:gd name="connsiteX41" fmla="*/ 91575 w 1175472"/>
                <a:gd name="connsiteY41" fmla="*/ 905986 h 1302427"/>
                <a:gd name="connsiteX42" fmla="*/ 40367 w 1175472"/>
                <a:gd name="connsiteY42" fmla="*/ 941734 h 1302427"/>
                <a:gd name="connsiteX43" fmla="*/ 7568 w 1175472"/>
                <a:gd name="connsiteY43" fmla="*/ 1051281 h 1302427"/>
                <a:gd name="connsiteX44" fmla="*/ 308 w 1175472"/>
                <a:gd name="connsiteY44" fmla="*/ 1091275 h 1302427"/>
                <a:gd name="connsiteX45" fmla="*/ 59262 w 1175472"/>
                <a:gd name="connsiteY45" fmla="*/ 1142094 h 1302427"/>
                <a:gd name="connsiteX46" fmla="*/ 114586 w 1175472"/>
                <a:gd name="connsiteY46" fmla="*/ 1167504 h 1302427"/>
                <a:gd name="connsiteX47" fmla="*/ 210326 w 1175472"/>
                <a:gd name="connsiteY47" fmla="*/ 1144979 h 1302427"/>
                <a:gd name="connsiteX48" fmla="*/ 280300 w 1175472"/>
                <a:gd name="connsiteY48" fmla="*/ 1115356 h 1302427"/>
                <a:gd name="connsiteX49" fmla="*/ 297348 w 1175472"/>
                <a:gd name="connsiteY49" fmla="*/ 1212133 h 1302427"/>
                <a:gd name="connsiteX50" fmla="*/ 336045 w 1175472"/>
                <a:gd name="connsiteY50" fmla="*/ 1254849 h 1302427"/>
                <a:gd name="connsiteX51" fmla="*/ 385017 w 1175472"/>
                <a:gd name="connsiteY51" fmla="*/ 1261558 h 1302427"/>
                <a:gd name="connsiteX52" fmla="*/ 401968 w 1175472"/>
                <a:gd name="connsiteY52" fmla="*/ 1254979 h 1302427"/>
                <a:gd name="connsiteX53" fmla="*/ 407607 w 1175472"/>
                <a:gd name="connsiteY53" fmla="*/ 1278930 h 1302427"/>
                <a:gd name="connsiteX54" fmla="*/ 430651 w 1175472"/>
                <a:gd name="connsiteY54" fmla="*/ 1292769 h 1302427"/>
                <a:gd name="connsiteX55" fmla="*/ 454083 w 1175472"/>
                <a:gd name="connsiteY55" fmla="*/ 1290630 h 1302427"/>
                <a:gd name="connsiteX56" fmla="*/ 476349 w 1175472"/>
                <a:gd name="connsiteY56" fmla="*/ 1302428 h 1302427"/>
                <a:gd name="connsiteX57" fmla="*/ 514172 w 1175472"/>
                <a:gd name="connsiteY57" fmla="*/ 1285509 h 1302427"/>
                <a:gd name="connsiteX58" fmla="*/ 571959 w 1175472"/>
                <a:gd name="connsiteY58" fmla="*/ 1285931 h 1302427"/>
                <a:gd name="connsiteX59" fmla="*/ 602976 w 1175472"/>
                <a:gd name="connsiteY59" fmla="*/ 1260683 h 1302427"/>
                <a:gd name="connsiteX60" fmla="*/ 632534 w 1175472"/>
                <a:gd name="connsiteY60" fmla="*/ 1207206 h 1302427"/>
                <a:gd name="connsiteX61" fmla="*/ 644396 w 1175472"/>
                <a:gd name="connsiteY61" fmla="*/ 1137038 h 1302427"/>
                <a:gd name="connsiteX62" fmla="*/ 677746 w 1175472"/>
                <a:gd name="connsiteY62" fmla="*/ 1109101 h 1302427"/>
                <a:gd name="connsiteX63" fmla="*/ 719717 w 1175472"/>
                <a:gd name="connsiteY63" fmla="*/ 1055851 h 1302427"/>
                <a:gd name="connsiteX64" fmla="*/ 766096 w 1175472"/>
                <a:gd name="connsiteY64" fmla="*/ 1009569 h 1302427"/>
                <a:gd name="connsiteX65" fmla="*/ 815425 w 1175472"/>
                <a:gd name="connsiteY65" fmla="*/ 997383 h 1302427"/>
                <a:gd name="connsiteX66" fmla="*/ 872143 w 1175472"/>
                <a:gd name="connsiteY66" fmla="*/ 985812 h 1302427"/>
                <a:gd name="connsiteX67" fmla="*/ 933657 w 1175472"/>
                <a:gd name="connsiteY67" fmla="*/ 938364 h 1302427"/>
                <a:gd name="connsiteX68" fmla="*/ 987458 w 1175472"/>
                <a:gd name="connsiteY68" fmla="*/ 884044 h 1302427"/>
                <a:gd name="connsiteX69" fmla="*/ 1017081 w 1175472"/>
                <a:gd name="connsiteY69" fmla="*/ 818511 h 1302427"/>
                <a:gd name="connsiteX70" fmla="*/ 1051209 w 1175472"/>
                <a:gd name="connsiteY70" fmla="*/ 808464 h 1302427"/>
                <a:gd name="connsiteX71" fmla="*/ 1078336 w 1175472"/>
                <a:gd name="connsiteY71" fmla="*/ 750384 h 1302427"/>
                <a:gd name="connsiteX72" fmla="*/ 1126628 w 1175472"/>
                <a:gd name="connsiteY72" fmla="*/ 686180 h 1302427"/>
                <a:gd name="connsiteX73" fmla="*/ 1157514 w 1175472"/>
                <a:gd name="connsiteY73" fmla="*/ 621910 h 1302427"/>
                <a:gd name="connsiteX74" fmla="*/ 1174465 w 1175472"/>
                <a:gd name="connsiteY74" fmla="*/ 554594 h 1302427"/>
                <a:gd name="connsiteX75" fmla="*/ 1128734 w 1175472"/>
                <a:gd name="connsiteY75" fmla="*/ 493469 h 13024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</a:cxnLst>
              <a:rect l="l" t="t" r="r" b="b"/>
              <a:pathLst>
                <a:path w="1175472" h="1302427">
                  <a:moveTo>
                    <a:pt x="1128767" y="493436"/>
                  </a:moveTo>
                  <a:cubicBezTo>
                    <a:pt x="1112983" y="461545"/>
                    <a:pt x="1114409" y="474476"/>
                    <a:pt x="1083684" y="452437"/>
                  </a:cubicBezTo>
                  <a:cubicBezTo>
                    <a:pt x="1052959" y="430398"/>
                    <a:pt x="1046445" y="439830"/>
                    <a:pt x="1021392" y="423074"/>
                  </a:cubicBezTo>
                  <a:cubicBezTo>
                    <a:pt x="996339" y="406285"/>
                    <a:pt x="987880" y="411730"/>
                    <a:pt x="940269" y="432149"/>
                  </a:cubicBezTo>
                  <a:cubicBezTo>
                    <a:pt x="892691" y="452567"/>
                    <a:pt x="908863" y="448937"/>
                    <a:pt x="883259" y="446085"/>
                  </a:cubicBezTo>
                  <a:cubicBezTo>
                    <a:pt x="857655" y="443233"/>
                    <a:pt x="862193" y="429815"/>
                    <a:pt x="850882" y="401910"/>
                  </a:cubicBezTo>
                  <a:cubicBezTo>
                    <a:pt x="839570" y="374005"/>
                    <a:pt x="834093" y="375463"/>
                    <a:pt x="838987" y="338937"/>
                  </a:cubicBezTo>
                  <a:cubicBezTo>
                    <a:pt x="843881" y="302411"/>
                    <a:pt x="840640" y="304614"/>
                    <a:pt x="860637" y="277357"/>
                  </a:cubicBezTo>
                  <a:cubicBezTo>
                    <a:pt x="880634" y="250100"/>
                    <a:pt x="860799" y="237558"/>
                    <a:pt x="865661" y="208486"/>
                  </a:cubicBezTo>
                  <a:cubicBezTo>
                    <a:pt x="870522" y="179414"/>
                    <a:pt x="859827" y="176627"/>
                    <a:pt x="829232" y="176238"/>
                  </a:cubicBezTo>
                  <a:cubicBezTo>
                    <a:pt x="798636" y="175849"/>
                    <a:pt x="801197" y="160940"/>
                    <a:pt x="813480" y="139355"/>
                  </a:cubicBezTo>
                  <a:cubicBezTo>
                    <a:pt x="825764" y="117770"/>
                    <a:pt x="815619" y="106037"/>
                    <a:pt x="814776" y="71715"/>
                  </a:cubicBezTo>
                  <a:cubicBezTo>
                    <a:pt x="813934" y="37392"/>
                    <a:pt x="781005" y="65395"/>
                    <a:pt x="764800" y="72622"/>
                  </a:cubicBezTo>
                  <a:cubicBezTo>
                    <a:pt x="748562" y="79850"/>
                    <a:pt x="730445" y="77613"/>
                    <a:pt x="703642" y="87628"/>
                  </a:cubicBezTo>
                  <a:cubicBezTo>
                    <a:pt x="676839" y="97643"/>
                    <a:pt x="659726" y="95536"/>
                    <a:pt x="630978" y="79752"/>
                  </a:cubicBezTo>
                  <a:cubicBezTo>
                    <a:pt x="602231" y="63969"/>
                    <a:pt x="622584" y="48055"/>
                    <a:pt x="613412" y="14187"/>
                  </a:cubicBezTo>
                  <a:cubicBezTo>
                    <a:pt x="604272" y="-19650"/>
                    <a:pt x="584826" y="13765"/>
                    <a:pt x="567778" y="44393"/>
                  </a:cubicBezTo>
                  <a:cubicBezTo>
                    <a:pt x="550731" y="75021"/>
                    <a:pt x="554782" y="75539"/>
                    <a:pt x="524316" y="82021"/>
                  </a:cubicBezTo>
                  <a:cubicBezTo>
                    <a:pt x="493851" y="88536"/>
                    <a:pt x="480271" y="90966"/>
                    <a:pt x="456579" y="83966"/>
                  </a:cubicBezTo>
                  <a:cubicBezTo>
                    <a:pt x="432887" y="76965"/>
                    <a:pt x="444166" y="59950"/>
                    <a:pt x="434929" y="35286"/>
                  </a:cubicBezTo>
                  <a:cubicBezTo>
                    <a:pt x="425692" y="10621"/>
                    <a:pt x="411302" y="44652"/>
                    <a:pt x="387934" y="68409"/>
                  </a:cubicBezTo>
                  <a:cubicBezTo>
                    <a:pt x="364566" y="92133"/>
                    <a:pt x="356982" y="78942"/>
                    <a:pt x="329239" y="63288"/>
                  </a:cubicBezTo>
                  <a:cubicBezTo>
                    <a:pt x="301496" y="47634"/>
                    <a:pt x="301334" y="40439"/>
                    <a:pt x="287171" y="14154"/>
                  </a:cubicBezTo>
                  <a:cubicBezTo>
                    <a:pt x="273008" y="-12131"/>
                    <a:pt x="264905" y="20636"/>
                    <a:pt x="244389" y="29387"/>
                  </a:cubicBezTo>
                  <a:cubicBezTo>
                    <a:pt x="223906" y="38138"/>
                    <a:pt x="203066" y="24331"/>
                    <a:pt x="187671" y="58232"/>
                  </a:cubicBezTo>
                  <a:cubicBezTo>
                    <a:pt x="172277" y="92133"/>
                    <a:pt x="219044" y="69219"/>
                    <a:pt x="219887" y="104092"/>
                  </a:cubicBezTo>
                  <a:cubicBezTo>
                    <a:pt x="220373" y="124446"/>
                    <a:pt x="217910" y="131900"/>
                    <a:pt x="209062" y="139646"/>
                  </a:cubicBezTo>
                  <a:cubicBezTo>
                    <a:pt x="218850" y="160065"/>
                    <a:pt x="220924" y="183886"/>
                    <a:pt x="221054" y="207481"/>
                  </a:cubicBezTo>
                  <a:cubicBezTo>
                    <a:pt x="221119" y="218727"/>
                    <a:pt x="213535" y="229228"/>
                    <a:pt x="214766" y="240475"/>
                  </a:cubicBezTo>
                  <a:cubicBezTo>
                    <a:pt x="218461" y="274279"/>
                    <a:pt x="245913" y="304777"/>
                    <a:pt x="249543" y="337867"/>
                  </a:cubicBezTo>
                  <a:cubicBezTo>
                    <a:pt x="252006" y="360425"/>
                    <a:pt x="232041" y="368916"/>
                    <a:pt x="225105" y="386191"/>
                  </a:cubicBezTo>
                  <a:cubicBezTo>
                    <a:pt x="215415" y="410369"/>
                    <a:pt x="199015" y="431857"/>
                    <a:pt x="190556" y="456294"/>
                  </a:cubicBezTo>
                  <a:cubicBezTo>
                    <a:pt x="184917" y="472532"/>
                    <a:pt x="189973" y="492010"/>
                    <a:pt x="185111" y="508993"/>
                  </a:cubicBezTo>
                  <a:cubicBezTo>
                    <a:pt x="178823" y="531032"/>
                    <a:pt x="162780" y="539329"/>
                    <a:pt x="163461" y="563053"/>
                  </a:cubicBezTo>
                  <a:cubicBezTo>
                    <a:pt x="163720" y="571772"/>
                    <a:pt x="170300" y="575175"/>
                    <a:pt x="173314" y="582208"/>
                  </a:cubicBezTo>
                  <a:cubicBezTo>
                    <a:pt x="180217" y="598316"/>
                    <a:pt x="179731" y="644500"/>
                    <a:pt x="173281" y="660608"/>
                  </a:cubicBezTo>
                  <a:cubicBezTo>
                    <a:pt x="166248" y="678142"/>
                    <a:pt x="143658" y="658664"/>
                    <a:pt x="135588" y="662585"/>
                  </a:cubicBezTo>
                  <a:cubicBezTo>
                    <a:pt x="112383" y="673832"/>
                    <a:pt x="125411" y="706858"/>
                    <a:pt x="111702" y="719886"/>
                  </a:cubicBezTo>
                  <a:cubicBezTo>
                    <a:pt x="93909" y="736805"/>
                    <a:pt x="62471" y="725591"/>
                    <a:pt x="54206" y="749445"/>
                  </a:cubicBezTo>
                  <a:cubicBezTo>
                    <a:pt x="42863" y="782211"/>
                    <a:pt x="69731" y="804672"/>
                    <a:pt x="72907" y="833970"/>
                  </a:cubicBezTo>
                  <a:cubicBezTo>
                    <a:pt x="73912" y="843013"/>
                    <a:pt x="69569" y="853611"/>
                    <a:pt x="72583" y="862427"/>
                  </a:cubicBezTo>
                  <a:cubicBezTo>
                    <a:pt x="77671" y="877400"/>
                    <a:pt x="103664" y="884660"/>
                    <a:pt x="91575" y="905986"/>
                  </a:cubicBezTo>
                  <a:cubicBezTo>
                    <a:pt x="78773" y="928511"/>
                    <a:pt x="55956" y="925951"/>
                    <a:pt x="40367" y="941734"/>
                  </a:cubicBezTo>
                  <a:cubicBezTo>
                    <a:pt x="11749" y="970709"/>
                    <a:pt x="17323" y="1014593"/>
                    <a:pt x="7568" y="1051281"/>
                  </a:cubicBezTo>
                  <a:cubicBezTo>
                    <a:pt x="3808" y="1065379"/>
                    <a:pt x="-1312" y="1076528"/>
                    <a:pt x="308" y="1091275"/>
                  </a:cubicBezTo>
                  <a:cubicBezTo>
                    <a:pt x="3581" y="1121190"/>
                    <a:pt x="37580" y="1133408"/>
                    <a:pt x="59262" y="1142094"/>
                  </a:cubicBezTo>
                  <a:cubicBezTo>
                    <a:pt x="77963" y="1149581"/>
                    <a:pt x="95400" y="1160860"/>
                    <a:pt x="114586" y="1167504"/>
                  </a:cubicBezTo>
                  <a:cubicBezTo>
                    <a:pt x="142394" y="1177130"/>
                    <a:pt x="185144" y="1155739"/>
                    <a:pt x="210326" y="1144979"/>
                  </a:cubicBezTo>
                  <a:cubicBezTo>
                    <a:pt x="229675" y="1136714"/>
                    <a:pt x="257386" y="1107415"/>
                    <a:pt x="280300" y="1115356"/>
                  </a:cubicBezTo>
                  <a:cubicBezTo>
                    <a:pt x="312580" y="1126537"/>
                    <a:pt x="289504" y="1189024"/>
                    <a:pt x="297348" y="1212133"/>
                  </a:cubicBezTo>
                  <a:cubicBezTo>
                    <a:pt x="302501" y="1227236"/>
                    <a:pt x="324572" y="1243506"/>
                    <a:pt x="336045" y="1254849"/>
                  </a:cubicBezTo>
                  <a:cubicBezTo>
                    <a:pt x="346028" y="1264702"/>
                    <a:pt x="372539" y="1264475"/>
                    <a:pt x="385017" y="1261558"/>
                  </a:cubicBezTo>
                  <a:cubicBezTo>
                    <a:pt x="390916" y="1260165"/>
                    <a:pt x="396944" y="1251544"/>
                    <a:pt x="401968" y="1254979"/>
                  </a:cubicBezTo>
                  <a:cubicBezTo>
                    <a:pt x="407834" y="1258998"/>
                    <a:pt x="402033" y="1274295"/>
                    <a:pt x="407607" y="1278930"/>
                  </a:cubicBezTo>
                  <a:cubicBezTo>
                    <a:pt x="415353" y="1285380"/>
                    <a:pt x="423553" y="1286482"/>
                    <a:pt x="430651" y="1292769"/>
                  </a:cubicBezTo>
                  <a:cubicBezTo>
                    <a:pt x="439726" y="1300807"/>
                    <a:pt x="445527" y="1287681"/>
                    <a:pt x="454083" y="1290630"/>
                  </a:cubicBezTo>
                  <a:cubicBezTo>
                    <a:pt x="464228" y="1294163"/>
                    <a:pt x="470548" y="1298214"/>
                    <a:pt x="476349" y="1302428"/>
                  </a:cubicBezTo>
                  <a:cubicBezTo>
                    <a:pt x="466497" y="1278476"/>
                    <a:pt x="500073" y="1286611"/>
                    <a:pt x="514172" y="1285509"/>
                  </a:cubicBezTo>
                  <a:cubicBezTo>
                    <a:pt x="529308" y="1284343"/>
                    <a:pt x="552999" y="1287713"/>
                    <a:pt x="571959" y="1285931"/>
                  </a:cubicBezTo>
                  <a:cubicBezTo>
                    <a:pt x="590919" y="1284148"/>
                    <a:pt x="595100" y="1270568"/>
                    <a:pt x="602976" y="1260683"/>
                  </a:cubicBezTo>
                  <a:cubicBezTo>
                    <a:pt x="610852" y="1250831"/>
                    <a:pt x="623329" y="1228662"/>
                    <a:pt x="632534" y="1207206"/>
                  </a:cubicBezTo>
                  <a:cubicBezTo>
                    <a:pt x="641771" y="1185751"/>
                    <a:pt x="635321" y="1179690"/>
                    <a:pt x="644396" y="1137038"/>
                  </a:cubicBezTo>
                  <a:cubicBezTo>
                    <a:pt x="653471" y="1094386"/>
                    <a:pt x="658657" y="1122648"/>
                    <a:pt x="677746" y="1109101"/>
                  </a:cubicBezTo>
                  <a:cubicBezTo>
                    <a:pt x="696836" y="1095521"/>
                    <a:pt x="697063" y="1086867"/>
                    <a:pt x="719717" y="1055851"/>
                  </a:cubicBezTo>
                  <a:cubicBezTo>
                    <a:pt x="742372" y="1024834"/>
                    <a:pt x="743701" y="1024445"/>
                    <a:pt x="766096" y="1009569"/>
                  </a:cubicBezTo>
                  <a:cubicBezTo>
                    <a:pt x="788524" y="994693"/>
                    <a:pt x="787617" y="1000138"/>
                    <a:pt x="815425" y="997383"/>
                  </a:cubicBezTo>
                  <a:cubicBezTo>
                    <a:pt x="843265" y="994628"/>
                    <a:pt x="843589" y="989086"/>
                    <a:pt x="872143" y="985812"/>
                  </a:cubicBezTo>
                  <a:cubicBezTo>
                    <a:pt x="900696" y="982539"/>
                    <a:pt x="920045" y="949124"/>
                    <a:pt x="933657" y="938364"/>
                  </a:cubicBezTo>
                  <a:cubicBezTo>
                    <a:pt x="947302" y="927603"/>
                    <a:pt x="961757" y="903588"/>
                    <a:pt x="987458" y="884044"/>
                  </a:cubicBezTo>
                  <a:cubicBezTo>
                    <a:pt x="1013159" y="864501"/>
                    <a:pt x="1007001" y="855783"/>
                    <a:pt x="1017081" y="818511"/>
                  </a:cubicBezTo>
                  <a:cubicBezTo>
                    <a:pt x="1027193" y="781239"/>
                    <a:pt x="1033286" y="807394"/>
                    <a:pt x="1051209" y="808464"/>
                  </a:cubicBezTo>
                  <a:cubicBezTo>
                    <a:pt x="1069100" y="809533"/>
                    <a:pt x="1073734" y="778743"/>
                    <a:pt x="1078336" y="750384"/>
                  </a:cubicBezTo>
                  <a:cubicBezTo>
                    <a:pt x="1082939" y="722058"/>
                    <a:pt x="1090652" y="721345"/>
                    <a:pt x="1126628" y="686180"/>
                  </a:cubicBezTo>
                  <a:cubicBezTo>
                    <a:pt x="1162603" y="651015"/>
                    <a:pt x="1138490" y="646186"/>
                    <a:pt x="1157514" y="621910"/>
                  </a:cubicBezTo>
                  <a:cubicBezTo>
                    <a:pt x="1176507" y="597635"/>
                    <a:pt x="1166849" y="591866"/>
                    <a:pt x="1174465" y="554594"/>
                  </a:cubicBezTo>
                  <a:cubicBezTo>
                    <a:pt x="1182081" y="517323"/>
                    <a:pt x="1144518" y="525360"/>
                    <a:pt x="1128734" y="493469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9" name="Freeform: Shape 228">
              <a:extLst>
                <a:ext uri="{FF2B5EF4-FFF2-40B4-BE49-F238E27FC236}">
                  <a16:creationId xmlns:a16="http://schemas.microsoft.com/office/drawing/2014/main" id="{BAF06C87-50BB-3CE4-7CBD-DEFDD0B4F90C}"/>
                </a:ext>
              </a:extLst>
            </p:cNvPr>
            <p:cNvSpPr/>
            <p:nvPr/>
          </p:nvSpPr>
          <p:spPr>
            <a:xfrm>
              <a:off x="5874934" y="289116"/>
              <a:ext cx="940035" cy="1048031"/>
            </a:xfrm>
            <a:custGeom>
              <a:avLst/>
              <a:gdLst>
                <a:gd name="connsiteX0" fmla="*/ 939859 w 940035"/>
                <a:gd name="connsiteY0" fmla="*/ 231457 h 1048031"/>
                <a:gd name="connsiteX1" fmla="*/ 905082 w 940035"/>
                <a:gd name="connsiteY1" fmla="*/ 134064 h 1048031"/>
                <a:gd name="connsiteX2" fmla="*/ 911370 w 940035"/>
                <a:gd name="connsiteY2" fmla="*/ 101070 h 1048031"/>
                <a:gd name="connsiteX3" fmla="*/ 899378 w 940035"/>
                <a:gd name="connsiteY3" fmla="*/ 33236 h 1048031"/>
                <a:gd name="connsiteX4" fmla="*/ 869431 w 940035"/>
                <a:gd name="connsiteY4" fmla="*/ 55080 h 1048031"/>
                <a:gd name="connsiteX5" fmla="*/ 796508 w 940035"/>
                <a:gd name="connsiteY5" fmla="*/ 99353 h 1048031"/>
                <a:gd name="connsiteX6" fmla="*/ 726016 w 940035"/>
                <a:gd name="connsiteY6" fmla="*/ 105316 h 1048031"/>
                <a:gd name="connsiteX7" fmla="*/ 671373 w 940035"/>
                <a:gd name="connsiteY7" fmla="*/ 135685 h 1048031"/>
                <a:gd name="connsiteX8" fmla="*/ 622790 w 940035"/>
                <a:gd name="connsiteY8" fmla="*/ 104117 h 1048031"/>
                <a:gd name="connsiteX9" fmla="*/ 574207 w 940035"/>
                <a:gd name="connsiteY9" fmla="*/ 73749 h 1048031"/>
                <a:gd name="connsiteX10" fmla="*/ 545038 w 940035"/>
                <a:gd name="connsiteY10" fmla="*/ 115039 h 1048031"/>
                <a:gd name="connsiteX11" fmla="*/ 468517 w 940035"/>
                <a:gd name="connsiteY11" fmla="*/ 129624 h 1048031"/>
                <a:gd name="connsiteX12" fmla="*/ 486731 w 940035"/>
                <a:gd name="connsiteY12" fmla="*/ 70086 h 1048031"/>
                <a:gd name="connsiteX13" fmla="*/ 440579 w 940035"/>
                <a:gd name="connsiteY13" fmla="*/ 57932 h 1048031"/>
                <a:gd name="connsiteX14" fmla="*/ 381074 w 940035"/>
                <a:gd name="connsiteY14" fmla="*/ 42149 h 1048031"/>
                <a:gd name="connsiteX15" fmla="*/ 310615 w 940035"/>
                <a:gd name="connsiteY15" fmla="*/ 37287 h 1048031"/>
                <a:gd name="connsiteX16" fmla="*/ 231663 w 940035"/>
                <a:gd name="connsiteY16" fmla="*/ 79809 h 1048031"/>
                <a:gd name="connsiteX17" fmla="*/ 214648 w 940035"/>
                <a:gd name="connsiteY17" fmla="*/ 37287 h 1048031"/>
                <a:gd name="connsiteX18" fmla="*/ 169695 w 940035"/>
                <a:gd name="connsiteY18" fmla="*/ 16642 h 1048031"/>
                <a:gd name="connsiteX19" fmla="*/ 141757 w 940035"/>
                <a:gd name="connsiteY19" fmla="*/ 53071 h 1048031"/>
                <a:gd name="connsiteX20" fmla="*/ 83451 w 940035"/>
                <a:gd name="connsiteY20" fmla="*/ 93162 h 1048031"/>
                <a:gd name="connsiteX21" fmla="*/ 70455 w 940035"/>
                <a:gd name="connsiteY21" fmla="*/ 108914 h 1048031"/>
                <a:gd name="connsiteX22" fmla="*/ 70585 w 940035"/>
                <a:gd name="connsiteY22" fmla="*/ 109918 h 1048031"/>
                <a:gd name="connsiteX23" fmla="*/ 53764 w 940035"/>
                <a:gd name="connsiteY23" fmla="*/ 186504 h 1048031"/>
                <a:gd name="connsiteX24" fmla="*/ 53764 w 940035"/>
                <a:gd name="connsiteY24" fmla="*/ 221993 h 1048031"/>
                <a:gd name="connsiteX25" fmla="*/ 1453 w 940035"/>
                <a:gd name="connsiteY25" fmla="*/ 302305 h 1048031"/>
                <a:gd name="connsiteX26" fmla="*/ 55611 w 940035"/>
                <a:gd name="connsiteY26" fmla="*/ 296698 h 1048031"/>
                <a:gd name="connsiteX27" fmla="*/ 104161 w 940035"/>
                <a:gd name="connsiteY27" fmla="*/ 328460 h 1048031"/>
                <a:gd name="connsiteX28" fmla="*/ 113496 w 940035"/>
                <a:gd name="connsiteY28" fmla="*/ 390105 h 1048031"/>
                <a:gd name="connsiteX29" fmla="*/ 109768 w 940035"/>
                <a:gd name="connsiteY29" fmla="*/ 423714 h 1048031"/>
                <a:gd name="connsiteX30" fmla="*/ 143378 w 940035"/>
                <a:gd name="connsiteY30" fmla="*/ 423714 h 1048031"/>
                <a:gd name="connsiteX31" fmla="*/ 188201 w 940035"/>
                <a:gd name="connsiteY31" fmla="*/ 453596 h 1048031"/>
                <a:gd name="connsiteX32" fmla="*/ 242359 w 940035"/>
                <a:gd name="connsiteY32" fmla="*/ 438655 h 1048031"/>
                <a:gd name="connsiteX33" fmla="*/ 279727 w 940035"/>
                <a:gd name="connsiteY33" fmla="*/ 446142 h 1048031"/>
                <a:gd name="connsiteX34" fmla="*/ 274121 w 940035"/>
                <a:gd name="connsiteY34" fmla="*/ 519000 h 1048031"/>
                <a:gd name="connsiteX35" fmla="*/ 240511 w 940035"/>
                <a:gd name="connsiteY35" fmla="*/ 537668 h 1048031"/>
                <a:gd name="connsiteX36" fmla="*/ 218083 w 940035"/>
                <a:gd name="connsiteY36" fmla="*/ 576885 h 1048031"/>
                <a:gd name="connsiteX37" fmla="*/ 178867 w 940035"/>
                <a:gd name="connsiteY37" fmla="*/ 588099 h 1048031"/>
                <a:gd name="connsiteX38" fmla="*/ 150832 w 940035"/>
                <a:gd name="connsiteY38" fmla="*/ 649711 h 1048031"/>
                <a:gd name="connsiteX39" fmla="*/ 119103 w 940035"/>
                <a:gd name="connsiteY39" fmla="*/ 702021 h 1048031"/>
                <a:gd name="connsiteX40" fmla="*/ 130317 w 940035"/>
                <a:gd name="connsiteY40" fmla="*/ 752451 h 1048031"/>
                <a:gd name="connsiteX41" fmla="*/ 156472 w 940035"/>
                <a:gd name="connsiteY41" fmla="*/ 769272 h 1048031"/>
                <a:gd name="connsiteX42" fmla="*/ 148985 w 940035"/>
                <a:gd name="connsiteY42" fmla="*/ 808488 h 1048031"/>
                <a:gd name="connsiteX43" fmla="*/ 221811 w 940035"/>
                <a:gd name="connsiteY43" fmla="*/ 830916 h 1048031"/>
                <a:gd name="connsiteX44" fmla="*/ 197535 w 940035"/>
                <a:gd name="connsiteY44" fmla="*/ 860798 h 1048031"/>
                <a:gd name="connsiteX45" fmla="*/ 214356 w 940035"/>
                <a:gd name="connsiteY45" fmla="*/ 879466 h 1048031"/>
                <a:gd name="connsiteX46" fmla="*/ 238631 w 940035"/>
                <a:gd name="connsiteY46" fmla="*/ 913076 h 1048031"/>
                <a:gd name="connsiteX47" fmla="*/ 259180 w 940035"/>
                <a:gd name="connsiteY47" fmla="*/ 926137 h 1048031"/>
                <a:gd name="connsiteX48" fmla="*/ 233024 w 940035"/>
                <a:gd name="connsiteY48" fmla="*/ 952292 h 1048031"/>
                <a:gd name="connsiteX49" fmla="*/ 249845 w 940035"/>
                <a:gd name="connsiteY49" fmla="*/ 991509 h 1048031"/>
                <a:gd name="connsiteX50" fmla="*/ 234904 w 940035"/>
                <a:gd name="connsiteY50" fmla="*/ 1025118 h 1048031"/>
                <a:gd name="connsiteX51" fmla="*/ 230010 w 940035"/>
                <a:gd name="connsiteY51" fmla="*/ 1048032 h 1048031"/>
                <a:gd name="connsiteX52" fmla="*/ 339492 w 940035"/>
                <a:gd name="connsiteY52" fmla="*/ 1045666 h 1048031"/>
                <a:gd name="connsiteX53" fmla="*/ 399256 w 940035"/>
                <a:gd name="connsiteY53" fmla="*/ 1041939 h 1048031"/>
                <a:gd name="connsiteX54" fmla="*/ 440352 w 940035"/>
                <a:gd name="connsiteY54" fmla="*/ 1025118 h 1048031"/>
                <a:gd name="connsiteX55" fmla="*/ 496390 w 940035"/>
                <a:gd name="connsiteY55" fmla="*/ 1025118 h 1048031"/>
                <a:gd name="connsiteX56" fmla="*/ 567368 w 940035"/>
                <a:gd name="connsiteY56" fmla="*/ 989629 h 1048031"/>
                <a:gd name="connsiteX57" fmla="*/ 606585 w 940035"/>
                <a:gd name="connsiteY57" fmla="*/ 989629 h 1048031"/>
                <a:gd name="connsiteX58" fmla="*/ 634587 w 940035"/>
                <a:gd name="connsiteY58" fmla="*/ 969081 h 1048031"/>
                <a:gd name="connsiteX59" fmla="*/ 691532 w 940035"/>
                <a:gd name="connsiteY59" fmla="*/ 967557 h 1048031"/>
                <a:gd name="connsiteX60" fmla="*/ 697852 w 940035"/>
                <a:gd name="connsiteY60" fmla="*/ 944805 h 1048031"/>
                <a:gd name="connsiteX61" fmla="*/ 730651 w 940035"/>
                <a:gd name="connsiteY61" fmla="*/ 835259 h 1048031"/>
                <a:gd name="connsiteX62" fmla="*/ 781859 w 940035"/>
                <a:gd name="connsiteY62" fmla="*/ 799510 h 1048031"/>
                <a:gd name="connsiteX63" fmla="*/ 762866 w 940035"/>
                <a:gd name="connsiteY63" fmla="*/ 755951 h 1048031"/>
                <a:gd name="connsiteX64" fmla="*/ 763191 w 940035"/>
                <a:gd name="connsiteY64" fmla="*/ 727495 h 1048031"/>
                <a:gd name="connsiteX65" fmla="*/ 744490 w 940035"/>
                <a:gd name="connsiteY65" fmla="*/ 642969 h 1048031"/>
                <a:gd name="connsiteX66" fmla="*/ 801986 w 940035"/>
                <a:gd name="connsiteY66" fmla="*/ 613411 h 1048031"/>
                <a:gd name="connsiteX67" fmla="*/ 825872 w 940035"/>
                <a:gd name="connsiteY67" fmla="*/ 556110 h 1048031"/>
                <a:gd name="connsiteX68" fmla="*/ 863565 w 940035"/>
                <a:gd name="connsiteY68" fmla="*/ 554133 h 1048031"/>
                <a:gd name="connsiteX69" fmla="*/ 863597 w 940035"/>
                <a:gd name="connsiteY69" fmla="*/ 475732 h 1048031"/>
                <a:gd name="connsiteX70" fmla="*/ 853745 w 940035"/>
                <a:gd name="connsiteY70" fmla="*/ 456578 h 1048031"/>
                <a:gd name="connsiteX71" fmla="*/ 875395 w 940035"/>
                <a:gd name="connsiteY71" fmla="*/ 402518 h 1048031"/>
                <a:gd name="connsiteX72" fmla="*/ 880840 w 940035"/>
                <a:gd name="connsiteY72" fmla="*/ 349819 h 1048031"/>
                <a:gd name="connsiteX73" fmla="*/ 915389 w 940035"/>
                <a:gd name="connsiteY73" fmla="*/ 279716 h 1048031"/>
                <a:gd name="connsiteX74" fmla="*/ 939826 w 940035"/>
                <a:gd name="connsiteY74" fmla="*/ 231392 h 1048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940035" h="1048031">
                  <a:moveTo>
                    <a:pt x="939859" y="231457"/>
                  </a:moveTo>
                  <a:cubicBezTo>
                    <a:pt x="936229" y="198366"/>
                    <a:pt x="908777" y="167868"/>
                    <a:pt x="905082" y="134064"/>
                  </a:cubicBezTo>
                  <a:cubicBezTo>
                    <a:pt x="903851" y="122818"/>
                    <a:pt x="911467" y="112349"/>
                    <a:pt x="911370" y="101070"/>
                  </a:cubicBezTo>
                  <a:cubicBezTo>
                    <a:pt x="911240" y="77508"/>
                    <a:pt x="909166" y="53687"/>
                    <a:pt x="899378" y="33236"/>
                  </a:cubicBezTo>
                  <a:cubicBezTo>
                    <a:pt x="893058" y="38778"/>
                    <a:pt x="883497" y="44450"/>
                    <a:pt x="869431" y="55080"/>
                  </a:cubicBezTo>
                  <a:cubicBezTo>
                    <a:pt x="835627" y="80620"/>
                    <a:pt x="826066" y="83537"/>
                    <a:pt x="796508" y="99353"/>
                  </a:cubicBezTo>
                  <a:cubicBezTo>
                    <a:pt x="766950" y="115169"/>
                    <a:pt x="760047" y="112608"/>
                    <a:pt x="726016" y="105316"/>
                  </a:cubicBezTo>
                  <a:cubicBezTo>
                    <a:pt x="692018" y="98024"/>
                    <a:pt x="706570" y="125962"/>
                    <a:pt x="671373" y="135685"/>
                  </a:cubicBezTo>
                  <a:cubicBezTo>
                    <a:pt x="636143" y="145408"/>
                    <a:pt x="645866" y="141745"/>
                    <a:pt x="622790" y="104117"/>
                  </a:cubicBezTo>
                  <a:cubicBezTo>
                    <a:pt x="599714" y="66456"/>
                    <a:pt x="610636" y="85902"/>
                    <a:pt x="574207" y="73749"/>
                  </a:cubicBezTo>
                  <a:cubicBezTo>
                    <a:pt x="537745" y="61595"/>
                    <a:pt x="568146" y="95626"/>
                    <a:pt x="545038" y="115039"/>
                  </a:cubicBezTo>
                  <a:cubicBezTo>
                    <a:pt x="521962" y="134485"/>
                    <a:pt x="498885" y="127193"/>
                    <a:pt x="468517" y="129624"/>
                  </a:cubicBezTo>
                  <a:cubicBezTo>
                    <a:pt x="438149" y="132055"/>
                    <a:pt x="470948" y="110178"/>
                    <a:pt x="486731" y="70086"/>
                  </a:cubicBezTo>
                  <a:cubicBezTo>
                    <a:pt x="502515" y="29995"/>
                    <a:pt x="467285" y="59164"/>
                    <a:pt x="440579" y="57932"/>
                  </a:cubicBezTo>
                  <a:cubicBezTo>
                    <a:pt x="413841" y="56733"/>
                    <a:pt x="395626" y="67656"/>
                    <a:pt x="381074" y="42149"/>
                  </a:cubicBezTo>
                  <a:cubicBezTo>
                    <a:pt x="366490" y="16642"/>
                    <a:pt x="343414" y="23934"/>
                    <a:pt x="310615" y="37287"/>
                  </a:cubicBezTo>
                  <a:cubicBezTo>
                    <a:pt x="277815" y="50640"/>
                    <a:pt x="259601" y="56733"/>
                    <a:pt x="231663" y="79809"/>
                  </a:cubicBezTo>
                  <a:cubicBezTo>
                    <a:pt x="203726" y="102885"/>
                    <a:pt x="200096" y="98024"/>
                    <a:pt x="214648" y="37287"/>
                  </a:cubicBezTo>
                  <a:cubicBezTo>
                    <a:pt x="229232" y="-23450"/>
                    <a:pt x="209786" y="5720"/>
                    <a:pt x="169695" y="16642"/>
                  </a:cubicBezTo>
                  <a:cubicBezTo>
                    <a:pt x="129603" y="27564"/>
                    <a:pt x="163634" y="53071"/>
                    <a:pt x="141757" y="53071"/>
                  </a:cubicBezTo>
                  <a:cubicBezTo>
                    <a:pt x="119880" y="53071"/>
                    <a:pt x="106527" y="66424"/>
                    <a:pt x="83451" y="93162"/>
                  </a:cubicBezTo>
                  <a:cubicBezTo>
                    <a:pt x="78331" y="99093"/>
                    <a:pt x="74182" y="104311"/>
                    <a:pt x="70455" y="108914"/>
                  </a:cubicBezTo>
                  <a:cubicBezTo>
                    <a:pt x="70487" y="109270"/>
                    <a:pt x="70552" y="109594"/>
                    <a:pt x="70585" y="109918"/>
                  </a:cubicBezTo>
                  <a:cubicBezTo>
                    <a:pt x="73404" y="140773"/>
                    <a:pt x="59468" y="158048"/>
                    <a:pt x="53764" y="186504"/>
                  </a:cubicBezTo>
                  <a:cubicBezTo>
                    <a:pt x="51495" y="197880"/>
                    <a:pt x="56032" y="210617"/>
                    <a:pt x="53764" y="221993"/>
                  </a:cubicBezTo>
                  <a:cubicBezTo>
                    <a:pt x="48059" y="250449"/>
                    <a:pt x="-9825" y="274109"/>
                    <a:pt x="1453" y="302305"/>
                  </a:cubicBezTo>
                  <a:cubicBezTo>
                    <a:pt x="9135" y="321492"/>
                    <a:pt x="45110" y="300912"/>
                    <a:pt x="55611" y="296698"/>
                  </a:cubicBezTo>
                  <a:cubicBezTo>
                    <a:pt x="70325" y="290800"/>
                    <a:pt x="97485" y="317311"/>
                    <a:pt x="104161" y="328460"/>
                  </a:cubicBezTo>
                  <a:cubicBezTo>
                    <a:pt x="113722" y="344406"/>
                    <a:pt x="116607" y="371469"/>
                    <a:pt x="113496" y="390105"/>
                  </a:cubicBezTo>
                  <a:cubicBezTo>
                    <a:pt x="112458" y="396425"/>
                    <a:pt x="101536" y="418237"/>
                    <a:pt x="109768" y="423714"/>
                  </a:cubicBezTo>
                  <a:cubicBezTo>
                    <a:pt x="115149" y="427312"/>
                    <a:pt x="135697" y="421154"/>
                    <a:pt x="143378" y="423714"/>
                  </a:cubicBezTo>
                  <a:cubicBezTo>
                    <a:pt x="160393" y="429386"/>
                    <a:pt x="173422" y="449902"/>
                    <a:pt x="188201" y="453596"/>
                  </a:cubicBezTo>
                  <a:cubicBezTo>
                    <a:pt x="208814" y="458750"/>
                    <a:pt x="224468" y="443128"/>
                    <a:pt x="242359" y="438655"/>
                  </a:cubicBezTo>
                  <a:cubicBezTo>
                    <a:pt x="252438" y="436127"/>
                    <a:pt x="276940" y="432206"/>
                    <a:pt x="279727" y="446142"/>
                  </a:cubicBezTo>
                  <a:cubicBezTo>
                    <a:pt x="283941" y="467176"/>
                    <a:pt x="287344" y="499133"/>
                    <a:pt x="274121" y="519000"/>
                  </a:cubicBezTo>
                  <a:cubicBezTo>
                    <a:pt x="267250" y="529307"/>
                    <a:pt x="249651" y="530830"/>
                    <a:pt x="240511" y="537668"/>
                  </a:cubicBezTo>
                  <a:cubicBezTo>
                    <a:pt x="228066" y="547003"/>
                    <a:pt x="226899" y="565152"/>
                    <a:pt x="218083" y="576885"/>
                  </a:cubicBezTo>
                  <a:cubicBezTo>
                    <a:pt x="210467" y="587062"/>
                    <a:pt x="188655" y="578278"/>
                    <a:pt x="178867" y="588099"/>
                  </a:cubicBezTo>
                  <a:cubicBezTo>
                    <a:pt x="161884" y="605082"/>
                    <a:pt x="164769" y="631172"/>
                    <a:pt x="150832" y="649711"/>
                  </a:cubicBezTo>
                  <a:cubicBezTo>
                    <a:pt x="139165" y="665267"/>
                    <a:pt x="123899" y="682736"/>
                    <a:pt x="119103" y="702021"/>
                  </a:cubicBezTo>
                  <a:cubicBezTo>
                    <a:pt x="115732" y="715438"/>
                    <a:pt x="118811" y="743830"/>
                    <a:pt x="130317" y="752451"/>
                  </a:cubicBezTo>
                  <a:cubicBezTo>
                    <a:pt x="137576" y="757896"/>
                    <a:pt x="153879" y="758965"/>
                    <a:pt x="156472" y="769272"/>
                  </a:cubicBezTo>
                  <a:cubicBezTo>
                    <a:pt x="158870" y="778898"/>
                    <a:pt x="139132" y="801099"/>
                    <a:pt x="148985" y="808488"/>
                  </a:cubicBezTo>
                  <a:cubicBezTo>
                    <a:pt x="162986" y="818989"/>
                    <a:pt x="217046" y="811826"/>
                    <a:pt x="221811" y="830916"/>
                  </a:cubicBezTo>
                  <a:cubicBezTo>
                    <a:pt x="223982" y="839537"/>
                    <a:pt x="197535" y="848353"/>
                    <a:pt x="197535" y="860798"/>
                  </a:cubicBezTo>
                  <a:cubicBezTo>
                    <a:pt x="197535" y="868933"/>
                    <a:pt x="209981" y="875091"/>
                    <a:pt x="214356" y="879466"/>
                  </a:cubicBezTo>
                  <a:cubicBezTo>
                    <a:pt x="224176" y="889287"/>
                    <a:pt x="232830" y="901473"/>
                    <a:pt x="238631" y="913076"/>
                  </a:cubicBezTo>
                  <a:cubicBezTo>
                    <a:pt x="242812" y="921438"/>
                    <a:pt x="254512" y="919169"/>
                    <a:pt x="259180" y="926137"/>
                  </a:cubicBezTo>
                  <a:cubicBezTo>
                    <a:pt x="267574" y="938712"/>
                    <a:pt x="235131" y="943930"/>
                    <a:pt x="233024" y="952292"/>
                  </a:cubicBezTo>
                  <a:cubicBezTo>
                    <a:pt x="227709" y="973521"/>
                    <a:pt x="249845" y="976794"/>
                    <a:pt x="249845" y="991509"/>
                  </a:cubicBezTo>
                  <a:cubicBezTo>
                    <a:pt x="249845" y="1001458"/>
                    <a:pt x="237465" y="1014876"/>
                    <a:pt x="234904" y="1025118"/>
                  </a:cubicBezTo>
                  <a:cubicBezTo>
                    <a:pt x="233381" y="1031243"/>
                    <a:pt x="231598" y="1039411"/>
                    <a:pt x="230010" y="1048032"/>
                  </a:cubicBezTo>
                  <a:cubicBezTo>
                    <a:pt x="266212" y="1042944"/>
                    <a:pt x="302836" y="1050916"/>
                    <a:pt x="339492" y="1045666"/>
                  </a:cubicBezTo>
                  <a:cubicBezTo>
                    <a:pt x="353752" y="1043624"/>
                    <a:pt x="386908" y="1048097"/>
                    <a:pt x="399256" y="1041939"/>
                  </a:cubicBezTo>
                  <a:cubicBezTo>
                    <a:pt x="412512" y="1035327"/>
                    <a:pt x="424893" y="1027711"/>
                    <a:pt x="440352" y="1025118"/>
                  </a:cubicBezTo>
                  <a:cubicBezTo>
                    <a:pt x="458113" y="1022169"/>
                    <a:pt x="478110" y="1028780"/>
                    <a:pt x="496390" y="1025118"/>
                  </a:cubicBezTo>
                  <a:cubicBezTo>
                    <a:pt x="528995" y="1018603"/>
                    <a:pt x="540662" y="1005639"/>
                    <a:pt x="567368" y="989629"/>
                  </a:cubicBezTo>
                  <a:cubicBezTo>
                    <a:pt x="579165" y="982531"/>
                    <a:pt x="595306" y="995268"/>
                    <a:pt x="606585" y="989629"/>
                  </a:cubicBezTo>
                  <a:cubicBezTo>
                    <a:pt x="616729" y="984573"/>
                    <a:pt x="625026" y="974817"/>
                    <a:pt x="634587" y="969081"/>
                  </a:cubicBezTo>
                  <a:cubicBezTo>
                    <a:pt x="653676" y="957640"/>
                    <a:pt x="672572" y="969308"/>
                    <a:pt x="691532" y="967557"/>
                  </a:cubicBezTo>
                  <a:cubicBezTo>
                    <a:pt x="693055" y="960103"/>
                    <a:pt x="695680" y="952940"/>
                    <a:pt x="697852" y="944805"/>
                  </a:cubicBezTo>
                  <a:cubicBezTo>
                    <a:pt x="707640" y="908149"/>
                    <a:pt x="702033" y="864234"/>
                    <a:pt x="730651" y="835259"/>
                  </a:cubicBezTo>
                  <a:cubicBezTo>
                    <a:pt x="746272" y="819475"/>
                    <a:pt x="769057" y="822036"/>
                    <a:pt x="781859" y="799510"/>
                  </a:cubicBezTo>
                  <a:cubicBezTo>
                    <a:pt x="793980" y="778185"/>
                    <a:pt x="767955" y="770892"/>
                    <a:pt x="762866" y="755951"/>
                  </a:cubicBezTo>
                  <a:cubicBezTo>
                    <a:pt x="759852" y="747136"/>
                    <a:pt x="764195" y="736537"/>
                    <a:pt x="763191" y="727495"/>
                  </a:cubicBezTo>
                  <a:cubicBezTo>
                    <a:pt x="759982" y="698196"/>
                    <a:pt x="733114" y="675736"/>
                    <a:pt x="744490" y="642969"/>
                  </a:cubicBezTo>
                  <a:cubicBezTo>
                    <a:pt x="752755" y="619115"/>
                    <a:pt x="784192" y="630362"/>
                    <a:pt x="801986" y="613411"/>
                  </a:cubicBezTo>
                  <a:cubicBezTo>
                    <a:pt x="815663" y="600415"/>
                    <a:pt x="802666" y="567356"/>
                    <a:pt x="825872" y="556110"/>
                  </a:cubicBezTo>
                  <a:cubicBezTo>
                    <a:pt x="833910" y="552188"/>
                    <a:pt x="856532" y="571667"/>
                    <a:pt x="863565" y="554133"/>
                  </a:cubicBezTo>
                  <a:cubicBezTo>
                    <a:pt x="870015" y="538057"/>
                    <a:pt x="870501" y="491840"/>
                    <a:pt x="863597" y="475732"/>
                  </a:cubicBezTo>
                  <a:cubicBezTo>
                    <a:pt x="860583" y="468667"/>
                    <a:pt x="854004" y="465296"/>
                    <a:pt x="853745" y="456578"/>
                  </a:cubicBezTo>
                  <a:cubicBezTo>
                    <a:pt x="853064" y="432886"/>
                    <a:pt x="869107" y="424589"/>
                    <a:pt x="875395" y="402518"/>
                  </a:cubicBezTo>
                  <a:cubicBezTo>
                    <a:pt x="880256" y="385502"/>
                    <a:pt x="875200" y="366056"/>
                    <a:pt x="880840" y="349819"/>
                  </a:cubicBezTo>
                  <a:cubicBezTo>
                    <a:pt x="889299" y="325382"/>
                    <a:pt x="905698" y="303894"/>
                    <a:pt x="915389" y="279716"/>
                  </a:cubicBezTo>
                  <a:cubicBezTo>
                    <a:pt x="922325" y="262441"/>
                    <a:pt x="942290" y="253949"/>
                    <a:pt x="939826" y="2313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0" name="Freeform: Shape 229">
              <a:extLst>
                <a:ext uri="{FF2B5EF4-FFF2-40B4-BE49-F238E27FC236}">
                  <a16:creationId xmlns:a16="http://schemas.microsoft.com/office/drawing/2014/main" id="{AFDAB7F1-ECEC-0ADA-E7A7-C7FD1BCD7102}"/>
                </a:ext>
              </a:extLst>
            </p:cNvPr>
            <p:cNvSpPr/>
            <p:nvPr/>
          </p:nvSpPr>
          <p:spPr>
            <a:xfrm>
              <a:off x="5193416" y="889854"/>
              <a:ext cx="942145" cy="617087"/>
            </a:xfrm>
            <a:custGeom>
              <a:avLst/>
              <a:gdLst>
                <a:gd name="connsiteX0" fmla="*/ 789439 w 942145"/>
                <a:gd name="connsiteY0" fmla="*/ 172228 h 617087"/>
                <a:gd name="connsiteX1" fmla="*/ 752070 w 942145"/>
                <a:gd name="connsiteY1" fmla="*/ 203990 h 617087"/>
                <a:gd name="connsiteX2" fmla="*/ 727795 w 942145"/>
                <a:gd name="connsiteY2" fmla="*/ 194656 h 617087"/>
                <a:gd name="connsiteX3" fmla="*/ 697912 w 942145"/>
                <a:gd name="connsiteY3" fmla="*/ 200263 h 617087"/>
                <a:gd name="connsiteX4" fmla="*/ 654969 w 942145"/>
                <a:gd name="connsiteY4" fmla="*/ 172228 h 617087"/>
                <a:gd name="connsiteX5" fmla="*/ 656816 w 942145"/>
                <a:gd name="connsiteY5" fmla="*/ 140466 h 617087"/>
                <a:gd name="connsiteX6" fmla="*/ 617600 w 942145"/>
                <a:gd name="connsiteY6" fmla="*/ 101249 h 617087"/>
                <a:gd name="connsiteX7" fmla="*/ 546622 w 942145"/>
                <a:gd name="connsiteY7" fmla="*/ 142346 h 617087"/>
                <a:gd name="connsiteX8" fmla="*/ 488704 w 942145"/>
                <a:gd name="connsiteY8" fmla="*/ 138618 h 617087"/>
                <a:gd name="connsiteX9" fmla="*/ 430820 w 942145"/>
                <a:gd name="connsiteY9" fmla="*/ 159167 h 617087"/>
                <a:gd name="connsiteX10" fmla="*/ 389724 w 942145"/>
                <a:gd name="connsiteY10" fmla="*/ 131164 h 617087"/>
                <a:gd name="connsiteX11" fmla="*/ 350507 w 942145"/>
                <a:gd name="connsiteY11" fmla="*/ 162926 h 617087"/>
                <a:gd name="connsiteX12" fmla="*/ 318778 w 942145"/>
                <a:gd name="connsiteY12" fmla="*/ 155439 h 617087"/>
                <a:gd name="connsiteX13" fmla="*/ 273954 w 942145"/>
                <a:gd name="connsiteY13" fmla="*/ 161046 h 617087"/>
                <a:gd name="connsiteX14" fmla="*/ 195489 w 942145"/>
                <a:gd name="connsiteY14" fmla="*/ 144225 h 617087"/>
                <a:gd name="connsiteX15" fmla="*/ 199216 w 942145"/>
                <a:gd name="connsiteY15" fmla="*/ 110616 h 617087"/>
                <a:gd name="connsiteX16" fmla="*/ 141332 w 942145"/>
                <a:gd name="connsiteY16" fmla="*/ 39638 h 617087"/>
                <a:gd name="connsiteX17" fmla="*/ 94629 w 942145"/>
                <a:gd name="connsiteY17" fmla="*/ 34031 h 617087"/>
                <a:gd name="connsiteX18" fmla="*/ 66626 w 942145"/>
                <a:gd name="connsiteY18" fmla="*/ 9756 h 617087"/>
                <a:gd name="connsiteX19" fmla="*/ 18076 w 942145"/>
                <a:gd name="connsiteY19" fmla="*/ 13483 h 617087"/>
                <a:gd name="connsiteX20" fmla="*/ 1255 w 942145"/>
                <a:gd name="connsiteY20" fmla="*/ 421 h 617087"/>
                <a:gd name="connsiteX21" fmla="*/ 477 w 942145"/>
                <a:gd name="connsiteY21" fmla="*/ 0 h 617087"/>
                <a:gd name="connsiteX22" fmla="*/ 315 w 942145"/>
                <a:gd name="connsiteY22" fmla="*/ 3695 h 617087"/>
                <a:gd name="connsiteX23" fmla="*/ 11172 w 942145"/>
                <a:gd name="connsiteY23" fmla="*/ 136577 h 617087"/>
                <a:gd name="connsiteX24" fmla="*/ 45009 w 942145"/>
                <a:gd name="connsiteY24" fmla="*/ 234520 h 617087"/>
                <a:gd name="connsiteX25" fmla="*/ 71617 w 942145"/>
                <a:gd name="connsiteY25" fmla="*/ 353012 h 617087"/>
                <a:gd name="connsiteX26" fmla="*/ 126034 w 942145"/>
                <a:gd name="connsiteY26" fmla="*/ 437635 h 617087"/>
                <a:gd name="connsiteX27" fmla="*/ 118774 w 942145"/>
                <a:gd name="connsiteY27" fmla="*/ 472703 h 617087"/>
                <a:gd name="connsiteX28" fmla="*/ 132095 w 942145"/>
                <a:gd name="connsiteY28" fmla="*/ 539209 h 617087"/>
                <a:gd name="connsiteX29" fmla="*/ 136762 w 942145"/>
                <a:gd name="connsiteY29" fmla="*/ 592588 h 617087"/>
                <a:gd name="connsiteX30" fmla="*/ 163792 w 942145"/>
                <a:gd name="connsiteY30" fmla="*/ 614951 h 617087"/>
                <a:gd name="connsiteX31" fmla="*/ 201161 w 942145"/>
                <a:gd name="connsiteY31" fmla="*/ 600010 h 617087"/>
                <a:gd name="connsiteX32" fmla="*/ 240377 w 942145"/>
                <a:gd name="connsiteY32" fmla="*/ 605617 h 617087"/>
                <a:gd name="connsiteX33" fmla="*/ 270260 w 942145"/>
                <a:gd name="connsiteY33" fmla="*/ 586949 h 617087"/>
                <a:gd name="connsiteX34" fmla="*/ 318810 w 942145"/>
                <a:gd name="connsiteY34" fmla="*/ 611224 h 617087"/>
                <a:gd name="connsiteX35" fmla="*/ 324417 w 942145"/>
                <a:gd name="connsiteY35" fmla="*/ 564521 h 617087"/>
                <a:gd name="connsiteX36" fmla="*/ 337478 w 942145"/>
                <a:gd name="connsiteY36" fmla="*/ 570128 h 617087"/>
                <a:gd name="connsiteX37" fmla="*/ 354299 w 942145"/>
                <a:gd name="connsiteY37" fmla="*/ 572008 h 617087"/>
                <a:gd name="connsiteX38" fmla="*/ 408457 w 942145"/>
                <a:gd name="connsiteY38" fmla="*/ 614951 h 617087"/>
                <a:gd name="connsiteX39" fmla="*/ 436459 w 942145"/>
                <a:gd name="connsiteY39" fmla="*/ 562641 h 617087"/>
                <a:gd name="connsiteX40" fmla="*/ 466341 w 942145"/>
                <a:gd name="connsiteY40" fmla="*/ 555155 h 617087"/>
                <a:gd name="connsiteX41" fmla="*/ 507437 w 942145"/>
                <a:gd name="connsiteY41" fmla="*/ 538334 h 617087"/>
                <a:gd name="connsiteX42" fmla="*/ 522249 w 942145"/>
                <a:gd name="connsiteY42" fmla="*/ 537361 h 617087"/>
                <a:gd name="connsiteX43" fmla="*/ 557868 w 942145"/>
                <a:gd name="connsiteY43" fmla="*/ 538334 h 617087"/>
                <a:gd name="connsiteX44" fmla="*/ 598964 w 942145"/>
                <a:gd name="connsiteY44" fmla="*/ 514058 h 617087"/>
                <a:gd name="connsiteX45" fmla="*/ 697945 w 942145"/>
                <a:gd name="connsiteY45" fmla="*/ 521545 h 617087"/>
                <a:gd name="connsiteX46" fmla="*/ 746495 w 942145"/>
                <a:gd name="connsiteY46" fmla="*/ 504724 h 617087"/>
                <a:gd name="connsiteX47" fmla="*/ 791319 w 942145"/>
                <a:gd name="connsiteY47" fmla="*/ 500997 h 617087"/>
                <a:gd name="connsiteX48" fmla="*/ 824928 w 942145"/>
                <a:gd name="connsiteY48" fmla="*/ 486056 h 617087"/>
                <a:gd name="connsiteX49" fmla="*/ 871631 w 942145"/>
                <a:gd name="connsiteY49" fmla="*/ 480449 h 617087"/>
                <a:gd name="connsiteX50" fmla="*/ 903393 w 942145"/>
                <a:gd name="connsiteY50" fmla="*/ 448687 h 617087"/>
                <a:gd name="connsiteX51" fmla="*/ 911593 w 942145"/>
                <a:gd name="connsiteY51" fmla="*/ 447326 h 617087"/>
                <a:gd name="connsiteX52" fmla="*/ 916487 w 942145"/>
                <a:gd name="connsiteY52" fmla="*/ 424412 h 617087"/>
                <a:gd name="connsiteX53" fmla="*/ 931428 w 942145"/>
                <a:gd name="connsiteY53" fmla="*/ 390802 h 617087"/>
                <a:gd name="connsiteX54" fmla="*/ 914607 w 942145"/>
                <a:gd name="connsiteY54" fmla="*/ 351586 h 617087"/>
                <a:gd name="connsiteX55" fmla="*/ 940762 w 942145"/>
                <a:gd name="connsiteY55" fmla="*/ 325431 h 617087"/>
                <a:gd name="connsiteX56" fmla="*/ 920214 w 942145"/>
                <a:gd name="connsiteY56" fmla="*/ 312370 h 617087"/>
                <a:gd name="connsiteX57" fmla="*/ 895939 w 942145"/>
                <a:gd name="connsiteY57" fmla="*/ 278760 h 617087"/>
                <a:gd name="connsiteX58" fmla="*/ 879118 w 942145"/>
                <a:gd name="connsiteY58" fmla="*/ 260092 h 617087"/>
                <a:gd name="connsiteX59" fmla="*/ 903393 w 942145"/>
                <a:gd name="connsiteY59" fmla="*/ 230210 h 617087"/>
                <a:gd name="connsiteX60" fmla="*/ 830567 w 942145"/>
                <a:gd name="connsiteY60" fmla="*/ 207782 h 617087"/>
                <a:gd name="connsiteX61" fmla="*/ 838054 w 942145"/>
                <a:gd name="connsiteY61" fmla="*/ 168566 h 617087"/>
                <a:gd name="connsiteX62" fmla="*/ 811899 w 942145"/>
                <a:gd name="connsiteY62" fmla="*/ 151745 h 617087"/>
                <a:gd name="connsiteX63" fmla="*/ 809987 w 942145"/>
                <a:gd name="connsiteY63" fmla="*/ 150027 h 617087"/>
                <a:gd name="connsiteX64" fmla="*/ 789471 w 942145"/>
                <a:gd name="connsiteY64" fmla="*/ 172293 h 6170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942145" h="617087">
                  <a:moveTo>
                    <a:pt x="789439" y="172228"/>
                  </a:moveTo>
                  <a:cubicBezTo>
                    <a:pt x="782568" y="180817"/>
                    <a:pt x="767238" y="211574"/>
                    <a:pt x="752070" y="203990"/>
                  </a:cubicBezTo>
                  <a:cubicBezTo>
                    <a:pt x="743384" y="199647"/>
                    <a:pt x="740921" y="192030"/>
                    <a:pt x="727795" y="194656"/>
                  </a:cubicBezTo>
                  <a:cubicBezTo>
                    <a:pt x="719854" y="196244"/>
                    <a:pt x="705853" y="202240"/>
                    <a:pt x="697912" y="200263"/>
                  </a:cubicBezTo>
                  <a:cubicBezTo>
                    <a:pt x="684365" y="196892"/>
                    <a:pt x="662196" y="184317"/>
                    <a:pt x="654969" y="172228"/>
                  </a:cubicBezTo>
                  <a:cubicBezTo>
                    <a:pt x="650172" y="164223"/>
                    <a:pt x="656816" y="149444"/>
                    <a:pt x="656816" y="140466"/>
                  </a:cubicBezTo>
                  <a:cubicBezTo>
                    <a:pt x="656816" y="128928"/>
                    <a:pt x="626610" y="103064"/>
                    <a:pt x="617600" y="101249"/>
                  </a:cubicBezTo>
                  <a:cubicBezTo>
                    <a:pt x="579810" y="93698"/>
                    <a:pt x="575888" y="136479"/>
                    <a:pt x="546622" y="142346"/>
                  </a:cubicBezTo>
                  <a:cubicBezTo>
                    <a:pt x="529379" y="145814"/>
                    <a:pt x="507924" y="134762"/>
                    <a:pt x="488704" y="138618"/>
                  </a:cubicBezTo>
                  <a:cubicBezTo>
                    <a:pt x="471883" y="141989"/>
                    <a:pt x="449520" y="163834"/>
                    <a:pt x="430820" y="159167"/>
                  </a:cubicBezTo>
                  <a:cubicBezTo>
                    <a:pt x="411633" y="154370"/>
                    <a:pt x="416559" y="125784"/>
                    <a:pt x="389724" y="131164"/>
                  </a:cubicBezTo>
                  <a:cubicBezTo>
                    <a:pt x="371574" y="134794"/>
                    <a:pt x="370991" y="158810"/>
                    <a:pt x="350507" y="162926"/>
                  </a:cubicBezTo>
                  <a:cubicBezTo>
                    <a:pt x="339488" y="165130"/>
                    <a:pt x="328890" y="157481"/>
                    <a:pt x="318778" y="155439"/>
                  </a:cubicBezTo>
                  <a:cubicBezTo>
                    <a:pt x="302799" y="152231"/>
                    <a:pt x="288895" y="158551"/>
                    <a:pt x="273954" y="161046"/>
                  </a:cubicBezTo>
                  <a:cubicBezTo>
                    <a:pt x="258495" y="163607"/>
                    <a:pt x="203559" y="160333"/>
                    <a:pt x="195489" y="144225"/>
                  </a:cubicBezTo>
                  <a:cubicBezTo>
                    <a:pt x="192054" y="137354"/>
                    <a:pt x="201582" y="120080"/>
                    <a:pt x="199216" y="110616"/>
                  </a:cubicBezTo>
                  <a:cubicBezTo>
                    <a:pt x="192313" y="83003"/>
                    <a:pt x="168848" y="48810"/>
                    <a:pt x="141332" y="39638"/>
                  </a:cubicBezTo>
                  <a:cubicBezTo>
                    <a:pt x="126780" y="34776"/>
                    <a:pt x="109764" y="40091"/>
                    <a:pt x="94629" y="34031"/>
                  </a:cubicBezTo>
                  <a:cubicBezTo>
                    <a:pt x="81535" y="28780"/>
                    <a:pt x="78715" y="14585"/>
                    <a:pt x="66626" y="9756"/>
                  </a:cubicBezTo>
                  <a:cubicBezTo>
                    <a:pt x="54991" y="5088"/>
                    <a:pt x="32952" y="16464"/>
                    <a:pt x="18076" y="13483"/>
                  </a:cubicBezTo>
                  <a:cubicBezTo>
                    <a:pt x="11594" y="12186"/>
                    <a:pt x="6667" y="3662"/>
                    <a:pt x="1255" y="421"/>
                  </a:cubicBezTo>
                  <a:cubicBezTo>
                    <a:pt x="996" y="259"/>
                    <a:pt x="736" y="130"/>
                    <a:pt x="477" y="0"/>
                  </a:cubicBezTo>
                  <a:cubicBezTo>
                    <a:pt x="412" y="1232"/>
                    <a:pt x="347" y="2431"/>
                    <a:pt x="315" y="3695"/>
                  </a:cubicBezTo>
                  <a:cubicBezTo>
                    <a:pt x="-2310" y="67575"/>
                    <a:pt x="12372" y="93050"/>
                    <a:pt x="11172" y="136577"/>
                  </a:cubicBezTo>
                  <a:cubicBezTo>
                    <a:pt x="9973" y="180104"/>
                    <a:pt x="37781" y="180104"/>
                    <a:pt x="45009" y="234520"/>
                  </a:cubicBezTo>
                  <a:cubicBezTo>
                    <a:pt x="52269" y="288937"/>
                    <a:pt x="66756" y="302225"/>
                    <a:pt x="71617" y="353012"/>
                  </a:cubicBezTo>
                  <a:cubicBezTo>
                    <a:pt x="76447" y="403799"/>
                    <a:pt x="100625" y="414689"/>
                    <a:pt x="126034" y="437635"/>
                  </a:cubicBezTo>
                  <a:cubicBezTo>
                    <a:pt x="151444" y="460614"/>
                    <a:pt x="136924" y="463045"/>
                    <a:pt x="118774" y="472703"/>
                  </a:cubicBezTo>
                  <a:cubicBezTo>
                    <a:pt x="100657" y="482361"/>
                    <a:pt x="123603" y="504141"/>
                    <a:pt x="132095" y="539209"/>
                  </a:cubicBezTo>
                  <a:cubicBezTo>
                    <a:pt x="135790" y="554603"/>
                    <a:pt x="136956" y="573012"/>
                    <a:pt x="136762" y="592588"/>
                  </a:cubicBezTo>
                  <a:cubicBezTo>
                    <a:pt x="146906" y="599621"/>
                    <a:pt x="153583" y="609831"/>
                    <a:pt x="163792" y="614951"/>
                  </a:cubicBezTo>
                  <a:cubicBezTo>
                    <a:pt x="181294" y="623702"/>
                    <a:pt x="186512" y="602927"/>
                    <a:pt x="201161" y="600010"/>
                  </a:cubicBezTo>
                  <a:cubicBezTo>
                    <a:pt x="213542" y="597547"/>
                    <a:pt x="227186" y="607821"/>
                    <a:pt x="240377" y="605617"/>
                  </a:cubicBezTo>
                  <a:cubicBezTo>
                    <a:pt x="253666" y="603413"/>
                    <a:pt x="261282" y="592945"/>
                    <a:pt x="270260" y="586949"/>
                  </a:cubicBezTo>
                  <a:cubicBezTo>
                    <a:pt x="280145" y="580370"/>
                    <a:pt x="296350" y="633717"/>
                    <a:pt x="318810" y="611224"/>
                  </a:cubicBezTo>
                  <a:cubicBezTo>
                    <a:pt x="327626" y="602409"/>
                    <a:pt x="318097" y="568734"/>
                    <a:pt x="324417" y="564521"/>
                  </a:cubicBezTo>
                  <a:cubicBezTo>
                    <a:pt x="329894" y="560859"/>
                    <a:pt x="333038" y="569026"/>
                    <a:pt x="337478" y="570128"/>
                  </a:cubicBezTo>
                  <a:cubicBezTo>
                    <a:pt x="341173" y="571068"/>
                    <a:pt x="351350" y="570031"/>
                    <a:pt x="354299" y="572008"/>
                  </a:cubicBezTo>
                  <a:cubicBezTo>
                    <a:pt x="366745" y="580305"/>
                    <a:pt x="389497" y="622568"/>
                    <a:pt x="408457" y="614951"/>
                  </a:cubicBezTo>
                  <a:cubicBezTo>
                    <a:pt x="425861" y="608016"/>
                    <a:pt x="421777" y="573693"/>
                    <a:pt x="436459" y="562641"/>
                  </a:cubicBezTo>
                  <a:cubicBezTo>
                    <a:pt x="442390" y="558201"/>
                    <a:pt x="458790" y="557067"/>
                    <a:pt x="466341" y="555155"/>
                  </a:cubicBezTo>
                  <a:cubicBezTo>
                    <a:pt x="480407" y="551654"/>
                    <a:pt x="492918" y="541964"/>
                    <a:pt x="507437" y="538334"/>
                  </a:cubicBezTo>
                  <a:cubicBezTo>
                    <a:pt x="512169" y="537167"/>
                    <a:pt x="512040" y="537199"/>
                    <a:pt x="522249" y="537361"/>
                  </a:cubicBezTo>
                  <a:cubicBezTo>
                    <a:pt x="534208" y="538074"/>
                    <a:pt x="546751" y="541121"/>
                    <a:pt x="557868" y="538334"/>
                  </a:cubicBezTo>
                  <a:cubicBezTo>
                    <a:pt x="573814" y="534347"/>
                    <a:pt x="583148" y="517235"/>
                    <a:pt x="598964" y="514058"/>
                  </a:cubicBezTo>
                  <a:cubicBezTo>
                    <a:pt x="631990" y="507447"/>
                    <a:pt x="665632" y="529615"/>
                    <a:pt x="697945" y="521545"/>
                  </a:cubicBezTo>
                  <a:cubicBezTo>
                    <a:pt x="714085" y="517494"/>
                    <a:pt x="730517" y="507414"/>
                    <a:pt x="746495" y="504724"/>
                  </a:cubicBezTo>
                  <a:cubicBezTo>
                    <a:pt x="760658" y="502358"/>
                    <a:pt x="777641" y="504886"/>
                    <a:pt x="791319" y="500997"/>
                  </a:cubicBezTo>
                  <a:cubicBezTo>
                    <a:pt x="802792" y="497724"/>
                    <a:pt x="813228" y="488389"/>
                    <a:pt x="824928" y="486056"/>
                  </a:cubicBezTo>
                  <a:cubicBezTo>
                    <a:pt x="839156" y="483204"/>
                    <a:pt x="858408" y="485732"/>
                    <a:pt x="871631" y="480449"/>
                  </a:cubicBezTo>
                  <a:cubicBezTo>
                    <a:pt x="886831" y="474356"/>
                    <a:pt x="884206" y="452544"/>
                    <a:pt x="903393" y="448687"/>
                  </a:cubicBezTo>
                  <a:cubicBezTo>
                    <a:pt x="906115" y="448136"/>
                    <a:pt x="908838" y="447715"/>
                    <a:pt x="911593" y="447326"/>
                  </a:cubicBezTo>
                  <a:cubicBezTo>
                    <a:pt x="913181" y="438705"/>
                    <a:pt x="914963" y="430537"/>
                    <a:pt x="916487" y="424412"/>
                  </a:cubicBezTo>
                  <a:cubicBezTo>
                    <a:pt x="919047" y="414170"/>
                    <a:pt x="931428" y="400752"/>
                    <a:pt x="931428" y="390802"/>
                  </a:cubicBezTo>
                  <a:cubicBezTo>
                    <a:pt x="931428" y="376088"/>
                    <a:pt x="909324" y="372815"/>
                    <a:pt x="914607" y="351586"/>
                  </a:cubicBezTo>
                  <a:cubicBezTo>
                    <a:pt x="916681" y="343224"/>
                    <a:pt x="949156" y="338038"/>
                    <a:pt x="940762" y="325431"/>
                  </a:cubicBezTo>
                  <a:cubicBezTo>
                    <a:pt x="936095" y="318430"/>
                    <a:pt x="924395" y="320731"/>
                    <a:pt x="920214" y="312370"/>
                  </a:cubicBezTo>
                  <a:cubicBezTo>
                    <a:pt x="914413" y="300734"/>
                    <a:pt x="905759" y="288581"/>
                    <a:pt x="895939" y="278760"/>
                  </a:cubicBezTo>
                  <a:cubicBezTo>
                    <a:pt x="891563" y="274385"/>
                    <a:pt x="879118" y="268194"/>
                    <a:pt x="879118" y="260092"/>
                  </a:cubicBezTo>
                  <a:cubicBezTo>
                    <a:pt x="879118" y="247646"/>
                    <a:pt x="905565" y="238831"/>
                    <a:pt x="903393" y="230210"/>
                  </a:cubicBezTo>
                  <a:cubicBezTo>
                    <a:pt x="898629" y="211152"/>
                    <a:pt x="844536" y="218283"/>
                    <a:pt x="830567" y="207782"/>
                  </a:cubicBezTo>
                  <a:cubicBezTo>
                    <a:pt x="820682" y="200360"/>
                    <a:pt x="840452" y="178159"/>
                    <a:pt x="838054" y="168566"/>
                  </a:cubicBezTo>
                  <a:cubicBezTo>
                    <a:pt x="835461" y="158259"/>
                    <a:pt x="819159" y="157190"/>
                    <a:pt x="811899" y="151745"/>
                  </a:cubicBezTo>
                  <a:cubicBezTo>
                    <a:pt x="811218" y="151258"/>
                    <a:pt x="810603" y="150675"/>
                    <a:pt x="809987" y="150027"/>
                  </a:cubicBezTo>
                  <a:cubicBezTo>
                    <a:pt x="800393" y="159393"/>
                    <a:pt x="792258" y="168792"/>
                    <a:pt x="789471" y="17229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1" name="Freeform: Shape 230">
              <a:extLst>
                <a:ext uri="{FF2B5EF4-FFF2-40B4-BE49-F238E27FC236}">
                  <a16:creationId xmlns:a16="http://schemas.microsoft.com/office/drawing/2014/main" id="{9041E504-BC4B-C514-7E04-7FDB74A5C722}"/>
                </a:ext>
              </a:extLst>
            </p:cNvPr>
            <p:cNvSpPr/>
            <p:nvPr/>
          </p:nvSpPr>
          <p:spPr>
            <a:xfrm>
              <a:off x="4666433" y="4388350"/>
              <a:ext cx="1182369" cy="1443704"/>
            </a:xfrm>
            <a:custGeom>
              <a:avLst/>
              <a:gdLst>
                <a:gd name="connsiteX0" fmla="*/ 521562 w 1182369"/>
                <a:gd name="connsiteY0" fmla="*/ 1356554 h 1443704"/>
                <a:gd name="connsiteX1" fmla="*/ 583563 w 1182369"/>
                <a:gd name="connsiteY1" fmla="*/ 1390066 h 1443704"/>
                <a:gd name="connsiteX2" fmla="*/ 596981 w 1182369"/>
                <a:gd name="connsiteY2" fmla="*/ 1425263 h 1443704"/>
                <a:gd name="connsiteX3" fmla="*/ 618760 w 1182369"/>
                <a:gd name="connsiteY3" fmla="*/ 1430287 h 1443704"/>
                <a:gd name="connsiteX4" fmla="*/ 667343 w 1182369"/>
                <a:gd name="connsiteY4" fmla="*/ 1443705 h 1443704"/>
                <a:gd name="connsiteX5" fmla="*/ 719297 w 1182369"/>
                <a:gd name="connsiteY5" fmla="*/ 1400145 h 1443704"/>
                <a:gd name="connsiteX6" fmla="*/ 717611 w 1182369"/>
                <a:gd name="connsiteY6" fmla="*/ 1364948 h 1443704"/>
                <a:gd name="connsiteX7" fmla="*/ 762856 w 1182369"/>
                <a:gd name="connsiteY7" fmla="*/ 1307971 h 1443704"/>
                <a:gd name="connsiteX8" fmla="*/ 818148 w 1182369"/>
                <a:gd name="connsiteY8" fmla="*/ 1299576 h 1443704"/>
                <a:gd name="connsiteX9" fmla="*/ 858369 w 1182369"/>
                <a:gd name="connsiteY9" fmla="*/ 1307971 h 1443704"/>
                <a:gd name="connsiteX10" fmla="*/ 900275 w 1182369"/>
                <a:gd name="connsiteY10" fmla="*/ 1284506 h 1443704"/>
                <a:gd name="connsiteX11" fmla="*/ 953914 w 1182369"/>
                <a:gd name="connsiteY11" fmla="*/ 1314680 h 1443704"/>
                <a:gd name="connsiteX12" fmla="*/ 989112 w 1182369"/>
                <a:gd name="connsiteY12" fmla="*/ 1287876 h 1443704"/>
                <a:gd name="connsiteX13" fmla="*/ 992482 w 1182369"/>
                <a:gd name="connsiteY13" fmla="*/ 1239261 h 1443704"/>
                <a:gd name="connsiteX14" fmla="*/ 1009238 w 1182369"/>
                <a:gd name="connsiteY14" fmla="*/ 1135354 h 1443704"/>
                <a:gd name="connsiteX15" fmla="*/ 994135 w 1182369"/>
                <a:gd name="connsiteY15" fmla="*/ 1086771 h 1443704"/>
                <a:gd name="connsiteX16" fmla="*/ 948891 w 1182369"/>
                <a:gd name="connsiteY16" fmla="*/ 1054944 h 1443704"/>
                <a:gd name="connsiteX17" fmla="*/ 873472 w 1182369"/>
                <a:gd name="connsiteY17" fmla="*/ 1023118 h 1443704"/>
                <a:gd name="connsiteX18" fmla="*/ 871787 w 1182369"/>
                <a:gd name="connsiteY18" fmla="*/ 1002991 h 1443704"/>
                <a:gd name="connsiteX19" fmla="*/ 933788 w 1182369"/>
                <a:gd name="connsiteY19" fmla="*/ 951037 h 1443704"/>
                <a:gd name="connsiteX20" fmla="*/ 960591 w 1182369"/>
                <a:gd name="connsiteY20" fmla="*/ 889037 h 1443704"/>
                <a:gd name="connsiteX21" fmla="*/ 1014230 w 1182369"/>
                <a:gd name="connsiteY21" fmla="*/ 895745 h 1443704"/>
                <a:gd name="connsiteX22" fmla="*/ 1039380 w 1182369"/>
                <a:gd name="connsiteY22" fmla="*/ 867257 h 1443704"/>
                <a:gd name="connsiteX23" fmla="*/ 1104751 w 1182369"/>
                <a:gd name="connsiteY23" fmla="*/ 862233 h 1443704"/>
                <a:gd name="connsiteX24" fmla="*/ 1129902 w 1182369"/>
                <a:gd name="connsiteY24" fmla="*/ 835430 h 1443704"/>
                <a:gd name="connsiteX25" fmla="*/ 1180170 w 1182369"/>
                <a:gd name="connsiteY25" fmla="*/ 828721 h 1443704"/>
                <a:gd name="connsiteX26" fmla="*/ 1165067 w 1182369"/>
                <a:gd name="connsiteY26" fmla="*/ 765035 h 1443704"/>
                <a:gd name="connsiteX27" fmla="*/ 1151649 w 1182369"/>
                <a:gd name="connsiteY27" fmla="*/ 689616 h 1443704"/>
                <a:gd name="connsiteX28" fmla="*/ 1121475 w 1182369"/>
                <a:gd name="connsiteY28" fmla="*/ 671175 h 1443704"/>
                <a:gd name="connsiteX29" fmla="*/ 1081254 w 1182369"/>
                <a:gd name="connsiteY29" fmla="*/ 646025 h 1443704"/>
                <a:gd name="connsiteX30" fmla="*/ 1004150 w 1182369"/>
                <a:gd name="connsiteY30" fmla="*/ 617536 h 1443704"/>
                <a:gd name="connsiteX31" fmla="*/ 999127 w 1182369"/>
                <a:gd name="connsiteY31" fmla="*/ 543803 h 1443704"/>
                <a:gd name="connsiteX32" fmla="*/ 975662 w 1182369"/>
                <a:gd name="connsiteY32" fmla="*/ 508606 h 1443704"/>
                <a:gd name="connsiteX33" fmla="*/ 975662 w 1182369"/>
                <a:gd name="connsiteY33" fmla="*/ 471723 h 1443704"/>
                <a:gd name="connsiteX34" fmla="*/ 916999 w 1182369"/>
                <a:gd name="connsiteY34" fmla="*/ 392966 h 1443704"/>
                <a:gd name="connsiteX35" fmla="*/ 876778 w 1182369"/>
                <a:gd name="connsiteY35" fmla="*/ 418116 h 1443704"/>
                <a:gd name="connsiteX36" fmla="*/ 848289 w 1182369"/>
                <a:gd name="connsiteY36" fmla="*/ 399674 h 1443704"/>
                <a:gd name="connsiteX37" fmla="*/ 754429 w 1182369"/>
                <a:gd name="connsiteY37" fmla="*/ 416431 h 1443704"/>
                <a:gd name="connsiteX38" fmla="*/ 724256 w 1182369"/>
                <a:gd name="connsiteY38" fmla="*/ 404698 h 1443704"/>
                <a:gd name="connsiteX39" fmla="*/ 648837 w 1182369"/>
                <a:gd name="connsiteY39" fmla="*/ 357768 h 1443704"/>
                <a:gd name="connsiteX40" fmla="*/ 623687 w 1182369"/>
                <a:gd name="connsiteY40" fmla="*/ 297453 h 1443704"/>
                <a:gd name="connsiteX41" fmla="*/ 618663 w 1182369"/>
                <a:gd name="connsiteY41" fmla="*/ 275673 h 1443704"/>
                <a:gd name="connsiteX42" fmla="*/ 734303 w 1182369"/>
                <a:gd name="connsiteY42" fmla="*/ 223720 h 1443704"/>
                <a:gd name="connsiteX43" fmla="*/ 796303 w 1182369"/>
                <a:gd name="connsiteY43" fmla="*/ 222034 h 1443704"/>
                <a:gd name="connsiteX44" fmla="*/ 797989 w 1182369"/>
                <a:gd name="connsiteY44" fmla="*/ 166710 h 1443704"/>
                <a:gd name="connsiteX45" fmla="*/ 782918 w 1182369"/>
                <a:gd name="connsiteY45" fmla="*/ 144930 h 1443704"/>
                <a:gd name="connsiteX46" fmla="*/ 779547 w 1182369"/>
                <a:gd name="connsiteY46" fmla="*/ 96347 h 1443704"/>
                <a:gd name="connsiteX47" fmla="*/ 770991 w 1182369"/>
                <a:gd name="connsiteY47" fmla="*/ 67891 h 1443704"/>
                <a:gd name="connsiteX48" fmla="*/ 746813 w 1182369"/>
                <a:gd name="connsiteY48" fmla="*/ 52270 h 1443704"/>
                <a:gd name="connsiteX49" fmla="*/ 710449 w 1182369"/>
                <a:gd name="connsiteY49" fmla="*/ 56094 h 1443704"/>
                <a:gd name="connsiteX50" fmla="*/ 647281 w 1182369"/>
                <a:gd name="connsiteY50" fmla="*/ 35028 h 1443704"/>
                <a:gd name="connsiteX51" fmla="*/ 595619 w 1182369"/>
                <a:gd name="connsiteY51" fmla="*/ 576 h 1443704"/>
                <a:gd name="connsiteX52" fmla="*/ 586026 w 1182369"/>
                <a:gd name="connsiteY52" fmla="*/ 36940 h 1443704"/>
                <a:gd name="connsiteX53" fmla="*/ 553486 w 1182369"/>
                <a:gd name="connsiteY53" fmla="*/ 73304 h 1443704"/>
                <a:gd name="connsiteX54" fmla="*/ 547750 w 1182369"/>
                <a:gd name="connsiteY54" fmla="*/ 142208 h 1443704"/>
                <a:gd name="connsiteX55" fmla="*/ 507561 w 1182369"/>
                <a:gd name="connsiteY55" fmla="*/ 128823 h 1443704"/>
                <a:gd name="connsiteX56" fmla="*/ 455899 w 1182369"/>
                <a:gd name="connsiteY56" fmla="*/ 113525 h 1443704"/>
                <a:gd name="connsiteX57" fmla="*/ 429096 w 1182369"/>
                <a:gd name="connsiteY57" fmla="*/ 119262 h 1443704"/>
                <a:gd name="connsiteX58" fmla="*/ 364049 w 1182369"/>
                <a:gd name="connsiteY58" fmla="*/ 111613 h 1443704"/>
                <a:gd name="connsiteX59" fmla="*/ 350145 w 1182369"/>
                <a:gd name="connsiteY59" fmla="*/ 95343 h 1443704"/>
                <a:gd name="connsiteX60" fmla="*/ 315012 w 1182369"/>
                <a:gd name="connsiteY60" fmla="*/ 112715 h 1443704"/>
                <a:gd name="connsiteX61" fmla="*/ 257192 w 1182369"/>
                <a:gd name="connsiteY61" fmla="*/ 146940 h 1443704"/>
                <a:gd name="connsiteX62" fmla="*/ 239496 w 1182369"/>
                <a:gd name="connsiteY62" fmla="*/ 209459 h 1443704"/>
                <a:gd name="connsiteX63" fmla="*/ 189941 w 1182369"/>
                <a:gd name="connsiteY63" fmla="*/ 242485 h 1443704"/>
                <a:gd name="connsiteX64" fmla="*/ 99095 w 1182369"/>
                <a:gd name="connsiteY64" fmla="*/ 228322 h 1443704"/>
                <a:gd name="connsiteX65" fmla="*/ 21213 w 1182369"/>
                <a:gd name="connsiteY65" fmla="*/ 218891 h 1443704"/>
                <a:gd name="connsiteX66" fmla="*/ 22380 w 1182369"/>
                <a:gd name="connsiteY66" fmla="*/ 266080 h 1443704"/>
                <a:gd name="connsiteX67" fmla="*/ 80200 w 1182369"/>
                <a:gd name="connsiteY67" fmla="*/ 362824 h 1443704"/>
                <a:gd name="connsiteX68" fmla="*/ 93164 w 1182369"/>
                <a:gd name="connsiteY68" fmla="*/ 464268 h 1443704"/>
                <a:gd name="connsiteX69" fmla="*/ 58939 w 1182369"/>
                <a:gd name="connsiteY69" fmla="*/ 533885 h 1443704"/>
                <a:gd name="connsiteX70" fmla="*/ 106128 w 1182369"/>
                <a:gd name="connsiteY70" fmla="*/ 551581 h 1443704"/>
                <a:gd name="connsiteX71" fmla="*/ 196974 w 1182369"/>
                <a:gd name="connsiteY71" fmla="*/ 526820 h 1443704"/>
                <a:gd name="connsiteX72" fmla="*/ 286621 w 1182369"/>
                <a:gd name="connsiteY72" fmla="*/ 490229 h 1443704"/>
                <a:gd name="connsiteX73" fmla="*/ 397528 w 1182369"/>
                <a:gd name="connsiteY73" fmla="*/ 421811 h 1443704"/>
                <a:gd name="connsiteX74" fmla="*/ 424656 w 1182369"/>
                <a:gd name="connsiteY74" fmla="*/ 466634 h 1443704"/>
                <a:gd name="connsiteX75" fmla="*/ 491907 w 1182369"/>
                <a:gd name="connsiteY75" fmla="*/ 492595 h 1443704"/>
                <a:gd name="connsiteX76" fmla="*/ 491907 w 1182369"/>
                <a:gd name="connsiteY76" fmla="*/ 447772 h 1443704"/>
                <a:gd name="connsiteX77" fmla="*/ 529665 w 1182369"/>
                <a:gd name="connsiteY77" fmla="*/ 372256 h 1443704"/>
                <a:gd name="connsiteX78" fmla="*/ 540295 w 1182369"/>
                <a:gd name="connsiteY78" fmla="*/ 417079 h 1443704"/>
                <a:gd name="connsiteX79" fmla="*/ 543828 w 1182369"/>
                <a:gd name="connsiteY79" fmla="*/ 471334 h 1443704"/>
                <a:gd name="connsiteX80" fmla="*/ 562691 w 1182369"/>
                <a:gd name="connsiteY80" fmla="*/ 533853 h 1443704"/>
                <a:gd name="connsiteX81" fmla="*/ 657069 w 1182369"/>
                <a:gd name="connsiteY81" fmla="*/ 590473 h 1443704"/>
                <a:gd name="connsiteX82" fmla="*/ 573289 w 1182369"/>
                <a:gd name="connsiteY82" fmla="*/ 585774 h 1443704"/>
                <a:gd name="connsiteX83" fmla="*/ 522567 w 1182369"/>
                <a:gd name="connsiteY83" fmla="*/ 558647 h 1443704"/>
                <a:gd name="connsiteX84" fmla="*/ 454149 w 1182369"/>
                <a:gd name="connsiteY84" fmla="*/ 531519 h 1443704"/>
                <a:gd name="connsiteX85" fmla="*/ 375100 w 1182369"/>
                <a:gd name="connsiteY85" fmla="*/ 481964 h 1443704"/>
                <a:gd name="connsiteX86" fmla="*/ 391630 w 1182369"/>
                <a:gd name="connsiteY86" fmla="*/ 526788 h 1443704"/>
                <a:gd name="connsiteX87" fmla="*/ 445917 w 1182369"/>
                <a:gd name="connsiteY87" fmla="*/ 595206 h 1443704"/>
                <a:gd name="connsiteX88" fmla="*/ 467145 w 1182369"/>
                <a:gd name="connsiteY88" fmla="*/ 686051 h 1443704"/>
                <a:gd name="connsiteX89" fmla="*/ 489573 w 1182369"/>
                <a:gd name="connsiteY89" fmla="*/ 814655 h 1443704"/>
                <a:gd name="connsiteX90" fmla="*/ 478975 w 1182369"/>
                <a:gd name="connsiteY90" fmla="*/ 920831 h 1443704"/>
                <a:gd name="connsiteX91" fmla="*/ 451848 w 1182369"/>
                <a:gd name="connsiteY91" fmla="*/ 1042337 h 1443704"/>
                <a:gd name="connsiteX92" fmla="*/ 417039 w 1182369"/>
                <a:gd name="connsiteY92" fmla="*/ 1140766 h 1443704"/>
                <a:gd name="connsiteX93" fmla="*/ 426924 w 1182369"/>
                <a:gd name="connsiteY93" fmla="*/ 1219783 h 1443704"/>
                <a:gd name="connsiteX94" fmla="*/ 469090 w 1182369"/>
                <a:gd name="connsiteY94" fmla="*/ 1268593 h 1443704"/>
                <a:gd name="connsiteX95" fmla="*/ 470127 w 1182369"/>
                <a:gd name="connsiteY95" fmla="*/ 1355905 h 1443704"/>
                <a:gd name="connsiteX96" fmla="*/ 470127 w 1182369"/>
                <a:gd name="connsiteY96" fmla="*/ 1356133 h 1443704"/>
                <a:gd name="connsiteX97" fmla="*/ 521465 w 1182369"/>
                <a:gd name="connsiteY97" fmla="*/ 1356683 h 14437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182369" h="1443704">
                  <a:moveTo>
                    <a:pt x="521562" y="1356554"/>
                  </a:moveTo>
                  <a:cubicBezTo>
                    <a:pt x="540846" y="1363003"/>
                    <a:pt x="572219" y="1371171"/>
                    <a:pt x="583563" y="1390066"/>
                  </a:cubicBezTo>
                  <a:cubicBezTo>
                    <a:pt x="589332" y="1399659"/>
                    <a:pt x="588975" y="1417258"/>
                    <a:pt x="596981" y="1425263"/>
                  </a:cubicBezTo>
                  <a:cubicBezTo>
                    <a:pt x="602523" y="1430805"/>
                    <a:pt x="612311" y="1427694"/>
                    <a:pt x="618760" y="1430287"/>
                  </a:cubicBezTo>
                  <a:cubicBezTo>
                    <a:pt x="634641" y="1436639"/>
                    <a:pt x="649323" y="1443705"/>
                    <a:pt x="667343" y="1443705"/>
                  </a:cubicBezTo>
                  <a:cubicBezTo>
                    <a:pt x="697809" y="1443705"/>
                    <a:pt x="714435" y="1429282"/>
                    <a:pt x="719297" y="1400145"/>
                  </a:cubicBezTo>
                  <a:cubicBezTo>
                    <a:pt x="720950" y="1390293"/>
                    <a:pt x="714273" y="1373342"/>
                    <a:pt x="717611" y="1364948"/>
                  </a:cubicBezTo>
                  <a:cubicBezTo>
                    <a:pt x="724126" y="1348646"/>
                    <a:pt x="747721" y="1316624"/>
                    <a:pt x="762856" y="1307971"/>
                  </a:cubicBezTo>
                  <a:cubicBezTo>
                    <a:pt x="783534" y="1296174"/>
                    <a:pt x="796077" y="1295169"/>
                    <a:pt x="818148" y="1299576"/>
                  </a:cubicBezTo>
                  <a:cubicBezTo>
                    <a:pt x="829265" y="1301813"/>
                    <a:pt x="846604" y="1312670"/>
                    <a:pt x="858369" y="1307971"/>
                  </a:cubicBezTo>
                  <a:cubicBezTo>
                    <a:pt x="873829" y="1301781"/>
                    <a:pt x="879889" y="1279417"/>
                    <a:pt x="900275" y="1284506"/>
                  </a:cubicBezTo>
                  <a:cubicBezTo>
                    <a:pt x="922703" y="1290113"/>
                    <a:pt x="921407" y="1330917"/>
                    <a:pt x="953914" y="1314680"/>
                  </a:cubicBezTo>
                  <a:cubicBezTo>
                    <a:pt x="964480" y="1309397"/>
                    <a:pt x="984347" y="1299771"/>
                    <a:pt x="989112" y="1287876"/>
                  </a:cubicBezTo>
                  <a:cubicBezTo>
                    <a:pt x="994686" y="1273972"/>
                    <a:pt x="990992" y="1254072"/>
                    <a:pt x="992482" y="1239261"/>
                  </a:cubicBezTo>
                  <a:cubicBezTo>
                    <a:pt x="996112" y="1202800"/>
                    <a:pt x="1009238" y="1170130"/>
                    <a:pt x="1009238" y="1135354"/>
                  </a:cubicBezTo>
                  <a:cubicBezTo>
                    <a:pt x="1009238" y="1122066"/>
                    <a:pt x="1004766" y="1095230"/>
                    <a:pt x="994135" y="1086771"/>
                  </a:cubicBezTo>
                  <a:cubicBezTo>
                    <a:pt x="980588" y="1075946"/>
                    <a:pt x="964739" y="1061718"/>
                    <a:pt x="948891" y="1054944"/>
                  </a:cubicBezTo>
                  <a:cubicBezTo>
                    <a:pt x="920078" y="1042596"/>
                    <a:pt x="878398" y="1067455"/>
                    <a:pt x="873472" y="1023118"/>
                  </a:cubicBezTo>
                  <a:cubicBezTo>
                    <a:pt x="872791" y="1017121"/>
                    <a:pt x="870037" y="1009181"/>
                    <a:pt x="871787" y="1002991"/>
                  </a:cubicBezTo>
                  <a:cubicBezTo>
                    <a:pt x="880343" y="973044"/>
                    <a:pt x="916027" y="972331"/>
                    <a:pt x="933788" y="951037"/>
                  </a:cubicBezTo>
                  <a:cubicBezTo>
                    <a:pt x="948405" y="933503"/>
                    <a:pt x="941501" y="903362"/>
                    <a:pt x="960591" y="889037"/>
                  </a:cubicBezTo>
                  <a:cubicBezTo>
                    <a:pt x="976731" y="876915"/>
                    <a:pt x="994719" y="915224"/>
                    <a:pt x="1014230" y="895745"/>
                  </a:cubicBezTo>
                  <a:cubicBezTo>
                    <a:pt x="1025606" y="884402"/>
                    <a:pt x="1017860" y="870336"/>
                    <a:pt x="1039380" y="867257"/>
                  </a:cubicBezTo>
                  <a:cubicBezTo>
                    <a:pt x="1054742" y="865053"/>
                    <a:pt x="1091949" y="869882"/>
                    <a:pt x="1104751" y="862233"/>
                  </a:cubicBezTo>
                  <a:cubicBezTo>
                    <a:pt x="1113048" y="857242"/>
                    <a:pt x="1122869" y="837180"/>
                    <a:pt x="1129902" y="835430"/>
                  </a:cubicBezTo>
                  <a:cubicBezTo>
                    <a:pt x="1140111" y="832869"/>
                    <a:pt x="1174919" y="841880"/>
                    <a:pt x="1180170" y="828721"/>
                  </a:cubicBezTo>
                  <a:cubicBezTo>
                    <a:pt x="1189115" y="806391"/>
                    <a:pt x="1168081" y="786004"/>
                    <a:pt x="1165067" y="765035"/>
                  </a:cubicBezTo>
                  <a:cubicBezTo>
                    <a:pt x="1161275" y="738459"/>
                    <a:pt x="1169701" y="713665"/>
                    <a:pt x="1151649" y="689616"/>
                  </a:cubicBezTo>
                  <a:cubicBezTo>
                    <a:pt x="1143611" y="678889"/>
                    <a:pt x="1132721" y="676814"/>
                    <a:pt x="1121475" y="671175"/>
                  </a:cubicBezTo>
                  <a:cubicBezTo>
                    <a:pt x="1107733" y="664304"/>
                    <a:pt x="1095709" y="650854"/>
                    <a:pt x="1081254" y="646025"/>
                  </a:cubicBezTo>
                  <a:cubicBezTo>
                    <a:pt x="1051955" y="636269"/>
                    <a:pt x="1030208" y="639834"/>
                    <a:pt x="1004150" y="617536"/>
                  </a:cubicBezTo>
                  <a:cubicBezTo>
                    <a:pt x="982921" y="599322"/>
                    <a:pt x="1003016" y="567203"/>
                    <a:pt x="999127" y="543803"/>
                  </a:cubicBezTo>
                  <a:cubicBezTo>
                    <a:pt x="996955" y="530871"/>
                    <a:pt x="981463" y="520208"/>
                    <a:pt x="975662" y="508606"/>
                  </a:cubicBezTo>
                  <a:cubicBezTo>
                    <a:pt x="969471" y="496257"/>
                    <a:pt x="978708" y="483877"/>
                    <a:pt x="975662" y="471723"/>
                  </a:cubicBezTo>
                  <a:cubicBezTo>
                    <a:pt x="969406" y="446702"/>
                    <a:pt x="940367" y="404633"/>
                    <a:pt x="916999" y="392966"/>
                  </a:cubicBezTo>
                  <a:cubicBezTo>
                    <a:pt x="894960" y="381946"/>
                    <a:pt x="895122" y="424209"/>
                    <a:pt x="876778" y="418116"/>
                  </a:cubicBezTo>
                  <a:cubicBezTo>
                    <a:pt x="866245" y="414616"/>
                    <a:pt x="859017" y="403985"/>
                    <a:pt x="848289" y="399674"/>
                  </a:cubicBezTo>
                  <a:cubicBezTo>
                    <a:pt x="817856" y="387489"/>
                    <a:pt x="780811" y="409851"/>
                    <a:pt x="754429" y="416431"/>
                  </a:cubicBezTo>
                  <a:cubicBezTo>
                    <a:pt x="743216" y="419250"/>
                    <a:pt x="734368" y="407226"/>
                    <a:pt x="724256" y="404698"/>
                  </a:cubicBezTo>
                  <a:cubicBezTo>
                    <a:pt x="698911" y="398346"/>
                    <a:pt x="665917" y="379094"/>
                    <a:pt x="648837" y="357768"/>
                  </a:cubicBezTo>
                  <a:cubicBezTo>
                    <a:pt x="636165" y="341920"/>
                    <a:pt x="632729" y="315505"/>
                    <a:pt x="623687" y="297453"/>
                  </a:cubicBezTo>
                  <a:cubicBezTo>
                    <a:pt x="620478" y="291036"/>
                    <a:pt x="613251" y="283744"/>
                    <a:pt x="618663" y="275673"/>
                  </a:cubicBezTo>
                  <a:cubicBezTo>
                    <a:pt x="637331" y="247703"/>
                    <a:pt x="702606" y="229003"/>
                    <a:pt x="734303" y="223720"/>
                  </a:cubicBezTo>
                  <a:cubicBezTo>
                    <a:pt x="748174" y="221418"/>
                    <a:pt x="788201" y="235550"/>
                    <a:pt x="796303" y="222034"/>
                  </a:cubicBezTo>
                  <a:cubicBezTo>
                    <a:pt x="801554" y="213284"/>
                    <a:pt x="802170" y="175104"/>
                    <a:pt x="797989" y="166710"/>
                  </a:cubicBezTo>
                  <a:cubicBezTo>
                    <a:pt x="794294" y="159321"/>
                    <a:pt x="784701" y="153940"/>
                    <a:pt x="782918" y="144930"/>
                  </a:cubicBezTo>
                  <a:cubicBezTo>
                    <a:pt x="779807" y="129374"/>
                    <a:pt x="784571" y="111386"/>
                    <a:pt x="779547" y="96347"/>
                  </a:cubicBezTo>
                  <a:cubicBezTo>
                    <a:pt x="776566" y="87435"/>
                    <a:pt x="774135" y="77258"/>
                    <a:pt x="770991" y="67891"/>
                  </a:cubicBezTo>
                  <a:cubicBezTo>
                    <a:pt x="762629" y="63743"/>
                    <a:pt x="755726" y="54052"/>
                    <a:pt x="746813" y="52270"/>
                  </a:cubicBezTo>
                  <a:cubicBezTo>
                    <a:pt x="734335" y="49774"/>
                    <a:pt x="721306" y="58265"/>
                    <a:pt x="710449" y="56094"/>
                  </a:cubicBezTo>
                  <a:cubicBezTo>
                    <a:pt x="693433" y="52691"/>
                    <a:pt x="661445" y="43551"/>
                    <a:pt x="647281" y="35028"/>
                  </a:cubicBezTo>
                  <a:cubicBezTo>
                    <a:pt x="632826" y="26341"/>
                    <a:pt x="616297" y="-4578"/>
                    <a:pt x="595619" y="576"/>
                  </a:cubicBezTo>
                  <a:cubicBezTo>
                    <a:pt x="590142" y="1936"/>
                    <a:pt x="588878" y="29874"/>
                    <a:pt x="586026" y="36940"/>
                  </a:cubicBezTo>
                  <a:cubicBezTo>
                    <a:pt x="580127" y="51719"/>
                    <a:pt x="556176" y="59821"/>
                    <a:pt x="553486" y="73304"/>
                  </a:cubicBezTo>
                  <a:cubicBezTo>
                    <a:pt x="548916" y="96088"/>
                    <a:pt x="578410" y="121757"/>
                    <a:pt x="547750" y="142208"/>
                  </a:cubicBezTo>
                  <a:cubicBezTo>
                    <a:pt x="537767" y="148852"/>
                    <a:pt x="519780" y="128823"/>
                    <a:pt x="507561" y="128823"/>
                  </a:cubicBezTo>
                  <a:cubicBezTo>
                    <a:pt x="482443" y="128823"/>
                    <a:pt x="476091" y="123605"/>
                    <a:pt x="455899" y="113525"/>
                  </a:cubicBezTo>
                  <a:cubicBezTo>
                    <a:pt x="447310" y="109214"/>
                    <a:pt x="437004" y="117674"/>
                    <a:pt x="429096" y="119262"/>
                  </a:cubicBezTo>
                  <a:cubicBezTo>
                    <a:pt x="409877" y="123086"/>
                    <a:pt x="380740" y="124123"/>
                    <a:pt x="364049" y="111613"/>
                  </a:cubicBezTo>
                  <a:cubicBezTo>
                    <a:pt x="359090" y="107918"/>
                    <a:pt x="354650" y="101598"/>
                    <a:pt x="350145" y="95343"/>
                  </a:cubicBezTo>
                  <a:cubicBezTo>
                    <a:pt x="359025" y="130540"/>
                    <a:pt x="333907" y="104936"/>
                    <a:pt x="315012" y="112715"/>
                  </a:cubicBezTo>
                  <a:cubicBezTo>
                    <a:pt x="294950" y="120979"/>
                    <a:pt x="278453" y="129244"/>
                    <a:pt x="257192" y="146940"/>
                  </a:cubicBezTo>
                  <a:cubicBezTo>
                    <a:pt x="235963" y="164636"/>
                    <a:pt x="245395" y="163469"/>
                    <a:pt x="239496" y="209459"/>
                  </a:cubicBezTo>
                  <a:cubicBezTo>
                    <a:pt x="233597" y="255482"/>
                    <a:pt x="217068" y="222456"/>
                    <a:pt x="189941" y="242485"/>
                  </a:cubicBezTo>
                  <a:cubicBezTo>
                    <a:pt x="162814" y="262547"/>
                    <a:pt x="151016" y="236586"/>
                    <a:pt x="99095" y="228322"/>
                  </a:cubicBezTo>
                  <a:cubicBezTo>
                    <a:pt x="47174" y="220057"/>
                    <a:pt x="57804" y="228322"/>
                    <a:pt x="21213" y="218891"/>
                  </a:cubicBezTo>
                  <a:cubicBezTo>
                    <a:pt x="-15378" y="209459"/>
                    <a:pt x="2351" y="231855"/>
                    <a:pt x="22380" y="266080"/>
                  </a:cubicBezTo>
                  <a:cubicBezTo>
                    <a:pt x="42442" y="300305"/>
                    <a:pt x="61305" y="319168"/>
                    <a:pt x="80200" y="362824"/>
                  </a:cubicBezTo>
                  <a:cubicBezTo>
                    <a:pt x="99063" y="406481"/>
                    <a:pt x="93164" y="425344"/>
                    <a:pt x="93164" y="464268"/>
                  </a:cubicBezTo>
                  <a:cubicBezTo>
                    <a:pt x="93164" y="503193"/>
                    <a:pt x="84899" y="502026"/>
                    <a:pt x="58939" y="533885"/>
                  </a:cubicBezTo>
                  <a:cubicBezTo>
                    <a:pt x="32978" y="565745"/>
                    <a:pt x="70736" y="576343"/>
                    <a:pt x="106128" y="551581"/>
                  </a:cubicBezTo>
                  <a:cubicBezTo>
                    <a:pt x="141520" y="526820"/>
                    <a:pt x="152151" y="519722"/>
                    <a:pt x="196974" y="526820"/>
                  </a:cubicBezTo>
                  <a:cubicBezTo>
                    <a:pt x="241797" y="533885"/>
                    <a:pt x="255960" y="512657"/>
                    <a:pt x="286621" y="490229"/>
                  </a:cubicBezTo>
                  <a:cubicBezTo>
                    <a:pt x="317281" y="467801"/>
                    <a:pt x="353872" y="447772"/>
                    <a:pt x="397528" y="421811"/>
                  </a:cubicBezTo>
                  <a:cubicBezTo>
                    <a:pt x="441185" y="395850"/>
                    <a:pt x="414057" y="428909"/>
                    <a:pt x="424656" y="466634"/>
                  </a:cubicBezTo>
                  <a:cubicBezTo>
                    <a:pt x="435286" y="504392"/>
                    <a:pt x="454149" y="484330"/>
                    <a:pt x="491907" y="492595"/>
                  </a:cubicBezTo>
                  <a:cubicBezTo>
                    <a:pt x="529665" y="500859"/>
                    <a:pt x="509603" y="474899"/>
                    <a:pt x="491907" y="447772"/>
                  </a:cubicBezTo>
                  <a:cubicBezTo>
                    <a:pt x="474211" y="420644"/>
                    <a:pt x="506070" y="414745"/>
                    <a:pt x="529665" y="372256"/>
                  </a:cubicBezTo>
                  <a:cubicBezTo>
                    <a:pt x="553259" y="329798"/>
                    <a:pt x="544995" y="382886"/>
                    <a:pt x="540295" y="417079"/>
                  </a:cubicBezTo>
                  <a:cubicBezTo>
                    <a:pt x="535596" y="451304"/>
                    <a:pt x="559190" y="437141"/>
                    <a:pt x="543828" y="471334"/>
                  </a:cubicBezTo>
                  <a:cubicBezTo>
                    <a:pt x="528498" y="505559"/>
                    <a:pt x="541462" y="500827"/>
                    <a:pt x="562691" y="533853"/>
                  </a:cubicBezTo>
                  <a:cubicBezTo>
                    <a:pt x="583919" y="566879"/>
                    <a:pt x="609880" y="557448"/>
                    <a:pt x="657069" y="590473"/>
                  </a:cubicBezTo>
                  <a:cubicBezTo>
                    <a:pt x="686141" y="610827"/>
                    <a:pt x="603981" y="594006"/>
                    <a:pt x="573289" y="585774"/>
                  </a:cubicBezTo>
                  <a:cubicBezTo>
                    <a:pt x="542629" y="577509"/>
                    <a:pt x="543796" y="575143"/>
                    <a:pt x="522567" y="558647"/>
                  </a:cubicBezTo>
                  <a:cubicBezTo>
                    <a:pt x="501338" y="542118"/>
                    <a:pt x="488342" y="542118"/>
                    <a:pt x="454149" y="531519"/>
                  </a:cubicBezTo>
                  <a:cubicBezTo>
                    <a:pt x="419924" y="520889"/>
                    <a:pt x="412858" y="503225"/>
                    <a:pt x="375100" y="481964"/>
                  </a:cubicBezTo>
                  <a:cubicBezTo>
                    <a:pt x="337342" y="460736"/>
                    <a:pt x="366836" y="504392"/>
                    <a:pt x="391630" y="526788"/>
                  </a:cubicBezTo>
                  <a:cubicBezTo>
                    <a:pt x="416391" y="549215"/>
                    <a:pt x="424656" y="551549"/>
                    <a:pt x="445917" y="595206"/>
                  </a:cubicBezTo>
                  <a:cubicBezTo>
                    <a:pt x="467145" y="638862"/>
                    <a:pt x="470678" y="643594"/>
                    <a:pt x="467145" y="686051"/>
                  </a:cubicBezTo>
                  <a:cubicBezTo>
                    <a:pt x="463613" y="728509"/>
                    <a:pt x="486008" y="763933"/>
                    <a:pt x="489573" y="814655"/>
                  </a:cubicBezTo>
                  <a:cubicBezTo>
                    <a:pt x="493106" y="865377"/>
                    <a:pt x="486041" y="858311"/>
                    <a:pt x="478975" y="920831"/>
                  </a:cubicBezTo>
                  <a:cubicBezTo>
                    <a:pt x="471877" y="983350"/>
                    <a:pt x="467178" y="1004611"/>
                    <a:pt x="451848" y="1042337"/>
                  </a:cubicBezTo>
                  <a:cubicBezTo>
                    <a:pt x="436518" y="1080095"/>
                    <a:pt x="439337" y="1102814"/>
                    <a:pt x="417039" y="1140766"/>
                  </a:cubicBezTo>
                  <a:cubicBezTo>
                    <a:pt x="394741" y="1178719"/>
                    <a:pt x="414835" y="1195118"/>
                    <a:pt x="426924" y="1219783"/>
                  </a:cubicBezTo>
                  <a:cubicBezTo>
                    <a:pt x="439046" y="1244414"/>
                    <a:pt x="466983" y="1251739"/>
                    <a:pt x="469090" y="1268593"/>
                  </a:cubicBezTo>
                  <a:cubicBezTo>
                    <a:pt x="471197" y="1285446"/>
                    <a:pt x="473433" y="1324857"/>
                    <a:pt x="470127" y="1355905"/>
                  </a:cubicBezTo>
                  <a:cubicBezTo>
                    <a:pt x="470127" y="1355970"/>
                    <a:pt x="470127" y="1356068"/>
                    <a:pt x="470127" y="1356133"/>
                  </a:cubicBezTo>
                  <a:cubicBezTo>
                    <a:pt x="488828" y="1353086"/>
                    <a:pt x="513492" y="1354026"/>
                    <a:pt x="521465" y="135668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2" name="Freeform: Shape 231">
              <a:extLst>
                <a:ext uri="{FF2B5EF4-FFF2-40B4-BE49-F238E27FC236}">
                  <a16:creationId xmlns:a16="http://schemas.microsoft.com/office/drawing/2014/main" id="{45A2319B-8198-5ECE-C9E4-4E529ACD7FC9}"/>
                </a:ext>
              </a:extLst>
            </p:cNvPr>
            <p:cNvSpPr/>
            <p:nvPr/>
          </p:nvSpPr>
          <p:spPr>
            <a:xfrm>
              <a:off x="5117357" y="5068099"/>
              <a:ext cx="1949373" cy="1362367"/>
            </a:xfrm>
            <a:custGeom>
              <a:avLst/>
              <a:gdLst>
                <a:gd name="connsiteX0" fmla="*/ 1903467 w 1949373"/>
                <a:gd name="connsiteY0" fmla="*/ 155681 h 1362367"/>
                <a:gd name="connsiteX1" fmla="*/ 1840235 w 1949373"/>
                <a:gd name="connsiteY1" fmla="*/ 172664 h 1362367"/>
                <a:gd name="connsiteX2" fmla="*/ 1784100 w 1949373"/>
                <a:gd name="connsiteY2" fmla="*/ 169747 h 1362367"/>
                <a:gd name="connsiteX3" fmla="*/ 1756616 w 1949373"/>
                <a:gd name="connsiteY3" fmla="*/ 205852 h 1362367"/>
                <a:gd name="connsiteX4" fmla="*/ 1697954 w 1949373"/>
                <a:gd name="connsiteY4" fmla="*/ 197458 h 1362367"/>
                <a:gd name="connsiteX5" fmla="*/ 1687907 w 1949373"/>
                <a:gd name="connsiteY5" fmla="*/ 179016 h 1362367"/>
                <a:gd name="connsiteX6" fmla="*/ 1662757 w 1949373"/>
                <a:gd name="connsiteY6" fmla="*/ 143819 h 1362367"/>
                <a:gd name="connsiteX7" fmla="*/ 1654395 w 1949373"/>
                <a:gd name="connsiteY7" fmla="*/ 100260 h 1362367"/>
                <a:gd name="connsiteX8" fmla="*/ 1629244 w 1949373"/>
                <a:gd name="connsiteY8" fmla="*/ 85189 h 1362367"/>
                <a:gd name="connsiteX9" fmla="*/ 1602441 w 1949373"/>
                <a:gd name="connsiteY9" fmla="*/ 51677 h 1362367"/>
                <a:gd name="connsiteX10" fmla="*/ 1592394 w 1949373"/>
                <a:gd name="connsiteY10" fmla="*/ 1409 h 1362367"/>
                <a:gd name="connsiteX11" fmla="*/ 1537102 w 1949373"/>
                <a:gd name="connsiteY11" fmla="*/ 23188 h 1362367"/>
                <a:gd name="connsiteX12" fmla="*/ 1503590 w 1949373"/>
                <a:gd name="connsiteY12" fmla="*/ 24874 h 1362367"/>
                <a:gd name="connsiteX13" fmla="*/ 1503590 w 1949373"/>
                <a:gd name="connsiteY13" fmla="*/ 44968 h 1362367"/>
                <a:gd name="connsiteX14" fmla="*/ 1463369 w 1949373"/>
                <a:gd name="connsiteY14" fmla="*/ 105316 h 1362367"/>
                <a:gd name="connsiteX15" fmla="*/ 1377903 w 1949373"/>
                <a:gd name="connsiteY15" fmla="*/ 172372 h 1362367"/>
                <a:gd name="connsiteX16" fmla="*/ 1342706 w 1949373"/>
                <a:gd name="connsiteY16" fmla="*/ 172372 h 1362367"/>
                <a:gd name="connsiteX17" fmla="*/ 1282358 w 1949373"/>
                <a:gd name="connsiteY17" fmla="*/ 172372 h 1362367"/>
                <a:gd name="connsiteX18" fmla="*/ 1227066 w 1949373"/>
                <a:gd name="connsiteY18" fmla="*/ 145537 h 1362367"/>
                <a:gd name="connsiteX19" fmla="*/ 1170089 w 1949373"/>
                <a:gd name="connsiteY19" fmla="*/ 155584 h 1362367"/>
                <a:gd name="connsiteX20" fmla="*/ 1114797 w 1949373"/>
                <a:gd name="connsiteY20" fmla="*/ 125410 h 1362367"/>
                <a:gd name="connsiteX21" fmla="*/ 1091332 w 1949373"/>
                <a:gd name="connsiteY21" fmla="*/ 98607 h 1362367"/>
                <a:gd name="connsiteX22" fmla="*/ 1037693 w 1949373"/>
                <a:gd name="connsiteY22" fmla="*/ 105316 h 1362367"/>
                <a:gd name="connsiteX23" fmla="*/ 982402 w 1949373"/>
                <a:gd name="connsiteY23" fmla="*/ 58386 h 1362367"/>
                <a:gd name="connsiteX24" fmla="*/ 930448 w 1949373"/>
                <a:gd name="connsiteY24" fmla="*/ 41629 h 1362367"/>
                <a:gd name="connsiteX25" fmla="*/ 885203 w 1949373"/>
                <a:gd name="connsiteY25" fmla="*/ 19850 h 1362367"/>
                <a:gd name="connsiteX26" fmla="*/ 794714 w 1949373"/>
                <a:gd name="connsiteY26" fmla="*/ 24874 h 1362367"/>
                <a:gd name="connsiteX27" fmla="*/ 702669 w 1949373"/>
                <a:gd name="connsiteY27" fmla="*/ 12331 h 1362367"/>
                <a:gd name="connsiteX28" fmla="*/ 714272 w 1949373"/>
                <a:gd name="connsiteY28" fmla="*/ 85221 h 1362367"/>
                <a:gd name="connsiteX29" fmla="*/ 729375 w 1949373"/>
                <a:gd name="connsiteY29" fmla="*/ 148907 h 1362367"/>
                <a:gd name="connsiteX30" fmla="*/ 679107 w 1949373"/>
                <a:gd name="connsiteY30" fmla="*/ 155616 h 1362367"/>
                <a:gd name="connsiteX31" fmla="*/ 653957 w 1949373"/>
                <a:gd name="connsiteY31" fmla="*/ 182420 h 1362367"/>
                <a:gd name="connsiteX32" fmla="*/ 588585 w 1949373"/>
                <a:gd name="connsiteY32" fmla="*/ 187443 h 1362367"/>
                <a:gd name="connsiteX33" fmla="*/ 563435 w 1949373"/>
                <a:gd name="connsiteY33" fmla="*/ 215932 h 1362367"/>
                <a:gd name="connsiteX34" fmla="*/ 509796 w 1949373"/>
                <a:gd name="connsiteY34" fmla="*/ 209223 h 1362367"/>
                <a:gd name="connsiteX35" fmla="*/ 482993 w 1949373"/>
                <a:gd name="connsiteY35" fmla="*/ 271224 h 1362367"/>
                <a:gd name="connsiteX36" fmla="*/ 420992 w 1949373"/>
                <a:gd name="connsiteY36" fmla="*/ 323177 h 1362367"/>
                <a:gd name="connsiteX37" fmla="*/ 422677 w 1949373"/>
                <a:gd name="connsiteY37" fmla="*/ 343304 h 1362367"/>
                <a:gd name="connsiteX38" fmla="*/ 498096 w 1949373"/>
                <a:gd name="connsiteY38" fmla="*/ 375131 h 1362367"/>
                <a:gd name="connsiteX39" fmla="*/ 543340 w 1949373"/>
                <a:gd name="connsiteY39" fmla="*/ 406958 h 1362367"/>
                <a:gd name="connsiteX40" fmla="*/ 558444 w 1949373"/>
                <a:gd name="connsiteY40" fmla="*/ 455540 h 1362367"/>
                <a:gd name="connsiteX41" fmla="*/ 541688 w 1949373"/>
                <a:gd name="connsiteY41" fmla="*/ 559447 h 1362367"/>
                <a:gd name="connsiteX42" fmla="*/ 538317 w 1949373"/>
                <a:gd name="connsiteY42" fmla="*/ 608063 h 1362367"/>
                <a:gd name="connsiteX43" fmla="*/ 503119 w 1949373"/>
                <a:gd name="connsiteY43" fmla="*/ 634866 h 1362367"/>
                <a:gd name="connsiteX44" fmla="*/ 449481 w 1949373"/>
                <a:gd name="connsiteY44" fmla="*/ 604692 h 1362367"/>
                <a:gd name="connsiteX45" fmla="*/ 407574 w 1949373"/>
                <a:gd name="connsiteY45" fmla="*/ 628157 h 1362367"/>
                <a:gd name="connsiteX46" fmla="*/ 367353 w 1949373"/>
                <a:gd name="connsiteY46" fmla="*/ 619763 h 1362367"/>
                <a:gd name="connsiteX47" fmla="*/ 312061 w 1949373"/>
                <a:gd name="connsiteY47" fmla="*/ 628157 h 1362367"/>
                <a:gd name="connsiteX48" fmla="*/ 266817 w 1949373"/>
                <a:gd name="connsiteY48" fmla="*/ 685134 h 1362367"/>
                <a:gd name="connsiteX49" fmla="*/ 268502 w 1949373"/>
                <a:gd name="connsiteY49" fmla="*/ 720332 h 1362367"/>
                <a:gd name="connsiteX50" fmla="*/ 216548 w 1949373"/>
                <a:gd name="connsiteY50" fmla="*/ 763891 h 1362367"/>
                <a:gd name="connsiteX51" fmla="*/ 167965 w 1949373"/>
                <a:gd name="connsiteY51" fmla="*/ 750473 h 1362367"/>
                <a:gd name="connsiteX52" fmla="*/ 146186 w 1949373"/>
                <a:gd name="connsiteY52" fmla="*/ 745450 h 1362367"/>
                <a:gd name="connsiteX53" fmla="*/ 132768 w 1949373"/>
                <a:gd name="connsiteY53" fmla="*/ 710252 h 1362367"/>
                <a:gd name="connsiteX54" fmla="*/ 70767 w 1949373"/>
                <a:gd name="connsiteY54" fmla="*/ 676740 h 1362367"/>
                <a:gd name="connsiteX55" fmla="*/ 19429 w 1949373"/>
                <a:gd name="connsiteY55" fmla="*/ 676189 h 1362367"/>
                <a:gd name="connsiteX56" fmla="*/ 19170 w 1949373"/>
                <a:gd name="connsiteY56" fmla="*/ 795913 h 1362367"/>
                <a:gd name="connsiteX57" fmla="*/ 89533 w 1949373"/>
                <a:gd name="connsiteY57" fmla="*/ 788912 h 1362367"/>
                <a:gd name="connsiteX58" fmla="*/ 67461 w 1949373"/>
                <a:gd name="connsiteY58" fmla="*/ 828647 h 1362367"/>
                <a:gd name="connsiteX59" fmla="*/ 31292 w 1949373"/>
                <a:gd name="connsiteY59" fmla="*/ 871039 h 1362367"/>
                <a:gd name="connsiteX60" fmla="*/ 3451 w 1949373"/>
                <a:gd name="connsiteY60" fmla="*/ 958352 h 1362367"/>
                <a:gd name="connsiteX61" fmla="*/ 34435 w 1949373"/>
                <a:gd name="connsiteY61" fmla="*/ 1018473 h 1362367"/>
                <a:gd name="connsiteX62" fmla="*/ 31032 w 1949373"/>
                <a:gd name="connsiteY62" fmla="*/ 1120760 h 1362367"/>
                <a:gd name="connsiteX63" fmla="*/ 15702 w 1949373"/>
                <a:gd name="connsiteY63" fmla="*/ 1215689 h 1362367"/>
                <a:gd name="connsiteX64" fmla="*/ 14082 w 1949373"/>
                <a:gd name="connsiteY64" fmla="*/ 1230468 h 1362367"/>
                <a:gd name="connsiteX65" fmla="*/ 28115 w 1949373"/>
                <a:gd name="connsiteY65" fmla="*/ 1227649 h 1362367"/>
                <a:gd name="connsiteX66" fmla="*/ 87458 w 1949373"/>
                <a:gd name="connsiteY66" fmla="*/ 1220583 h 1362367"/>
                <a:gd name="connsiteX67" fmla="*/ 129851 w 1949373"/>
                <a:gd name="connsiteY67" fmla="*/ 1275681 h 1362367"/>
                <a:gd name="connsiteX68" fmla="*/ 173637 w 1949373"/>
                <a:gd name="connsiteY68" fmla="*/ 1270009 h 1362367"/>
                <a:gd name="connsiteX69" fmla="*/ 204719 w 1949373"/>
                <a:gd name="connsiteY69" fmla="*/ 1270009 h 1362367"/>
                <a:gd name="connsiteX70" fmla="*/ 244292 w 1949373"/>
                <a:gd name="connsiteY70" fmla="*/ 1247387 h 1362367"/>
                <a:gd name="connsiteX71" fmla="*/ 268307 w 1949373"/>
                <a:gd name="connsiteY71" fmla="*/ 1250206 h 1362367"/>
                <a:gd name="connsiteX72" fmla="*/ 346027 w 1949373"/>
                <a:gd name="connsiteY72" fmla="*/ 1278468 h 1362367"/>
                <a:gd name="connsiteX73" fmla="*/ 405370 w 1949373"/>
                <a:gd name="connsiteY73" fmla="*/ 1260091 h 1362367"/>
                <a:gd name="connsiteX74" fmla="*/ 459074 w 1949373"/>
                <a:gd name="connsiteY74" fmla="*/ 1220518 h 1362367"/>
                <a:gd name="connsiteX75" fmla="*/ 514171 w 1949373"/>
                <a:gd name="connsiteY75" fmla="*/ 1219092 h 1362367"/>
                <a:gd name="connsiteX76" fmla="*/ 549498 w 1949373"/>
                <a:gd name="connsiteY76" fmla="*/ 1214847 h 1362367"/>
                <a:gd name="connsiteX77" fmla="*/ 604596 w 1949373"/>
                <a:gd name="connsiteY77" fmla="*/ 1260059 h 1362367"/>
                <a:gd name="connsiteX78" fmla="*/ 611661 w 1949373"/>
                <a:gd name="connsiteY78" fmla="*/ 1286895 h 1362367"/>
                <a:gd name="connsiteX79" fmla="*/ 651234 w 1949373"/>
                <a:gd name="connsiteY79" fmla="*/ 1309517 h 1362367"/>
                <a:gd name="connsiteX80" fmla="*/ 669611 w 1949373"/>
                <a:gd name="connsiteY80" fmla="*/ 1333533 h 1362367"/>
                <a:gd name="connsiteX81" fmla="*/ 757215 w 1949373"/>
                <a:gd name="connsiteY81" fmla="*/ 1354729 h 1362367"/>
                <a:gd name="connsiteX82" fmla="*/ 799608 w 1949373"/>
                <a:gd name="connsiteY82" fmla="*/ 1360368 h 1362367"/>
                <a:gd name="connsiteX83" fmla="*/ 815165 w 1949373"/>
                <a:gd name="connsiteY83" fmla="*/ 1343418 h 1362367"/>
                <a:gd name="connsiteX84" fmla="*/ 856131 w 1949373"/>
                <a:gd name="connsiteY84" fmla="*/ 1320796 h 1362367"/>
                <a:gd name="connsiteX85" fmla="*/ 860377 w 1949373"/>
                <a:gd name="connsiteY85" fmla="*/ 1286895 h 1362367"/>
                <a:gd name="connsiteX86" fmla="*/ 894311 w 1949373"/>
                <a:gd name="connsiteY86" fmla="*/ 1257207 h 1362367"/>
                <a:gd name="connsiteX87" fmla="*/ 898556 w 1949373"/>
                <a:gd name="connsiteY87" fmla="*/ 1245896 h 1362367"/>
                <a:gd name="connsiteX88" fmla="*/ 969211 w 1949373"/>
                <a:gd name="connsiteY88" fmla="*/ 1233191 h 1362367"/>
                <a:gd name="connsiteX89" fmla="*/ 1027160 w 1949373"/>
                <a:gd name="connsiteY89" fmla="*/ 1182307 h 1362367"/>
                <a:gd name="connsiteX90" fmla="*/ 1120437 w 1949373"/>
                <a:gd name="connsiteY90" fmla="*/ 1141340 h 1362367"/>
                <a:gd name="connsiteX91" fmla="*/ 1134567 w 1949373"/>
                <a:gd name="connsiteY91" fmla="*/ 1125783 h 1362367"/>
                <a:gd name="connsiteX92" fmla="*/ 1185451 w 1949373"/>
                <a:gd name="connsiteY92" fmla="*/ 1106013 h 1362367"/>
                <a:gd name="connsiteX93" fmla="*/ 1233483 w 1949373"/>
                <a:gd name="connsiteY93" fmla="*/ 1104587 h 1362367"/>
                <a:gd name="connsiteX94" fmla="*/ 1274450 w 1949373"/>
                <a:gd name="connsiteY94" fmla="*/ 1115898 h 1362367"/>
                <a:gd name="connsiteX95" fmla="*/ 1305531 w 1949373"/>
                <a:gd name="connsiteY95" fmla="*/ 1090456 h 1362367"/>
                <a:gd name="connsiteX96" fmla="*/ 1370514 w 1949373"/>
                <a:gd name="connsiteY96" fmla="*/ 1072080 h 1362367"/>
                <a:gd name="connsiteX97" fmla="*/ 1374597 w 1949373"/>
                <a:gd name="connsiteY97" fmla="*/ 1070718 h 1362367"/>
                <a:gd name="connsiteX98" fmla="*/ 1369250 w 1949373"/>
                <a:gd name="connsiteY98" fmla="*/ 1029201 h 1362367"/>
                <a:gd name="connsiteX99" fmla="*/ 1396572 w 1949373"/>
                <a:gd name="connsiteY99" fmla="*/ 955630 h 1362367"/>
                <a:gd name="connsiteX100" fmla="*/ 1435561 w 1949373"/>
                <a:gd name="connsiteY100" fmla="*/ 876290 h 1362367"/>
                <a:gd name="connsiteX101" fmla="*/ 1463045 w 1949373"/>
                <a:gd name="connsiteY101" fmla="*/ 788588 h 1362367"/>
                <a:gd name="connsiteX102" fmla="*/ 1497529 w 1949373"/>
                <a:gd name="connsiteY102" fmla="*/ 747005 h 1362367"/>
                <a:gd name="connsiteX103" fmla="*/ 1545691 w 1949373"/>
                <a:gd name="connsiteY103" fmla="*/ 703803 h 1362367"/>
                <a:gd name="connsiteX104" fmla="*/ 1587565 w 1949373"/>
                <a:gd name="connsiteY104" fmla="*/ 628416 h 1362367"/>
                <a:gd name="connsiteX105" fmla="*/ 1611127 w 1949373"/>
                <a:gd name="connsiteY105" fmla="*/ 554877 h 1362367"/>
                <a:gd name="connsiteX106" fmla="*/ 1622633 w 1949373"/>
                <a:gd name="connsiteY106" fmla="*/ 462898 h 1362367"/>
                <a:gd name="connsiteX107" fmla="*/ 1679934 w 1949373"/>
                <a:gd name="connsiteY107" fmla="*/ 426112 h 1362367"/>
                <a:gd name="connsiteX108" fmla="*/ 1739083 w 1949373"/>
                <a:gd name="connsiteY108" fmla="*/ 418495 h 1362367"/>
                <a:gd name="connsiteX109" fmla="*/ 1772174 w 1949373"/>
                <a:gd name="connsiteY109" fmla="*/ 370269 h 1362367"/>
                <a:gd name="connsiteX110" fmla="*/ 1834952 w 1949373"/>
                <a:gd name="connsiteY110" fmla="*/ 402452 h 1362367"/>
                <a:gd name="connsiteX111" fmla="*/ 1867006 w 1949373"/>
                <a:gd name="connsiteY111" fmla="*/ 368389 h 1362367"/>
                <a:gd name="connsiteX112" fmla="*/ 1865288 w 1949373"/>
                <a:gd name="connsiteY112" fmla="*/ 321621 h 1362367"/>
                <a:gd name="connsiteX113" fmla="*/ 1884637 w 1949373"/>
                <a:gd name="connsiteY113" fmla="*/ 266719 h 1362367"/>
                <a:gd name="connsiteX114" fmla="*/ 1898087 w 1949373"/>
                <a:gd name="connsiteY114" fmla="*/ 203130 h 1362367"/>
                <a:gd name="connsiteX115" fmla="*/ 1940350 w 1949373"/>
                <a:gd name="connsiteY115" fmla="*/ 158144 h 1362367"/>
                <a:gd name="connsiteX116" fmla="*/ 1903564 w 1949373"/>
                <a:gd name="connsiteY116" fmla="*/ 155454 h 1362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</a:cxnLst>
              <a:rect l="l" t="t" r="r" b="b"/>
              <a:pathLst>
                <a:path w="1949373" h="1362367">
                  <a:moveTo>
                    <a:pt x="1903467" y="155681"/>
                  </a:moveTo>
                  <a:cubicBezTo>
                    <a:pt x="1874395" y="172340"/>
                    <a:pt x="1873650" y="154936"/>
                    <a:pt x="1840235" y="172664"/>
                  </a:cubicBezTo>
                  <a:cubicBezTo>
                    <a:pt x="1808862" y="189323"/>
                    <a:pt x="1805167" y="180215"/>
                    <a:pt x="1784100" y="169747"/>
                  </a:cubicBezTo>
                  <a:cubicBezTo>
                    <a:pt x="1774863" y="183651"/>
                    <a:pt x="1766404" y="198009"/>
                    <a:pt x="1756616" y="205852"/>
                  </a:cubicBezTo>
                  <a:cubicBezTo>
                    <a:pt x="1743652" y="216223"/>
                    <a:pt x="1710853" y="201768"/>
                    <a:pt x="1697954" y="197458"/>
                  </a:cubicBezTo>
                  <a:cubicBezTo>
                    <a:pt x="1691018" y="195157"/>
                    <a:pt x="1689852" y="183910"/>
                    <a:pt x="1687907" y="179016"/>
                  </a:cubicBezTo>
                  <a:cubicBezTo>
                    <a:pt x="1682624" y="165826"/>
                    <a:pt x="1668104" y="157172"/>
                    <a:pt x="1662757" y="143819"/>
                  </a:cubicBezTo>
                  <a:cubicBezTo>
                    <a:pt x="1658057" y="132119"/>
                    <a:pt x="1661784" y="110112"/>
                    <a:pt x="1654395" y="100260"/>
                  </a:cubicBezTo>
                  <a:cubicBezTo>
                    <a:pt x="1648853" y="92870"/>
                    <a:pt x="1636569" y="88851"/>
                    <a:pt x="1629244" y="85189"/>
                  </a:cubicBezTo>
                  <a:cubicBezTo>
                    <a:pt x="1620494" y="80814"/>
                    <a:pt x="1607335" y="59844"/>
                    <a:pt x="1602441" y="51677"/>
                  </a:cubicBezTo>
                  <a:cubicBezTo>
                    <a:pt x="1596089" y="41079"/>
                    <a:pt x="1604191" y="4358"/>
                    <a:pt x="1592394" y="1409"/>
                  </a:cubicBezTo>
                  <a:cubicBezTo>
                    <a:pt x="1568378" y="-4588"/>
                    <a:pt x="1550617" y="9673"/>
                    <a:pt x="1537102" y="23188"/>
                  </a:cubicBezTo>
                  <a:cubicBezTo>
                    <a:pt x="1533667" y="26591"/>
                    <a:pt x="1512665" y="12752"/>
                    <a:pt x="1503590" y="24874"/>
                  </a:cubicBezTo>
                  <a:cubicBezTo>
                    <a:pt x="1499215" y="30707"/>
                    <a:pt x="1505308" y="38097"/>
                    <a:pt x="1503590" y="44968"/>
                  </a:cubicBezTo>
                  <a:cubicBezTo>
                    <a:pt x="1499020" y="63280"/>
                    <a:pt x="1476981" y="93648"/>
                    <a:pt x="1463369" y="105316"/>
                  </a:cubicBezTo>
                  <a:cubicBezTo>
                    <a:pt x="1435140" y="129493"/>
                    <a:pt x="1402924" y="147351"/>
                    <a:pt x="1377903" y="172372"/>
                  </a:cubicBezTo>
                  <a:cubicBezTo>
                    <a:pt x="1373982" y="176294"/>
                    <a:pt x="1348183" y="172372"/>
                    <a:pt x="1342706" y="172372"/>
                  </a:cubicBezTo>
                  <a:cubicBezTo>
                    <a:pt x="1323033" y="172372"/>
                    <a:pt x="1301804" y="177234"/>
                    <a:pt x="1282358" y="172372"/>
                  </a:cubicBezTo>
                  <a:cubicBezTo>
                    <a:pt x="1263366" y="167608"/>
                    <a:pt x="1248295" y="149815"/>
                    <a:pt x="1227066" y="145537"/>
                  </a:cubicBezTo>
                  <a:cubicBezTo>
                    <a:pt x="1208852" y="141907"/>
                    <a:pt x="1188336" y="155584"/>
                    <a:pt x="1170089" y="155584"/>
                  </a:cubicBezTo>
                  <a:cubicBezTo>
                    <a:pt x="1148536" y="155584"/>
                    <a:pt x="1129479" y="140124"/>
                    <a:pt x="1114797" y="125410"/>
                  </a:cubicBezTo>
                  <a:cubicBezTo>
                    <a:pt x="1106565" y="117210"/>
                    <a:pt x="1102870" y="102431"/>
                    <a:pt x="1091332" y="98607"/>
                  </a:cubicBezTo>
                  <a:cubicBezTo>
                    <a:pt x="1075322" y="93259"/>
                    <a:pt x="1056524" y="112835"/>
                    <a:pt x="1037693" y="105316"/>
                  </a:cubicBezTo>
                  <a:cubicBezTo>
                    <a:pt x="1015752" y="96532"/>
                    <a:pt x="1001102" y="72419"/>
                    <a:pt x="982402" y="58386"/>
                  </a:cubicBezTo>
                  <a:cubicBezTo>
                    <a:pt x="964835" y="45227"/>
                    <a:pt x="949829" y="47172"/>
                    <a:pt x="930448" y="41629"/>
                  </a:cubicBezTo>
                  <a:cubicBezTo>
                    <a:pt x="914729" y="37124"/>
                    <a:pt x="900209" y="24841"/>
                    <a:pt x="885203" y="19850"/>
                  </a:cubicBezTo>
                  <a:cubicBezTo>
                    <a:pt x="849520" y="7955"/>
                    <a:pt x="828388" y="51806"/>
                    <a:pt x="794714" y="24874"/>
                  </a:cubicBezTo>
                  <a:cubicBezTo>
                    <a:pt x="769142" y="4423"/>
                    <a:pt x="733945" y="7793"/>
                    <a:pt x="702669" y="12331"/>
                  </a:cubicBezTo>
                  <a:cubicBezTo>
                    <a:pt x="718323" y="35569"/>
                    <a:pt x="710609" y="59552"/>
                    <a:pt x="714272" y="85221"/>
                  </a:cubicBezTo>
                  <a:cubicBezTo>
                    <a:pt x="717286" y="106191"/>
                    <a:pt x="738288" y="126577"/>
                    <a:pt x="729375" y="148907"/>
                  </a:cubicBezTo>
                  <a:cubicBezTo>
                    <a:pt x="724125" y="162066"/>
                    <a:pt x="689316" y="153056"/>
                    <a:pt x="679107" y="155616"/>
                  </a:cubicBezTo>
                  <a:cubicBezTo>
                    <a:pt x="672074" y="157367"/>
                    <a:pt x="662254" y="177461"/>
                    <a:pt x="653957" y="182420"/>
                  </a:cubicBezTo>
                  <a:cubicBezTo>
                    <a:pt x="641187" y="190101"/>
                    <a:pt x="603948" y="185239"/>
                    <a:pt x="588585" y="187443"/>
                  </a:cubicBezTo>
                  <a:cubicBezTo>
                    <a:pt x="567097" y="190522"/>
                    <a:pt x="574811" y="204556"/>
                    <a:pt x="563435" y="215932"/>
                  </a:cubicBezTo>
                  <a:cubicBezTo>
                    <a:pt x="543956" y="235410"/>
                    <a:pt x="525969" y="197101"/>
                    <a:pt x="509796" y="209223"/>
                  </a:cubicBezTo>
                  <a:cubicBezTo>
                    <a:pt x="490674" y="223548"/>
                    <a:pt x="497610" y="253690"/>
                    <a:pt x="482993" y="271224"/>
                  </a:cubicBezTo>
                  <a:cubicBezTo>
                    <a:pt x="465232" y="292517"/>
                    <a:pt x="429548" y="293230"/>
                    <a:pt x="420992" y="323177"/>
                  </a:cubicBezTo>
                  <a:cubicBezTo>
                    <a:pt x="419209" y="329367"/>
                    <a:pt x="421997" y="337308"/>
                    <a:pt x="422677" y="343304"/>
                  </a:cubicBezTo>
                  <a:cubicBezTo>
                    <a:pt x="427604" y="387641"/>
                    <a:pt x="469283" y="362782"/>
                    <a:pt x="498096" y="375131"/>
                  </a:cubicBezTo>
                  <a:cubicBezTo>
                    <a:pt x="513977" y="381937"/>
                    <a:pt x="529825" y="396132"/>
                    <a:pt x="543340" y="406958"/>
                  </a:cubicBezTo>
                  <a:cubicBezTo>
                    <a:pt x="553939" y="415449"/>
                    <a:pt x="558444" y="442252"/>
                    <a:pt x="558444" y="455540"/>
                  </a:cubicBezTo>
                  <a:cubicBezTo>
                    <a:pt x="558444" y="490317"/>
                    <a:pt x="545317" y="522986"/>
                    <a:pt x="541688" y="559447"/>
                  </a:cubicBezTo>
                  <a:cubicBezTo>
                    <a:pt x="540197" y="574259"/>
                    <a:pt x="543891" y="594159"/>
                    <a:pt x="538317" y="608063"/>
                  </a:cubicBezTo>
                  <a:cubicBezTo>
                    <a:pt x="533553" y="619957"/>
                    <a:pt x="513717" y="629583"/>
                    <a:pt x="503119" y="634866"/>
                  </a:cubicBezTo>
                  <a:cubicBezTo>
                    <a:pt x="470612" y="651104"/>
                    <a:pt x="471941" y="610299"/>
                    <a:pt x="449481" y="604692"/>
                  </a:cubicBezTo>
                  <a:cubicBezTo>
                    <a:pt x="429127" y="599604"/>
                    <a:pt x="423034" y="621967"/>
                    <a:pt x="407574" y="628157"/>
                  </a:cubicBezTo>
                  <a:cubicBezTo>
                    <a:pt x="395777" y="632857"/>
                    <a:pt x="378470" y="621999"/>
                    <a:pt x="367353" y="619763"/>
                  </a:cubicBezTo>
                  <a:cubicBezTo>
                    <a:pt x="345282" y="615355"/>
                    <a:pt x="332707" y="616327"/>
                    <a:pt x="312061" y="628157"/>
                  </a:cubicBezTo>
                  <a:cubicBezTo>
                    <a:pt x="296926" y="636811"/>
                    <a:pt x="273331" y="668864"/>
                    <a:pt x="266817" y="685134"/>
                  </a:cubicBezTo>
                  <a:cubicBezTo>
                    <a:pt x="263478" y="693528"/>
                    <a:pt x="270155" y="710446"/>
                    <a:pt x="268502" y="720332"/>
                  </a:cubicBezTo>
                  <a:cubicBezTo>
                    <a:pt x="263640" y="749468"/>
                    <a:pt x="247014" y="763891"/>
                    <a:pt x="216548" y="763891"/>
                  </a:cubicBezTo>
                  <a:cubicBezTo>
                    <a:pt x="198528" y="763891"/>
                    <a:pt x="183846" y="756858"/>
                    <a:pt x="167965" y="750473"/>
                  </a:cubicBezTo>
                  <a:cubicBezTo>
                    <a:pt x="161483" y="747880"/>
                    <a:pt x="151696" y="750959"/>
                    <a:pt x="146186" y="745450"/>
                  </a:cubicBezTo>
                  <a:cubicBezTo>
                    <a:pt x="138213" y="737477"/>
                    <a:pt x="138537" y="719878"/>
                    <a:pt x="132768" y="710252"/>
                  </a:cubicBezTo>
                  <a:cubicBezTo>
                    <a:pt x="121424" y="691357"/>
                    <a:pt x="90051" y="683157"/>
                    <a:pt x="70767" y="676740"/>
                  </a:cubicBezTo>
                  <a:cubicBezTo>
                    <a:pt x="62827" y="674082"/>
                    <a:pt x="38130" y="673143"/>
                    <a:pt x="19429" y="676189"/>
                  </a:cubicBezTo>
                  <a:cubicBezTo>
                    <a:pt x="16156" y="707205"/>
                    <a:pt x="17258" y="744866"/>
                    <a:pt x="19170" y="795913"/>
                  </a:cubicBezTo>
                  <a:cubicBezTo>
                    <a:pt x="21082" y="847056"/>
                    <a:pt x="63896" y="800223"/>
                    <a:pt x="89533" y="788912"/>
                  </a:cubicBezTo>
                  <a:cubicBezTo>
                    <a:pt x="115169" y="777568"/>
                    <a:pt x="89079" y="814224"/>
                    <a:pt x="67461" y="828647"/>
                  </a:cubicBezTo>
                  <a:cubicBezTo>
                    <a:pt x="45811" y="843069"/>
                    <a:pt x="38292" y="854834"/>
                    <a:pt x="31292" y="871039"/>
                  </a:cubicBezTo>
                  <a:cubicBezTo>
                    <a:pt x="24291" y="887244"/>
                    <a:pt x="16091" y="915312"/>
                    <a:pt x="3451" y="958352"/>
                  </a:cubicBezTo>
                  <a:cubicBezTo>
                    <a:pt x="-9189" y="1001393"/>
                    <a:pt x="15573" y="990179"/>
                    <a:pt x="34435" y="1018473"/>
                  </a:cubicBezTo>
                  <a:cubicBezTo>
                    <a:pt x="53298" y="1046767"/>
                    <a:pt x="34111" y="1087928"/>
                    <a:pt x="31032" y="1120760"/>
                  </a:cubicBezTo>
                  <a:cubicBezTo>
                    <a:pt x="27953" y="1153592"/>
                    <a:pt x="18263" y="1168533"/>
                    <a:pt x="15702" y="1215689"/>
                  </a:cubicBezTo>
                  <a:cubicBezTo>
                    <a:pt x="15411" y="1221102"/>
                    <a:pt x="14860" y="1225996"/>
                    <a:pt x="14082" y="1230468"/>
                  </a:cubicBezTo>
                  <a:cubicBezTo>
                    <a:pt x="18846" y="1230339"/>
                    <a:pt x="23578" y="1229917"/>
                    <a:pt x="28115" y="1227649"/>
                  </a:cubicBezTo>
                  <a:cubicBezTo>
                    <a:pt x="43186" y="1220097"/>
                    <a:pt x="71189" y="1204313"/>
                    <a:pt x="87458" y="1220583"/>
                  </a:cubicBezTo>
                  <a:cubicBezTo>
                    <a:pt x="103534" y="1236659"/>
                    <a:pt x="105284" y="1272180"/>
                    <a:pt x="129851" y="1275681"/>
                  </a:cubicBezTo>
                  <a:cubicBezTo>
                    <a:pt x="146089" y="1277982"/>
                    <a:pt x="158599" y="1273023"/>
                    <a:pt x="173637" y="1270009"/>
                  </a:cubicBezTo>
                  <a:cubicBezTo>
                    <a:pt x="183555" y="1268032"/>
                    <a:pt x="194704" y="1275033"/>
                    <a:pt x="204719" y="1270009"/>
                  </a:cubicBezTo>
                  <a:cubicBezTo>
                    <a:pt x="214669" y="1265050"/>
                    <a:pt x="232429" y="1245021"/>
                    <a:pt x="244292" y="1247387"/>
                  </a:cubicBezTo>
                  <a:cubicBezTo>
                    <a:pt x="251422" y="1248813"/>
                    <a:pt x="262052" y="1246446"/>
                    <a:pt x="268307" y="1250206"/>
                  </a:cubicBezTo>
                  <a:cubicBezTo>
                    <a:pt x="289601" y="1262976"/>
                    <a:pt x="319451" y="1283783"/>
                    <a:pt x="346027" y="1278468"/>
                  </a:cubicBezTo>
                  <a:cubicBezTo>
                    <a:pt x="362394" y="1275194"/>
                    <a:pt x="392568" y="1269717"/>
                    <a:pt x="405370" y="1260091"/>
                  </a:cubicBezTo>
                  <a:cubicBezTo>
                    <a:pt x="420409" y="1248813"/>
                    <a:pt x="440470" y="1225186"/>
                    <a:pt x="459074" y="1220518"/>
                  </a:cubicBezTo>
                  <a:cubicBezTo>
                    <a:pt x="477548" y="1215916"/>
                    <a:pt x="497318" y="1223306"/>
                    <a:pt x="514171" y="1219092"/>
                  </a:cubicBezTo>
                  <a:cubicBezTo>
                    <a:pt x="527557" y="1215754"/>
                    <a:pt x="535594" y="1211379"/>
                    <a:pt x="549498" y="1214847"/>
                  </a:cubicBezTo>
                  <a:cubicBezTo>
                    <a:pt x="569269" y="1219773"/>
                    <a:pt x="597174" y="1241456"/>
                    <a:pt x="604596" y="1260059"/>
                  </a:cubicBezTo>
                  <a:cubicBezTo>
                    <a:pt x="607675" y="1267773"/>
                    <a:pt x="606638" y="1280607"/>
                    <a:pt x="611661" y="1286895"/>
                  </a:cubicBezTo>
                  <a:cubicBezTo>
                    <a:pt x="620768" y="1298271"/>
                    <a:pt x="640928" y="1299210"/>
                    <a:pt x="651234" y="1309517"/>
                  </a:cubicBezTo>
                  <a:cubicBezTo>
                    <a:pt x="658624" y="1316907"/>
                    <a:pt x="662480" y="1326403"/>
                    <a:pt x="669611" y="1333533"/>
                  </a:cubicBezTo>
                  <a:cubicBezTo>
                    <a:pt x="691844" y="1355766"/>
                    <a:pt x="729991" y="1350192"/>
                    <a:pt x="757215" y="1354729"/>
                  </a:cubicBezTo>
                  <a:cubicBezTo>
                    <a:pt x="768948" y="1356674"/>
                    <a:pt x="787292" y="1366526"/>
                    <a:pt x="799608" y="1360368"/>
                  </a:cubicBezTo>
                  <a:cubicBezTo>
                    <a:pt x="806025" y="1357160"/>
                    <a:pt x="808715" y="1347437"/>
                    <a:pt x="815165" y="1343418"/>
                  </a:cubicBezTo>
                  <a:cubicBezTo>
                    <a:pt x="827772" y="1335543"/>
                    <a:pt x="845663" y="1331297"/>
                    <a:pt x="856131" y="1320796"/>
                  </a:cubicBezTo>
                  <a:cubicBezTo>
                    <a:pt x="866438" y="1310489"/>
                    <a:pt x="856293" y="1295030"/>
                    <a:pt x="860377" y="1286895"/>
                  </a:cubicBezTo>
                  <a:cubicBezTo>
                    <a:pt x="866178" y="1275292"/>
                    <a:pt x="887666" y="1270495"/>
                    <a:pt x="894311" y="1257207"/>
                  </a:cubicBezTo>
                  <a:cubicBezTo>
                    <a:pt x="896352" y="1253091"/>
                    <a:pt x="894181" y="1249169"/>
                    <a:pt x="898556" y="1245896"/>
                  </a:cubicBezTo>
                  <a:cubicBezTo>
                    <a:pt x="917516" y="1231668"/>
                    <a:pt x="947755" y="1246058"/>
                    <a:pt x="969211" y="1233191"/>
                  </a:cubicBezTo>
                  <a:cubicBezTo>
                    <a:pt x="990504" y="1220421"/>
                    <a:pt x="1006385" y="1197151"/>
                    <a:pt x="1027160" y="1182307"/>
                  </a:cubicBezTo>
                  <a:cubicBezTo>
                    <a:pt x="1054190" y="1162990"/>
                    <a:pt x="1090781" y="1156152"/>
                    <a:pt x="1120437" y="1141340"/>
                  </a:cubicBezTo>
                  <a:cubicBezTo>
                    <a:pt x="1127275" y="1137905"/>
                    <a:pt x="1129090" y="1129900"/>
                    <a:pt x="1134567" y="1125783"/>
                  </a:cubicBezTo>
                  <a:cubicBezTo>
                    <a:pt x="1146008" y="1117195"/>
                    <a:pt x="1171936" y="1108250"/>
                    <a:pt x="1185451" y="1106013"/>
                  </a:cubicBezTo>
                  <a:cubicBezTo>
                    <a:pt x="1199939" y="1103582"/>
                    <a:pt x="1219061" y="1100989"/>
                    <a:pt x="1233483" y="1104587"/>
                  </a:cubicBezTo>
                  <a:cubicBezTo>
                    <a:pt x="1248554" y="1108347"/>
                    <a:pt x="1257662" y="1118297"/>
                    <a:pt x="1274450" y="1115898"/>
                  </a:cubicBezTo>
                  <a:cubicBezTo>
                    <a:pt x="1290234" y="1113630"/>
                    <a:pt x="1294415" y="1098818"/>
                    <a:pt x="1305531" y="1090456"/>
                  </a:cubicBezTo>
                  <a:cubicBezTo>
                    <a:pt x="1322255" y="1077881"/>
                    <a:pt x="1351327" y="1076358"/>
                    <a:pt x="1370514" y="1072080"/>
                  </a:cubicBezTo>
                  <a:cubicBezTo>
                    <a:pt x="1371454" y="1071885"/>
                    <a:pt x="1372880" y="1071399"/>
                    <a:pt x="1374597" y="1070718"/>
                  </a:cubicBezTo>
                  <a:cubicBezTo>
                    <a:pt x="1370384" y="1061125"/>
                    <a:pt x="1371583" y="1056231"/>
                    <a:pt x="1369250" y="1029201"/>
                  </a:cubicBezTo>
                  <a:cubicBezTo>
                    <a:pt x="1365328" y="984183"/>
                    <a:pt x="1376185" y="997407"/>
                    <a:pt x="1396572" y="955630"/>
                  </a:cubicBezTo>
                  <a:cubicBezTo>
                    <a:pt x="1416925" y="913853"/>
                    <a:pt x="1418935" y="914274"/>
                    <a:pt x="1435561" y="876290"/>
                  </a:cubicBezTo>
                  <a:cubicBezTo>
                    <a:pt x="1452187" y="838272"/>
                    <a:pt x="1454327" y="820836"/>
                    <a:pt x="1463045" y="788588"/>
                  </a:cubicBezTo>
                  <a:cubicBezTo>
                    <a:pt x="1471763" y="756339"/>
                    <a:pt x="1480384" y="764474"/>
                    <a:pt x="1497529" y="747005"/>
                  </a:cubicBezTo>
                  <a:cubicBezTo>
                    <a:pt x="1514674" y="729504"/>
                    <a:pt x="1526115" y="715340"/>
                    <a:pt x="1545691" y="703803"/>
                  </a:cubicBezTo>
                  <a:cubicBezTo>
                    <a:pt x="1565299" y="692264"/>
                    <a:pt x="1579981" y="672559"/>
                    <a:pt x="1587565" y="628416"/>
                  </a:cubicBezTo>
                  <a:cubicBezTo>
                    <a:pt x="1595149" y="584274"/>
                    <a:pt x="1595765" y="575652"/>
                    <a:pt x="1611127" y="554877"/>
                  </a:cubicBezTo>
                  <a:cubicBezTo>
                    <a:pt x="1626490" y="534070"/>
                    <a:pt x="1621498" y="509471"/>
                    <a:pt x="1622633" y="462898"/>
                  </a:cubicBezTo>
                  <a:cubicBezTo>
                    <a:pt x="1623767" y="416324"/>
                    <a:pt x="1656469" y="435802"/>
                    <a:pt x="1679934" y="426112"/>
                  </a:cubicBezTo>
                  <a:cubicBezTo>
                    <a:pt x="1703399" y="416454"/>
                    <a:pt x="1711664" y="419889"/>
                    <a:pt x="1739083" y="418495"/>
                  </a:cubicBezTo>
                  <a:cubicBezTo>
                    <a:pt x="1766502" y="417070"/>
                    <a:pt x="1748773" y="391044"/>
                    <a:pt x="1772174" y="370269"/>
                  </a:cubicBezTo>
                  <a:cubicBezTo>
                    <a:pt x="1795574" y="349494"/>
                    <a:pt x="1803547" y="377107"/>
                    <a:pt x="1834952" y="402452"/>
                  </a:cubicBezTo>
                  <a:cubicBezTo>
                    <a:pt x="1866390" y="427797"/>
                    <a:pt x="1858385" y="389100"/>
                    <a:pt x="1867006" y="368389"/>
                  </a:cubicBezTo>
                  <a:cubicBezTo>
                    <a:pt x="1875627" y="347679"/>
                    <a:pt x="1859292" y="345346"/>
                    <a:pt x="1865288" y="321621"/>
                  </a:cubicBezTo>
                  <a:cubicBezTo>
                    <a:pt x="1871284" y="297865"/>
                    <a:pt x="1879548" y="297638"/>
                    <a:pt x="1884637" y="266719"/>
                  </a:cubicBezTo>
                  <a:cubicBezTo>
                    <a:pt x="1889725" y="235799"/>
                    <a:pt x="1886873" y="228183"/>
                    <a:pt x="1898087" y="203130"/>
                  </a:cubicBezTo>
                  <a:cubicBezTo>
                    <a:pt x="1909301" y="178077"/>
                    <a:pt x="1915005" y="189582"/>
                    <a:pt x="1940350" y="158144"/>
                  </a:cubicBezTo>
                  <a:cubicBezTo>
                    <a:pt x="1965662" y="126706"/>
                    <a:pt x="1932669" y="138828"/>
                    <a:pt x="1903564" y="15545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3" name="Freeform: Shape 232">
              <a:extLst>
                <a:ext uri="{FF2B5EF4-FFF2-40B4-BE49-F238E27FC236}">
                  <a16:creationId xmlns:a16="http://schemas.microsoft.com/office/drawing/2014/main" id="{A0695469-443F-87C5-DD35-EAD916F88F07}"/>
                </a:ext>
              </a:extLst>
            </p:cNvPr>
            <p:cNvSpPr/>
            <p:nvPr/>
          </p:nvSpPr>
          <p:spPr>
            <a:xfrm>
              <a:off x="5283047" y="4152448"/>
              <a:ext cx="1618345" cy="1125173"/>
            </a:xfrm>
            <a:custGeom>
              <a:avLst/>
              <a:gdLst>
                <a:gd name="connsiteX0" fmla="*/ 628959 w 1618345"/>
                <a:gd name="connsiteY0" fmla="*/ 940524 h 1125173"/>
                <a:gd name="connsiteX1" fmla="*/ 719448 w 1618345"/>
                <a:gd name="connsiteY1" fmla="*/ 935500 h 1125173"/>
                <a:gd name="connsiteX2" fmla="*/ 764693 w 1618345"/>
                <a:gd name="connsiteY2" fmla="*/ 957280 h 1125173"/>
                <a:gd name="connsiteX3" fmla="*/ 816647 w 1618345"/>
                <a:gd name="connsiteY3" fmla="*/ 974036 h 1125173"/>
                <a:gd name="connsiteX4" fmla="*/ 871939 w 1618345"/>
                <a:gd name="connsiteY4" fmla="*/ 1020966 h 1125173"/>
                <a:gd name="connsiteX5" fmla="*/ 925577 w 1618345"/>
                <a:gd name="connsiteY5" fmla="*/ 1014257 h 1125173"/>
                <a:gd name="connsiteX6" fmla="*/ 949042 w 1618345"/>
                <a:gd name="connsiteY6" fmla="*/ 1041061 h 1125173"/>
                <a:gd name="connsiteX7" fmla="*/ 1004334 w 1618345"/>
                <a:gd name="connsiteY7" fmla="*/ 1071234 h 1125173"/>
                <a:gd name="connsiteX8" fmla="*/ 1061311 w 1618345"/>
                <a:gd name="connsiteY8" fmla="*/ 1061187 h 1125173"/>
                <a:gd name="connsiteX9" fmla="*/ 1116603 w 1618345"/>
                <a:gd name="connsiteY9" fmla="*/ 1088023 h 1125173"/>
                <a:gd name="connsiteX10" fmla="*/ 1176951 w 1618345"/>
                <a:gd name="connsiteY10" fmla="*/ 1088023 h 1125173"/>
                <a:gd name="connsiteX11" fmla="*/ 1212148 w 1618345"/>
                <a:gd name="connsiteY11" fmla="*/ 1088023 h 1125173"/>
                <a:gd name="connsiteX12" fmla="*/ 1297614 w 1618345"/>
                <a:gd name="connsiteY12" fmla="*/ 1020966 h 1125173"/>
                <a:gd name="connsiteX13" fmla="*/ 1337835 w 1618345"/>
                <a:gd name="connsiteY13" fmla="*/ 960618 h 1125173"/>
                <a:gd name="connsiteX14" fmla="*/ 1337835 w 1618345"/>
                <a:gd name="connsiteY14" fmla="*/ 940524 h 1125173"/>
                <a:gd name="connsiteX15" fmla="*/ 1371347 w 1618345"/>
                <a:gd name="connsiteY15" fmla="*/ 938839 h 1125173"/>
                <a:gd name="connsiteX16" fmla="*/ 1426639 w 1618345"/>
                <a:gd name="connsiteY16" fmla="*/ 917059 h 1125173"/>
                <a:gd name="connsiteX17" fmla="*/ 1436686 w 1618345"/>
                <a:gd name="connsiteY17" fmla="*/ 967327 h 1125173"/>
                <a:gd name="connsiteX18" fmla="*/ 1463489 w 1618345"/>
                <a:gd name="connsiteY18" fmla="*/ 1000839 h 1125173"/>
                <a:gd name="connsiteX19" fmla="*/ 1488640 w 1618345"/>
                <a:gd name="connsiteY19" fmla="*/ 1015910 h 1125173"/>
                <a:gd name="connsiteX20" fmla="*/ 1497002 w 1618345"/>
                <a:gd name="connsiteY20" fmla="*/ 1059469 h 1125173"/>
                <a:gd name="connsiteX21" fmla="*/ 1522152 w 1618345"/>
                <a:gd name="connsiteY21" fmla="*/ 1094667 h 1125173"/>
                <a:gd name="connsiteX22" fmla="*/ 1532199 w 1618345"/>
                <a:gd name="connsiteY22" fmla="*/ 1113108 h 1125173"/>
                <a:gd name="connsiteX23" fmla="*/ 1590862 w 1618345"/>
                <a:gd name="connsiteY23" fmla="*/ 1121503 h 1125173"/>
                <a:gd name="connsiteX24" fmla="*/ 1618346 w 1618345"/>
                <a:gd name="connsiteY24" fmla="*/ 1085398 h 1125173"/>
                <a:gd name="connsiteX25" fmla="*/ 1613970 w 1618345"/>
                <a:gd name="connsiteY25" fmla="*/ 1083323 h 1125173"/>
                <a:gd name="connsiteX26" fmla="*/ 1583116 w 1618345"/>
                <a:gd name="connsiteY26" fmla="*/ 1038403 h 1125173"/>
                <a:gd name="connsiteX27" fmla="*/ 1533334 w 1618345"/>
                <a:gd name="connsiteY27" fmla="*/ 991829 h 1125173"/>
                <a:gd name="connsiteX28" fmla="*/ 1499821 w 1618345"/>
                <a:gd name="connsiteY28" fmla="*/ 932778 h 1125173"/>
                <a:gd name="connsiteX29" fmla="*/ 1440576 w 1618345"/>
                <a:gd name="connsiteY29" fmla="*/ 859920 h 1125173"/>
                <a:gd name="connsiteX30" fmla="*/ 1415555 w 1618345"/>
                <a:gd name="connsiteY30" fmla="*/ 805179 h 1125173"/>
                <a:gd name="connsiteX31" fmla="*/ 1367555 w 1618345"/>
                <a:gd name="connsiteY31" fmla="*/ 764277 h 1125173"/>
                <a:gd name="connsiteX32" fmla="*/ 1378154 w 1618345"/>
                <a:gd name="connsiteY32" fmla="*/ 741817 h 1125173"/>
                <a:gd name="connsiteX33" fmla="*/ 1379158 w 1618345"/>
                <a:gd name="connsiteY33" fmla="*/ 693850 h 1125173"/>
                <a:gd name="connsiteX34" fmla="*/ 1389238 w 1618345"/>
                <a:gd name="connsiteY34" fmla="*/ 648605 h 1125173"/>
                <a:gd name="connsiteX35" fmla="*/ 1408392 w 1618345"/>
                <a:gd name="connsiteY35" fmla="*/ 606115 h 1125173"/>
                <a:gd name="connsiteX36" fmla="*/ 1441483 w 1618345"/>
                <a:gd name="connsiteY36" fmla="*/ 561227 h 1125173"/>
                <a:gd name="connsiteX37" fmla="*/ 1428227 w 1618345"/>
                <a:gd name="connsiteY37" fmla="*/ 517603 h 1125173"/>
                <a:gd name="connsiteX38" fmla="*/ 1420190 w 1618345"/>
                <a:gd name="connsiteY38" fmla="*/ 454987 h 1125173"/>
                <a:gd name="connsiteX39" fmla="*/ 1435357 w 1618345"/>
                <a:gd name="connsiteY39" fmla="*/ 396292 h 1125173"/>
                <a:gd name="connsiteX40" fmla="*/ 1480148 w 1618345"/>
                <a:gd name="connsiteY40" fmla="*/ 359765 h 1125173"/>
                <a:gd name="connsiteX41" fmla="*/ 1507373 w 1618345"/>
                <a:gd name="connsiteY41" fmla="*/ 339185 h 1125173"/>
                <a:gd name="connsiteX42" fmla="*/ 1490876 w 1618345"/>
                <a:gd name="connsiteY42" fmla="*/ 324406 h 1125173"/>
                <a:gd name="connsiteX43" fmla="*/ 1508086 w 1618345"/>
                <a:gd name="connsiteY43" fmla="*/ 265095 h 1125173"/>
                <a:gd name="connsiteX44" fmla="*/ 1509998 w 1618345"/>
                <a:gd name="connsiteY44" fmla="*/ 245973 h 1125173"/>
                <a:gd name="connsiteX45" fmla="*/ 1487019 w 1618345"/>
                <a:gd name="connsiteY45" fmla="*/ 245973 h 1125173"/>
                <a:gd name="connsiteX46" fmla="*/ 1418115 w 1618345"/>
                <a:gd name="connsiteY46" fmla="*/ 253622 h 1125173"/>
                <a:gd name="connsiteX47" fmla="*/ 1387488 w 1618345"/>
                <a:gd name="connsiteY47" fmla="*/ 289986 h 1125173"/>
                <a:gd name="connsiteX48" fmla="*/ 1368366 w 1618345"/>
                <a:gd name="connsiteY48" fmla="*/ 263183 h 1125173"/>
                <a:gd name="connsiteX49" fmla="*/ 1318616 w 1618345"/>
                <a:gd name="connsiteY49" fmla="*/ 247885 h 1125173"/>
                <a:gd name="connsiteX50" fmla="*/ 1312879 w 1618345"/>
                <a:gd name="connsiteY50" fmla="*/ 221082 h 1125173"/>
                <a:gd name="connsiteX51" fmla="*/ 1287988 w 1618345"/>
                <a:gd name="connsiteY51" fmla="*/ 188542 h 1125173"/>
                <a:gd name="connsiteX52" fmla="*/ 1307110 w 1618345"/>
                <a:gd name="connsiteY52" fmla="*/ 144529 h 1125173"/>
                <a:gd name="connsiteX53" fmla="*/ 1295637 w 1618345"/>
                <a:gd name="connsiteY53" fmla="*/ 127319 h 1125173"/>
                <a:gd name="connsiteX54" fmla="*/ 1257361 w 1618345"/>
                <a:gd name="connsiteY54" fmla="*/ 117759 h 1125173"/>
                <a:gd name="connsiteX55" fmla="*/ 1268834 w 1618345"/>
                <a:gd name="connsiteY55" fmla="*/ 75658 h 1125173"/>
                <a:gd name="connsiteX56" fmla="*/ 1201842 w 1618345"/>
                <a:gd name="connsiteY56" fmla="*/ 31644 h 1125173"/>
                <a:gd name="connsiteX57" fmla="*/ 1176951 w 1618345"/>
                <a:gd name="connsiteY57" fmla="*/ 6754 h 1125173"/>
                <a:gd name="connsiteX58" fmla="*/ 1144411 w 1618345"/>
                <a:gd name="connsiteY58" fmla="*/ 52679 h 1125173"/>
                <a:gd name="connsiteX59" fmla="*/ 1132938 w 1618345"/>
                <a:gd name="connsiteY59" fmla="*/ 87131 h 1125173"/>
                <a:gd name="connsiteX60" fmla="*/ 1106135 w 1618345"/>
                <a:gd name="connsiteY60" fmla="*/ 89043 h 1125173"/>
                <a:gd name="connsiteX61" fmla="*/ 1092749 w 1618345"/>
                <a:gd name="connsiteY61" fmla="*/ 112022 h 1125173"/>
                <a:gd name="connsiteX62" fmla="*/ 1039175 w 1618345"/>
                <a:gd name="connsiteY62" fmla="*/ 135001 h 1125173"/>
                <a:gd name="connsiteX63" fmla="*/ 995162 w 1618345"/>
                <a:gd name="connsiteY63" fmla="*/ 129264 h 1125173"/>
                <a:gd name="connsiteX64" fmla="*/ 977952 w 1618345"/>
                <a:gd name="connsiteY64" fmla="*/ 119703 h 1125173"/>
                <a:gd name="connsiteX65" fmla="*/ 941588 w 1618345"/>
                <a:gd name="connsiteY65" fmla="*/ 156067 h 1125173"/>
                <a:gd name="connsiteX66" fmla="*/ 897575 w 1618345"/>
                <a:gd name="connsiteY66" fmla="*/ 148418 h 1125173"/>
                <a:gd name="connsiteX67" fmla="*/ 870772 w 1618345"/>
                <a:gd name="connsiteY67" fmla="*/ 165628 h 1125173"/>
                <a:gd name="connsiteX68" fmla="*/ 824846 w 1618345"/>
                <a:gd name="connsiteY68" fmla="*/ 154155 h 1125173"/>
                <a:gd name="connsiteX69" fmla="*/ 826759 w 1618345"/>
                <a:gd name="connsiteY69" fmla="*/ 127352 h 1125173"/>
                <a:gd name="connsiteX70" fmla="*/ 801868 w 1618345"/>
                <a:gd name="connsiteY70" fmla="*/ 113966 h 1125173"/>
                <a:gd name="connsiteX71" fmla="*/ 778889 w 1618345"/>
                <a:gd name="connsiteY71" fmla="*/ 64217 h 1125173"/>
                <a:gd name="connsiteX72" fmla="*/ 731051 w 1618345"/>
                <a:gd name="connsiteY72" fmla="*/ 100581 h 1125173"/>
                <a:gd name="connsiteX73" fmla="*/ 711897 w 1618345"/>
                <a:gd name="connsiteY73" fmla="*/ 100581 h 1125173"/>
                <a:gd name="connsiteX74" fmla="*/ 688918 w 1618345"/>
                <a:gd name="connsiteY74" fmla="*/ 100581 h 1125173"/>
                <a:gd name="connsiteX75" fmla="*/ 694655 w 1618345"/>
                <a:gd name="connsiteY75" fmla="*/ 58480 h 1125173"/>
                <a:gd name="connsiteX76" fmla="*/ 662115 w 1618345"/>
                <a:gd name="connsiteY76" fmla="*/ 45095 h 1125173"/>
                <a:gd name="connsiteX77" fmla="*/ 629575 w 1618345"/>
                <a:gd name="connsiteY77" fmla="*/ 1082 h 1125173"/>
                <a:gd name="connsiteX78" fmla="*/ 614277 w 1618345"/>
                <a:gd name="connsiteY78" fmla="*/ 73810 h 1125173"/>
                <a:gd name="connsiteX79" fmla="*/ 562616 w 1618345"/>
                <a:gd name="connsiteY79" fmla="*/ 10643 h 1125173"/>
                <a:gd name="connsiteX80" fmla="*/ 533900 w 1618345"/>
                <a:gd name="connsiteY80" fmla="*/ 8731 h 1125173"/>
                <a:gd name="connsiteX81" fmla="*/ 516690 w 1618345"/>
                <a:gd name="connsiteY81" fmla="*/ 33589 h 1125173"/>
                <a:gd name="connsiteX82" fmla="*/ 463116 w 1618345"/>
                <a:gd name="connsiteY82" fmla="*/ 48919 h 1125173"/>
                <a:gd name="connsiteX83" fmla="*/ 455467 w 1618345"/>
                <a:gd name="connsiteY83" fmla="*/ 85283 h 1125173"/>
                <a:gd name="connsiteX84" fmla="*/ 430576 w 1618345"/>
                <a:gd name="connsiteY84" fmla="*/ 110142 h 1125173"/>
                <a:gd name="connsiteX85" fmla="*/ 459292 w 1618345"/>
                <a:gd name="connsiteY85" fmla="*/ 133121 h 1125173"/>
                <a:gd name="connsiteX86" fmla="*/ 510954 w 1618345"/>
                <a:gd name="connsiteY86" fmla="*/ 163748 h 1125173"/>
                <a:gd name="connsiteX87" fmla="*/ 533932 w 1618345"/>
                <a:gd name="connsiteY87" fmla="*/ 188640 h 1125173"/>
                <a:gd name="connsiteX88" fmla="*/ 512866 w 1618345"/>
                <a:gd name="connsiteY88" fmla="*/ 226916 h 1125173"/>
                <a:gd name="connsiteX89" fmla="*/ 547318 w 1618345"/>
                <a:gd name="connsiteY89" fmla="*/ 259456 h 1125173"/>
                <a:gd name="connsiteX90" fmla="*/ 572176 w 1618345"/>
                <a:gd name="connsiteY90" fmla="*/ 270929 h 1125173"/>
                <a:gd name="connsiteX91" fmla="*/ 566440 w 1618345"/>
                <a:gd name="connsiteY91" fmla="*/ 299645 h 1125173"/>
                <a:gd name="connsiteX92" fmla="*/ 530076 w 1618345"/>
                <a:gd name="connsiteY92" fmla="*/ 305381 h 1125173"/>
                <a:gd name="connsiteX93" fmla="*/ 486063 w 1618345"/>
                <a:gd name="connsiteY93" fmla="*/ 267105 h 1125173"/>
                <a:gd name="connsiteX94" fmla="*/ 422895 w 1618345"/>
                <a:gd name="connsiteY94" fmla="*/ 253719 h 1125173"/>
                <a:gd name="connsiteX95" fmla="*/ 382706 w 1618345"/>
                <a:gd name="connsiteY95" fmla="*/ 184815 h 1125173"/>
                <a:gd name="connsiteX96" fmla="*/ 355903 w 1618345"/>
                <a:gd name="connsiteY96" fmla="*/ 209674 h 1125173"/>
                <a:gd name="connsiteX97" fmla="*/ 302329 w 1618345"/>
                <a:gd name="connsiteY97" fmla="*/ 207761 h 1125173"/>
                <a:gd name="connsiteX98" fmla="*/ 292768 w 1618345"/>
                <a:gd name="connsiteY98" fmla="*/ 246038 h 1125173"/>
                <a:gd name="connsiteX99" fmla="*/ 208566 w 1618345"/>
                <a:gd name="connsiteY99" fmla="*/ 286227 h 1125173"/>
                <a:gd name="connsiteX100" fmla="*/ 164553 w 1618345"/>
                <a:gd name="connsiteY100" fmla="*/ 305349 h 1125173"/>
                <a:gd name="connsiteX101" fmla="*/ 154279 w 1618345"/>
                <a:gd name="connsiteY101" fmla="*/ 303728 h 1125173"/>
                <a:gd name="connsiteX102" fmla="*/ 162836 w 1618345"/>
                <a:gd name="connsiteY102" fmla="*/ 332184 h 1125173"/>
                <a:gd name="connsiteX103" fmla="*/ 166206 w 1618345"/>
                <a:gd name="connsiteY103" fmla="*/ 380767 h 1125173"/>
                <a:gd name="connsiteX104" fmla="*/ 181277 w 1618345"/>
                <a:gd name="connsiteY104" fmla="*/ 402547 h 1125173"/>
                <a:gd name="connsiteX105" fmla="*/ 179592 w 1618345"/>
                <a:gd name="connsiteY105" fmla="*/ 457871 h 1125173"/>
                <a:gd name="connsiteX106" fmla="*/ 117591 w 1618345"/>
                <a:gd name="connsiteY106" fmla="*/ 459556 h 1125173"/>
                <a:gd name="connsiteX107" fmla="*/ 1951 w 1618345"/>
                <a:gd name="connsiteY107" fmla="*/ 511510 h 1125173"/>
                <a:gd name="connsiteX108" fmla="*/ 6975 w 1618345"/>
                <a:gd name="connsiteY108" fmla="*/ 533290 h 1125173"/>
                <a:gd name="connsiteX109" fmla="*/ 32125 w 1618345"/>
                <a:gd name="connsiteY109" fmla="*/ 593605 h 1125173"/>
                <a:gd name="connsiteX110" fmla="*/ 107544 w 1618345"/>
                <a:gd name="connsiteY110" fmla="*/ 640535 h 1125173"/>
                <a:gd name="connsiteX111" fmla="*/ 137718 w 1618345"/>
                <a:gd name="connsiteY111" fmla="*/ 652267 h 1125173"/>
                <a:gd name="connsiteX112" fmla="*/ 231578 w 1618345"/>
                <a:gd name="connsiteY112" fmla="*/ 635512 h 1125173"/>
                <a:gd name="connsiteX113" fmla="*/ 260066 w 1618345"/>
                <a:gd name="connsiteY113" fmla="*/ 653953 h 1125173"/>
                <a:gd name="connsiteX114" fmla="*/ 300287 w 1618345"/>
                <a:gd name="connsiteY114" fmla="*/ 628803 h 1125173"/>
                <a:gd name="connsiteX115" fmla="*/ 358950 w 1618345"/>
                <a:gd name="connsiteY115" fmla="*/ 707559 h 1125173"/>
                <a:gd name="connsiteX116" fmla="*/ 358950 w 1618345"/>
                <a:gd name="connsiteY116" fmla="*/ 744442 h 1125173"/>
                <a:gd name="connsiteX117" fmla="*/ 382415 w 1618345"/>
                <a:gd name="connsiteY117" fmla="*/ 779640 h 1125173"/>
                <a:gd name="connsiteX118" fmla="*/ 387438 w 1618345"/>
                <a:gd name="connsiteY118" fmla="*/ 853373 h 1125173"/>
                <a:gd name="connsiteX119" fmla="*/ 464542 w 1618345"/>
                <a:gd name="connsiteY119" fmla="*/ 881862 h 1125173"/>
                <a:gd name="connsiteX120" fmla="*/ 504763 w 1618345"/>
                <a:gd name="connsiteY120" fmla="*/ 907012 h 1125173"/>
                <a:gd name="connsiteX121" fmla="*/ 534937 w 1618345"/>
                <a:gd name="connsiteY121" fmla="*/ 925453 h 1125173"/>
                <a:gd name="connsiteX122" fmla="*/ 536720 w 1618345"/>
                <a:gd name="connsiteY122" fmla="*/ 927981 h 1125173"/>
                <a:gd name="connsiteX123" fmla="*/ 628765 w 1618345"/>
                <a:gd name="connsiteY123" fmla="*/ 940524 h 1125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618345" h="1125173">
                  <a:moveTo>
                    <a:pt x="628959" y="940524"/>
                  </a:moveTo>
                  <a:cubicBezTo>
                    <a:pt x="662633" y="967457"/>
                    <a:pt x="683797" y="923606"/>
                    <a:pt x="719448" y="935500"/>
                  </a:cubicBezTo>
                  <a:cubicBezTo>
                    <a:pt x="734454" y="940492"/>
                    <a:pt x="748974" y="952807"/>
                    <a:pt x="764693" y="957280"/>
                  </a:cubicBezTo>
                  <a:cubicBezTo>
                    <a:pt x="784074" y="962822"/>
                    <a:pt x="799080" y="960877"/>
                    <a:pt x="816647" y="974036"/>
                  </a:cubicBezTo>
                  <a:cubicBezTo>
                    <a:pt x="835347" y="988070"/>
                    <a:pt x="850029" y="1012183"/>
                    <a:pt x="871939" y="1020966"/>
                  </a:cubicBezTo>
                  <a:cubicBezTo>
                    <a:pt x="890769" y="1028485"/>
                    <a:pt x="909567" y="1008910"/>
                    <a:pt x="925577" y="1014257"/>
                  </a:cubicBezTo>
                  <a:cubicBezTo>
                    <a:pt x="937115" y="1018114"/>
                    <a:pt x="940810" y="1032861"/>
                    <a:pt x="949042" y="1041061"/>
                  </a:cubicBezTo>
                  <a:cubicBezTo>
                    <a:pt x="963724" y="1055742"/>
                    <a:pt x="982781" y="1071234"/>
                    <a:pt x="1004334" y="1071234"/>
                  </a:cubicBezTo>
                  <a:cubicBezTo>
                    <a:pt x="1022581" y="1071234"/>
                    <a:pt x="1043129" y="1057525"/>
                    <a:pt x="1061311" y="1061187"/>
                  </a:cubicBezTo>
                  <a:cubicBezTo>
                    <a:pt x="1082540" y="1065433"/>
                    <a:pt x="1097643" y="1083258"/>
                    <a:pt x="1116603" y="1088023"/>
                  </a:cubicBezTo>
                  <a:cubicBezTo>
                    <a:pt x="1136017" y="1092885"/>
                    <a:pt x="1157278" y="1088023"/>
                    <a:pt x="1176951" y="1088023"/>
                  </a:cubicBezTo>
                  <a:cubicBezTo>
                    <a:pt x="1182428" y="1088023"/>
                    <a:pt x="1208227" y="1091945"/>
                    <a:pt x="1212148" y="1088023"/>
                  </a:cubicBezTo>
                  <a:cubicBezTo>
                    <a:pt x="1237169" y="1063002"/>
                    <a:pt x="1269417" y="1045176"/>
                    <a:pt x="1297614" y="1020966"/>
                  </a:cubicBezTo>
                  <a:cubicBezTo>
                    <a:pt x="1311226" y="1009298"/>
                    <a:pt x="1333265" y="978930"/>
                    <a:pt x="1337835" y="960618"/>
                  </a:cubicBezTo>
                  <a:cubicBezTo>
                    <a:pt x="1339553" y="953747"/>
                    <a:pt x="1333460" y="946358"/>
                    <a:pt x="1337835" y="940524"/>
                  </a:cubicBezTo>
                  <a:cubicBezTo>
                    <a:pt x="1346943" y="928403"/>
                    <a:pt x="1367944" y="942274"/>
                    <a:pt x="1371347" y="938839"/>
                  </a:cubicBezTo>
                  <a:cubicBezTo>
                    <a:pt x="1384863" y="925291"/>
                    <a:pt x="1402623" y="911031"/>
                    <a:pt x="1426639" y="917059"/>
                  </a:cubicBezTo>
                  <a:cubicBezTo>
                    <a:pt x="1438436" y="920008"/>
                    <a:pt x="1430334" y="956729"/>
                    <a:pt x="1436686" y="967327"/>
                  </a:cubicBezTo>
                  <a:cubicBezTo>
                    <a:pt x="1441580" y="975494"/>
                    <a:pt x="1454739" y="996464"/>
                    <a:pt x="1463489" y="1000839"/>
                  </a:cubicBezTo>
                  <a:cubicBezTo>
                    <a:pt x="1470814" y="1004502"/>
                    <a:pt x="1483065" y="1008521"/>
                    <a:pt x="1488640" y="1015910"/>
                  </a:cubicBezTo>
                  <a:cubicBezTo>
                    <a:pt x="1496062" y="1025795"/>
                    <a:pt x="1492335" y="1047769"/>
                    <a:pt x="1497002" y="1059469"/>
                  </a:cubicBezTo>
                  <a:cubicBezTo>
                    <a:pt x="1502350" y="1072822"/>
                    <a:pt x="1516869" y="1081476"/>
                    <a:pt x="1522152" y="1094667"/>
                  </a:cubicBezTo>
                  <a:cubicBezTo>
                    <a:pt x="1524097" y="1099528"/>
                    <a:pt x="1525264" y="1110775"/>
                    <a:pt x="1532199" y="1113108"/>
                  </a:cubicBezTo>
                  <a:cubicBezTo>
                    <a:pt x="1545099" y="1117419"/>
                    <a:pt x="1577898" y="1131874"/>
                    <a:pt x="1590862" y="1121503"/>
                  </a:cubicBezTo>
                  <a:cubicBezTo>
                    <a:pt x="1600650" y="1113692"/>
                    <a:pt x="1609076" y="1099334"/>
                    <a:pt x="1618346" y="1085398"/>
                  </a:cubicBezTo>
                  <a:cubicBezTo>
                    <a:pt x="1616952" y="1084717"/>
                    <a:pt x="1615493" y="1084004"/>
                    <a:pt x="1613970" y="1083323"/>
                  </a:cubicBezTo>
                  <a:cubicBezTo>
                    <a:pt x="1588885" y="1072109"/>
                    <a:pt x="1597117" y="1057071"/>
                    <a:pt x="1583116" y="1038403"/>
                  </a:cubicBezTo>
                  <a:cubicBezTo>
                    <a:pt x="1569114" y="1019734"/>
                    <a:pt x="1567137" y="1015618"/>
                    <a:pt x="1533334" y="991829"/>
                  </a:cubicBezTo>
                  <a:cubicBezTo>
                    <a:pt x="1499497" y="968040"/>
                    <a:pt x="1512785" y="965577"/>
                    <a:pt x="1499821" y="932778"/>
                  </a:cubicBezTo>
                  <a:cubicBezTo>
                    <a:pt x="1486857" y="899979"/>
                    <a:pt x="1479241" y="902831"/>
                    <a:pt x="1440576" y="859920"/>
                  </a:cubicBezTo>
                  <a:cubicBezTo>
                    <a:pt x="1401878" y="816976"/>
                    <a:pt x="1419574" y="828223"/>
                    <a:pt x="1415555" y="805179"/>
                  </a:cubicBezTo>
                  <a:cubicBezTo>
                    <a:pt x="1411536" y="782135"/>
                    <a:pt x="1391798" y="771570"/>
                    <a:pt x="1367555" y="764277"/>
                  </a:cubicBezTo>
                  <a:cubicBezTo>
                    <a:pt x="1343345" y="756985"/>
                    <a:pt x="1366259" y="750924"/>
                    <a:pt x="1378154" y="741817"/>
                  </a:cubicBezTo>
                  <a:cubicBezTo>
                    <a:pt x="1390048" y="732710"/>
                    <a:pt x="1383566" y="726422"/>
                    <a:pt x="1379158" y="693850"/>
                  </a:cubicBezTo>
                  <a:cubicBezTo>
                    <a:pt x="1374751" y="661278"/>
                    <a:pt x="1386872" y="664908"/>
                    <a:pt x="1389238" y="648605"/>
                  </a:cubicBezTo>
                  <a:cubicBezTo>
                    <a:pt x="1391604" y="632303"/>
                    <a:pt x="1398799" y="622774"/>
                    <a:pt x="1408392" y="606115"/>
                  </a:cubicBezTo>
                  <a:cubicBezTo>
                    <a:pt x="1417986" y="589456"/>
                    <a:pt x="1428811" y="588906"/>
                    <a:pt x="1441483" y="561227"/>
                  </a:cubicBezTo>
                  <a:cubicBezTo>
                    <a:pt x="1454156" y="533549"/>
                    <a:pt x="1437432" y="535883"/>
                    <a:pt x="1428227" y="517603"/>
                  </a:cubicBezTo>
                  <a:cubicBezTo>
                    <a:pt x="1419023" y="499324"/>
                    <a:pt x="1424079" y="485874"/>
                    <a:pt x="1420190" y="454987"/>
                  </a:cubicBezTo>
                  <a:cubicBezTo>
                    <a:pt x="1416300" y="424100"/>
                    <a:pt x="1427287" y="418006"/>
                    <a:pt x="1435357" y="396292"/>
                  </a:cubicBezTo>
                  <a:cubicBezTo>
                    <a:pt x="1443428" y="374577"/>
                    <a:pt x="1455160" y="371012"/>
                    <a:pt x="1480148" y="359765"/>
                  </a:cubicBezTo>
                  <a:cubicBezTo>
                    <a:pt x="1491330" y="354710"/>
                    <a:pt x="1499562" y="347806"/>
                    <a:pt x="1507373" y="339185"/>
                  </a:cubicBezTo>
                  <a:cubicBezTo>
                    <a:pt x="1500113" y="335976"/>
                    <a:pt x="1492659" y="333286"/>
                    <a:pt x="1490876" y="324406"/>
                  </a:cubicBezTo>
                  <a:cubicBezTo>
                    <a:pt x="1486598" y="302918"/>
                    <a:pt x="1508086" y="285189"/>
                    <a:pt x="1508086" y="265095"/>
                  </a:cubicBezTo>
                  <a:cubicBezTo>
                    <a:pt x="1508086" y="262794"/>
                    <a:pt x="1510938" y="246913"/>
                    <a:pt x="1509998" y="245973"/>
                  </a:cubicBezTo>
                  <a:cubicBezTo>
                    <a:pt x="1508280" y="244255"/>
                    <a:pt x="1487927" y="245973"/>
                    <a:pt x="1487019" y="245973"/>
                  </a:cubicBezTo>
                  <a:cubicBezTo>
                    <a:pt x="1474347" y="245973"/>
                    <a:pt x="1428811" y="247205"/>
                    <a:pt x="1418115" y="253622"/>
                  </a:cubicBezTo>
                  <a:cubicBezTo>
                    <a:pt x="1406156" y="260817"/>
                    <a:pt x="1406480" y="286194"/>
                    <a:pt x="1387488" y="289986"/>
                  </a:cubicBezTo>
                  <a:cubicBezTo>
                    <a:pt x="1359777" y="295528"/>
                    <a:pt x="1380357" y="275207"/>
                    <a:pt x="1368366" y="263183"/>
                  </a:cubicBezTo>
                  <a:cubicBezTo>
                    <a:pt x="1356309" y="251126"/>
                    <a:pt x="1331742" y="263637"/>
                    <a:pt x="1318616" y="247885"/>
                  </a:cubicBezTo>
                  <a:cubicBezTo>
                    <a:pt x="1313268" y="241468"/>
                    <a:pt x="1316444" y="228212"/>
                    <a:pt x="1312879" y="221082"/>
                  </a:cubicBezTo>
                  <a:cubicBezTo>
                    <a:pt x="1305782" y="206919"/>
                    <a:pt x="1281992" y="212526"/>
                    <a:pt x="1287988" y="188542"/>
                  </a:cubicBezTo>
                  <a:cubicBezTo>
                    <a:pt x="1290290" y="179370"/>
                    <a:pt x="1313657" y="154317"/>
                    <a:pt x="1307110" y="144529"/>
                  </a:cubicBezTo>
                  <a:cubicBezTo>
                    <a:pt x="1304842" y="141126"/>
                    <a:pt x="1299883" y="129426"/>
                    <a:pt x="1295637" y="127319"/>
                  </a:cubicBezTo>
                  <a:cubicBezTo>
                    <a:pt x="1283775" y="121388"/>
                    <a:pt x="1267926" y="128324"/>
                    <a:pt x="1257361" y="117759"/>
                  </a:cubicBezTo>
                  <a:cubicBezTo>
                    <a:pt x="1243521" y="103919"/>
                    <a:pt x="1272107" y="88751"/>
                    <a:pt x="1268834" y="75658"/>
                  </a:cubicBezTo>
                  <a:cubicBezTo>
                    <a:pt x="1258463" y="34140"/>
                    <a:pt x="1236067" y="43053"/>
                    <a:pt x="1201842" y="31644"/>
                  </a:cubicBezTo>
                  <a:cubicBezTo>
                    <a:pt x="1189397" y="27496"/>
                    <a:pt x="1201064" y="725"/>
                    <a:pt x="1176951" y="6754"/>
                  </a:cubicBezTo>
                  <a:cubicBezTo>
                    <a:pt x="1154329" y="12425"/>
                    <a:pt x="1147490" y="31158"/>
                    <a:pt x="1144411" y="52679"/>
                  </a:cubicBezTo>
                  <a:cubicBezTo>
                    <a:pt x="1142920" y="63147"/>
                    <a:pt x="1145027" y="81070"/>
                    <a:pt x="1132938" y="87131"/>
                  </a:cubicBezTo>
                  <a:cubicBezTo>
                    <a:pt x="1126845" y="90177"/>
                    <a:pt x="1113589" y="84084"/>
                    <a:pt x="1106135" y="89043"/>
                  </a:cubicBezTo>
                  <a:cubicBezTo>
                    <a:pt x="1100171" y="93030"/>
                    <a:pt x="1098227" y="106544"/>
                    <a:pt x="1092749" y="112022"/>
                  </a:cubicBezTo>
                  <a:cubicBezTo>
                    <a:pt x="1077095" y="127676"/>
                    <a:pt x="1059010" y="130009"/>
                    <a:pt x="1039175" y="135001"/>
                  </a:cubicBezTo>
                  <a:cubicBezTo>
                    <a:pt x="1027119" y="138015"/>
                    <a:pt x="1005047" y="135843"/>
                    <a:pt x="995162" y="129264"/>
                  </a:cubicBezTo>
                  <a:cubicBezTo>
                    <a:pt x="989782" y="125666"/>
                    <a:pt x="987124" y="117402"/>
                    <a:pt x="977952" y="119703"/>
                  </a:cubicBezTo>
                  <a:cubicBezTo>
                    <a:pt x="952737" y="126023"/>
                    <a:pt x="959219" y="145501"/>
                    <a:pt x="941588" y="156067"/>
                  </a:cubicBezTo>
                  <a:cubicBezTo>
                    <a:pt x="929207" y="163522"/>
                    <a:pt x="909729" y="151465"/>
                    <a:pt x="897575" y="148418"/>
                  </a:cubicBezTo>
                  <a:cubicBezTo>
                    <a:pt x="883833" y="144983"/>
                    <a:pt x="879782" y="158887"/>
                    <a:pt x="870772" y="165628"/>
                  </a:cubicBezTo>
                  <a:cubicBezTo>
                    <a:pt x="860757" y="173147"/>
                    <a:pt x="832625" y="161934"/>
                    <a:pt x="824846" y="154155"/>
                  </a:cubicBezTo>
                  <a:cubicBezTo>
                    <a:pt x="821022" y="150331"/>
                    <a:pt x="827796" y="132505"/>
                    <a:pt x="826759" y="127352"/>
                  </a:cubicBezTo>
                  <a:cubicBezTo>
                    <a:pt x="824425" y="115749"/>
                    <a:pt x="804752" y="125440"/>
                    <a:pt x="801868" y="113966"/>
                  </a:cubicBezTo>
                  <a:cubicBezTo>
                    <a:pt x="799729" y="105410"/>
                    <a:pt x="788644" y="66648"/>
                    <a:pt x="778889" y="64217"/>
                  </a:cubicBezTo>
                  <a:cubicBezTo>
                    <a:pt x="760415" y="59582"/>
                    <a:pt x="745506" y="94779"/>
                    <a:pt x="731051" y="100581"/>
                  </a:cubicBezTo>
                  <a:cubicBezTo>
                    <a:pt x="726157" y="102526"/>
                    <a:pt x="717050" y="99836"/>
                    <a:pt x="711897" y="100581"/>
                  </a:cubicBezTo>
                  <a:cubicBezTo>
                    <a:pt x="707100" y="101261"/>
                    <a:pt x="692872" y="106479"/>
                    <a:pt x="688918" y="100581"/>
                  </a:cubicBezTo>
                  <a:cubicBezTo>
                    <a:pt x="684381" y="93775"/>
                    <a:pt x="697377" y="69370"/>
                    <a:pt x="694655" y="58480"/>
                  </a:cubicBezTo>
                  <a:cubicBezTo>
                    <a:pt x="690571" y="42113"/>
                    <a:pt x="672486" y="51285"/>
                    <a:pt x="662115" y="45095"/>
                  </a:cubicBezTo>
                  <a:cubicBezTo>
                    <a:pt x="647433" y="36279"/>
                    <a:pt x="663444" y="-7378"/>
                    <a:pt x="629575" y="1082"/>
                  </a:cubicBezTo>
                  <a:cubicBezTo>
                    <a:pt x="607925" y="6494"/>
                    <a:pt x="642377" y="73810"/>
                    <a:pt x="614277" y="73810"/>
                  </a:cubicBezTo>
                  <a:cubicBezTo>
                    <a:pt x="570653" y="73810"/>
                    <a:pt x="602415" y="20592"/>
                    <a:pt x="562616" y="10643"/>
                  </a:cubicBezTo>
                  <a:cubicBezTo>
                    <a:pt x="556587" y="9119"/>
                    <a:pt x="539799" y="6365"/>
                    <a:pt x="533900" y="8731"/>
                  </a:cubicBezTo>
                  <a:cubicBezTo>
                    <a:pt x="523269" y="12976"/>
                    <a:pt x="527710" y="29181"/>
                    <a:pt x="516690" y="33589"/>
                  </a:cubicBezTo>
                  <a:cubicBezTo>
                    <a:pt x="503953" y="38678"/>
                    <a:pt x="469663" y="35825"/>
                    <a:pt x="463116" y="48919"/>
                  </a:cubicBezTo>
                  <a:cubicBezTo>
                    <a:pt x="457282" y="60619"/>
                    <a:pt x="465288" y="73000"/>
                    <a:pt x="455467" y="85283"/>
                  </a:cubicBezTo>
                  <a:cubicBezTo>
                    <a:pt x="447786" y="94909"/>
                    <a:pt x="435049" y="96756"/>
                    <a:pt x="430576" y="110142"/>
                  </a:cubicBezTo>
                  <a:cubicBezTo>
                    <a:pt x="422798" y="133445"/>
                    <a:pt x="447332" y="127125"/>
                    <a:pt x="459292" y="133121"/>
                  </a:cubicBezTo>
                  <a:cubicBezTo>
                    <a:pt x="471348" y="139149"/>
                    <a:pt x="501393" y="154155"/>
                    <a:pt x="510954" y="163748"/>
                  </a:cubicBezTo>
                  <a:cubicBezTo>
                    <a:pt x="515621" y="168383"/>
                    <a:pt x="537984" y="180537"/>
                    <a:pt x="533932" y="188640"/>
                  </a:cubicBezTo>
                  <a:cubicBezTo>
                    <a:pt x="527515" y="201474"/>
                    <a:pt x="501101" y="207276"/>
                    <a:pt x="512866" y="226916"/>
                  </a:cubicBezTo>
                  <a:cubicBezTo>
                    <a:pt x="520353" y="239361"/>
                    <a:pt x="535034" y="252099"/>
                    <a:pt x="547318" y="259456"/>
                  </a:cubicBezTo>
                  <a:cubicBezTo>
                    <a:pt x="552115" y="262340"/>
                    <a:pt x="569098" y="266813"/>
                    <a:pt x="572176" y="270929"/>
                  </a:cubicBezTo>
                  <a:cubicBezTo>
                    <a:pt x="578237" y="278999"/>
                    <a:pt x="573408" y="294070"/>
                    <a:pt x="566440" y="299645"/>
                  </a:cubicBezTo>
                  <a:cubicBezTo>
                    <a:pt x="558467" y="306029"/>
                    <a:pt x="539604" y="311766"/>
                    <a:pt x="530076" y="305381"/>
                  </a:cubicBezTo>
                  <a:cubicBezTo>
                    <a:pt x="512606" y="293746"/>
                    <a:pt x="510046" y="273100"/>
                    <a:pt x="486063" y="267105"/>
                  </a:cubicBezTo>
                  <a:cubicBezTo>
                    <a:pt x="464024" y="261595"/>
                    <a:pt x="443929" y="269503"/>
                    <a:pt x="422895" y="253719"/>
                  </a:cubicBezTo>
                  <a:cubicBezTo>
                    <a:pt x="400046" y="236607"/>
                    <a:pt x="434984" y="171754"/>
                    <a:pt x="382706" y="184815"/>
                  </a:cubicBezTo>
                  <a:cubicBezTo>
                    <a:pt x="367312" y="188672"/>
                    <a:pt x="366534" y="201701"/>
                    <a:pt x="355903" y="209674"/>
                  </a:cubicBezTo>
                  <a:cubicBezTo>
                    <a:pt x="342485" y="219753"/>
                    <a:pt x="316784" y="199076"/>
                    <a:pt x="302329" y="207761"/>
                  </a:cubicBezTo>
                  <a:cubicBezTo>
                    <a:pt x="290953" y="214568"/>
                    <a:pt x="303982" y="237060"/>
                    <a:pt x="292768" y="246038"/>
                  </a:cubicBezTo>
                  <a:cubicBezTo>
                    <a:pt x="266937" y="266683"/>
                    <a:pt x="245093" y="277087"/>
                    <a:pt x="208566" y="286227"/>
                  </a:cubicBezTo>
                  <a:cubicBezTo>
                    <a:pt x="192912" y="290148"/>
                    <a:pt x="181277" y="302011"/>
                    <a:pt x="164553" y="305349"/>
                  </a:cubicBezTo>
                  <a:cubicBezTo>
                    <a:pt x="160794" y="306094"/>
                    <a:pt x="157455" y="305316"/>
                    <a:pt x="154279" y="303728"/>
                  </a:cubicBezTo>
                  <a:cubicBezTo>
                    <a:pt x="157423" y="313095"/>
                    <a:pt x="159886" y="323304"/>
                    <a:pt x="162836" y="332184"/>
                  </a:cubicBezTo>
                  <a:cubicBezTo>
                    <a:pt x="167859" y="347223"/>
                    <a:pt x="163062" y="365210"/>
                    <a:pt x="166206" y="380767"/>
                  </a:cubicBezTo>
                  <a:cubicBezTo>
                    <a:pt x="168021" y="389810"/>
                    <a:pt x="177582" y="395157"/>
                    <a:pt x="181277" y="402547"/>
                  </a:cubicBezTo>
                  <a:cubicBezTo>
                    <a:pt x="185458" y="410909"/>
                    <a:pt x="184842" y="449121"/>
                    <a:pt x="179592" y="457871"/>
                  </a:cubicBezTo>
                  <a:cubicBezTo>
                    <a:pt x="171489" y="471386"/>
                    <a:pt x="131463" y="457223"/>
                    <a:pt x="117591" y="459556"/>
                  </a:cubicBezTo>
                  <a:cubicBezTo>
                    <a:pt x="85894" y="464839"/>
                    <a:pt x="20620" y="483540"/>
                    <a:pt x="1951" y="511510"/>
                  </a:cubicBezTo>
                  <a:cubicBezTo>
                    <a:pt x="-3461" y="519613"/>
                    <a:pt x="3766" y="526905"/>
                    <a:pt x="6975" y="533290"/>
                  </a:cubicBezTo>
                  <a:cubicBezTo>
                    <a:pt x="16017" y="551374"/>
                    <a:pt x="19420" y="577756"/>
                    <a:pt x="32125" y="593605"/>
                  </a:cubicBezTo>
                  <a:cubicBezTo>
                    <a:pt x="49205" y="614931"/>
                    <a:pt x="82199" y="634183"/>
                    <a:pt x="107544" y="640535"/>
                  </a:cubicBezTo>
                  <a:cubicBezTo>
                    <a:pt x="117656" y="643063"/>
                    <a:pt x="126504" y="655055"/>
                    <a:pt x="137718" y="652267"/>
                  </a:cubicBezTo>
                  <a:cubicBezTo>
                    <a:pt x="164100" y="645688"/>
                    <a:pt x="201144" y="623325"/>
                    <a:pt x="231578" y="635512"/>
                  </a:cubicBezTo>
                  <a:cubicBezTo>
                    <a:pt x="242305" y="639790"/>
                    <a:pt x="249565" y="650453"/>
                    <a:pt x="260066" y="653953"/>
                  </a:cubicBezTo>
                  <a:cubicBezTo>
                    <a:pt x="278410" y="660046"/>
                    <a:pt x="278248" y="617783"/>
                    <a:pt x="300287" y="628803"/>
                  </a:cubicBezTo>
                  <a:cubicBezTo>
                    <a:pt x="323655" y="640470"/>
                    <a:pt x="352695" y="682539"/>
                    <a:pt x="358950" y="707559"/>
                  </a:cubicBezTo>
                  <a:cubicBezTo>
                    <a:pt x="361996" y="719713"/>
                    <a:pt x="352759" y="732061"/>
                    <a:pt x="358950" y="744442"/>
                  </a:cubicBezTo>
                  <a:cubicBezTo>
                    <a:pt x="364751" y="756045"/>
                    <a:pt x="380276" y="766708"/>
                    <a:pt x="382415" y="779640"/>
                  </a:cubicBezTo>
                  <a:cubicBezTo>
                    <a:pt x="386304" y="803040"/>
                    <a:pt x="366210" y="835191"/>
                    <a:pt x="387438" y="853373"/>
                  </a:cubicBezTo>
                  <a:cubicBezTo>
                    <a:pt x="413464" y="875671"/>
                    <a:pt x="435211" y="872106"/>
                    <a:pt x="464542" y="881862"/>
                  </a:cubicBezTo>
                  <a:cubicBezTo>
                    <a:pt x="478997" y="886691"/>
                    <a:pt x="491021" y="900108"/>
                    <a:pt x="504763" y="907012"/>
                  </a:cubicBezTo>
                  <a:cubicBezTo>
                    <a:pt x="516010" y="912619"/>
                    <a:pt x="526867" y="914725"/>
                    <a:pt x="534937" y="925453"/>
                  </a:cubicBezTo>
                  <a:cubicBezTo>
                    <a:pt x="535585" y="926296"/>
                    <a:pt x="536169" y="927139"/>
                    <a:pt x="536720" y="927981"/>
                  </a:cubicBezTo>
                  <a:cubicBezTo>
                    <a:pt x="568028" y="923444"/>
                    <a:pt x="603193" y="920073"/>
                    <a:pt x="628765" y="94052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4" name="Freeform: Shape 233">
              <a:extLst>
                <a:ext uri="{FF2B5EF4-FFF2-40B4-BE49-F238E27FC236}">
                  <a16:creationId xmlns:a16="http://schemas.microsoft.com/office/drawing/2014/main" id="{3CE222C8-625D-1BED-1BAF-C405CC741202}"/>
                </a:ext>
              </a:extLst>
            </p:cNvPr>
            <p:cNvSpPr/>
            <p:nvPr/>
          </p:nvSpPr>
          <p:spPr>
            <a:xfrm>
              <a:off x="4451207" y="3762268"/>
              <a:ext cx="744371" cy="834344"/>
            </a:xfrm>
            <a:custGeom>
              <a:avLst/>
              <a:gdLst>
                <a:gd name="connsiteX0" fmla="*/ 579501 w 744371"/>
                <a:gd name="connsiteY0" fmla="*/ 376904 h 834344"/>
                <a:gd name="connsiteX1" fmla="*/ 637482 w 744371"/>
                <a:gd name="connsiteY1" fmla="*/ 359370 h 834344"/>
                <a:gd name="connsiteX2" fmla="*/ 706549 w 744371"/>
                <a:gd name="connsiteY2" fmla="*/ 330946 h 834344"/>
                <a:gd name="connsiteX3" fmla="*/ 734000 w 744371"/>
                <a:gd name="connsiteY3" fmla="*/ 305667 h 834344"/>
                <a:gd name="connsiteX4" fmla="*/ 744371 w 744371"/>
                <a:gd name="connsiteY4" fmla="*/ 296786 h 834344"/>
                <a:gd name="connsiteX5" fmla="*/ 719513 w 744371"/>
                <a:gd name="connsiteY5" fmla="*/ 280711 h 834344"/>
                <a:gd name="connsiteX6" fmla="*/ 694946 w 744371"/>
                <a:gd name="connsiteY6" fmla="*/ 251250 h 834344"/>
                <a:gd name="connsiteX7" fmla="*/ 669115 w 744371"/>
                <a:gd name="connsiteY7" fmla="*/ 242953 h 834344"/>
                <a:gd name="connsiteX8" fmla="*/ 629380 w 744371"/>
                <a:gd name="connsiteY8" fmla="*/ 214399 h 834344"/>
                <a:gd name="connsiteX9" fmla="*/ 606466 w 744371"/>
                <a:gd name="connsiteY9" fmla="*/ 182832 h 834344"/>
                <a:gd name="connsiteX10" fmla="*/ 628829 w 744371"/>
                <a:gd name="connsiteY10" fmla="*/ 170581 h 834344"/>
                <a:gd name="connsiteX11" fmla="*/ 644191 w 744371"/>
                <a:gd name="connsiteY11" fmla="*/ 179202 h 834344"/>
                <a:gd name="connsiteX12" fmla="*/ 670055 w 744371"/>
                <a:gd name="connsiteY12" fmla="*/ 172234 h 834344"/>
                <a:gd name="connsiteX13" fmla="*/ 707521 w 744371"/>
                <a:gd name="connsiteY13" fmla="*/ 142870 h 834344"/>
                <a:gd name="connsiteX14" fmla="*/ 663832 w 744371"/>
                <a:gd name="connsiteY14" fmla="*/ 105242 h 834344"/>
                <a:gd name="connsiteX15" fmla="*/ 653363 w 744371"/>
                <a:gd name="connsiteY15" fmla="*/ 74063 h 834344"/>
                <a:gd name="connsiteX16" fmla="*/ 583066 w 744371"/>
                <a:gd name="connsiteY16" fmla="*/ 92148 h 834344"/>
                <a:gd name="connsiteX17" fmla="*/ 525732 w 744371"/>
                <a:gd name="connsiteY17" fmla="*/ 59997 h 834344"/>
                <a:gd name="connsiteX18" fmla="*/ 510013 w 744371"/>
                <a:gd name="connsiteY18" fmla="*/ 17054 h 834344"/>
                <a:gd name="connsiteX19" fmla="*/ 457282 w 744371"/>
                <a:gd name="connsiteY19" fmla="*/ 14882 h 834344"/>
                <a:gd name="connsiteX20" fmla="*/ 412653 w 744371"/>
                <a:gd name="connsiteY20" fmla="*/ 8854 h 834344"/>
                <a:gd name="connsiteX21" fmla="*/ 377293 w 744371"/>
                <a:gd name="connsiteY21" fmla="*/ 78989 h 834344"/>
                <a:gd name="connsiteX22" fmla="*/ 351333 w 744371"/>
                <a:gd name="connsiteY22" fmla="*/ 108872 h 834344"/>
                <a:gd name="connsiteX23" fmla="*/ 321548 w 744371"/>
                <a:gd name="connsiteY23" fmla="*/ 130619 h 834344"/>
                <a:gd name="connsiteX24" fmla="*/ 306736 w 744371"/>
                <a:gd name="connsiteY24" fmla="*/ 95227 h 834344"/>
                <a:gd name="connsiteX25" fmla="*/ 301583 w 744371"/>
                <a:gd name="connsiteY25" fmla="*/ 21429 h 834344"/>
                <a:gd name="connsiteX26" fmla="*/ 217997 w 744371"/>
                <a:gd name="connsiteY26" fmla="*/ 1043 h 834344"/>
                <a:gd name="connsiteX27" fmla="*/ 173401 w 744371"/>
                <a:gd name="connsiteY27" fmla="*/ 18869 h 834344"/>
                <a:gd name="connsiteX28" fmla="*/ 156807 w 744371"/>
                <a:gd name="connsiteY28" fmla="*/ 17572 h 834344"/>
                <a:gd name="connsiteX29" fmla="*/ 152334 w 744371"/>
                <a:gd name="connsiteY29" fmla="*/ 65118 h 834344"/>
                <a:gd name="connsiteX30" fmla="*/ 127605 w 744371"/>
                <a:gd name="connsiteY30" fmla="*/ 175734 h 834344"/>
                <a:gd name="connsiteX31" fmla="*/ 83916 w 744371"/>
                <a:gd name="connsiteY31" fmla="*/ 293643 h 834344"/>
                <a:gd name="connsiteX32" fmla="*/ 76656 w 744371"/>
                <a:gd name="connsiteY32" fmla="*/ 453781 h 834344"/>
                <a:gd name="connsiteX33" fmla="*/ 32967 w 744371"/>
                <a:gd name="connsiteY33" fmla="*/ 592076 h 834344"/>
                <a:gd name="connsiteX34" fmla="*/ 2404 w 744371"/>
                <a:gd name="connsiteY34" fmla="*/ 691057 h 834344"/>
                <a:gd name="connsiteX35" fmla="*/ 15498 w 744371"/>
                <a:gd name="connsiteY35" fmla="*/ 759475 h 834344"/>
                <a:gd name="connsiteX36" fmla="*/ 46061 w 744371"/>
                <a:gd name="connsiteY36" fmla="*/ 811882 h 834344"/>
                <a:gd name="connsiteX37" fmla="*/ 107187 w 744371"/>
                <a:gd name="connsiteY37" fmla="*/ 824975 h 834344"/>
                <a:gd name="connsiteX38" fmla="*/ 171229 w 744371"/>
                <a:gd name="connsiteY38" fmla="*/ 829351 h 834344"/>
                <a:gd name="connsiteX39" fmla="*/ 238189 w 744371"/>
                <a:gd name="connsiteY39" fmla="*/ 813340 h 834344"/>
                <a:gd name="connsiteX40" fmla="*/ 324076 w 744371"/>
                <a:gd name="connsiteY40" fmla="*/ 804589 h 834344"/>
                <a:gd name="connsiteX41" fmla="*/ 375025 w 744371"/>
                <a:gd name="connsiteY41" fmla="*/ 752182 h 834344"/>
                <a:gd name="connsiteX42" fmla="*/ 405587 w 744371"/>
                <a:gd name="connsiteY42" fmla="*/ 676504 h 834344"/>
                <a:gd name="connsiteX43" fmla="*/ 434692 w 744371"/>
                <a:gd name="connsiteY43" fmla="*/ 589159 h 834344"/>
                <a:gd name="connsiteX44" fmla="*/ 514745 w 744371"/>
                <a:gd name="connsiteY44" fmla="*/ 481427 h 834344"/>
                <a:gd name="connsiteX45" fmla="*/ 532246 w 744371"/>
                <a:gd name="connsiteY45" fmla="*/ 464444 h 834344"/>
                <a:gd name="connsiteX46" fmla="*/ 538307 w 744371"/>
                <a:gd name="connsiteY46" fmla="*/ 454397 h 834344"/>
                <a:gd name="connsiteX47" fmla="*/ 579436 w 744371"/>
                <a:gd name="connsiteY47" fmla="*/ 376872 h 8343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744371" h="834344">
                  <a:moveTo>
                    <a:pt x="579501" y="376904"/>
                  </a:moveTo>
                  <a:cubicBezTo>
                    <a:pt x="594636" y="365107"/>
                    <a:pt x="619398" y="364232"/>
                    <a:pt x="637482" y="359370"/>
                  </a:cubicBezTo>
                  <a:cubicBezTo>
                    <a:pt x="661174" y="352986"/>
                    <a:pt x="685093" y="342096"/>
                    <a:pt x="706549" y="330946"/>
                  </a:cubicBezTo>
                  <a:cubicBezTo>
                    <a:pt x="719966" y="323979"/>
                    <a:pt x="723888" y="315357"/>
                    <a:pt x="734000" y="305667"/>
                  </a:cubicBezTo>
                  <a:cubicBezTo>
                    <a:pt x="735264" y="304468"/>
                    <a:pt x="744469" y="297629"/>
                    <a:pt x="744371" y="296786"/>
                  </a:cubicBezTo>
                  <a:cubicBezTo>
                    <a:pt x="744306" y="296268"/>
                    <a:pt x="722170" y="283304"/>
                    <a:pt x="719513" y="280711"/>
                  </a:cubicBezTo>
                  <a:cubicBezTo>
                    <a:pt x="710535" y="271928"/>
                    <a:pt x="704993" y="259126"/>
                    <a:pt x="694946" y="251250"/>
                  </a:cubicBezTo>
                  <a:cubicBezTo>
                    <a:pt x="687005" y="245027"/>
                    <a:pt x="677185" y="247328"/>
                    <a:pt x="669115" y="242953"/>
                  </a:cubicBezTo>
                  <a:cubicBezTo>
                    <a:pt x="654595" y="235045"/>
                    <a:pt x="639492" y="228304"/>
                    <a:pt x="629380" y="214399"/>
                  </a:cubicBezTo>
                  <a:cubicBezTo>
                    <a:pt x="628116" y="212682"/>
                    <a:pt x="606401" y="182929"/>
                    <a:pt x="606466" y="182832"/>
                  </a:cubicBezTo>
                  <a:cubicBezTo>
                    <a:pt x="609448" y="176156"/>
                    <a:pt x="621926" y="170257"/>
                    <a:pt x="628829" y="170581"/>
                  </a:cubicBezTo>
                  <a:cubicBezTo>
                    <a:pt x="634728" y="170840"/>
                    <a:pt x="638941" y="177808"/>
                    <a:pt x="644191" y="179202"/>
                  </a:cubicBezTo>
                  <a:cubicBezTo>
                    <a:pt x="652035" y="181276"/>
                    <a:pt x="663054" y="174924"/>
                    <a:pt x="670055" y="172234"/>
                  </a:cubicBezTo>
                  <a:cubicBezTo>
                    <a:pt x="683278" y="167178"/>
                    <a:pt x="714359" y="166173"/>
                    <a:pt x="707521" y="142870"/>
                  </a:cubicBezTo>
                  <a:cubicBezTo>
                    <a:pt x="700553" y="119146"/>
                    <a:pt x="677574" y="119600"/>
                    <a:pt x="663832" y="105242"/>
                  </a:cubicBezTo>
                  <a:cubicBezTo>
                    <a:pt x="655081" y="96102"/>
                    <a:pt x="667948" y="80902"/>
                    <a:pt x="653363" y="74063"/>
                  </a:cubicBezTo>
                  <a:cubicBezTo>
                    <a:pt x="622477" y="59608"/>
                    <a:pt x="608994" y="97431"/>
                    <a:pt x="583066" y="92148"/>
                  </a:cubicBezTo>
                  <a:cubicBezTo>
                    <a:pt x="567120" y="88907"/>
                    <a:pt x="533867" y="74841"/>
                    <a:pt x="525732" y="59997"/>
                  </a:cubicBezTo>
                  <a:cubicBezTo>
                    <a:pt x="518148" y="46190"/>
                    <a:pt x="522718" y="29013"/>
                    <a:pt x="510013" y="17054"/>
                  </a:cubicBezTo>
                  <a:cubicBezTo>
                    <a:pt x="494359" y="2340"/>
                    <a:pt x="474621" y="18415"/>
                    <a:pt x="457282" y="14882"/>
                  </a:cubicBezTo>
                  <a:cubicBezTo>
                    <a:pt x="441465" y="11674"/>
                    <a:pt x="430025" y="2729"/>
                    <a:pt x="412653" y="8854"/>
                  </a:cubicBezTo>
                  <a:cubicBezTo>
                    <a:pt x="387211" y="17831"/>
                    <a:pt x="387340" y="59025"/>
                    <a:pt x="377293" y="78989"/>
                  </a:cubicBezTo>
                  <a:cubicBezTo>
                    <a:pt x="370714" y="92051"/>
                    <a:pt x="360829" y="98792"/>
                    <a:pt x="351333" y="108872"/>
                  </a:cubicBezTo>
                  <a:cubicBezTo>
                    <a:pt x="344753" y="115840"/>
                    <a:pt x="334090" y="134281"/>
                    <a:pt x="321548" y="130619"/>
                  </a:cubicBezTo>
                  <a:cubicBezTo>
                    <a:pt x="307838" y="126633"/>
                    <a:pt x="304500" y="106311"/>
                    <a:pt x="306736" y="95227"/>
                  </a:cubicBezTo>
                  <a:cubicBezTo>
                    <a:pt x="312052" y="69072"/>
                    <a:pt x="332859" y="40778"/>
                    <a:pt x="301583" y="21429"/>
                  </a:cubicBezTo>
                  <a:cubicBezTo>
                    <a:pt x="280938" y="8659"/>
                    <a:pt x="242564" y="-3721"/>
                    <a:pt x="217997" y="1043"/>
                  </a:cubicBezTo>
                  <a:cubicBezTo>
                    <a:pt x="201792" y="4219"/>
                    <a:pt x="190351" y="16827"/>
                    <a:pt x="173401" y="18869"/>
                  </a:cubicBezTo>
                  <a:cubicBezTo>
                    <a:pt x="168377" y="19484"/>
                    <a:pt x="162705" y="18771"/>
                    <a:pt x="156807" y="17572"/>
                  </a:cubicBezTo>
                  <a:cubicBezTo>
                    <a:pt x="156709" y="31282"/>
                    <a:pt x="152334" y="45121"/>
                    <a:pt x="152334" y="65118"/>
                  </a:cubicBezTo>
                  <a:cubicBezTo>
                    <a:pt x="152334" y="101515"/>
                    <a:pt x="147959" y="130619"/>
                    <a:pt x="127605" y="175734"/>
                  </a:cubicBezTo>
                  <a:cubicBezTo>
                    <a:pt x="107219" y="220849"/>
                    <a:pt x="99959" y="236860"/>
                    <a:pt x="83916" y="293643"/>
                  </a:cubicBezTo>
                  <a:cubicBezTo>
                    <a:pt x="67905" y="350425"/>
                    <a:pt x="64989" y="383905"/>
                    <a:pt x="76656" y="453781"/>
                  </a:cubicBezTo>
                  <a:cubicBezTo>
                    <a:pt x="88291" y="523658"/>
                    <a:pt x="47552" y="552762"/>
                    <a:pt x="32967" y="592076"/>
                  </a:cubicBezTo>
                  <a:cubicBezTo>
                    <a:pt x="18415" y="631389"/>
                    <a:pt x="11123" y="644483"/>
                    <a:pt x="2404" y="691057"/>
                  </a:cubicBezTo>
                  <a:cubicBezTo>
                    <a:pt x="-6314" y="737630"/>
                    <a:pt x="11155" y="717244"/>
                    <a:pt x="15498" y="759475"/>
                  </a:cubicBezTo>
                  <a:cubicBezTo>
                    <a:pt x="19874" y="801705"/>
                    <a:pt x="14040" y="792954"/>
                    <a:pt x="46061" y="811882"/>
                  </a:cubicBezTo>
                  <a:cubicBezTo>
                    <a:pt x="78082" y="830809"/>
                    <a:pt x="80999" y="813340"/>
                    <a:pt x="107187" y="824975"/>
                  </a:cubicBezTo>
                  <a:cubicBezTo>
                    <a:pt x="133374" y="836611"/>
                    <a:pt x="137749" y="836611"/>
                    <a:pt x="171229" y="829351"/>
                  </a:cubicBezTo>
                  <a:cubicBezTo>
                    <a:pt x="204709" y="822091"/>
                    <a:pt x="197417" y="816257"/>
                    <a:pt x="238189" y="813340"/>
                  </a:cubicBezTo>
                  <a:cubicBezTo>
                    <a:pt x="278961" y="810423"/>
                    <a:pt x="289138" y="804589"/>
                    <a:pt x="324076" y="804589"/>
                  </a:cubicBezTo>
                  <a:cubicBezTo>
                    <a:pt x="359014" y="804589"/>
                    <a:pt x="356097" y="784204"/>
                    <a:pt x="375025" y="752182"/>
                  </a:cubicBezTo>
                  <a:cubicBezTo>
                    <a:pt x="393952" y="720161"/>
                    <a:pt x="389577" y="717244"/>
                    <a:pt x="405587" y="676504"/>
                  </a:cubicBezTo>
                  <a:cubicBezTo>
                    <a:pt x="421598" y="635732"/>
                    <a:pt x="408504" y="644483"/>
                    <a:pt x="434692" y="589159"/>
                  </a:cubicBezTo>
                  <a:cubicBezTo>
                    <a:pt x="460879" y="533835"/>
                    <a:pt x="463796" y="536751"/>
                    <a:pt x="514745" y="481427"/>
                  </a:cubicBezTo>
                  <a:cubicBezTo>
                    <a:pt x="523690" y="471704"/>
                    <a:pt x="529232" y="466421"/>
                    <a:pt x="532246" y="464444"/>
                  </a:cubicBezTo>
                  <a:cubicBezTo>
                    <a:pt x="534191" y="461073"/>
                    <a:pt x="536168" y="457703"/>
                    <a:pt x="538307" y="454397"/>
                  </a:cubicBezTo>
                  <a:cubicBezTo>
                    <a:pt x="551919" y="433331"/>
                    <a:pt x="559925" y="392072"/>
                    <a:pt x="579436" y="37687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5" name="Freeform: Shape 234">
              <a:extLst>
                <a:ext uri="{FF2B5EF4-FFF2-40B4-BE49-F238E27FC236}">
                  <a16:creationId xmlns:a16="http://schemas.microsoft.com/office/drawing/2014/main" id="{064822D3-0E1D-29B9-8646-D063FCC0DAB0}"/>
                </a:ext>
              </a:extLst>
            </p:cNvPr>
            <p:cNvSpPr/>
            <p:nvPr/>
          </p:nvSpPr>
          <p:spPr>
            <a:xfrm>
              <a:off x="5652612" y="3287828"/>
              <a:ext cx="1363838" cy="1203837"/>
            </a:xfrm>
            <a:custGeom>
              <a:avLst/>
              <a:gdLst>
                <a:gd name="connsiteX0" fmla="*/ 728273 w 1363838"/>
                <a:gd name="connsiteY0" fmla="*/ 11303 h 1203837"/>
                <a:gd name="connsiteX1" fmla="*/ 681602 w 1363838"/>
                <a:gd name="connsiteY1" fmla="*/ 54765 h 1203837"/>
                <a:gd name="connsiteX2" fmla="*/ 589881 w 1363838"/>
                <a:gd name="connsiteY2" fmla="*/ 66044 h 1203837"/>
                <a:gd name="connsiteX3" fmla="*/ 573773 w 1363838"/>
                <a:gd name="connsiteY3" fmla="*/ 112715 h 1203837"/>
                <a:gd name="connsiteX4" fmla="*/ 523894 w 1363838"/>
                <a:gd name="connsiteY4" fmla="*/ 149727 h 1203837"/>
                <a:gd name="connsiteX5" fmla="*/ 490090 w 1363838"/>
                <a:gd name="connsiteY5" fmla="*/ 194778 h 1203837"/>
                <a:gd name="connsiteX6" fmla="*/ 461148 w 1363838"/>
                <a:gd name="connsiteY6" fmla="*/ 206056 h 1203837"/>
                <a:gd name="connsiteX7" fmla="*/ 427344 w 1363838"/>
                <a:gd name="connsiteY7" fmla="*/ 173873 h 1203837"/>
                <a:gd name="connsiteX8" fmla="*/ 396781 w 1363838"/>
                <a:gd name="connsiteY8" fmla="*/ 167423 h 1203837"/>
                <a:gd name="connsiteX9" fmla="*/ 371047 w 1363838"/>
                <a:gd name="connsiteY9" fmla="*/ 146519 h 1203837"/>
                <a:gd name="connsiteX10" fmla="*/ 353351 w 1363838"/>
                <a:gd name="connsiteY10" fmla="*/ 207677 h 1203837"/>
                <a:gd name="connsiteX11" fmla="*/ 342105 w 1363838"/>
                <a:gd name="connsiteY11" fmla="*/ 268835 h 1203837"/>
                <a:gd name="connsiteX12" fmla="*/ 361422 w 1363838"/>
                <a:gd name="connsiteY12" fmla="*/ 288151 h 1203837"/>
                <a:gd name="connsiteX13" fmla="*/ 371080 w 1363838"/>
                <a:gd name="connsiteY13" fmla="*/ 317126 h 1203837"/>
                <a:gd name="connsiteX14" fmla="*/ 385567 w 1363838"/>
                <a:gd name="connsiteY14" fmla="*/ 376664 h 1203837"/>
                <a:gd name="connsiteX15" fmla="*/ 306713 w 1363838"/>
                <a:gd name="connsiteY15" fmla="*/ 415264 h 1203837"/>
                <a:gd name="connsiteX16" fmla="*/ 269701 w 1363838"/>
                <a:gd name="connsiteY16" fmla="*/ 482840 h 1203837"/>
                <a:gd name="connsiteX17" fmla="*/ 253625 w 1363838"/>
                <a:gd name="connsiteY17" fmla="*/ 508573 h 1203837"/>
                <a:gd name="connsiteX18" fmla="*/ 177980 w 1363838"/>
                <a:gd name="connsiteY18" fmla="*/ 524681 h 1203837"/>
                <a:gd name="connsiteX19" fmla="*/ 168322 w 1363838"/>
                <a:gd name="connsiteY19" fmla="*/ 572940 h 1203837"/>
                <a:gd name="connsiteX20" fmla="*/ 129689 w 1363838"/>
                <a:gd name="connsiteY20" fmla="*/ 587427 h 1203837"/>
                <a:gd name="connsiteX21" fmla="*/ 108784 w 1363838"/>
                <a:gd name="connsiteY21" fmla="*/ 629269 h 1203837"/>
                <a:gd name="connsiteX22" fmla="*/ 73392 w 1363838"/>
                <a:gd name="connsiteY22" fmla="*/ 643756 h 1203837"/>
                <a:gd name="connsiteX23" fmla="*/ 54076 w 1363838"/>
                <a:gd name="connsiteY23" fmla="*/ 664661 h 1203837"/>
                <a:gd name="connsiteX24" fmla="*/ 988 w 1363838"/>
                <a:gd name="connsiteY24" fmla="*/ 737065 h 1203837"/>
                <a:gd name="connsiteX25" fmla="*/ 31550 w 1363838"/>
                <a:gd name="connsiteY25" fmla="*/ 775698 h 1203837"/>
                <a:gd name="connsiteX26" fmla="*/ 66942 w 1363838"/>
                <a:gd name="connsiteY26" fmla="*/ 849723 h 1203837"/>
                <a:gd name="connsiteX27" fmla="*/ 99417 w 1363838"/>
                <a:gd name="connsiteY27" fmla="*/ 908061 h 1203837"/>
                <a:gd name="connsiteX28" fmla="*/ 147320 w 1363838"/>
                <a:gd name="connsiteY28" fmla="*/ 898241 h 1203837"/>
                <a:gd name="connsiteX29" fmla="*/ 164529 w 1363838"/>
                <a:gd name="connsiteY29" fmla="*/ 873383 h 1203837"/>
                <a:gd name="connsiteX30" fmla="*/ 193245 w 1363838"/>
                <a:gd name="connsiteY30" fmla="*/ 875295 h 1203837"/>
                <a:gd name="connsiteX31" fmla="*/ 244907 w 1363838"/>
                <a:gd name="connsiteY31" fmla="*/ 938462 h 1203837"/>
                <a:gd name="connsiteX32" fmla="*/ 260204 w 1363838"/>
                <a:gd name="connsiteY32" fmla="*/ 865734 h 1203837"/>
                <a:gd name="connsiteX33" fmla="*/ 292744 w 1363838"/>
                <a:gd name="connsiteY33" fmla="*/ 909747 h 1203837"/>
                <a:gd name="connsiteX34" fmla="*/ 325284 w 1363838"/>
                <a:gd name="connsiteY34" fmla="*/ 923132 h 1203837"/>
                <a:gd name="connsiteX35" fmla="*/ 319548 w 1363838"/>
                <a:gd name="connsiteY35" fmla="*/ 965233 h 1203837"/>
                <a:gd name="connsiteX36" fmla="*/ 342526 w 1363838"/>
                <a:gd name="connsiteY36" fmla="*/ 965233 h 1203837"/>
                <a:gd name="connsiteX37" fmla="*/ 361681 w 1363838"/>
                <a:gd name="connsiteY37" fmla="*/ 965233 h 1203837"/>
                <a:gd name="connsiteX38" fmla="*/ 409518 w 1363838"/>
                <a:gd name="connsiteY38" fmla="*/ 928869 h 1203837"/>
                <a:gd name="connsiteX39" fmla="*/ 432497 w 1363838"/>
                <a:gd name="connsiteY39" fmla="*/ 978619 h 1203837"/>
                <a:gd name="connsiteX40" fmla="*/ 457388 w 1363838"/>
                <a:gd name="connsiteY40" fmla="*/ 992004 h 1203837"/>
                <a:gd name="connsiteX41" fmla="*/ 455476 w 1363838"/>
                <a:gd name="connsiteY41" fmla="*/ 1018807 h 1203837"/>
                <a:gd name="connsiteX42" fmla="*/ 501401 w 1363838"/>
                <a:gd name="connsiteY42" fmla="*/ 1030280 h 1203837"/>
                <a:gd name="connsiteX43" fmla="*/ 528204 w 1363838"/>
                <a:gd name="connsiteY43" fmla="*/ 1013071 h 1203837"/>
                <a:gd name="connsiteX44" fmla="*/ 572218 w 1363838"/>
                <a:gd name="connsiteY44" fmla="*/ 1020719 h 1203837"/>
                <a:gd name="connsiteX45" fmla="*/ 608582 w 1363838"/>
                <a:gd name="connsiteY45" fmla="*/ 984355 h 1203837"/>
                <a:gd name="connsiteX46" fmla="*/ 625792 w 1363838"/>
                <a:gd name="connsiteY46" fmla="*/ 993916 h 1203837"/>
                <a:gd name="connsiteX47" fmla="*/ 669805 w 1363838"/>
                <a:gd name="connsiteY47" fmla="*/ 999653 h 1203837"/>
                <a:gd name="connsiteX48" fmla="*/ 723379 w 1363838"/>
                <a:gd name="connsiteY48" fmla="*/ 976674 h 1203837"/>
                <a:gd name="connsiteX49" fmla="*/ 736764 w 1363838"/>
                <a:gd name="connsiteY49" fmla="*/ 953695 h 1203837"/>
                <a:gd name="connsiteX50" fmla="*/ 763567 w 1363838"/>
                <a:gd name="connsiteY50" fmla="*/ 951783 h 1203837"/>
                <a:gd name="connsiteX51" fmla="*/ 775041 w 1363838"/>
                <a:gd name="connsiteY51" fmla="*/ 917331 h 1203837"/>
                <a:gd name="connsiteX52" fmla="*/ 807580 w 1363838"/>
                <a:gd name="connsiteY52" fmla="*/ 871406 h 1203837"/>
                <a:gd name="connsiteX53" fmla="*/ 832471 w 1363838"/>
                <a:gd name="connsiteY53" fmla="*/ 896297 h 1203837"/>
                <a:gd name="connsiteX54" fmla="*/ 899463 w 1363838"/>
                <a:gd name="connsiteY54" fmla="*/ 940309 h 1203837"/>
                <a:gd name="connsiteX55" fmla="*/ 887990 w 1363838"/>
                <a:gd name="connsiteY55" fmla="*/ 982411 h 1203837"/>
                <a:gd name="connsiteX56" fmla="*/ 926267 w 1363838"/>
                <a:gd name="connsiteY56" fmla="*/ 991972 h 1203837"/>
                <a:gd name="connsiteX57" fmla="*/ 937740 w 1363838"/>
                <a:gd name="connsiteY57" fmla="*/ 1009181 h 1203837"/>
                <a:gd name="connsiteX58" fmla="*/ 918618 w 1363838"/>
                <a:gd name="connsiteY58" fmla="*/ 1053195 h 1203837"/>
                <a:gd name="connsiteX59" fmla="*/ 943509 w 1363838"/>
                <a:gd name="connsiteY59" fmla="*/ 1085734 h 1203837"/>
                <a:gd name="connsiteX60" fmla="*/ 949246 w 1363838"/>
                <a:gd name="connsiteY60" fmla="*/ 1112537 h 1203837"/>
                <a:gd name="connsiteX61" fmla="*/ 998995 w 1363838"/>
                <a:gd name="connsiteY61" fmla="*/ 1127835 h 1203837"/>
                <a:gd name="connsiteX62" fmla="*/ 1018117 w 1363838"/>
                <a:gd name="connsiteY62" fmla="*/ 1154638 h 1203837"/>
                <a:gd name="connsiteX63" fmla="*/ 1048745 w 1363838"/>
                <a:gd name="connsiteY63" fmla="*/ 1118274 h 1203837"/>
                <a:gd name="connsiteX64" fmla="*/ 1117649 w 1363838"/>
                <a:gd name="connsiteY64" fmla="*/ 1110625 h 1203837"/>
                <a:gd name="connsiteX65" fmla="*/ 1140628 w 1363838"/>
                <a:gd name="connsiteY65" fmla="*/ 1110625 h 1203837"/>
                <a:gd name="connsiteX66" fmla="*/ 1138715 w 1363838"/>
                <a:gd name="connsiteY66" fmla="*/ 1129747 h 1203837"/>
                <a:gd name="connsiteX67" fmla="*/ 1121506 w 1363838"/>
                <a:gd name="connsiteY67" fmla="*/ 1189058 h 1203837"/>
                <a:gd name="connsiteX68" fmla="*/ 1138003 w 1363838"/>
                <a:gd name="connsiteY68" fmla="*/ 1203837 h 1203837"/>
                <a:gd name="connsiteX69" fmla="*/ 1169538 w 1363838"/>
                <a:gd name="connsiteY69" fmla="*/ 1164394 h 1203837"/>
                <a:gd name="connsiteX70" fmla="*/ 1227228 w 1363838"/>
                <a:gd name="connsiteY70" fmla="*/ 1134025 h 1203837"/>
                <a:gd name="connsiteX71" fmla="*/ 1282358 w 1363838"/>
                <a:gd name="connsiteY71" fmla="*/ 1095263 h 1203837"/>
                <a:gd name="connsiteX72" fmla="*/ 1292664 w 1363838"/>
                <a:gd name="connsiteY72" fmla="*/ 1041721 h 1203837"/>
                <a:gd name="connsiteX73" fmla="*/ 1294803 w 1363838"/>
                <a:gd name="connsiteY73" fmla="*/ 982411 h 1203837"/>
                <a:gd name="connsiteX74" fmla="*/ 1335089 w 1363838"/>
                <a:gd name="connsiteY74" fmla="*/ 915321 h 1203837"/>
                <a:gd name="connsiteX75" fmla="*/ 1363189 w 1363838"/>
                <a:gd name="connsiteY75" fmla="*/ 841653 h 1203837"/>
                <a:gd name="connsiteX76" fmla="*/ 1339173 w 1363838"/>
                <a:gd name="connsiteY76" fmla="*/ 767369 h 1203837"/>
                <a:gd name="connsiteX77" fmla="*/ 1294349 w 1363838"/>
                <a:gd name="connsiteY77" fmla="*/ 726305 h 1203837"/>
                <a:gd name="connsiteX78" fmla="*/ 1238182 w 1363838"/>
                <a:gd name="connsiteY78" fmla="*/ 754502 h 1203837"/>
                <a:gd name="connsiteX79" fmla="*/ 1186294 w 1363838"/>
                <a:gd name="connsiteY79" fmla="*/ 737681 h 1203837"/>
                <a:gd name="connsiteX80" fmla="*/ 1171450 w 1363838"/>
                <a:gd name="connsiteY80" fmla="*/ 674416 h 1203837"/>
                <a:gd name="connsiteX81" fmla="*/ 1121473 w 1363838"/>
                <a:gd name="connsiteY81" fmla="*/ 641001 h 1203837"/>
                <a:gd name="connsiteX82" fmla="*/ 1082516 w 1363838"/>
                <a:gd name="connsiteY82" fmla="*/ 598414 h 1203837"/>
                <a:gd name="connsiteX83" fmla="*/ 1067089 w 1363838"/>
                <a:gd name="connsiteY83" fmla="*/ 522769 h 1203837"/>
                <a:gd name="connsiteX84" fmla="*/ 1025442 w 1363838"/>
                <a:gd name="connsiteY84" fmla="*/ 466570 h 1203837"/>
                <a:gd name="connsiteX85" fmla="*/ 990407 w 1363838"/>
                <a:gd name="connsiteY85" fmla="*/ 383113 h 1203837"/>
                <a:gd name="connsiteX86" fmla="*/ 1018020 w 1363838"/>
                <a:gd name="connsiteY86" fmla="*/ 337091 h 1203837"/>
                <a:gd name="connsiteX87" fmla="*/ 1023659 w 1363838"/>
                <a:gd name="connsiteY87" fmla="*/ 271655 h 1203837"/>
                <a:gd name="connsiteX88" fmla="*/ 989564 w 1363838"/>
                <a:gd name="connsiteY88" fmla="*/ 217627 h 1203837"/>
                <a:gd name="connsiteX89" fmla="*/ 921535 w 1363838"/>
                <a:gd name="connsiteY89" fmla="*/ 165609 h 1203837"/>
                <a:gd name="connsiteX90" fmla="*/ 848061 w 1363838"/>
                <a:gd name="connsiteY90" fmla="*/ 111224 h 1203837"/>
                <a:gd name="connsiteX91" fmla="*/ 800256 w 1363838"/>
                <a:gd name="connsiteY91" fmla="*/ 46306 h 1203837"/>
                <a:gd name="connsiteX92" fmla="*/ 799770 w 1363838"/>
                <a:gd name="connsiteY92" fmla="*/ 8711 h 1203837"/>
                <a:gd name="connsiteX93" fmla="*/ 728402 w 1363838"/>
                <a:gd name="connsiteY93" fmla="*/ 11368 h 1203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</a:cxnLst>
              <a:rect l="l" t="t" r="r" b="b"/>
              <a:pathLst>
                <a:path w="1363838" h="1203837">
                  <a:moveTo>
                    <a:pt x="728273" y="11303"/>
                  </a:moveTo>
                  <a:cubicBezTo>
                    <a:pt x="708891" y="22939"/>
                    <a:pt x="706072" y="49871"/>
                    <a:pt x="681602" y="54765"/>
                  </a:cubicBezTo>
                  <a:cubicBezTo>
                    <a:pt x="648803" y="61345"/>
                    <a:pt x="617235" y="31852"/>
                    <a:pt x="589881" y="66044"/>
                  </a:cubicBezTo>
                  <a:cubicBezTo>
                    <a:pt x="578051" y="80823"/>
                    <a:pt x="585862" y="97612"/>
                    <a:pt x="573773" y="112715"/>
                  </a:cubicBezTo>
                  <a:cubicBezTo>
                    <a:pt x="560647" y="129115"/>
                    <a:pt x="535043" y="132193"/>
                    <a:pt x="523894" y="149727"/>
                  </a:cubicBezTo>
                  <a:cubicBezTo>
                    <a:pt x="515208" y="163372"/>
                    <a:pt x="507980" y="190305"/>
                    <a:pt x="490090" y="194778"/>
                  </a:cubicBezTo>
                  <a:cubicBezTo>
                    <a:pt x="485780" y="195847"/>
                    <a:pt x="462120" y="206704"/>
                    <a:pt x="461148" y="206056"/>
                  </a:cubicBezTo>
                  <a:cubicBezTo>
                    <a:pt x="449318" y="198181"/>
                    <a:pt x="439725" y="183175"/>
                    <a:pt x="427344" y="173873"/>
                  </a:cubicBezTo>
                  <a:cubicBezTo>
                    <a:pt x="418237" y="167034"/>
                    <a:pt x="405953" y="172026"/>
                    <a:pt x="396781" y="167423"/>
                  </a:cubicBezTo>
                  <a:cubicBezTo>
                    <a:pt x="391271" y="164669"/>
                    <a:pt x="378534" y="141528"/>
                    <a:pt x="371047" y="146519"/>
                  </a:cubicBezTo>
                  <a:cubicBezTo>
                    <a:pt x="348976" y="161233"/>
                    <a:pt x="358472" y="187129"/>
                    <a:pt x="353351" y="207677"/>
                  </a:cubicBezTo>
                  <a:cubicBezTo>
                    <a:pt x="348069" y="228841"/>
                    <a:pt x="336271" y="245532"/>
                    <a:pt x="342105" y="268835"/>
                  </a:cubicBezTo>
                  <a:cubicBezTo>
                    <a:pt x="344633" y="279012"/>
                    <a:pt x="355037" y="281767"/>
                    <a:pt x="361422" y="288151"/>
                  </a:cubicBezTo>
                  <a:cubicBezTo>
                    <a:pt x="368876" y="295606"/>
                    <a:pt x="369524" y="307760"/>
                    <a:pt x="371080" y="317126"/>
                  </a:cubicBezTo>
                  <a:cubicBezTo>
                    <a:pt x="372798" y="327303"/>
                    <a:pt x="396165" y="366066"/>
                    <a:pt x="385567" y="376664"/>
                  </a:cubicBezTo>
                  <a:cubicBezTo>
                    <a:pt x="367223" y="395008"/>
                    <a:pt x="326581" y="395429"/>
                    <a:pt x="306713" y="415264"/>
                  </a:cubicBezTo>
                  <a:cubicBezTo>
                    <a:pt x="288725" y="433252"/>
                    <a:pt x="284966" y="462486"/>
                    <a:pt x="269701" y="482840"/>
                  </a:cubicBezTo>
                  <a:cubicBezTo>
                    <a:pt x="264872" y="489289"/>
                    <a:pt x="261566" y="505397"/>
                    <a:pt x="253625" y="508573"/>
                  </a:cubicBezTo>
                  <a:cubicBezTo>
                    <a:pt x="231230" y="517518"/>
                    <a:pt x="198074" y="509611"/>
                    <a:pt x="177980" y="524681"/>
                  </a:cubicBezTo>
                  <a:cubicBezTo>
                    <a:pt x="161969" y="536705"/>
                    <a:pt x="176100" y="565161"/>
                    <a:pt x="168322" y="572940"/>
                  </a:cubicBezTo>
                  <a:cubicBezTo>
                    <a:pt x="158307" y="582922"/>
                    <a:pt x="140027" y="579130"/>
                    <a:pt x="129689" y="587427"/>
                  </a:cubicBezTo>
                  <a:cubicBezTo>
                    <a:pt x="117988" y="596794"/>
                    <a:pt x="119188" y="618833"/>
                    <a:pt x="108784" y="629269"/>
                  </a:cubicBezTo>
                  <a:cubicBezTo>
                    <a:pt x="97667" y="640386"/>
                    <a:pt x="85805" y="637534"/>
                    <a:pt x="73392" y="643756"/>
                  </a:cubicBezTo>
                  <a:cubicBezTo>
                    <a:pt x="64609" y="648132"/>
                    <a:pt x="60720" y="658049"/>
                    <a:pt x="54076" y="664661"/>
                  </a:cubicBezTo>
                  <a:cubicBezTo>
                    <a:pt x="34176" y="684561"/>
                    <a:pt x="11488" y="710748"/>
                    <a:pt x="988" y="737065"/>
                  </a:cubicBezTo>
                  <a:cubicBezTo>
                    <a:pt x="-5948" y="754405"/>
                    <a:pt x="25717" y="761049"/>
                    <a:pt x="31550" y="775698"/>
                  </a:cubicBezTo>
                  <a:cubicBezTo>
                    <a:pt x="41500" y="800557"/>
                    <a:pt x="60590" y="824249"/>
                    <a:pt x="66942" y="849723"/>
                  </a:cubicBezTo>
                  <a:cubicBezTo>
                    <a:pt x="73586" y="876364"/>
                    <a:pt x="79129" y="892537"/>
                    <a:pt x="99417" y="908061"/>
                  </a:cubicBezTo>
                  <a:cubicBezTo>
                    <a:pt x="111571" y="901223"/>
                    <a:pt x="136786" y="902455"/>
                    <a:pt x="147320" y="898241"/>
                  </a:cubicBezTo>
                  <a:cubicBezTo>
                    <a:pt x="158339" y="893833"/>
                    <a:pt x="153899" y="877596"/>
                    <a:pt x="164529" y="873383"/>
                  </a:cubicBezTo>
                  <a:cubicBezTo>
                    <a:pt x="170396" y="871016"/>
                    <a:pt x="187184" y="873772"/>
                    <a:pt x="193245" y="875295"/>
                  </a:cubicBezTo>
                  <a:cubicBezTo>
                    <a:pt x="233045" y="885245"/>
                    <a:pt x="201315" y="938462"/>
                    <a:pt x="244907" y="938462"/>
                  </a:cubicBezTo>
                  <a:cubicBezTo>
                    <a:pt x="273039" y="938462"/>
                    <a:pt x="238554" y="871146"/>
                    <a:pt x="260204" y="865734"/>
                  </a:cubicBezTo>
                  <a:cubicBezTo>
                    <a:pt x="294073" y="857275"/>
                    <a:pt x="278030" y="900931"/>
                    <a:pt x="292744" y="909747"/>
                  </a:cubicBezTo>
                  <a:cubicBezTo>
                    <a:pt x="303083" y="915970"/>
                    <a:pt x="321200" y="906765"/>
                    <a:pt x="325284" y="923132"/>
                  </a:cubicBezTo>
                  <a:cubicBezTo>
                    <a:pt x="328007" y="934022"/>
                    <a:pt x="315010" y="958427"/>
                    <a:pt x="319548" y="965233"/>
                  </a:cubicBezTo>
                  <a:cubicBezTo>
                    <a:pt x="323469" y="971132"/>
                    <a:pt x="337697" y="965914"/>
                    <a:pt x="342526" y="965233"/>
                  </a:cubicBezTo>
                  <a:cubicBezTo>
                    <a:pt x="347680" y="964488"/>
                    <a:pt x="356754" y="967178"/>
                    <a:pt x="361681" y="965233"/>
                  </a:cubicBezTo>
                  <a:cubicBezTo>
                    <a:pt x="376136" y="959432"/>
                    <a:pt x="391044" y="924234"/>
                    <a:pt x="409518" y="928869"/>
                  </a:cubicBezTo>
                  <a:cubicBezTo>
                    <a:pt x="419274" y="931300"/>
                    <a:pt x="430358" y="970062"/>
                    <a:pt x="432497" y="978619"/>
                  </a:cubicBezTo>
                  <a:cubicBezTo>
                    <a:pt x="435382" y="990092"/>
                    <a:pt x="455055" y="980401"/>
                    <a:pt x="457388" y="992004"/>
                  </a:cubicBezTo>
                  <a:cubicBezTo>
                    <a:pt x="458425" y="997157"/>
                    <a:pt x="451652" y="1014983"/>
                    <a:pt x="455476" y="1018807"/>
                  </a:cubicBezTo>
                  <a:cubicBezTo>
                    <a:pt x="463254" y="1026585"/>
                    <a:pt x="491386" y="1037800"/>
                    <a:pt x="501401" y="1030280"/>
                  </a:cubicBezTo>
                  <a:cubicBezTo>
                    <a:pt x="510379" y="1023539"/>
                    <a:pt x="514430" y="1009635"/>
                    <a:pt x="528204" y="1013071"/>
                  </a:cubicBezTo>
                  <a:cubicBezTo>
                    <a:pt x="540358" y="1016117"/>
                    <a:pt x="559837" y="1028174"/>
                    <a:pt x="572218" y="1020719"/>
                  </a:cubicBezTo>
                  <a:cubicBezTo>
                    <a:pt x="589849" y="1010154"/>
                    <a:pt x="583334" y="990675"/>
                    <a:pt x="608582" y="984355"/>
                  </a:cubicBezTo>
                  <a:cubicBezTo>
                    <a:pt x="617754" y="982054"/>
                    <a:pt x="620411" y="990351"/>
                    <a:pt x="625792" y="993916"/>
                  </a:cubicBezTo>
                  <a:cubicBezTo>
                    <a:pt x="635677" y="1000528"/>
                    <a:pt x="657748" y="1002667"/>
                    <a:pt x="669805" y="999653"/>
                  </a:cubicBezTo>
                  <a:cubicBezTo>
                    <a:pt x="689640" y="994694"/>
                    <a:pt x="707725" y="992328"/>
                    <a:pt x="723379" y="976674"/>
                  </a:cubicBezTo>
                  <a:cubicBezTo>
                    <a:pt x="728856" y="971196"/>
                    <a:pt x="730833" y="957682"/>
                    <a:pt x="736764" y="953695"/>
                  </a:cubicBezTo>
                  <a:cubicBezTo>
                    <a:pt x="744219" y="948736"/>
                    <a:pt x="757474" y="954830"/>
                    <a:pt x="763567" y="951783"/>
                  </a:cubicBezTo>
                  <a:cubicBezTo>
                    <a:pt x="775656" y="945722"/>
                    <a:pt x="773550" y="927799"/>
                    <a:pt x="775041" y="917331"/>
                  </a:cubicBezTo>
                  <a:cubicBezTo>
                    <a:pt x="778120" y="895810"/>
                    <a:pt x="784958" y="877078"/>
                    <a:pt x="807580" y="871406"/>
                  </a:cubicBezTo>
                  <a:cubicBezTo>
                    <a:pt x="831661" y="865377"/>
                    <a:pt x="820026" y="892148"/>
                    <a:pt x="832471" y="896297"/>
                  </a:cubicBezTo>
                  <a:cubicBezTo>
                    <a:pt x="866697" y="907705"/>
                    <a:pt x="889060" y="898792"/>
                    <a:pt x="899463" y="940309"/>
                  </a:cubicBezTo>
                  <a:cubicBezTo>
                    <a:pt x="902737" y="953403"/>
                    <a:pt x="874151" y="968571"/>
                    <a:pt x="887990" y="982411"/>
                  </a:cubicBezTo>
                  <a:cubicBezTo>
                    <a:pt x="898556" y="992976"/>
                    <a:pt x="914405" y="986041"/>
                    <a:pt x="926267" y="991972"/>
                  </a:cubicBezTo>
                  <a:cubicBezTo>
                    <a:pt x="930512" y="994111"/>
                    <a:pt x="935471" y="1005811"/>
                    <a:pt x="937740" y="1009181"/>
                  </a:cubicBezTo>
                  <a:cubicBezTo>
                    <a:pt x="944254" y="1018969"/>
                    <a:pt x="920887" y="1044022"/>
                    <a:pt x="918618" y="1053195"/>
                  </a:cubicBezTo>
                  <a:cubicBezTo>
                    <a:pt x="912622" y="1077178"/>
                    <a:pt x="936411" y="1071571"/>
                    <a:pt x="943509" y="1085734"/>
                  </a:cubicBezTo>
                  <a:cubicBezTo>
                    <a:pt x="947074" y="1092865"/>
                    <a:pt x="943898" y="1106120"/>
                    <a:pt x="949246" y="1112537"/>
                  </a:cubicBezTo>
                  <a:cubicBezTo>
                    <a:pt x="962372" y="1128289"/>
                    <a:pt x="986939" y="1115778"/>
                    <a:pt x="998995" y="1127835"/>
                  </a:cubicBezTo>
                  <a:cubicBezTo>
                    <a:pt x="1010987" y="1139827"/>
                    <a:pt x="990439" y="1160181"/>
                    <a:pt x="1018117" y="1154638"/>
                  </a:cubicBezTo>
                  <a:cubicBezTo>
                    <a:pt x="1037110" y="1150846"/>
                    <a:pt x="1036786" y="1125469"/>
                    <a:pt x="1048745" y="1118274"/>
                  </a:cubicBezTo>
                  <a:cubicBezTo>
                    <a:pt x="1059440" y="1111857"/>
                    <a:pt x="1104977" y="1110625"/>
                    <a:pt x="1117649" y="1110625"/>
                  </a:cubicBezTo>
                  <a:cubicBezTo>
                    <a:pt x="1118556" y="1110625"/>
                    <a:pt x="1138910" y="1108907"/>
                    <a:pt x="1140628" y="1110625"/>
                  </a:cubicBezTo>
                  <a:cubicBezTo>
                    <a:pt x="1141568" y="1111565"/>
                    <a:pt x="1138715" y="1127446"/>
                    <a:pt x="1138715" y="1129747"/>
                  </a:cubicBezTo>
                  <a:cubicBezTo>
                    <a:pt x="1138715" y="1149842"/>
                    <a:pt x="1117195" y="1167570"/>
                    <a:pt x="1121506" y="1189058"/>
                  </a:cubicBezTo>
                  <a:cubicBezTo>
                    <a:pt x="1123288" y="1197939"/>
                    <a:pt x="1130743" y="1200661"/>
                    <a:pt x="1138003" y="1203837"/>
                  </a:cubicBezTo>
                  <a:cubicBezTo>
                    <a:pt x="1147628" y="1193206"/>
                    <a:pt x="1156541" y="1179983"/>
                    <a:pt x="1169538" y="1164394"/>
                  </a:cubicBezTo>
                  <a:cubicBezTo>
                    <a:pt x="1193035" y="1136165"/>
                    <a:pt x="1190864" y="1134998"/>
                    <a:pt x="1227228" y="1134025"/>
                  </a:cubicBezTo>
                  <a:cubicBezTo>
                    <a:pt x="1263592" y="1133053"/>
                    <a:pt x="1259897" y="1105764"/>
                    <a:pt x="1282358" y="1095263"/>
                  </a:cubicBezTo>
                  <a:cubicBezTo>
                    <a:pt x="1304818" y="1084762"/>
                    <a:pt x="1307475" y="1069302"/>
                    <a:pt x="1292664" y="1041721"/>
                  </a:cubicBezTo>
                  <a:cubicBezTo>
                    <a:pt x="1277852" y="1014140"/>
                    <a:pt x="1284205" y="1004871"/>
                    <a:pt x="1294803" y="982411"/>
                  </a:cubicBezTo>
                  <a:cubicBezTo>
                    <a:pt x="1305401" y="959950"/>
                    <a:pt x="1314768" y="936777"/>
                    <a:pt x="1335089" y="915321"/>
                  </a:cubicBezTo>
                  <a:cubicBezTo>
                    <a:pt x="1355410" y="893866"/>
                    <a:pt x="1359202" y="877628"/>
                    <a:pt x="1363189" y="841653"/>
                  </a:cubicBezTo>
                  <a:cubicBezTo>
                    <a:pt x="1367175" y="805678"/>
                    <a:pt x="1352039" y="806067"/>
                    <a:pt x="1339173" y="767369"/>
                  </a:cubicBezTo>
                  <a:cubicBezTo>
                    <a:pt x="1326306" y="728671"/>
                    <a:pt x="1314573" y="748765"/>
                    <a:pt x="1294349" y="726305"/>
                  </a:cubicBezTo>
                  <a:cubicBezTo>
                    <a:pt x="1274125" y="703877"/>
                    <a:pt x="1268940" y="728509"/>
                    <a:pt x="1238182" y="754502"/>
                  </a:cubicBezTo>
                  <a:cubicBezTo>
                    <a:pt x="1207393" y="780495"/>
                    <a:pt x="1199809" y="761892"/>
                    <a:pt x="1186294" y="737681"/>
                  </a:cubicBezTo>
                  <a:cubicBezTo>
                    <a:pt x="1172746" y="713470"/>
                    <a:pt x="1173265" y="701706"/>
                    <a:pt x="1171450" y="674416"/>
                  </a:cubicBezTo>
                  <a:cubicBezTo>
                    <a:pt x="1169635" y="647127"/>
                    <a:pt x="1152328" y="656169"/>
                    <a:pt x="1121473" y="641001"/>
                  </a:cubicBezTo>
                  <a:cubicBezTo>
                    <a:pt x="1090619" y="625834"/>
                    <a:pt x="1094897" y="631862"/>
                    <a:pt x="1082516" y="598414"/>
                  </a:cubicBezTo>
                  <a:cubicBezTo>
                    <a:pt x="1070136" y="564967"/>
                    <a:pt x="1078919" y="543836"/>
                    <a:pt x="1067089" y="522769"/>
                  </a:cubicBezTo>
                  <a:cubicBezTo>
                    <a:pt x="1055292" y="501702"/>
                    <a:pt x="1041712" y="490942"/>
                    <a:pt x="1025442" y="466570"/>
                  </a:cubicBezTo>
                  <a:cubicBezTo>
                    <a:pt x="1009172" y="442197"/>
                    <a:pt x="997407" y="435391"/>
                    <a:pt x="990407" y="383113"/>
                  </a:cubicBezTo>
                  <a:cubicBezTo>
                    <a:pt x="983406" y="330836"/>
                    <a:pt x="997990" y="355791"/>
                    <a:pt x="1018020" y="337091"/>
                  </a:cubicBezTo>
                  <a:cubicBezTo>
                    <a:pt x="1038049" y="318390"/>
                    <a:pt x="1024178" y="297486"/>
                    <a:pt x="1023659" y="271655"/>
                  </a:cubicBezTo>
                  <a:cubicBezTo>
                    <a:pt x="1023141" y="245824"/>
                    <a:pt x="1003403" y="238532"/>
                    <a:pt x="989564" y="217627"/>
                  </a:cubicBezTo>
                  <a:cubicBezTo>
                    <a:pt x="975725" y="196722"/>
                    <a:pt x="974396" y="198634"/>
                    <a:pt x="921535" y="165609"/>
                  </a:cubicBezTo>
                  <a:cubicBezTo>
                    <a:pt x="868674" y="132550"/>
                    <a:pt x="874702" y="138157"/>
                    <a:pt x="848061" y="111224"/>
                  </a:cubicBezTo>
                  <a:cubicBezTo>
                    <a:pt x="821420" y="84291"/>
                    <a:pt x="811178" y="69415"/>
                    <a:pt x="800256" y="46306"/>
                  </a:cubicBezTo>
                  <a:cubicBezTo>
                    <a:pt x="792024" y="28805"/>
                    <a:pt x="793061" y="20151"/>
                    <a:pt x="799770" y="8711"/>
                  </a:cubicBezTo>
                  <a:cubicBezTo>
                    <a:pt x="777795" y="-2179"/>
                    <a:pt x="754849" y="-4513"/>
                    <a:pt x="728402" y="1136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4AC0525D-0EC2-0340-5695-CEF59EE0D93F}"/>
                </a:ext>
              </a:extLst>
            </p:cNvPr>
            <p:cNvSpPr/>
            <p:nvPr/>
          </p:nvSpPr>
          <p:spPr>
            <a:xfrm>
              <a:off x="4953897" y="3078361"/>
              <a:ext cx="1237776" cy="1453417"/>
            </a:xfrm>
            <a:custGeom>
              <a:avLst/>
              <a:gdLst>
                <a:gd name="connsiteX0" fmla="*/ 1208640 w 1237776"/>
                <a:gd name="connsiteY0" fmla="*/ 316057 h 1453417"/>
                <a:gd name="connsiteX1" fmla="*/ 1203389 w 1237776"/>
                <a:gd name="connsiteY1" fmla="*/ 280924 h 1453417"/>
                <a:gd name="connsiteX2" fmla="*/ 1171789 w 1237776"/>
                <a:gd name="connsiteY2" fmla="*/ 261608 h 1453417"/>
                <a:gd name="connsiteX3" fmla="*/ 1136689 w 1237776"/>
                <a:gd name="connsiteY3" fmla="*/ 214192 h 1453417"/>
                <a:gd name="connsiteX4" fmla="*/ 1089273 w 1237776"/>
                <a:gd name="connsiteY4" fmla="*/ 221225 h 1453417"/>
                <a:gd name="connsiteX5" fmla="*/ 1089273 w 1237776"/>
                <a:gd name="connsiteY5" fmla="*/ 163275 h 1453417"/>
                <a:gd name="connsiteX6" fmla="*/ 1076990 w 1237776"/>
                <a:gd name="connsiteY6" fmla="*/ 145709 h 1453417"/>
                <a:gd name="connsiteX7" fmla="*/ 1071739 w 1237776"/>
                <a:gd name="connsiteY7" fmla="*/ 117609 h 1453417"/>
                <a:gd name="connsiteX8" fmla="*/ 1024323 w 1237776"/>
                <a:gd name="connsiteY8" fmla="*/ 138676 h 1453417"/>
                <a:gd name="connsiteX9" fmla="*/ 999724 w 1237776"/>
                <a:gd name="connsiteY9" fmla="*/ 112326 h 1453417"/>
                <a:gd name="connsiteX10" fmla="*/ 994473 w 1237776"/>
                <a:gd name="connsiteY10" fmla="*/ 131643 h 1453417"/>
                <a:gd name="connsiteX11" fmla="*/ 982190 w 1237776"/>
                <a:gd name="connsiteY11" fmla="*/ 168526 h 1453417"/>
                <a:gd name="connsiteX12" fmla="*/ 983940 w 1237776"/>
                <a:gd name="connsiteY12" fmla="*/ 210659 h 1453417"/>
                <a:gd name="connsiteX13" fmla="*/ 959373 w 1237776"/>
                <a:gd name="connsiteY13" fmla="*/ 231725 h 1453417"/>
                <a:gd name="connsiteX14" fmla="*/ 959373 w 1237776"/>
                <a:gd name="connsiteY14" fmla="*/ 282642 h 1453417"/>
                <a:gd name="connsiteX15" fmla="*/ 824158 w 1237776"/>
                <a:gd name="connsiteY15" fmla="*/ 252792 h 1453417"/>
                <a:gd name="connsiteX16" fmla="*/ 782024 w 1237776"/>
                <a:gd name="connsiteY16" fmla="*/ 226443 h 1453417"/>
                <a:gd name="connsiteX17" fmla="*/ 782024 w 1237776"/>
                <a:gd name="connsiteY17" fmla="*/ 117577 h 1453417"/>
                <a:gd name="connsiteX18" fmla="*/ 738109 w 1237776"/>
                <a:gd name="connsiteY18" fmla="*/ 78944 h 1453417"/>
                <a:gd name="connsiteX19" fmla="*/ 717042 w 1237776"/>
                <a:gd name="connsiteY19" fmla="*/ 24527 h 1453417"/>
                <a:gd name="connsiteX20" fmla="*/ 695975 w 1237776"/>
                <a:gd name="connsiteY20" fmla="*/ 84227 h 1453417"/>
                <a:gd name="connsiteX21" fmla="*/ 613459 w 1237776"/>
                <a:gd name="connsiteY21" fmla="*/ 87727 h 1453417"/>
                <a:gd name="connsiteX22" fmla="*/ 585359 w 1237776"/>
                <a:gd name="connsiteY22" fmla="*/ 115826 h 1453417"/>
                <a:gd name="connsiteX23" fmla="*/ 564293 w 1237776"/>
                <a:gd name="connsiteY23" fmla="*/ 63160 h 1453417"/>
                <a:gd name="connsiteX24" fmla="*/ 548476 w 1237776"/>
                <a:gd name="connsiteY24" fmla="*/ 43844 h 1453417"/>
                <a:gd name="connsiteX25" fmla="*/ 544976 w 1237776"/>
                <a:gd name="connsiteY25" fmla="*/ 5210 h 1453417"/>
                <a:gd name="connsiteX26" fmla="*/ 430860 w 1237776"/>
                <a:gd name="connsiteY26" fmla="*/ 61410 h 1453417"/>
                <a:gd name="connsiteX27" fmla="*/ 364160 w 1237776"/>
                <a:gd name="connsiteY27" fmla="*/ 52627 h 1453417"/>
                <a:gd name="connsiteX28" fmla="*/ 341343 w 1237776"/>
                <a:gd name="connsiteY28" fmla="*/ 128142 h 1453417"/>
                <a:gd name="connsiteX29" fmla="*/ 376443 w 1237776"/>
                <a:gd name="connsiteY29" fmla="*/ 154459 h 1453417"/>
                <a:gd name="connsiteX30" fmla="*/ 385226 w 1237776"/>
                <a:gd name="connsiteY30" fmla="*/ 184309 h 1453417"/>
                <a:gd name="connsiteX31" fmla="*/ 323776 w 1237776"/>
                <a:gd name="connsiteY31" fmla="*/ 251042 h 1453417"/>
                <a:gd name="connsiteX32" fmla="*/ 336060 w 1237776"/>
                <a:gd name="connsiteY32" fmla="*/ 380974 h 1453417"/>
                <a:gd name="connsiteX33" fmla="*/ 293927 w 1237776"/>
                <a:gd name="connsiteY33" fmla="*/ 402041 h 1453417"/>
                <a:gd name="connsiteX34" fmla="*/ 276360 w 1237776"/>
                <a:gd name="connsiteY34" fmla="*/ 421357 h 1453417"/>
                <a:gd name="connsiteX35" fmla="*/ 272860 w 1237776"/>
                <a:gd name="connsiteY35" fmla="*/ 452957 h 1453417"/>
                <a:gd name="connsiteX36" fmla="*/ 225444 w 1237776"/>
                <a:gd name="connsiteY36" fmla="*/ 470524 h 1453417"/>
                <a:gd name="connsiteX37" fmla="*/ 95511 w 1237776"/>
                <a:gd name="connsiteY37" fmla="*/ 488090 h 1453417"/>
                <a:gd name="connsiteX38" fmla="*/ 74445 w 1237776"/>
                <a:gd name="connsiteY38" fmla="*/ 567106 h 1453417"/>
                <a:gd name="connsiteX39" fmla="*/ 28779 w 1237776"/>
                <a:gd name="connsiteY39" fmla="*/ 595206 h 1453417"/>
                <a:gd name="connsiteX40" fmla="*/ 7712 w 1237776"/>
                <a:gd name="connsiteY40" fmla="*/ 602239 h 1453417"/>
                <a:gd name="connsiteX41" fmla="*/ 16495 w 1237776"/>
                <a:gd name="connsiteY41" fmla="*/ 679505 h 1453417"/>
                <a:gd name="connsiteX42" fmla="*/ 5800 w 1237776"/>
                <a:gd name="connsiteY42" fmla="*/ 699567 h 1453417"/>
                <a:gd name="connsiteX43" fmla="*/ 7420 w 1237776"/>
                <a:gd name="connsiteY43" fmla="*/ 700960 h 1453417"/>
                <a:gd name="connsiteX44" fmla="*/ 23139 w 1237776"/>
                <a:gd name="connsiteY44" fmla="*/ 743904 h 1453417"/>
                <a:gd name="connsiteX45" fmla="*/ 80473 w 1237776"/>
                <a:gd name="connsiteY45" fmla="*/ 776055 h 1453417"/>
                <a:gd name="connsiteX46" fmla="*/ 150771 w 1237776"/>
                <a:gd name="connsiteY46" fmla="*/ 757970 h 1453417"/>
                <a:gd name="connsiteX47" fmla="*/ 161239 w 1237776"/>
                <a:gd name="connsiteY47" fmla="*/ 789149 h 1453417"/>
                <a:gd name="connsiteX48" fmla="*/ 204928 w 1237776"/>
                <a:gd name="connsiteY48" fmla="*/ 826777 h 1453417"/>
                <a:gd name="connsiteX49" fmla="*/ 167462 w 1237776"/>
                <a:gd name="connsiteY49" fmla="*/ 856140 h 1453417"/>
                <a:gd name="connsiteX50" fmla="*/ 141599 w 1237776"/>
                <a:gd name="connsiteY50" fmla="*/ 863109 h 1453417"/>
                <a:gd name="connsiteX51" fmla="*/ 126236 w 1237776"/>
                <a:gd name="connsiteY51" fmla="*/ 854487 h 1453417"/>
                <a:gd name="connsiteX52" fmla="*/ 103873 w 1237776"/>
                <a:gd name="connsiteY52" fmla="*/ 866739 h 1453417"/>
                <a:gd name="connsiteX53" fmla="*/ 126787 w 1237776"/>
                <a:gd name="connsiteY53" fmla="*/ 898306 h 1453417"/>
                <a:gd name="connsiteX54" fmla="*/ 166522 w 1237776"/>
                <a:gd name="connsiteY54" fmla="*/ 926860 h 1453417"/>
                <a:gd name="connsiteX55" fmla="*/ 192353 w 1237776"/>
                <a:gd name="connsiteY55" fmla="*/ 935157 h 1453417"/>
                <a:gd name="connsiteX56" fmla="*/ 216920 w 1237776"/>
                <a:gd name="connsiteY56" fmla="*/ 964617 h 1453417"/>
                <a:gd name="connsiteX57" fmla="*/ 241779 w 1237776"/>
                <a:gd name="connsiteY57" fmla="*/ 980693 h 1453417"/>
                <a:gd name="connsiteX58" fmla="*/ 231407 w 1237776"/>
                <a:gd name="connsiteY58" fmla="*/ 989573 h 1453417"/>
                <a:gd name="connsiteX59" fmla="*/ 203956 w 1237776"/>
                <a:gd name="connsiteY59" fmla="*/ 1014853 h 1453417"/>
                <a:gd name="connsiteX60" fmla="*/ 134890 w 1237776"/>
                <a:gd name="connsiteY60" fmla="*/ 1043277 h 1453417"/>
                <a:gd name="connsiteX61" fmla="*/ 76908 w 1237776"/>
                <a:gd name="connsiteY61" fmla="*/ 1060811 h 1453417"/>
                <a:gd name="connsiteX62" fmla="*/ 35779 w 1237776"/>
                <a:gd name="connsiteY62" fmla="*/ 1138336 h 1453417"/>
                <a:gd name="connsiteX63" fmla="*/ 29719 w 1237776"/>
                <a:gd name="connsiteY63" fmla="*/ 1148383 h 1453417"/>
                <a:gd name="connsiteX64" fmla="*/ 582 w 1237776"/>
                <a:gd name="connsiteY64" fmla="*/ 1233784 h 1453417"/>
                <a:gd name="connsiteX65" fmla="*/ 35520 w 1237776"/>
                <a:gd name="connsiteY65" fmla="*/ 1315296 h 1453417"/>
                <a:gd name="connsiteX66" fmla="*/ 60832 w 1237776"/>
                <a:gd name="connsiteY66" fmla="*/ 1397780 h 1453417"/>
                <a:gd name="connsiteX67" fmla="*/ 62907 w 1237776"/>
                <a:gd name="connsiteY67" fmla="*/ 1405202 h 1453417"/>
                <a:gd name="connsiteX68" fmla="*/ 76811 w 1237776"/>
                <a:gd name="connsiteY68" fmla="*/ 1421472 h 1453417"/>
                <a:gd name="connsiteX69" fmla="*/ 141858 w 1237776"/>
                <a:gd name="connsiteY69" fmla="*/ 1429121 h 1453417"/>
                <a:gd name="connsiteX70" fmla="*/ 168661 w 1237776"/>
                <a:gd name="connsiteY70" fmla="*/ 1423384 h 1453417"/>
                <a:gd name="connsiteX71" fmla="*/ 220323 w 1237776"/>
                <a:gd name="connsiteY71" fmla="*/ 1438682 h 1453417"/>
                <a:gd name="connsiteX72" fmla="*/ 260512 w 1237776"/>
                <a:gd name="connsiteY72" fmla="*/ 1452067 h 1453417"/>
                <a:gd name="connsiteX73" fmla="*/ 266248 w 1237776"/>
                <a:gd name="connsiteY73" fmla="*/ 1383163 h 1453417"/>
                <a:gd name="connsiteX74" fmla="*/ 298788 w 1237776"/>
                <a:gd name="connsiteY74" fmla="*/ 1346799 h 1453417"/>
                <a:gd name="connsiteX75" fmla="*/ 308382 w 1237776"/>
                <a:gd name="connsiteY75" fmla="*/ 1310434 h 1453417"/>
                <a:gd name="connsiteX76" fmla="*/ 360044 w 1237776"/>
                <a:gd name="connsiteY76" fmla="*/ 1344887 h 1453417"/>
                <a:gd name="connsiteX77" fmla="*/ 423211 w 1237776"/>
                <a:gd name="connsiteY77" fmla="*/ 1365953 h 1453417"/>
                <a:gd name="connsiteX78" fmla="*/ 459575 w 1237776"/>
                <a:gd name="connsiteY78" fmla="*/ 1362129 h 1453417"/>
                <a:gd name="connsiteX79" fmla="*/ 494027 w 1237776"/>
                <a:gd name="connsiteY79" fmla="*/ 1379339 h 1453417"/>
                <a:gd name="connsiteX80" fmla="*/ 538040 w 1237776"/>
                <a:gd name="connsiteY80" fmla="*/ 1360217 h 1453417"/>
                <a:gd name="connsiteX81" fmla="*/ 622242 w 1237776"/>
                <a:gd name="connsiteY81" fmla="*/ 1320028 h 1453417"/>
                <a:gd name="connsiteX82" fmla="*/ 631803 w 1237776"/>
                <a:gd name="connsiteY82" fmla="*/ 1281752 h 1453417"/>
                <a:gd name="connsiteX83" fmla="*/ 685377 w 1237776"/>
                <a:gd name="connsiteY83" fmla="*/ 1283664 h 1453417"/>
                <a:gd name="connsiteX84" fmla="*/ 712180 w 1237776"/>
                <a:gd name="connsiteY84" fmla="*/ 1258805 h 1453417"/>
                <a:gd name="connsiteX85" fmla="*/ 752369 w 1237776"/>
                <a:gd name="connsiteY85" fmla="*/ 1327709 h 1453417"/>
                <a:gd name="connsiteX86" fmla="*/ 815536 w 1237776"/>
                <a:gd name="connsiteY86" fmla="*/ 1341094 h 1453417"/>
                <a:gd name="connsiteX87" fmla="*/ 859550 w 1237776"/>
                <a:gd name="connsiteY87" fmla="*/ 1379371 h 1453417"/>
                <a:gd name="connsiteX88" fmla="*/ 895914 w 1237776"/>
                <a:gd name="connsiteY88" fmla="*/ 1373634 h 1453417"/>
                <a:gd name="connsiteX89" fmla="*/ 901650 w 1237776"/>
                <a:gd name="connsiteY89" fmla="*/ 1344919 h 1453417"/>
                <a:gd name="connsiteX90" fmla="*/ 876792 w 1237776"/>
                <a:gd name="connsiteY90" fmla="*/ 1333446 h 1453417"/>
                <a:gd name="connsiteX91" fmla="*/ 842340 w 1237776"/>
                <a:gd name="connsiteY91" fmla="*/ 1300906 h 1453417"/>
                <a:gd name="connsiteX92" fmla="*/ 863406 w 1237776"/>
                <a:gd name="connsiteY92" fmla="*/ 1262629 h 1453417"/>
                <a:gd name="connsiteX93" fmla="*/ 840428 w 1237776"/>
                <a:gd name="connsiteY93" fmla="*/ 1237738 h 1453417"/>
                <a:gd name="connsiteX94" fmla="*/ 788766 w 1237776"/>
                <a:gd name="connsiteY94" fmla="*/ 1207111 h 1453417"/>
                <a:gd name="connsiteX95" fmla="*/ 760050 w 1237776"/>
                <a:gd name="connsiteY95" fmla="*/ 1184132 h 1453417"/>
                <a:gd name="connsiteX96" fmla="*/ 784941 w 1237776"/>
                <a:gd name="connsiteY96" fmla="*/ 1159273 h 1453417"/>
                <a:gd name="connsiteX97" fmla="*/ 792590 w 1237776"/>
                <a:gd name="connsiteY97" fmla="*/ 1122909 h 1453417"/>
                <a:gd name="connsiteX98" fmla="*/ 798262 w 1237776"/>
                <a:gd name="connsiteY98" fmla="*/ 1117399 h 1453417"/>
                <a:gd name="connsiteX99" fmla="*/ 765787 w 1237776"/>
                <a:gd name="connsiteY99" fmla="*/ 1059061 h 1453417"/>
                <a:gd name="connsiteX100" fmla="*/ 730395 w 1237776"/>
                <a:gd name="connsiteY100" fmla="*/ 985036 h 1453417"/>
                <a:gd name="connsiteX101" fmla="*/ 699832 w 1237776"/>
                <a:gd name="connsiteY101" fmla="*/ 946403 h 1453417"/>
                <a:gd name="connsiteX102" fmla="*/ 752920 w 1237776"/>
                <a:gd name="connsiteY102" fmla="*/ 873998 h 1453417"/>
                <a:gd name="connsiteX103" fmla="*/ 772236 w 1237776"/>
                <a:gd name="connsiteY103" fmla="*/ 853094 h 1453417"/>
                <a:gd name="connsiteX104" fmla="*/ 807628 w 1237776"/>
                <a:gd name="connsiteY104" fmla="*/ 838607 h 1453417"/>
                <a:gd name="connsiteX105" fmla="*/ 828533 w 1237776"/>
                <a:gd name="connsiteY105" fmla="*/ 796765 h 1453417"/>
                <a:gd name="connsiteX106" fmla="*/ 867166 w 1237776"/>
                <a:gd name="connsiteY106" fmla="*/ 782278 h 1453417"/>
                <a:gd name="connsiteX107" fmla="*/ 876824 w 1237776"/>
                <a:gd name="connsiteY107" fmla="*/ 734019 h 1453417"/>
                <a:gd name="connsiteX108" fmla="*/ 952470 w 1237776"/>
                <a:gd name="connsiteY108" fmla="*/ 717911 h 1453417"/>
                <a:gd name="connsiteX109" fmla="*/ 968545 w 1237776"/>
                <a:gd name="connsiteY109" fmla="*/ 692177 h 1453417"/>
                <a:gd name="connsiteX110" fmla="*/ 1005558 w 1237776"/>
                <a:gd name="connsiteY110" fmla="*/ 624602 h 1453417"/>
                <a:gd name="connsiteX111" fmla="*/ 1084412 w 1237776"/>
                <a:gd name="connsiteY111" fmla="*/ 586001 h 1453417"/>
                <a:gd name="connsiteX112" fmla="*/ 1069924 w 1237776"/>
                <a:gd name="connsiteY112" fmla="*/ 526464 h 1453417"/>
                <a:gd name="connsiteX113" fmla="*/ 1060266 w 1237776"/>
                <a:gd name="connsiteY113" fmla="*/ 497489 h 1453417"/>
                <a:gd name="connsiteX114" fmla="*/ 1040950 w 1237776"/>
                <a:gd name="connsiteY114" fmla="*/ 478173 h 1453417"/>
                <a:gd name="connsiteX115" fmla="*/ 1052196 w 1237776"/>
                <a:gd name="connsiteY115" fmla="*/ 417015 h 1453417"/>
                <a:gd name="connsiteX116" fmla="*/ 1069892 w 1237776"/>
                <a:gd name="connsiteY116" fmla="*/ 355856 h 1453417"/>
                <a:gd name="connsiteX117" fmla="*/ 1095626 w 1237776"/>
                <a:gd name="connsiteY117" fmla="*/ 376761 h 1453417"/>
                <a:gd name="connsiteX118" fmla="*/ 1126188 w 1237776"/>
                <a:gd name="connsiteY118" fmla="*/ 383211 h 1453417"/>
                <a:gd name="connsiteX119" fmla="*/ 1159992 w 1237776"/>
                <a:gd name="connsiteY119" fmla="*/ 415394 h 1453417"/>
                <a:gd name="connsiteX120" fmla="*/ 1188935 w 1237776"/>
                <a:gd name="connsiteY120" fmla="*/ 404115 h 1453417"/>
                <a:gd name="connsiteX121" fmla="*/ 1222738 w 1237776"/>
                <a:gd name="connsiteY121" fmla="*/ 359065 h 1453417"/>
                <a:gd name="connsiteX122" fmla="*/ 1237777 w 1237776"/>
                <a:gd name="connsiteY122" fmla="*/ 345323 h 1453417"/>
                <a:gd name="connsiteX123" fmla="*/ 1208737 w 1237776"/>
                <a:gd name="connsiteY123" fmla="*/ 315992 h 1453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237776" h="1453417">
                  <a:moveTo>
                    <a:pt x="1208640" y="316057"/>
                  </a:moveTo>
                  <a:cubicBezTo>
                    <a:pt x="1201672" y="306787"/>
                    <a:pt x="1210066" y="289869"/>
                    <a:pt x="1203389" y="280924"/>
                  </a:cubicBezTo>
                  <a:cubicBezTo>
                    <a:pt x="1196648" y="271914"/>
                    <a:pt x="1180929" y="268479"/>
                    <a:pt x="1171789" y="261608"/>
                  </a:cubicBezTo>
                  <a:cubicBezTo>
                    <a:pt x="1157626" y="250977"/>
                    <a:pt x="1149200" y="226734"/>
                    <a:pt x="1136689" y="214192"/>
                  </a:cubicBezTo>
                  <a:cubicBezTo>
                    <a:pt x="1120030" y="197533"/>
                    <a:pt x="1098640" y="230559"/>
                    <a:pt x="1089273" y="221225"/>
                  </a:cubicBezTo>
                  <a:cubicBezTo>
                    <a:pt x="1075369" y="207321"/>
                    <a:pt x="1093422" y="179902"/>
                    <a:pt x="1089273" y="163275"/>
                  </a:cubicBezTo>
                  <a:cubicBezTo>
                    <a:pt x="1087199" y="154913"/>
                    <a:pt x="1078869" y="153260"/>
                    <a:pt x="1076990" y="145709"/>
                  </a:cubicBezTo>
                  <a:cubicBezTo>
                    <a:pt x="1074883" y="137250"/>
                    <a:pt x="1086875" y="113817"/>
                    <a:pt x="1071739" y="117609"/>
                  </a:cubicBezTo>
                  <a:cubicBezTo>
                    <a:pt x="1060007" y="120558"/>
                    <a:pt x="1036607" y="147880"/>
                    <a:pt x="1024323" y="138676"/>
                  </a:cubicBezTo>
                  <a:cubicBezTo>
                    <a:pt x="1019624" y="135175"/>
                    <a:pt x="1009123" y="102960"/>
                    <a:pt x="999724" y="112326"/>
                  </a:cubicBezTo>
                  <a:cubicBezTo>
                    <a:pt x="994927" y="117123"/>
                    <a:pt x="996677" y="126100"/>
                    <a:pt x="994473" y="131643"/>
                  </a:cubicBezTo>
                  <a:cubicBezTo>
                    <a:pt x="989612" y="143797"/>
                    <a:pt x="985366" y="155723"/>
                    <a:pt x="982190" y="168526"/>
                  </a:cubicBezTo>
                  <a:cubicBezTo>
                    <a:pt x="978689" y="182429"/>
                    <a:pt x="987408" y="196755"/>
                    <a:pt x="983940" y="210659"/>
                  </a:cubicBezTo>
                  <a:cubicBezTo>
                    <a:pt x="981315" y="221160"/>
                    <a:pt x="965045" y="220317"/>
                    <a:pt x="959373" y="231725"/>
                  </a:cubicBezTo>
                  <a:cubicBezTo>
                    <a:pt x="952113" y="246278"/>
                    <a:pt x="990649" y="274831"/>
                    <a:pt x="959373" y="282642"/>
                  </a:cubicBezTo>
                  <a:cubicBezTo>
                    <a:pt x="907711" y="295541"/>
                    <a:pt x="869143" y="270780"/>
                    <a:pt x="824158" y="252792"/>
                  </a:cubicBezTo>
                  <a:cubicBezTo>
                    <a:pt x="811323" y="247671"/>
                    <a:pt x="786465" y="244236"/>
                    <a:pt x="782024" y="226443"/>
                  </a:cubicBezTo>
                  <a:cubicBezTo>
                    <a:pt x="774019" y="194454"/>
                    <a:pt x="794502" y="148788"/>
                    <a:pt x="782024" y="117577"/>
                  </a:cubicBezTo>
                  <a:cubicBezTo>
                    <a:pt x="774019" y="97612"/>
                    <a:pt x="748545" y="96348"/>
                    <a:pt x="738109" y="78944"/>
                  </a:cubicBezTo>
                  <a:cubicBezTo>
                    <a:pt x="731140" y="67341"/>
                    <a:pt x="728061" y="30004"/>
                    <a:pt x="717042" y="24527"/>
                  </a:cubicBezTo>
                  <a:cubicBezTo>
                    <a:pt x="697401" y="14707"/>
                    <a:pt x="705958" y="76740"/>
                    <a:pt x="695975" y="84227"/>
                  </a:cubicBezTo>
                  <a:cubicBezTo>
                    <a:pt x="678247" y="97515"/>
                    <a:pt x="636373" y="83157"/>
                    <a:pt x="613459" y="87727"/>
                  </a:cubicBezTo>
                  <a:cubicBezTo>
                    <a:pt x="598550" y="90709"/>
                    <a:pt x="602569" y="112942"/>
                    <a:pt x="585359" y="115826"/>
                  </a:cubicBezTo>
                  <a:cubicBezTo>
                    <a:pt x="548606" y="121952"/>
                    <a:pt x="566885" y="78685"/>
                    <a:pt x="564293" y="63160"/>
                  </a:cubicBezTo>
                  <a:cubicBezTo>
                    <a:pt x="562834" y="54344"/>
                    <a:pt x="552625" y="50747"/>
                    <a:pt x="548476" y="43844"/>
                  </a:cubicBezTo>
                  <a:cubicBezTo>
                    <a:pt x="541087" y="31528"/>
                    <a:pt x="571423" y="18434"/>
                    <a:pt x="544976" y="5210"/>
                  </a:cubicBezTo>
                  <a:cubicBezTo>
                    <a:pt x="495324" y="-19616"/>
                    <a:pt x="469104" y="51816"/>
                    <a:pt x="430860" y="61410"/>
                  </a:cubicBezTo>
                  <a:cubicBezTo>
                    <a:pt x="408173" y="67082"/>
                    <a:pt x="385194" y="47376"/>
                    <a:pt x="364160" y="52627"/>
                  </a:cubicBezTo>
                  <a:cubicBezTo>
                    <a:pt x="345394" y="57326"/>
                    <a:pt x="325818" y="112618"/>
                    <a:pt x="341343" y="128142"/>
                  </a:cubicBezTo>
                  <a:cubicBezTo>
                    <a:pt x="351066" y="137865"/>
                    <a:pt x="368081" y="143310"/>
                    <a:pt x="376443" y="154459"/>
                  </a:cubicBezTo>
                  <a:cubicBezTo>
                    <a:pt x="382601" y="162659"/>
                    <a:pt x="382893" y="174910"/>
                    <a:pt x="385226" y="184309"/>
                  </a:cubicBezTo>
                  <a:cubicBezTo>
                    <a:pt x="397250" y="232406"/>
                    <a:pt x="331393" y="220609"/>
                    <a:pt x="323776" y="251042"/>
                  </a:cubicBezTo>
                  <a:cubicBezTo>
                    <a:pt x="312433" y="296449"/>
                    <a:pt x="366266" y="340689"/>
                    <a:pt x="336060" y="380974"/>
                  </a:cubicBezTo>
                  <a:cubicBezTo>
                    <a:pt x="324943" y="395818"/>
                    <a:pt x="304816" y="391151"/>
                    <a:pt x="293927" y="402041"/>
                  </a:cubicBezTo>
                  <a:cubicBezTo>
                    <a:pt x="289875" y="406092"/>
                    <a:pt x="278532" y="417015"/>
                    <a:pt x="276360" y="421357"/>
                  </a:cubicBezTo>
                  <a:cubicBezTo>
                    <a:pt x="272050" y="430011"/>
                    <a:pt x="279699" y="443850"/>
                    <a:pt x="272860" y="452957"/>
                  </a:cubicBezTo>
                  <a:cubicBezTo>
                    <a:pt x="265957" y="462162"/>
                    <a:pt x="236852" y="469098"/>
                    <a:pt x="225444" y="470524"/>
                  </a:cubicBezTo>
                  <a:cubicBezTo>
                    <a:pt x="176116" y="476682"/>
                    <a:pt x="131681" y="427807"/>
                    <a:pt x="95511" y="488090"/>
                  </a:cubicBezTo>
                  <a:cubicBezTo>
                    <a:pt x="81931" y="510713"/>
                    <a:pt x="90520" y="545683"/>
                    <a:pt x="74445" y="567106"/>
                  </a:cubicBezTo>
                  <a:cubicBezTo>
                    <a:pt x="63620" y="581529"/>
                    <a:pt x="44789" y="588821"/>
                    <a:pt x="28779" y="595206"/>
                  </a:cubicBezTo>
                  <a:cubicBezTo>
                    <a:pt x="23625" y="597280"/>
                    <a:pt x="10272" y="597086"/>
                    <a:pt x="7712" y="602239"/>
                  </a:cubicBezTo>
                  <a:cubicBezTo>
                    <a:pt x="-3113" y="623889"/>
                    <a:pt x="22361" y="656072"/>
                    <a:pt x="16495" y="679505"/>
                  </a:cubicBezTo>
                  <a:cubicBezTo>
                    <a:pt x="15620" y="682973"/>
                    <a:pt x="10823" y="690816"/>
                    <a:pt x="5800" y="699567"/>
                  </a:cubicBezTo>
                  <a:cubicBezTo>
                    <a:pt x="6351" y="699988"/>
                    <a:pt x="6869" y="700442"/>
                    <a:pt x="7420" y="700960"/>
                  </a:cubicBezTo>
                  <a:cubicBezTo>
                    <a:pt x="20125" y="712920"/>
                    <a:pt x="15555" y="730097"/>
                    <a:pt x="23139" y="743904"/>
                  </a:cubicBezTo>
                  <a:cubicBezTo>
                    <a:pt x="31274" y="758716"/>
                    <a:pt x="64527" y="772814"/>
                    <a:pt x="80473" y="776055"/>
                  </a:cubicBezTo>
                  <a:cubicBezTo>
                    <a:pt x="106434" y="781338"/>
                    <a:pt x="119884" y="743515"/>
                    <a:pt x="150771" y="757970"/>
                  </a:cubicBezTo>
                  <a:cubicBezTo>
                    <a:pt x="165355" y="764776"/>
                    <a:pt x="152489" y="780009"/>
                    <a:pt x="161239" y="789149"/>
                  </a:cubicBezTo>
                  <a:cubicBezTo>
                    <a:pt x="174981" y="803474"/>
                    <a:pt x="197960" y="803052"/>
                    <a:pt x="204928" y="826777"/>
                  </a:cubicBezTo>
                  <a:cubicBezTo>
                    <a:pt x="211767" y="850080"/>
                    <a:pt x="180685" y="851085"/>
                    <a:pt x="167462" y="856140"/>
                  </a:cubicBezTo>
                  <a:cubicBezTo>
                    <a:pt x="160461" y="858831"/>
                    <a:pt x="149442" y="865183"/>
                    <a:pt x="141599" y="863109"/>
                  </a:cubicBezTo>
                  <a:cubicBezTo>
                    <a:pt x="136348" y="861715"/>
                    <a:pt x="132135" y="854747"/>
                    <a:pt x="126236" y="854487"/>
                  </a:cubicBezTo>
                  <a:cubicBezTo>
                    <a:pt x="119333" y="854196"/>
                    <a:pt x="106855" y="860062"/>
                    <a:pt x="103873" y="866739"/>
                  </a:cubicBezTo>
                  <a:cubicBezTo>
                    <a:pt x="103808" y="866836"/>
                    <a:pt x="125523" y="896588"/>
                    <a:pt x="126787" y="898306"/>
                  </a:cubicBezTo>
                  <a:cubicBezTo>
                    <a:pt x="136899" y="912210"/>
                    <a:pt x="152002" y="918951"/>
                    <a:pt x="166522" y="926860"/>
                  </a:cubicBezTo>
                  <a:cubicBezTo>
                    <a:pt x="174560" y="931235"/>
                    <a:pt x="184413" y="928966"/>
                    <a:pt x="192353" y="935157"/>
                  </a:cubicBezTo>
                  <a:cubicBezTo>
                    <a:pt x="202400" y="943032"/>
                    <a:pt x="207942" y="955834"/>
                    <a:pt x="216920" y="964617"/>
                  </a:cubicBezTo>
                  <a:cubicBezTo>
                    <a:pt x="219545" y="967210"/>
                    <a:pt x="241714" y="980174"/>
                    <a:pt x="241779" y="980693"/>
                  </a:cubicBezTo>
                  <a:cubicBezTo>
                    <a:pt x="241876" y="981536"/>
                    <a:pt x="232639" y="988374"/>
                    <a:pt x="231407" y="989573"/>
                  </a:cubicBezTo>
                  <a:cubicBezTo>
                    <a:pt x="221295" y="999264"/>
                    <a:pt x="217374" y="1007885"/>
                    <a:pt x="203956" y="1014853"/>
                  </a:cubicBezTo>
                  <a:cubicBezTo>
                    <a:pt x="182500" y="1026002"/>
                    <a:pt x="158582" y="1036925"/>
                    <a:pt x="134890" y="1043277"/>
                  </a:cubicBezTo>
                  <a:cubicBezTo>
                    <a:pt x="116805" y="1048138"/>
                    <a:pt x="92076" y="1049014"/>
                    <a:pt x="76908" y="1060811"/>
                  </a:cubicBezTo>
                  <a:cubicBezTo>
                    <a:pt x="57365" y="1076012"/>
                    <a:pt x="49392" y="1117270"/>
                    <a:pt x="35779" y="1138336"/>
                  </a:cubicBezTo>
                  <a:cubicBezTo>
                    <a:pt x="33640" y="1141642"/>
                    <a:pt x="31663" y="1145013"/>
                    <a:pt x="29719" y="1148383"/>
                  </a:cubicBezTo>
                  <a:cubicBezTo>
                    <a:pt x="43947" y="1139179"/>
                    <a:pt x="2948" y="1203772"/>
                    <a:pt x="582" y="1233784"/>
                  </a:cubicBezTo>
                  <a:cubicBezTo>
                    <a:pt x="-3567" y="1285576"/>
                    <a:pt x="15134" y="1284733"/>
                    <a:pt x="35520" y="1315296"/>
                  </a:cubicBezTo>
                  <a:cubicBezTo>
                    <a:pt x="55906" y="1345859"/>
                    <a:pt x="46669" y="1351758"/>
                    <a:pt x="60832" y="1397780"/>
                  </a:cubicBezTo>
                  <a:cubicBezTo>
                    <a:pt x="61675" y="1400503"/>
                    <a:pt x="62356" y="1402965"/>
                    <a:pt x="62907" y="1405202"/>
                  </a:cubicBezTo>
                  <a:cubicBezTo>
                    <a:pt x="67412" y="1411457"/>
                    <a:pt x="71852" y="1417777"/>
                    <a:pt x="76811" y="1421472"/>
                  </a:cubicBezTo>
                  <a:cubicBezTo>
                    <a:pt x="93502" y="1434015"/>
                    <a:pt x="122671" y="1432977"/>
                    <a:pt x="141858" y="1429121"/>
                  </a:cubicBezTo>
                  <a:cubicBezTo>
                    <a:pt x="149766" y="1427533"/>
                    <a:pt x="160040" y="1419074"/>
                    <a:pt x="168661" y="1423384"/>
                  </a:cubicBezTo>
                  <a:cubicBezTo>
                    <a:pt x="188853" y="1433464"/>
                    <a:pt x="195238" y="1438682"/>
                    <a:pt x="220323" y="1438682"/>
                  </a:cubicBezTo>
                  <a:cubicBezTo>
                    <a:pt x="232542" y="1438682"/>
                    <a:pt x="250529" y="1458711"/>
                    <a:pt x="260512" y="1452067"/>
                  </a:cubicBezTo>
                  <a:cubicBezTo>
                    <a:pt x="291172" y="1431616"/>
                    <a:pt x="261678" y="1405947"/>
                    <a:pt x="266248" y="1383163"/>
                  </a:cubicBezTo>
                  <a:cubicBezTo>
                    <a:pt x="268938" y="1369680"/>
                    <a:pt x="292890" y="1361578"/>
                    <a:pt x="298788" y="1346799"/>
                  </a:cubicBezTo>
                  <a:cubicBezTo>
                    <a:pt x="301608" y="1339733"/>
                    <a:pt x="302904" y="1311796"/>
                    <a:pt x="308382" y="1310434"/>
                  </a:cubicBezTo>
                  <a:cubicBezTo>
                    <a:pt x="329059" y="1305281"/>
                    <a:pt x="345588" y="1336200"/>
                    <a:pt x="360044" y="1344887"/>
                  </a:cubicBezTo>
                  <a:cubicBezTo>
                    <a:pt x="374207" y="1353378"/>
                    <a:pt x="406163" y="1362550"/>
                    <a:pt x="423211" y="1365953"/>
                  </a:cubicBezTo>
                  <a:cubicBezTo>
                    <a:pt x="434068" y="1368124"/>
                    <a:pt x="447097" y="1359633"/>
                    <a:pt x="459575" y="1362129"/>
                  </a:cubicBezTo>
                  <a:cubicBezTo>
                    <a:pt x="471891" y="1364592"/>
                    <a:pt x="480318" y="1382093"/>
                    <a:pt x="494027" y="1379339"/>
                  </a:cubicBezTo>
                  <a:cubicBezTo>
                    <a:pt x="510751" y="1376000"/>
                    <a:pt x="522419" y="1364106"/>
                    <a:pt x="538040" y="1360217"/>
                  </a:cubicBezTo>
                  <a:cubicBezTo>
                    <a:pt x="574567" y="1351077"/>
                    <a:pt x="596444" y="1340673"/>
                    <a:pt x="622242" y="1320028"/>
                  </a:cubicBezTo>
                  <a:cubicBezTo>
                    <a:pt x="633488" y="1311018"/>
                    <a:pt x="620427" y="1288558"/>
                    <a:pt x="631803" y="1281752"/>
                  </a:cubicBezTo>
                  <a:cubicBezTo>
                    <a:pt x="646258" y="1273065"/>
                    <a:pt x="671959" y="1293743"/>
                    <a:pt x="685377" y="1283664"/>
                  </a:cubicBezTo>
                  <a:cubicBezTo>
                    <a:pt x="696008" y="1275691"/>
                    <a:pt x="696753" y="1262629"/>
                    <a:pt x="712180" y="1258805"/>
                  </a:cubicBezTo>
                  <a:cubicBezTo>
                    <a:pt x="764458" y="1245744"/>
                    <a:pt x="729520" y="1310564"/>
                    <a:pt x="752369" y="1327709"/>
                  </a:cubicBezTo>
                  <a:cubicBezTo>
                    <a:pt x="773403" y="1343493"/>
                    <a:pt x="793498" y="1335617"/>
                    <a:pt x="815536" y="1341094"/>
                  </a:cubicBezTo>
                  <a:cubicBezTo>
                    <a:pt x="839520" y="1347090"/>
                    <a:pt x="842080" y="1367736"/>
                    <a:pt x="859550" y="1379371"/>
                  </a:cubicBezTo>
                  <a:cubicBezTo>
                    <a:pt x="869078" y="1385723"/>
                    <a:pt x="887941" y="1380019"/>
                    <a:pt x="895914" y="1373634"/>
                  </a:cubicBezTo>
                  <a:cubicBezTo>
                    <a:pt x="902882" y="1368060"/>
                    <a:pt x="907711" y="1352989"/>
                    <a:pt x="901650" y="1344919"/>
                  </a:cubicBezTo>
                  <a:cubicBezTo>
                    <a:pt x="898539" y="1340770"/>
                    <a:pt x="881556" y="1336330"/>
                    <a:pt x="876792" y="1333446"/>
                  </a:cubicBezTo>
                  <a:cubicBezTo>
                    <a:pt x="864508" y="1326088"/>
                    <a:pt x="849827" y="1313351"/>
                    <a:pt x="842340" y="1300906"/>
                  </a:cubicBezTo>
                  <a:cubicBezTo>
                    <a:pt x="830542" y="1281265"/>
                    <a:pt x="856989" y="1275464"/>
                    <a:pt x="863406" y="1262629"/>
                  </a:cubicBezTo>
                  <a:cubicBezTo>
                    <a:pt x="867458" y="1254527"/>
                    <a:pt x="845095" y="1242405"/>
                    <a:pt x="840428" y="1237738"/>
                  </a:cubicBezTo>
                  <a:cubicBezTo>
                    <a:pt x="830834" y="1228145"/>
                    <a:pt x="800822" y="1213171"/>
                    <a:pt x="788766" y="1207111"/>
                  </a:cubicBezTo>
                  <a:cubicBezTo>
                    <a:pt x="776806" y="1201147"/>
                    <a:pt x="752272" y="1207467"/>
                    <a:pt x="760050" y="1184132"/>
                  </a:cubicBezTo>
                  <a:cubicBezTo>
                    <a:pt x="764523" y="1170714"/>
                    <a:pt x="777228" y="1168867"/>
                    <a:pt x="784941" y="1159273"/>
                  </a:cubicBezTo>
                  <a:cubicBezTo>
                    <a:pt x="794762" y="1146990"/>
                    <a:pt x="786756" y="1134609"/>
                    <a:pt x="792590" y="1122909"/>
                  </a:cubicBezTo>
                  <a:cubicBezTo>
                    <a:pt x="793724" y="1120640"/>
                    <a:pt x="795734" y="1118858"/>
                    <a:pt x="798262" y="1117399"/>
                  </a:cubicBezTo>
                  <a:cubicBezTo>
                    <a:pt x="777973" y="1101875"/>
                    <a:pt x="772431" y="1085702"/>
                    <a:pt x="765787" y="1059061"/>
                  </a:cubicBezTo>
                  <a:cubicBezTo>
                    <a:pt x="759434" y="1033586"/>
                    <a:pt x="740312" y="1009895"/>
                    <a:pt x="730395" y="985036"/>
                  </a:cubicBezTo>
                  <a:cubicBezTo>
                    <a:pt x="724561" y="970419"/>
                    <a:pt x="692896" y="963743"/>
                    <a:pt x="699832" y="946403"/>
                  </a:cubicBezTo>
                  <a:cubicBezTo>
                    <a:pt x="710365" y="920086"/>
                    <a:pt x="733020" y="893898"/>
                    <a:pt x="752920" y="873998"/>
                  </a:cubicBezTo>
                  <a:cubicBezTo>
                    <a:pt x="759532" y="867355"/>
                    <a:pt x="763453" y="857469"/>
                    <a:pt x="772236" y="853094"/>
                  </a:cubicBezTo>
                  <a:cubicBezTo>
                    <a:pt x="784650" y="846871"/>
                    <a:pt x="796512" y="849723"/>
                    <a:pt x="807628" y="838607"/>
                  </a:cubicBezTo>
                  <a:cubicBezTo>
                    <a:pt x="818064" y="828170"/>
                    <a:pt x="816833" y="806132"/>
                    <a:pt x="828533" y="796765"/>
                  </a:cubicBezTo>
                  <a:cubicBezTo>
                    <a:pt x="838872" y="788500"/>
                    <a:pt x="857151" y="792292"/>
                    <a:pt x="867166" y="782278"/>
                  </a:cubicBezTo>
                  <a:cubicBezTo>
                    <a:pt x="874944" y="774499"/>
                    <a:pt x="860814" y="746011"/>
                    <a:pt x="876824" y="734019"/>
                  </a:cubicBezTo>
                  <a:cubicBezTo>
                    <a:pt x="896919" y="718948"/>
                    <a:pt x="930042" y="726889"/>
                    <a:pt x="952470" y="717911"/>
                  </a:cubicBezTo>
                  <a:cubicBezTo>
                    <a:pt x="960443" y="714735"/>
                    <a:pt x="963716" y="698594"/>
                    <a:pt x="968545" y="692177"/>
                  </a:cubicBezTo>
                  <a:cubicBezTo>
                    <a:pt x="983810" y="671824"/>
                    <a:pt x="987537" y="642590"/>
                    <a:pt x="1005558" y="624602"/>
                  </a:cubicBezTo>
                  <a:cubicBezTo>
                    <a:pt x="1025425" y="604767"/>
                    <a:pt x="1066067" y="604346"/>
                    <a:pt x="1084412" y="586001"/>
                  </a:cubicBezTo>
                  <a:cubicBezTo>
                    <a:pt x="1094977" y="575436"/>
                    <a:pt x="1071610" y="536673"/>
                    <a:pt x="1069924" y="526464"/>
                  </a:cubicBezTo>
                  <a:cubicBezTo>
                    <a:pt x="1068369" y="517097"/>
                    <a:pt x="1067720" y="504943"/>
                    <a:pt x="1060266" y="497489"/>
                  </a:cubicBezTo>
                  <a:cubicBezTo>
                    <a:pt x="1053881" y="491104"/>
                    <a:pt x="1043510" y="488349"/>
                    <a:pt x="1040950" y="478173"/>
                  </a:cubicBezTo>
                  <a:cubicBezTo>
                    <a:pt x="1035116" y="454870"/>
                    <a:pt x="1046913" y="438211"/>
                    <a:pt x="1052196" y="417015"/>
                  </a:cubicBezTo>
                  <a:cubicBezTo>
                    <a:pt x="1057349" y="396467"/>
                    <a:pt x="1047820" y="370603"/>
                    <a:pt x="1069892" y="355856"/>
                  </a:cubicBezTo>
                  <a:cubicBezTo>
                    <a:pt x="1077379" y="350865"/>
                    <a:pt x="1090148" y="374039"/>
                    <a:pt x="1095626" y="376761"/>
                  </a:cubicBezTo>
                  <a:cubicBezTo>
                    <a:pt x="1104798" y="381363"/>
                    <a:pt x="1117081" y="376372"/>
                    <a:pt x="1126188" y="383211"/>
                  </a:cubicBezTo>
                  <a:cubicBezTo>
                    <a:pt x="1138569" y="392513"/>
                    <a:pt x="1148162" y="407519"/>
                    <a:pt x="1159992" y="415394"/>
                  </a:cubicBezTo>
                  <a:cubicBezTo>
                    <a:pt x="1160997" y="416042"/>
                    <a:pt x="1184656" y="405217"/>
                    <a:pt x="1188935" y="404115"/>
                  </a:cubicBezTo>
                  <a:cubicBezTo>
                    <a:pt x="1206825" y="399643"/>
                    <a:pt x="1214052" y="372710"/>
                    <a:pt x="1222738" y="359065"/>
                  </a:cubicBezTo>
                  <a:cubicBezTo>
                    <a:pt x="1226466" y="353199"/>
                    <a:pt x="1231813" y="348986"/>
                    <a:pt x="1237777" y="345323"/>
                  </a:cubicBezTo>
                  <a:cubicBezTo>
                    <a:pt x="1230906" y="333720"/>
                    <a:pt x="1217326" y="327465"/>
                    <a:pt x="1208737" y="3159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FE5E7BA3-E357-8B1F-CD0E-32F2BF63C175}"/>
                </a:ext>
              </a:extLst>
            </p:cNvPr>
            <p:cNvSpPr/>
            <p:nvPr/>
          </p:nvSpPr>
          <p:spPr>
            <a:xfrm>
              <a:off x="4558681" y="2748459"/>
              <a:ext cx="1332044" cy="1144871"/>
            </a:xfrm>
            <a:custGeom>
              <a:avLst/>
              <a:gdLst>
                <a:gd name="connsiteX0" fmla="*/ 1147326 w 1332044"/>
                <a:gd name="connsiteY0" fmla="*/ 328144 h 1144871"/>
                <a:gd name="connsiteX1" fmla="*/ 1191242 w 1332044"/>
                <a:gd name="connsiteY1" fmla="*/ 308828 h 1144871"/>
                <a:gd name="connsiteX2" fmla="*/ 1266725 w 1332044"/>
                <a:gd name="connsiteY2" fmla="*/ 254411 h 1144871"/>
                <a:gd name="connsiteX3" fmla="*/ 1284292 w 1332044"/>
                <a:gd name="connsiteY3" fmla="*/ 229844 h 1144871"/>
                <a:gd name="connsiteX4" fmla="*/ 1331708 w 1332044"/>
                <a:gd name="connsiteY4" fmla="*/ 140295 h 1144871"/>
                <a:gd name="connsiteX5" fmla="*/ 1279041 w 1332044"/>
                <a:gd name="connsiteY5" fmla="*/ 71812 h 1144871"/>
                <a:gd name="connsiteX6" fmla="*/ 1270258 w 1332044"/>
                <a:gd name="connsiteY6" fmla="*/ 43712 h 1144871"/>
                <a:gd name="connsiteX7" fmla="*/ 1287824 w 1332044"/>
                <a:gd name="connsiteY7" fmla="*/ 15613 h 1144871"/>
                <a:gd name="connsiteX8" fmla="*/ 1235158 w 1332044"/>
                <a:gd name="connsiteY8" fmla="*/ 3329 h 1144871"/>
                <a:gd name="connsiteX9" fmla="*/ 1212341 w 1332044"/>
                <a:gd name="connsiteY9" fmla="*/ 24396 h 1144871"/>
                <a:gd name="connsiteX10" fmla="*/ 1193025 w 1332044"/>
                <a:gd name="connsiteY10" fmla="*/ 1579 h 1144871"/>
                <a:gd name="connsiteX11" fmla="*/ 1143858 w 1332044"/>
                <a:gd name="connsiteY11" fmla="*/ 82345 h 1144871"/>
                <a:gd name="connsiteX12" fmla="*/ 1161425 w 1332044"/>
                <a:gd name="connsiteY12" fmla="*/ 113945 h 1144871"/>
                <a:gd name="connsiteX13" fmla="*/ 1143858 w 1332044"/>
                <a:gd name="connsiteY13" fmla="*/ 154328 h 1144871"/>
                <a:gd name="connsiteX14" fmla="*/ 1106975 w 1332044"/>
                <a:gd name="connsiteY14" fmla="*/ 124478 h 1144871"/>
                <a:gd name="connsiteX15" fmla="*/ 1043776 w 1332044"/>
                <a:gd name="connsiteY15" fmla="*/ 175395 h 1144871"/>
                <a:gd name="connsiteX16" fmla="*/ 1027992 w 1332044"/>
                <a:gd name="connsiteY16" fmla="*/ 124478 h 1144871"/>
                <a:gd name="connsiteX17" fmla="*/ 991109 w 1332044"/>
                <a:gd name="connsiteY17" fmla="*/ 89378 h 1144871"/>
                <a:gd name="connsiteX18" fmla="*/ 929659 w 1332044"/>
                <a:gd name="connsiteY18" fmla="*/ 105162 h 1144871"/>
                <a:gd name="connsiteX19" fmla="*/ 910343 w 1332044"/>
                <a:gd name="connsiteY19" fmla="*/ 105162 h 1144871"/>
                <a:gd name="connsiteX20" fmla="*/ 876993 w 1332044"/>
                <a:gd name="connsiteY20" fmla="*/ 143795 h 1144871"/>
                <a:gd name="connsiteX21" fmla="*/ 862927 w 1332044"/>
                <a:gd name="connsiteY21" fmla="*/ 91128 h 1144871"/>
                <a:gd name="connsiteX22" fmla="*/ 831327 w 1332044"/>
                <a:gd name="connsiteY22" fmla="*/ 75345 h 1144871"/>
                <a:gd name="connsiteX23" fmla="*/ 796194 w 1332044"/>
                <a:gd name="connsiteY23" fmla="*/ 101662 h 1144871"/>
                <a:gd name="connsiteX24" fmla="*/ 750528 w 1332044"/>
                <a:gd name="connsiteY24" fmla="*/ 52495 h 1144871"/>
                <a:gd name="connsiteX25" fmla="*/ 710145 w 1332044"/>
                <a:gd name="connsiteY25" fmla="*/ 57746 h 1144871"/>
                <a:gd name="connsiteX26" fmla="*/ 653946 w 1332044"/>
                <a:gd name="connsiteY26" fmla="*/ 43712 h 1144871"/>
                <a:gd name="connsiteX27" fmla="*/ 595996 w 1332044"/>
                <a:gd name="connsiteY27" fmla="*/ 77062 h 1144871"/>
                <a:gd name="connsiteX28" fmla="*/ 525763 w 1332044"/>
                <a:gd name="connsiteY28" fmla="*/ 31396 h 1144871"/>
                <a:gd name="connsiteX29" fmla="*/ 514711 w 1332044"/>
                <a:gd name="connsiteY29" fmla="*/ 24785 h 1144871"/>
                <a:gd name="connsiteX30" fmla="*/ 485024 w 1332044"/>
                <a:gd name="connsiteY30" fmla="*/ 90124 h 1144871"/>
                <a:gd name="connsiteX31" fmla="*/ 456891 w 1332044"/>
                <a:gd name="connsiteY31" fmla="*/ 193966 h 1144871"/>
                <a:gd name="connsiteX32" fmla="*/ 418096 w 1332044"/>
                <a:gd name="connsiteY32" fmla="*/ 277422 h 1144871"/>
                <a:gd name="connsiteX33" fmla="*/ 388020 w 1332044"/>
                <a:gd name="connsiteY33" fmla="*/ 366712 h 1144871"/>
                <a:gd name="connsiteX34" fmla="*/ 346308 w 1332044"/>
                <a:gd name="connsiteY34" fmla="*/ 463748 h 1144871"/>
                <a:gd name="connsiteX35" fmla="*/ 314287 w 1332044"/>
                <a:gd name="connsiteY35" fmla="*/ 548177 h 1144871"/>
                <a:gd name="connsiteX36" fmla="*/ 298762 w 1332044"/>
                <a:gd name="connsiteY36" fmla="*/ 648130 h 1144871"/>
                <a:gd name="connsiteX37" fmla="*/ 260939 w 1332044"/>
                <a:gd name="connsiteY37" fmla="*/ 731975 h 1144871"/>
                <a:gd name="connsiteX38" fmla="*/ 226844 w 1332044"/>
                <a:gd name="connsiteY38" fmla="*/ 766071 h 1144871"/>
                <a:gd name="connsiteX39" fmla="*/ 182896 w 1332044"/>
                <a:gd name="connsiteY39" fmla="*/ 816080 h 1144871"/>
                <a:gd name="connsiteX40" fmla="*/ 207916 w 1332044"/>
                <a:gd name="connsiteY40" fmla="*/ 875196 h 1144871"/>
                <a:gd name="connsiteX41" fmla="*/ 186688 w 1332044"/>
                <a:gd name="connsiteY41" fmla="*/ 897915 h 1144871"/>
                <a:gd name="connsiteX42" fmla="*/ 173043 w 1332044"/>
                <a:gd name="connsiteY42" fmla="*/ 877465 h 1144871"/>
                <a:gd name="connsiteX43" fmla="*/ 135220 w 1332044"/>
                <a:gd name="connsiteY43" fmla="*/ 875131 h 1144871"/>
                <a:gd name="connsiteX44" fmla="*/ 88647 w 1332044"/>
                <a:gd name="connsiteY44" fmla="*/ 920246 h 1144871"/>
                <a:gd name="connsiteX45" fmla="*/ 18770 w 1332044"/>
                <a:gd name="connsiteY45" fmla="*/ 926048 h 1144871"/>
                <a:gd name="connsiteX46" fmla="*/ 36239 w 1332044"/>
                <a:gd name="connsiteY46" fmla="*/ 994466 h 1144871"/>
                <a:gd name="connsiteX47" fmla="*/ 49463 w 1332044"/>
                <a:gd name="connsiteY47" fmla="*/ 1031348 h 1144871"/>
                <a:gd name="connsiteX48" fmla="*/ 66057 w 1332044"/>
                <a:gd name="connsiteY48" fmla="*/ 1032645 h 1144871"/>
                <a:gd name="connsiteX49" fmla="*/ 110653 w 1332044"/>
                <a:gd name="connsiteY49" fmla="*/ 1014819 h 1144871"/>
                <a:gd name="connsiteX50" fmla="*/ 194239 w 1332044"/>
                <a:gd name="connsiteY50" fmla="*/ 1035205 h 1144871"/>
                <a:gd name="connsiteX51" fmla="*/ 199392 w 1332044"/>
                <a:gd name="connsiteY51" fmla="*/ 1109003 h 1144871"/>
                <a:gd name="connsiteX52" fmla="*/ 214204 w 1332044"/>
                <a:gd name="connsiteY52" fmla="*/ 1144395 h 1144871"/>
                <a:gd name="connsiteX53" fmla="*/ 243989 w 1332044"/>
                <a:gd name="connsiteY53" fmla="*/ 1122648 h 1144871"/>
                <a:gd name="connsiteX54" fmla="*/ 269949 w 1332044"/>
                <a:gd name="connsiteY54" fmla="*/ 1092766 h 1144871"/>
                <a:gd name="connsiteX55" fmla="*/ 305309 w 1332044"/>
                <a:gd name="connsiteY55" fmla="*/ 1022630 h 1144871"/>
                <a:gd name="connsiteX56" fmla="*/ 349938 w 1332044"/>
                <a:gd name="connsiteY56" fmla="*/ 1028659 h 1144871"/>
                <a:gd name="connsiteX57" fmla="*/ 401081 w 1332044"/>
                <a:gd name="connsiteY57" fmla="*/ 1029436 h 1144871"/>
                <a:gd name="connsiteX58" fmla="*/ 411776 w 1332044"/>
                <a:gd name="connsiteY58" fmla="*/ 1009374 h 1144871"/>
                <a:gd name="connsiteX59" fmla="*/ 402993 w 1332044"/>
                <a:gd name="connsiteY59" fmla="*/ 932108 h 1144871"/>
                <a:gd name="connsiteX60" fmla="*/ 424060 w 1332044"/>
                <a:gd name="connsiteY60" fmla="*/ 925075 h 1144871"/>
                <a:gd name="connsiteX61" fmla="*/ 469726 w 1332044"/>
                <a:gd name="connsiteY61" fmla="*/ 896976 h 1144871"/>
                <a:gd name="connsiteX62" fmla="*/ 490793 w 1332044"/>
                <a:gd name="connsiteY62" fmla="*/ 817960 h 1144871"/>
                <a:gd name="connsiteX63" fmla="*/ 620725 w 1332044"/>
                <a:gd name="connsiteY63" fmla="*/ 800393 h 1144871"/>
                <a:gd name="connsiteX64" fmla="*/ 668141 w 1332044"/>
                <a:gd name="connsiteY64" fmla="*/ 782827 h 1144871"/>
                <a:gd name="connsiteX65" fmla="*/ 671642 w 1332044"/>
                <a:gd name="connsiteY65" fmla="*/ 751227 h 1144871"/>
                <a:gd name="connsiteX66" fmla="*/ 689208 w 1332044"/>
                <a:gd name="connsiteY66" fmla="*/ 731910 h 1144871"/>
                <a:gd name="connsiteX67" fmla="*/ 731341 w 1332044"/>
                <a:gd name="connsiteY67" fmla="*/ 710844 h 1144871"/>
                <a:gd name="connsiteX68" fmla="*/ 719058 w 1332044"/>
                <a:gd name="connsiteY68" fmla="*/ 580911 h 1144871"/>
                <a:gd name="connsiteX69" fmla="*/ 780507 w 1332044"/>
                <a:gd name="connsiteY69" fmla="*/ 514179 h 1144871"/>
                <a:gd name="connsiteX70" fmla="*/ 771724 w 1332044"/>
                <a:gd name="connsiteY70" fmla="*/ 484329 h 1144871"/>
                <a:gd name="connsiteX71" fmla="*/ 736624 w 1332044"/>
                <a:gd name="connsiteY71" fmla="*/ 458012 h 1144871"/>
                <a:gd name="connsiteX72" fmla="*/ 759441 w 1332044"/>
                <a:gd name="connsiteY72" fmla="*/ 382496 h 1144871"/>
                <a:gd name="connsiteX73" fmla="*/ 826141 w 1332044"/>
                <a:gd name="connsiteY73" fmla="*/ 391279 h 1144871"/>
                <a:gd name="connsiteX74" fmla="*/ 940257 w 1332044"/>
                <a:gd name="connsiteY74" fmla="*/ 335080 h 1144871"/>
                <a:gd name="connsiteX75" fmla="*/ 943758 w 1332044"/>
                <a:gd name="connsiteY75" fmla="*/ 373713 h 1144871"/>
                <a:gd name="connsiteX76" fmla="*/ 959574 w 1332044"/>
                <a:gd name="connsiteY76" fmla="*/ 393029 h 1144871"/>
                <a:gd name="connsiteX77" fmla="*/ 980640 w 1332044"/>
                <a:gd name="connsiteY77" fmla="*/ 445696 h 1144871"/>
                <a:gd name="connsiteX78" fmla="*/ 1008740 w 1332044"/>
                <a:gd name="connsiteY78" fmla="*/ 417596 h 1144871"/>
                <a:gd name="connsiteX79" fmla="*/ 1091256 w 1332044"/>
                <a:gd name="connsiteY79" fmla="*/ 414096 h 1144871"/>
                <a:gd name="connsiteX80" fmla="*/ 1112323 w 1332044"/>
                <a:gd name="connsiteY80" fmla="*/ 354396 h 1144871"/>
                <a:gd name="connsiteX81" fmla="*/ 1121139 w 1332044"/>
                <a:gd name="connsiteY81" fmla="*/ 368365 h 1144871"/>
                <a:gd name="connsiteX82" fmla="*/ 1147456 w 1332044"/>
                <a:gd name="connsiteY82" fmla="*/ 328047 h 1144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</a:cxnLst>
              <a:rect l="l" t="t" r="r" b="b"/>
              <a:pathLst>
                <a:path w="1332044" h="1144871">
                  <a:moveTo>
                    <a:pt x="1147326" y="328144"/>
                  </a:moveTo>
                  <a:cubicBezTo>
                    <a:pt x="1161133" y="317805"/>
                    <a:pt x="1178310" y="318518"/>
                    <a:pt x="1191242" y="308828"/>
                  </a:cubicBezTo>
                  <a:cubicBezTo>
                    <a:pt x="1216587" y="289803"/>
                    <a:pt x="1239468" y="270778"/>
                    <a:pt x="1266725" y="254411"/>
                  </a:cubicBezTo>
                  <a:cubicBezTo>
                    <a:pt x="1275735" y="248998"/>
                    <a:pt x="1278425" y="237623"/>
                    <a:pt x="1284292" y="229844"/>
                  </a:cubicBezTo>
                  <a:cubicBezTo>
                    <a:pt x="1307562" y="198827"/>
                    <a:pt x="1323800" y="179738"/>
                    <a:pt x="1331708" y="140295"/>
                  </a:cubicBezTo>
                  <a:cubicBezTo>
                    <a:pt x="1336310" y="117219"/>
                    <a:pt x="1292459" y="89735"/>
                    <a:pt x="1279041" y="71812"/>
                  </a:cubicBezTo>
                  <a:cubicBezTo>
                    <a:pt x="1274471" y="65719"/>
                    <a:pt x="1266336" y="51588"/>
                    <a:pt x="1270258" y="43712"/>
                  </a:cubicBezTo>
                  <a:cubicBezTo>
                    <a:pt x="1272624" y="38980"/>
                    <a:pt x="1293172" y="23650"/>
                    <a:pt x="1287824" y="15613"/>
                  </a:cubicBezTo>
                  <a:cubicBezTo>
                    <a:pt x="1280500" y="4626"/>
                    <a:pt x="1246825" y="-5422"/>
                    <a:pt x="1235158" y="3329"/>
                  </a:cubicBezTo>
                  <a:cubicBezTo>
                    <a:pt x="1225889" y="10265"/>
                    <a:pt x="1223814" y="21544"/>
                    <a:pt x="1212341" y="24396"/>
                  </a:cubicBezTo>
                  <a:cubicBezTo>
                    <a:pt x="1203201" y="26697"/>
                    <a:pt x="1208030" y="-2181"/>
                    <a:pt x="1193025" y="1579"/>
                  </a:cubicBezTo>
                  <a:cubicBezTo>
                    <a:pt x="1168166" y="7802"/>
                    <a:pt x="1137473" y="56806"/>
                    <a:pt x="1143858" y="82345"/>
                  </a:cubicBezTo>
                  <a:cubicBezTo>
                    <a:pt x="1146451" y="92684"/>
                    <a:pt x="1159318" y="101402"/>
                    <a:pt x="1161425" y="113945"/>
                  </a:cubicBezTo>
                  <a:cubicBezTo>
                    <a:pt x="1163337" y="125451"/>
                    <a:pt x="1162916" y="154328"/>
                    <a:pt x="1143858" y="154328"/>
                  </a:cubicBezTo>
                  <a:cubicBezTo>
                    <a:pt x="1124801" y="154328"/>
                    <a:pt x="1132580" y="120200"/>
                    <a:pt x="1106975" y="124478"/>
                  </a:cubicBezTo>
                  <a:cubicBezTo>
                    <a:pt x="1082311" y="128595"/>
                    <a:pt x="1084839" y="191827"/>
                    <a:pt x="1043776" y="175395"/>
                  </a:cubicBezTo>
                  <a:cubicBezTo>
                    <a:pt x="1025140" y="167941"/>
                    <a:pt x="1033599" y="138512"/>
                    <a:pt x="1027992" y="124478"/>
                  </a:cubicBezTo>
                  <a:cubicBezTo>
                    <a:pt x="1021413" y="108014"/>
                    <a:pt x="1007800" y="96055"/>
                    <a:pt x="991109" y="89378"/>
                  </a:cubicBezTo>
                  <a:cubicBezTo>
                    <a:pt x="969135" y="80595"/>
                    <a:pt x="948814" y="100398"/>
                    <a:pt x="929659" y="105162"/>
                  </a:cubicBezTo>
                  <a:cubicBezTo>
                    <a:pt x="922756" y="106880"/>
                    <a:pt x="916954" y="100236"/>
                    <a:pt x="910343" y="105162"/>
                  </a:cubicBezTo>
                  <a:cubicBezTo>
                    <a:pt x="896763" y="115339"/>
                    <a:pt x="900620" y="148527"/>
                    <a:pt x="876993" y="143795"/>
                  </a:cubicBezTo>
                  <a:cubicBezTo>
                    <a:pt x="855245" y="139452"/>
                    <a:pt x="866297" y="104514"/>
                    <a:pt x="862927" y="91128"/>
                  </a:cubicBezTo>
                  <a:cubicBezTo>
                    <a:pt x="861209" y="84193"/>
                    <a:pt x="838003" y="76998"/>
                    <a:pt x="831327" y="75345"/>
                  </a:cubicBezTo>
                  <a:cubicBezTo>
                    <a:pt x="817423" y="71877"/>
                    <a:pt x="812756" y="101662"/>
                    <a:pt x="796194" y="101662"/>
                  </a:cubicBezTo>
                  <a:cubicBezTo>
                    <a:pt x="770201" y="101662"/>
                    <a:pt x="773474" y="58232"/>
                    <a:pt x="750528" y="52495"/>
                  </a:cubicBezTo>
                  <a:cubicBezTo>
                    <a:pt x="737532" y="49222"/>
                    <a:pt x="721910" y="60695"/>
                    <a:pt x="710145" y="57746"/>
                  </a:cubicBezTo>
                  <a:cubicBezTo>
                    <a:pt x="692903" y="53435"/>
                    <a:pt x="672646" y="36225"/>
                    <a:pt x="653946" y="43712"/>
                  </a:cubicBezTo>
                  <a:cubicBezTo>
                    <a:pt x="639102" y="49643"/>
                    <a:pt x="612039" y="85100"/>
                    <a:pt x="595996" y="77062"/>
                  </a:cubicBezTo>
                  <a:cubicBezTo>
                    <a:pt x="572790" y="65459"/>
                    <a:pt x="546473" y="46953"/>
                    <a:pt x="525763" y="31396"/>
                  </a:cubicBezTo>
                  <a:cubicBezTo>
                    <a:pt x="522360" y="28836"/>
                    <a:pt x="518633" y="26697"/>
                    <a:pt x="514711" y="24785"/>
                  </a:cubicBezTo>
                  <a:cubicBezTo>
                    <a:pt x="504048" y="41119"/>
                    <a:pt x="490922" y="69543"/>
                    <a:pt x="485024" y="90124"/>
                  </a:cubicBezTo>
                  <a:cubicBezTo>
                    <a:pt x="477277" y="117283"/>
                    <a:pt x="464638" y="158055"/>
                    <a:pt x="456891" y="193966"/>
                  </a:cubicBezTo>
                  <a:cubicBezTo>
                    <a:pt x="449145" y="229876"/>
                    <a:pt x="418096" y="277422"/>
                    <a:pt x="418096" y="277422"/>
                  </a:cubicBezTo>
                  <a:cubicBezTo>
                    <a:pt x="418096" y="277422"/>
                    <a:pt x="398683" y="342437"/>
                    <a:pt x="388020" y="366712"/>
                  </a:cubicBezTo>
                  <a:cubicBezTo>
                    <a:pt x="377324" y="390987"/>
                    <a:pt x="355026" y="437561"/>
                    <a:pt x="346308" y="463748"/>
                  </a:cubicBezTo>
                  <a:cubicBezTo>
                    <a:pt x="337557" y="489936"/>
                    <a:pt x="318143" y="518100"/>
                    <a:pt x="314287" y="548177"/>
                  </a:cubicBezTo>
                  <a:cubicBezTo>
                    <a:pt x="310397" y="578254"/>
                    <a:pt x="309425" y="611247"/>
                    <a:pt x="298762" y="648130"/>
                  </a:cubicBezTo>
                  <a:cubicBezTo>
                    <a:pt x="288067" y="685013"/>
                    <a:pt x="270792" y="714539"/>
                    <a:pt x="260939" y="731975"/>
                  </a:cubicBezTo>
                  <a:cubicBezTo>
                    <a:pt x="251087" y="749412"/>
                    <a:pt x="239711" y="755473"/>
                    <a:pt x="226844" y="766071"/>
                  </a:cubicBezTo>
                  <a:cubicBezTo>
                    <a:pt x="213945" y="776669"/>
                    <a:pt x="195762" y="799421"/>
                    <a:pt x="182896" y="816080"/>
                  </a:cubicBezTo>
                  <a:cubicBezTo>
                    <a:pt x="169996" y="832739"/>
                    <a:pt x="186688" y="844892"/>
                    <a:pt x="207916" y="875196"/>
                  </a:cubicBezTo>
                  <a:cubicBezTo>
                    <a:pt x="229145" y="905500"/>
                    <a:pt x="204124" y="891855"/>
                    <a:pt x="186688" y="897915"/>
                  </a:cubicBezTo>
                  <a:cubicBezTo>
                    <a:pt x="169251" y="903976"/>
                    <a:pt x="175312" y="897915"/>
                    <a:pt x="173043" y="877465"/>
                  </a:cubicBezTo>
                  <a:cubicBezTo>
                    <a:pt x="170774" y="857014"/>
                    <a:pt x="162866" y="882424"/>
                    <a:pt x="135220" y="875131"/>
                  </a:cubicBezTo>
                  <a:cubicBezTo>
                    <a:pt x="107574" y="867872"/>
                    <a:pt x="114834" y="895517"/>
                    <a:pt x="88647" y="920246"/>
                  </a:cubicBezTo>
                  <a:cubicBezTo>
                    <a:pt x="62459" y="944975"/>
                    <a:pt x="59542" y="943549"/>
                    <a:pt x="18770" y="926048"/>
                  </a:cubicBezTo>
                  <a:cubicBezTo>
                    <a:pt x="-22002" y="908579"/>
                    <a:pt x="12936" y="962444"/>
                    <a:pt x="36239" y="994466"/>
                  </a:cubicBezTo>
                  <a:cubicBezTo>
                    <a:pt x="46740" y="1008920"/>
                    <a:pt x="49528" y="1020102"/>
                    <a:pt x="49463" y="1031348"/>
                  </a:cubicBezTo>
                  <a:cubicBezTo>
                    <a:pt x="55361" y="1032548"/>
                    <a:pt x="61033" y="1033228"/>
                    <a:pt x="66057" y="1032645"/>
                  </a:cubicBezTo>
                  <a:cubicBezTo>
                    <a:pt x="83007" y="1030603"/>
                    <a:pt x="94448" y="1017963"/>
                    <a:pt x="110653" y="1014819"/>
                  </a:cubicBezTo>
                  <a:cubicBezTo>
                    <a:pt x="135188" y="1010055"/>
                    <a:pt x="173594" y="1022436"/>
                    <a:pt x="194239" y="1035205"/>
                  </a:cubicBezTo>
                  <a:cubicBezTo>
                    <a:pt x="225515" y="1054522"/>
                    <a:pt x="204708" y="1082848"/>
                    <a:pt x="199392" y="1109003"/>
                  </a:cubicBezTo>
                  <a:cubicBezTo>
                    <a:pt x="197124" y="1120120"/>
                    <a:pt x="200494" y="1140409"/>
                    <a:pt x="214204" y="1144395"/>
                  </a:cubicBezTo>
                  <a:cubicBezTo>
                    <a:pt x="226747" y="1148058"/>
                    <a:pt x="237442" y="1129616"/>
                    <a:pt x="243989" y="1122648"/>
                  </a:cubicBezTo>
                  <a:cubicBezTo>
                    <a:pt x="253453" y="1112569"/>
                    <a:pt x="263338" y="1105860"/>
                    <a:pt x="269949" y="1092766"/>
                  </a:cubicBezTo>
                  <a:cubicBezTo>
                    <a:pt x="280029" y="1072801"/>
                    <a:pt x="279867" y="1031608"/>
                    <a:pt x="305309" y="1022630"/>
                  </a:cubicBezTo>
                  <a:cubicBezTo>
                    <a:pt x="322681" y="1016472"/>
                    <a:pt x="334122" y="1025450"/>
                    <a:pt x="349938" y="1028659"/>
                  </a:cubicBezTo>
                  <a:cubicBezTo>
                    <a:pt x="366694" y="1032061"/>
                    <a:pt x="385686" y="1017185"/>
                    <a:pt x="401081" y="1029436"/>
                  </a:cubicBezTo>
                  <a:cubicBezTo>
                    <a:pt x="406137" y="1020685"/>
                    <a:pt x="410934" y="1012842"/>
                    <a:pt x="411776" y="1009374"/>
                  </a:cubicBezTo>
                  <a:cubicBezTo>
                    <a:pt x="417643" y="985942"/>
                    <a:pt x="392168" y="953791"/>
                    <a:pt x="402993" y="932108"/>
                  </a:cubicBezTo>
                  <a:cubicBezTo>
                    <a:pt x="405554" y="926955"/>
                    <a:pt x="418907" y="927150"/>
                    <a:pt x="424060" y="925075"/>
                  </a:cubicBezTo>
                  <a:cubicBezTo>
                    <a:pt x="440038" y="918691"/>
                    <a:pt x="458901" y="911398"/>
                    <a:pt x="469726" y="896976"/>
                  </a:cubicBezTo>
                  <a:cubicBezTo>
                    <a:pt x="485801" y="875553"/>
                    <a:pt x="477213" y="840582"/>
                    <a:pt x="490793" y="817960"/>
                  </a:cubicBezTo>
                  <a:cubicBezTo>
                    <a:pt x="526962" y="757677"/>
                    <a:pt x="571397" y="806551"/>
                    <a:pt x="620725" y="800393"/>
                  </a:cubicBezTo>
                  <a:cubicBezTo>
                    <a:pt x="632134" y="798967"/>
                    <a:pt x="661238" y="792032"/>
                    <a:pt x="668141" y="782827"/>
                  </a:cubicBezTo>
                  <a:cubicBezTo>
                    <a:pt x="674980" y="773687"/>
                    <a:pt x="667331" y="759848"/>
                    <a:pt x="671642" y="751227"/>
                  </a:cubicBezTo>
                  <a:cubicBezTo>
                    <a:pt x="673813" y="746884"/>
                    <a:pt x="685157" y="735962"/>
                    <a:pt x="689208" y="731910"/>
                  </a:cubicBezTo>
                  <a:cubicBezTo>
                    <a:pt x="700130" y="721021"/>
                    <a:pt x="720224" y="725656"/>
                    <a:pt x="731341" y="710844"/>
                  </a:cubicBezTo>
                  <a:cubicBezTo>
                    <a:pt x="761547" y="670558"/>
                    <a:pt x="707714" y="626318"/>
                    <a:pt x="719058" y="580911"/>
                  </a:cubicBezTo>
                  <a:cubicBezTo>
                    <a:pt x="726674" y="550478"/>
                    <a:pt x="792532" y="562276"/>
                    <a:pt x="780507" y="514179"/>
                  </a:cubicBezTo>
                  <a:cubicBezTo>
                    <a:pt x="778174" y="504780"/>
                    <a:pt x="777882" y="492529"/>
                    <a:pt x="771724" y="484329"/>
                  </a:cubicBezTo>
                  <a:cubicBezTo>
                    <a:pt x="763362" y="473147"/>
                    <a:pt x="746347" y="467735"/>
                    <a:pt x="736624" y="458012"/>
                  </a:cubicBezTo>
                  <a:cubicBezTo>
                    <a:pt x="721100" y="442487"/>
                    <a:pt x="740675" y="387196"/>
                    <a:pt x="759441" y="382496"/>
                  </a:cubicBezTo>
                  <a:cubicBezTo>
                    <a:pt x="780475" y="377246"/>
                    <a:pt x="803454" y="396951"/>
                    <a:pt x="826141" y="391279"/>
                  </a:cubicBezTo>
                  <a:cubicBezTo>
                    <a:pt x="864385" y="381718"/>
                    <a:pt x="890637" y="310286"/>
                    <a:pt x="940257" y="335080"/>
                  </a:cubicBezTo>
                  <a:cubicBezTo>
                    <a:pt x="966704" y="348303"/>
                    <a:pt x="936401" y="361397"/>
                    <a:pt x="943758" y="373713"/>
                  </a:cubicBezTo>
                  <a:cubicBezTo>
                    <a:pt x="947906" y="380616"/>
                    <a:pt x="958083" y="384214"/>
                    <a:pt x="959574" y="393029"/>
                  </a:cubicBezTo>
                  <a:cubicBezTo>
                    <a:pt x="962167" y="408586"/>
                    <a:pt x="943887" y="451822"/>
                    <a:pt x="980640" y="445696"/>
                  </a:cubicBezTo>
                  <a:cubicBezTo>
                    <a:pt x="997850" y="442812"/>
                    <a:pt x="993831" y="420578"/>
                    <a:pt x="1008740" y="417596"/>
                  </a:cubicBezTo>
                  <a:cubicBezTo>
                    <a:pt x="1031686" y="412994"/>
                    <a:pt x="1073528" y="427384"/>
                    <a:pt x="1091256" y="414096"/>
                  </a:cubicBezTo>
                  <a:cubicBezTo>
                    <a:pt x="1101239" y="406609"/>
                    <a:pt x="1092683" y="344576"/>
                    <a:pt x="1112323" y="354396"/>
                  </a:cubicBezTo>
                  <a:cubicBezTo>
                    <a:pt x="1115985" y="356244"/>
                    <a:pt x="1118773" y="361592"/>
                    <a:pt x="1121139" y="368365"/>
                  </a:cubicBezTo>
                  <a:cubicBezTo>
                    <a:pt x="1126746" y="352128"/>
                    <a:pt x="1135270" y="337187"/>
                    <a:pt x="1147456" y="328047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3AA47F85-2851-8B67-F7AA-9B732C7BDC36}"/>
                </a:ext>
              </a:extLst>
            </p:cNvPr>
            <p:cNvSpPr/>
            <p:nvPr/>
          </p:nvSpPr>
          <p:spPr>
            <a:xfrm>
              <a:off x="5679658" y="2277266"/>
              <a:ext cx="1433773" cy="1146548"/>
            </a:xfrm>
            <a:custGeom>
              <a:avLst/>
              <a:gdLst>
                <a:gd name="connsiteX0" fmla="*/ 1339806 w 1433773"/>
                <a:gd name="connsiteY0" fmla="*/ 179266 h 1146548"/>
                <a:gd name="connsiteX1" fmla="*/ 1314720 w 1433773"/>
                <a:gd name="connsiteY1" fmla="*/ 186428 h 1146548"/>
                <a:gd name="connsiteX2" fmla="*/ 1286069 w 1433773"/>
                <a:gd name="connsiteY2" fmla="*/ 186428 h 1146548"/>
                <a:gd name="connsiteX3" fmla="*/ 1237746 w 1433773"/>
                <a:gd name="connsiteY3" fmla="*/ 200754 h 1146548"/>
                <a:gd name="connsiteX4" fmla="*/ 1241343 w 1433773"/>
                <a:gd name="connsiteY4" fmla="*/ 182831 h 1146548"/>
                <a:gd name="connsiteX5" fmla="*/ 1235963 w 1433773"/>
                <a:gd name="connsiteY5" fmla="*/ 136290 h 1146548"/>
                <a:gd name="connsiteX6" fmla="*/ 1214475 w 1433773"/>
                <a:gd name="connsiteY6" fmla="*/ 136290 h 1146548"/>
                <a:gd name="connsiteX7" fmla="*/ 1171499 w 1433773"/>
                <a:gd name="connsiteY7" fmla="*/ 209699 h 1146548"/>
                <a:gd name="connsiteX8" fmla="*/ 1132121 w 1433773"/>
                <a:gd name="connsiteY8" fmla="*/ 202536 h 1146548"/>
                <a:gd name="connsiteX9" fmla="*/ 1117796 w 1433773"/>
                <a:gd name="connsiteY9" fmla="*/ 181048 h 1146548"/>
                <a:gd name="connsiteX10" fmla="*/ 1008573 w 1433773"/>
                <a:gd name="connsiteY10" fmla="*/ 193591 h 1146548"/>
                <a:gd name="connsiteX11" fmla="*/ 1006791 w 1433773"/>
                <a:gd name="connsiteY11" fmla="*/ 141670 h 1146548"/>
                <a:gd name="connsiteX12" fmla="*/ 1030061 w 1433773"/>
                <a:gd name="connsiteY12" fmla="*/ 107639 h 1146548"/>
                <a:gd name="connsiteX13" fmla="*/ 1026496 w 1433773"/>
                <a:gd name="connsiteY13" fmla="*/ 68261 h 1146548"/>
                <a:gd name="connsiteX14" fmla="*/ 1040821 w 1433773"/>
                <a:gd name="connsiteY14" fmla="*/ 2014 h 1146548"/>
                <a:gd name="connsiteX15" fmla="*/ 1006791 w 1433773"/>
                <a:gd name="connsiteY15" fmla="*/ 5579 h 1146548"/>
                <a:gd name="connsiteX16" fmla="*/ 917274 w 1433773"/>
                <a:gd name="connsiteY16" fmla="*/ 34230 h 1146548"/>
                <a:gd name="connsiteX17" fmla="*/ 874298 w 1433773"/>
                <a:gd name="connsiteY17" fmla="*/ 18122 h 1146548"/>
                <a:gd name="connsiteX18" fmla="*/ 786563 w 1433773"/>
                <a:gd name="connsiteY18" fmla="*/ 118399 h 1146548"/>
                <a:gd name="connsiteX19" fmla="*/ 689884 w 1433773"/>
                <a:gd name="connsiteY19" fmla="*/ 138105 h 1146548"/>
                <a:gd name="connsiteX20" fmla="*/ 603932 w 1433773"/>
                <a:gd name="connsiteY20" fmla="*/ 220459 h 1146548"/>
                <a:gd name="connsiteX21" fmla="*/ 525143 w 1433773"/>
                <a:gd name="connsiteY21" fmla="*/ 256272 h 1146548"/>
                <a:gd name="connsiteX22" fmla="*/ 521545 w 1433773"/>
                <a:gd name="connsiteY22" fmla="*/ 326084 h 1146548"/>
                <a:gd name="connsiteX23" fmla="*/ 539435 w 1433773"/>
                <a:gd name="connsiteY23" fmla="*/ 342192 h 1146548"/>
                <a:gd name="connsiteX24" fmla="*/ 544816 w 1433773"/>
                <a:gd name="connsiteY24" fmla="*/ 372625 h 1146548"/>
                <a:gd name="connsiteX25" fmla="*/ 568086 w 1433773"/>
                <a:gd name="connsiteY25" fmla="*/ 415601 h 1146548"/>
                <a:gd name="connsiteX26" fmla="*/ 534055 w 1433773"/>
                <a:gd name="connsiteY26" fmla="*/ 460359 h 1146548"/>
                <a:gd name="connsiteX27" fmla="*/ 508970 w 1433773"/>
                <a:gd name="connsiteY27" fmla="*/ 471119 h 1146548"/>
                <a:gd name="connsiteX28" fmla="*/ 485699 w 1433773"/>
                <a:gd name="connsiteY28" fmla="*/ 505150 h 1146548"/>
                <a:gd name="connsiteX29" fmla="*/ 467809 w 1433773"/>
                <a:gd name="connsiteY29" fmla="*/ 489042 h 1146548"/>
                <a:gd name="connsiteX30" fmla="*/ 439158 w 1433773"/>
                <a:gd name="connsiteY30" fmla="*/ 521258 h 1146548"/>
                <a:gd name="connsiteX31" fmla="*/ 392585 w 1433773"/>
                <a:gd name="connsiteY31" fmla="*/ 542746 h 1146548"/>
                <a:gd name="connsiteX32" fmla="*/ 342446 w 1433773"/>
                <a:gd name="connsiteY32" fmla="*/ 592885 h 1146548"/>
                <a:gd name="connsiteX33" fmla="*/ 310231 w 1433773"/>
                <a:gd name="connsiteY33" fmla="*/ 610807 h 1146548"/>
                <a:gd name="connsiteX34" fmla="*/ 208171 w 1433773"/>
                <a:gd name="connsiteY34" fmla="*/ 643023 h 1146548"/>
                <a:gd name="connsiteX35" fmla="*/ 200327 w 1433773"/>
                <a:gd name="connsiteY35" fmla="*/ 644676 h 1146548"/>
                <a:gd name="connsiteX36" fmla="*/ 163283 w 1433773"/>
                <a:gd name="connsiteY36" fmla="*/ 701038 h 1146548"/>
                <a:gd name="connsiteX37" fmla="*/ 145716 w 1433773"/>
                <a:gd name="connsiteY37" fmla="*/ 725605 h 1146548"/>
                <a:gd name="connsiteX38" fmla="*/ 70233 w 1433773"/>
                <a:gd name="connsiteY38" fmla="*/ 780021 h 1146548"/>
                <a:gd name="connsiteX39" fmla="*/ 26317 w 1433773"/>
                <a:gd name="connsiteY39" fmla="*/ 799338 h 1146548"/>
                <a:gd name="connsiteX40" fmla="*/ 0 w 1433773"/>
                <a:gd name="connsiteY40" fmla="*/ 839656 h 1146548"/>
                <a:gd name="connsiteX41" fmla="*/ 12283 w 1433773"/>
                <a:gd name="connsiteY41" fmla="*/ 880104 h 1146548"/>
                <a:gd name="connsiteX42" fmla="*/ 56199 w 1433773"/>
                <a:gd name="connsiteY42" fmla="*/ 918737 h 1146548"/>
                <a:gd name="connsiteX43" fmla="*/ 56199 w 1433773"/>
                <a:gd name="connsiteY43" fmla="*/ 1027603 h 1146548"/>
                <a:gd name="connsiteX44" fmla="*/ 98333 w 1433773"/>
                <a:gd name="connsiteY44" fmla="*/ 1053952 h 1146548"/>
                <a:gd name="connsiteX45" fmla="*/ 233548 w 1433773"/>
                <a:gd name="connsiteY45" fmla="*/ 1083802 h 1146548"/>
                <a:gd name="connsiteX46" fmla="*/ 233548 w 1433773"/>
                <a:gd name="connsiteY46" fmla="*/ 1032886 h 1146548"/>
                <a:gd name="connsiteX47" fmla="*/ 258115 w 1433773"/>
                <a:gd name="connsiteY47" fmla="*/ 1011819 h 1146548"/>
                <a:gd name="connsiteX48" fmla="*/ 256365 w 1433773"/>
                <a:gd name="connsiteY48" fmla="*/ 969686 h 1146548"/>
                <a:gd name="connsiteX49" fmla="*/ 268648 w 1433773"/>
                <a:gd name="connsiteY49" fmla="*/ 932803 h 1146548"/>
                <a:gd name="connsiteX50" fmla="*/ 273899 w 1433773"/>
                <a:gd name="connsiteY50" fmla="*/ 913486 h 1146548"/>
                <a:gd name="connsiteX51" fmla="*/ 298498 w 1433773"/>
                <a:gd name="connsiteY51" fmla="*/ 939836 h 1146548"/>
                <a:gd name="connsiteX52" fmla="*/ 345914 w 1433773"/>
                <a:gd name="connsiteY52" fmla="*/ 918769 h 1146548"/>
                <a:gd name="connsiteX53" fmla="*/ 351165 w 1433773"/>
                <a:gd name="connsiteY53" fmla="*/ 946869 h 1146548"/>
                <a:gd name="connsiteX54" fmla="*/ 363448 w 1433773"/>
                <a:gd name="connsiteY54" fmla="*/ 964435 h 1146548"/>
                <a:gd name="connsiteX55" fmla="*/ 363448 w 1433773"/>
                <a:gd name="connsiteY55" fmla="*/ 1022385 h 1146548"/>
                <a:gd name="connsiteX56" fmla="*/ 410864 w 1433773"/>
                <a:gd name="connsiteY56" fmla="*/ 1015352 h 1146548"/>
                <a:gd name="connsiteX57" fmla="*/ 445964 w 1433773"/>
                <a:gd name="connsiteY57" fmla="*/ 1062768 h 1146548"/>
                <a:gd name="connsiteX58" fmla="*/ 477564 w 1433773"/>
                <a:gd name="connsiteY58" fmla="*/ 1082084 h 1146548"/>
                <a:gd name="connsiteX59" fmla="*/ 482815 w 1433773"/>
                <a:gd name="connsiteY59" fmla="*/ 1117217 h 1146548"/>
                <a:gd name="connsiteX60" fmla="*/ 511854 w 1433773"/>
                <a:gd name="connsiteY60" fmla="*/ 1146548 h 1146548"/>
                <a:gd name="connsiteX61" fmla="*/ 546695 w 1433773"/>
                <a:gd name="connsiteY61" fmla="*/ 1123278 h 1146548"/>
                <a:gd name="connsiteX62" fmla="*/ 562803 w 1433773"/>
                <a:gd name="connsiteY62" fmla="*/ 1076607 h 1146548"/>
                <a:gd name="connsiteX63" fmla="*/ 654524 w 1433773"/>
                <a:gd name="connsiteY63" fmla="*/ 1065328 h 1146548"/>
                <a:gd name="connsiteX64" fmla="*/ 701195 w 1433773"/>
                <a:gd name="connsiteY64" fmla="*/ 1021866 h 1146548"/>
                <a:gd name="connsiteX65" fmla="*/ 772562 w 1433773"/>
                <a:gd name="connsiteY65" fmla="*/ 1019208 h 1146548"/>
                <a:gd name="connsiteX66" fmla="*/ 780697 w 1433773"/>
                <a:gd name="connsiteY66" fmla="*/ 1006893 h 1146548"/>
                <a:gd name="connsiteX67" fmla="*/ 836054 w 1433773"/>
                <a:gd name="connsiteY67" fmla="*/ 1007703 h 1146548"/>
                <a:gd name="connsiteX68" fmla="*/ 902981 w 1433773"/>
                <a:gd name="connsiteY68" fmla="*/ 1012240 h 1146548"/>
                <a:gd name="connsiteX69" fmla="*/ 987247 w 1433773"/>
                <a:gd name="connsiteY69" fmla="*/ 1007541 h 1146548"/>
                <a:gd name="connsiteX70" fmla="*/ 1066426 w 1433773"/>
                <a:gd name="connsiteY70" fmla="*/ 993442 h 1146548"/>
                <a:gd name="connsiteX71" fmla="*/ 1120777 w 1433773"/>
                <a:gd name="connsiteY71" fmla="*/ 1010879 h 1146548"/>
                <a:gd name="connsiteX72" fmla="*/ 1218753 w 1433773"/>
                <a:gd name="connsiteY72" fmla="*/ 1000800 h 1146548"/>
                <a:gd name="connsiteX73" fmla="*/ 1284514 w 1433773"/>
                <a:gd name="connsiteY73" fmla="*/ 993410 h 1146548"/>
                <a:gd name="connsiteX74" fmla="*/ 1318058 w 1433773"/>
                <a:gd name="connsiteY74" fmla="*/ 953156 h 1146548"/>
                <a:gd name="connsiteX75" fmla="*/ 1331476 w 1433773"/>
                <a:gd name="connsiteY75" fmla="*/ 881336 h 1146548"/>
                <a:gd name="connsiteX76" fmla="*/ 1347584 w 1433773"/>
                <a:gd name="connsiteY76" fmla="*/ 820923 h 1146548"/>
                <a:gd name="connsiteX77" fmla="*/ 1384499 w 1433773"/>
                <a:gd name="connsiteY77" fmla="*/ 773960 h 1146548"/>
                <a:gd name="connsiteX78" fmla="*/ 1403945 w 1433773"/>
                <a:gd name="connsiteY78" fmla="*/ 716919 h 1146548"/>
                <a:gd name="connsiteX79" fmla="*/ 1417525 w 1433773"/>
                <a:gd name="connsiteY79" fmla="*/ 648338 h 1146548"/>
                <a:gd name="connsiteX80" fmla="*/ 1433017 w 1433773"/>
                <a:gd name="connsiteY80" fmla="*/ 556034 h 1146548"/>
                <a:gd name="connsiteX81" fmla="*/ 1409974 w 1433773"/>
                <a:gd name="connsiteY81" fmla="*/ 483662 h 1146548"/>
                <a:gd name="connsiteX82" fmla="*/ 1377239 w 1433773"/>
                <a:gd name="connsiteY82" fmla="*/ 416573 h 1146548"/>
                <a:gd name="connsiteX83" fmla="*/ 1325286 w 1433773"/>
                <a:gd name="connsiteY83" fmla="*/ 411614 h 1146548"/>
                <a:gd name="connsiteX84" fmla="*/ 1291093 w 1433773"/>
                <a:gd name="connsiteY84" fmla="*/ 371944 h 1146548"/>
                <a:gd name="connsiteX85" fmla="*/ 1284157 w 1433773"/>
                <a:gd name="connsiteY85" fmla="*/ 285960 h 1146548"/>
                <a:gd name="connsiteX86" fmla="*/ 1322401 w 1433773"/>
                <a:gd name="connsiteY86" fmla="*/ 241493 h 1146548"/>
                <a:gd name="connsiteX87" fmla="*/ 1353709 w 1433773"/>
                <a:gd name="connsiteY87" fmla="*/ 221366 h 1146548"/>
                <a:gd name="connsiteX88" fmla="*/ 1339741 w 1433773"/>
                <a:gd name="connsiteY88" fmla="*/ 179201 h 1146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</a:cxnLst>
              <a:rect l="l" t="t" r="r" b="b"/>
              <a:pathLst>
                <a:path w="1433773" h="1146548">
                  <a:moveTo>
                    <a:pt x="1339806" y="179266"/>
                  </a:moveTo>
                  <a:cubicBezTo>
                    <a:pt x="1336532" y="177094"/>
                    <a:pt x="1317345" y="185942"/>
                    <a:pt x="1314720" y="186428"/>
                  </a:cubicBezTo>
                  <a:cubicBezTo>
                    <a:pt x="1305580" y="188081"/>
                    <a:pt x="1295047" y="184192"/>
                    <a:pt x="1286069" y="186428"/>
                  </a:cubicBezTo>
                  <a:cubicBezTo>
                    <a:pt x="1274467" y="189345"/>
                    <a:pt x="1250904" y="209537"/>
                    <a:pt x="1237746" y="200754"/>
                  </a:cubicBezTo>
                  <a:cubicBezTo>
                    <a:pt x="1234699" y="198712"/>
                    <a:pt x="1240857" y="185261"/>
                    <a:pt x="1241343" y="182831"/>
                  </a:cubicBezTo>
                  <a:cubicBezTo>
                    <a:pt x="1243223" y="173432"/>
                    <a:pt x="1247339" y="140827"/>
                    <a:pt x="1235963" y="136290"/>
                  </a:cubicBezTo>
                  <a:cubicBezTo>
                    <a:pt x="1230551" y="134118"/>
                    <a:pt x="1220374" y="136290"/>
                    <a:pt x="1214475" y="136290"/>
                  </a:cubicBezTo>
                  <a:cubicBezTo>
                    <a:pt x="1161809" y="136290"/>
                    <a:pt x="1210262" y="190317"/>
                    <a:pt x="1171499" y="209699"/>
                  </a:cubicBezTo>
                  <a:cubicBezTo>
                    <a:pt x="1156429" y="217218"/>
                    <a:pt x="1141325" y="221010"/>
                    <a:pt x="1132121" y="202536"/>
                  </a:cubicBezTo>
                  <a:cubicBezTo>
                    <a:pt x="1128491" y="195309"/>
                    <a:pt x="1127713" y="182701"/>
                    <a:pt x="1117796" y="181048"/>
                  </a:cubicBezTo>
                  <a:cubicBezTo>
                    <a:pt x="1079001" y="174566"/>
                    <a:pt x="1049507" y="209958"/>
                    <a:pt x="1008573" y="193591"/>
                  </a:cubicBezTo>
                  <a:cubicBezTo>
                    <a:pt x="988835" y="185683"/>
                    <a:pt x="1000309" y="154634"/>
                    <a:pt x="1006791" y="141670"/>
                  </a:cubicBezTo>
                  <a:cubicBezTo>
                    <a:pt x="1012365" y="130521"/>
                    <a:pt x="1027371" y="121057"/>
                    <a:pt x="1030061" y="107639"/>
                  </a:cubicBezTo>
                  <a:cubicBezTo>
                    <a:pt x="1032784" y="94091"/>
                    <a:pt x="1023288" y="81095"/>
                    <a:pt x="1026496" y="68261"/>
                  </a:cubicBezTo>
                  <a:cubicBezTo>
                    <a:pt x="1032071" y="45995"/>
                    <a:pt x="1062893" y="24085"/>
                    <a:pt x="1040821" y="2014"/>
                  </a:cubicBezTo>
                  <a:cubicBezTo>
                    <a:pt x="1035538" y="-3269"/>
                    <a:pt x="1013046" y="3246"/>
                    <a:pt x="1006791" y="5579"/>
                  </a:cubicBezTo>
                  <a:cubicBezTo>
                    <a:pt x="977719" y="16501"/>
                    <a:pt x="949684" y="34230"/>
                    <a:pt x="917274" y="34230"/>
                  </a:cubicBezTo>
                  <a:cubicBezTo>
                    <a:pt x="900680" y="34230"/>
                    <a:pt x="893744" y="14233"/>
                    <a:pt x="874298" y="18122"/>
                  </a:cubicBezTo>
                  <a:cubicBezTo>
                    <a:pt x="823835" y="28202"/>
                    <a:pt x="820335" y="93054"/>
                    <a:pt x="786563" y="118399"/>
                  </a:cubicBezTo>
                  <a:cubicBezTo>
                    <a:pt x="755158" y="141929"/>
                    <a:pt x="722910" y="129840"/>
                    <a:pt x="689884" y="138105"/>
                  </a:cubicBezTo>
                  <a:cubicBezTo>
                    <a:pt x="657992" y="146078"/>
                    <a:pt x="626036" y="198387"/>
                    <a:pt x="603932" y="220459"/>
                  </a:cubicBezTo>
                  <a:cubicBezTo>
                    <a:pt x="581277" y="243114"/>
                    <a:pt x="541769" y="228561"/>
                    <a:pt x="525143" y="256272"/>
                  </a:cubicBezTo>
                  <a:cubicBezTo>
                    <a:pt x="518952" y="266579"/>
                    <a:pt x="515258" y="315583"/>
                    <a:pt x="521545" y="326084"/>
                  </a:cubicBezTo>
                  <a:cubicBezTo>
                    <a:pt x="526309" y="334024"/>
                    <a:pt x="536875" y="331853"/>
                    <a:pt x="539435" y="342192"/>
                  </a:cubicBezTo>
                  <a:cubicBezTo>
                    <a:pt x="542126" y="352952"/>
                    <a:pt x="538528" y="362189"/>
                    <a:pt x="544816" y="372625"/>
                  </a:cubicBezTo>
                  <a:cubicBezTo>
                    <a:pt x="551881" y="384390"/>
                    <a:pt x="572429" y="398197"/>
                    <a:pt x="568086" y="415601"/>
                  </a:cubicBezTo>
                  <a:cubicBezTo>
                    <a:pt x="564100" y="431482"/>
                    <a:pt x="548316" y="453229"/>
                    <a:pt x="534055" y="460359"/>
                  </a:cubicBezTo>
                  <a:cubicBezTo>
                    <a:pt x="524397" y="465188"/>
                    <a:pt x="517494" y="459743"/>
                    <a:pt x="508970" y="471119"/>
                  </a:cubicBezTo>
                  <a:cubicBezTo>
                    <a:pt x="501451" y="481134"/>
                    <a:pt x="500770" y="501358"/>
                    <a:pt x="485699" y="505150"/>
                  </a:cubicBezTo>
                  <a:cubicBezTo>
                    <a:pt x="471568" y="508683"/>
                    <a:pt x="486931" y="484246"/>
                    <a:pt x="467809" y="489042"/>
                  </a:cubicBezTo>
                  <a:cubicBezTo>
                    <a:pt x="455914" y="492024"/>
                    <a:pt x="448525" y="513771"/>
                    <a:pt x="439158" y="521258"/>
                  </a:cubicBezTo>
                  <a:cubicBezTo>
                    <a:pt x="426259" y="531565"/>
                    <a:pt x="406521" y="535778"/>
                    <a:pt x="392585" y="542746"/>
                  </a:cubicBezTo>
                  <a:cubicBezTo>
                    <a:pt x="371000" y="553539"/>
                    <a:pt x="362605" y="580796"/>
                    <a:pt x="342446" y="592885"/>
                  </a:cubicBezTo>
                  <a:cubicBezTo>
                    <a:pt x="331913" y="599205"/>
                    <a:pt x="320731" y="604488"/>
                    <a:pt x="310231" y="610807"/>
                  </a:cubicBezTo>
                  <a:cubicBezTo>
                    <a:pt x="277205" y="630610"/>
                    <a:pt x="245831" y="637643"/>
                    <a:pt x="208171" y="643023"/>
                  </a:cubicBezTo>
                  <a:cubicBezTo>
                    <a:pt x="205513" y="643412"/>
                    <a:pt x="202920" y="643996"/>
                    <a:pt x="200327" y="644676"/>
                  </a:cubicBezTo>
                  <a:cubicBezTo>
                    <a:pt x="191415" y="664608"/>
                    <a:pt x="178969" y="680133"/>
                    <a:pt x="163283" y="701038"/>
                  </a:cubicBezTo>
                  <a:cubicBezTo>
                    <a:pt x="157449" y="708816"/>
                    <a:pt x="154726" y="720224"/>
                    <a:pt x="145716" y="725605"/>
                  </a:cubicBezTo>
                  <a:cubicBezTo>
                    <a:pt x="118427" y="741972"/>
                    <a:pt x="95578" y="760996"/>
                    <a:pt x="70233" y="780021"/>
                  </a:cubicBezTo>
                  <a:cubicBezTo>
                    <a:pt x="57334" y="789712"/>
                    <a:pt x="40156" y="788966"/>
                    <a:pt x="26317" y="799338"/>
                  </a:cubicBezTo>
                  <a:cubicBezTo>
                    <a:pt x="14131" y="808477"/>
                    <a:pt x="5607" y="823386"/>
                    <a:pt x="0" y="839656"/>
                  </a:cubicBezTo>
                  <a:cubicBezTo>
                    <a:pt x="4699" y="853203"/>
                    <a:pt x="7616" y="872390"/>
                    <a:pt x="12283" y="880104"/>
                  </a:cubicBezTo>
                  <a:cubicBezTo>
                    <a:pt x="22719" y="897476"/>
                    <a:pt x="48194" y="898772"/>
                    <a:pt x="56199" y="918737"/>
                  </a:cubicBezTo>
                  <a:cubicBezTo>
                    <a:pt x="68677" y="949948"/>
                    <a:pt x="48194" y="995614"/>
                    <a:pt x="56199" y="1027603"/>
                  </a:cubicBezTo>
                  <a:cubicBezTo>
                    <a:pt x="60639" y="1045364"/>
                    <a:pt x="85498" y="1048799"/>
                    <a:pt x="98333" y="1053952"/>
                  </a:cubicBezTo>
                  <a:cubicBezTo>
                    <a:pt x="143318" y="1071940"/>
                    <a:pt x="181886" y="1096701"/>
                    <a:pt x="233548" y="1083802"/>
                  </a:cubicBezTo>
                  <a:cubicBezTo>
                    <a:pt x="264824" y="1075991"/>
                    <a:pt x="226288" y="1047406"/>
                    <a:pt x="233548" y="1032886"/>
                  </a:cubicBezTo>
                  <a:cubicBezTo>
                    <a:pt x="239252" y="1021477"/>
                    <a:pt x="255490" y="1022320"/>
                    <a:pt x="258115" y="1011819"/>
                  </a:cubicBezTo>
                  <a:cubicBezTo>
                    <a:pt x="261583" y="997915"/>
                    <a:pt x="252864" y="983590"/>
                    <a:pt x="256365" y="969686"/>
                  </a:cubicBezTo>
                  <a:cubicBezTo>
                    <a:pt x="259541" y="956884"/>
                    <a:pt x="263787" y="944957"/>
                    <a:pt x="268648" y="932803"/>
                  </a:cubicBezTo>
                  <a:cubicBezTo>
                    <a:pt x="270884" y="927261"/>
                    <a:pt x="269134" y="918283"/>
                    <a:pt x="273899" y="913486"/>
                  </a:cubicBezTo>
                  <a:cubicBezTo>
                    <a:pt x="283265" y="904120"/>
                    <a:pt x="293799" y="936303"/>
                    <a:pt x="298498" y="939836"/>
                  </a:cubicBezTo>
                  <a:cubicBezTo>
                    <a:pt x="310749" y="949040"/>
                    <a:pt x="334182" y="921686"/>
                    <a:pt x="345914" y="918769"/>
                  </a:cubicBezTo>
                  <a:cubicBezTo>
                    <a:pt x="361050" y="914977"/>
                    <a:pt x="349058" y="938410"/>
                    <a:pt x="351165" y="946869"/>
                  </a:cubicBezTo>
                  <a:cubicBezTo>
                    <a:pt x="353044" y="954421"/>
                    <a:pt x="361374" y="956073"/>
                    <a:pt x="363448" y="964435"/>
                  </a:cubicBezTo>
                  <a:cubicBezTo>
                    <a:pt x="367597" y="981062"/>
                    <a:pt x="349544" y="1008448"/>
                    <a:pt x="363448" y="1022385"/>
                  </a:cubicBezTo>
                  <a:cubicBezTo>
                    <a:pt x="372815" y="1031751"/>
                    <a:pt x="394173" y="998693"/>
                    <a:pt x="410864" y="1015352"/>
                  </a:cubicBezTo>
                  <a:cubicBezTo>
                    <a:pt x="423407" y="1027894"/>
                    <a:pt x="431801" y="1052137"/>
                    <a:pt x="445964" y="1062768"/>
                  </a:cubicBezTo>
                  <a:cubicBezTo>
                    <a:pt x="455104" y="1069639"/>
                    <a:pt x="470823" y="1073074"/>
                    <a:pt x="477564" y="1082084"/>
                  </a:cubicBezTo>
                  <a:cubicBezTo>
                    <a:pt x="484273" y="1090997"/>
                    <a:pt x="475879" y="1107915"/>
                    <a:pt x="482815" y="1117217"/>
                  </a:cubicBezTo>
                  <a:cubicBezTo>
                    <a:pt x="491403" y="1128658"/>
                    <a:pt x="504951" y="1134945"/>
                    <a:pt x="511854" y="1146548"/>
                  </a:cubicBezTo>
                  <a:cubicBezTo>
                    <a:pt x="523717" y="1139224"/>
                    <a:pt x="537977" y="1134200"/>
                    <a:pt x="546695" y="1123278"/>
                  </a:cubicBezTo>
                  <a:cubicBezTo>
                    <a:pt x="558752" y="1108175"/>
                    <a:pt x="550941" y="1091419"/>
                    <a:pt x="562803" y="1076607"/>
                  </a:cubicBezTo>
                  <a:cubicBezTo>
                    <a:pt x="590157" y="1042414"/>
                    <a:pt x="621725" y="1071908"/>
                    <a:pt x="654524" y="1065328"/>
                  </a:cubicBezTo>
                  <a:cubicBezTo>
                    <a:pt x="678994" y="1060434"/>
                    <a:pt x="681813" y="1033501"/>
                    <a:pt x="701195" y="1021866"/>
                  </a:cubicBezTo>
                  <a:cubicBezTo>
                    <a:pt x="727642" y="1006018"/>
                    <a:pt x="750556" y="1008319"/>
                    <a:pt x="772562" y="1019208"/>
                  </a:cubicBezTo>
                  <a:cubicBezTo>
                    <a:pt x="774734" y="1015514"/>
                    <a:pt x="777456" y="1011560"/>
                    <a:pt x="780697" y="1006893"/>
                  </a:cubicBezTo>
                  <a:cubicBezTo>
                    <a:pt x="793953" y="987738"/>
                    <a:pt x="809769" y="1005791"/>
                    <a:pt x="836054" y="1007703"/>
                  </a:cubicBezTo>
                  <a:cubicBezTo>
                    <a:pt x="862338" y="1009615"/>
                    <a:pt x="876631" y="1014541"/>
                    <a:pt x="902981" y="1012240"/>
                  </a:cubicBezTo>
                  <a:cubicBezTo>
                    <a:pt x="929330" y="1009972"/>
                    <a:pt x="971788" y="1019630"/>
                    <a:pt x="987247" y="1007541"/>
                  </a:cubicBezTo>
                  <a:cubicBezTo>
                    <a:pt x="1002707" y="995452"/>
                    <a:pt x="1037580" y="998823"/>
                    <a:pt x="1066426" y="993442"/>
                  </a:cubicBezTo>
                  <a:cubicBezTo>
                    <a:pt x="1095270" y="988062"/>
                    <a:pt x="1106679" y="1004170"/>
                    <a:pt x="1120777" y="1010879"/>
                  </a:cubicBezTo>
                  <a:cubicBezTo>
                    <a:pt x="1134876" y="1017588"/>
                    <a:pt x="1186538" y="1002841"/>
                    <a:pt x="1218753" y="1000800"/>
                  </a:cubicBezTo>
                  <a:cubicBezTo>
                    <a:pt x="1250969" y="998790"/>
                    <a:pt x="1261016" y="995419"/>
                    <a:pt x="1284514" y="993410"/>
                  </a:cubicBezTo>
                  <a:cubicBezTo>
                    <a:pt x="1308011" y="991401"/>
                    <a:pt x="1310021" y="968584"/>
                    <a:pt x="1318058" y="953156"/>
                  </a:cubicBezTo>
                  <a:cubicBezTo>
                    <a:pt x="1326096" y="937729"/>
                    <a:pt x="1332837" y="914232"/>
                    <a:pt x="1331476" y="881336"/>
                  </a:cubicBezTo>
                  <a:cubicBezTo>
                    <a:pt x="1330147" y="848472"/>
                    <a:pt x="1338866" y="835702"/>
                    <a:pt x="1347584" y="820923"/>
                  </a:cubicBezTo>
                  <a:cubicBezTo>
                    <a:pt x="1356302" y="806144"/>
                    <a:pt x="1371730" y="787378"/>
                    <a:pt x="1384499" y="773960"/>
                  </a:cubicBezTo>
                  <a:cubicBezTo>
                    <a:pt x="1397237" y="760543"/>
                    <a:pt x="1403297" y="735036"/>
                    <a:pt x="1403945" y="716919"/>
                  </a:cubicBezTo>
                  <a:cubicBezTo>
                    <a:pt x="1404626" y="698801"/>
                    <a:pt x="1403232" y="673586"/>
                    <a:pt x="1417525" y="648338"/>
                  </a:cubicBezTo>
                  <a:cubicBezTo>
                    <a:pt x="1431818" y="623091"/>
                    <a:pt x="1427767" y="591005"/>
                    <a:pt x="1433017" y="556034"/>
                  </a:cubicBezTo>
                  <a:cubicBezTo>
                    <a:pt x="1438268" y="521096"/>
                    <a:pt x="1414641" y="508326"/>
                    <a:pt x="1409974" y="483662"/>
                  </a:cubicBezTo>
                  <a:cubicBezTo>
                    <a:pt x="1405307" y="458998"/>
                    <a:pt x="1387287" y="450312"/>
                    <a:pt x="1377239" y="416573"/>
                  </a:cubicBezTo>
                  <a:cubicBezTo>
                    <a:pt x="1367192" y="382834"/>
                    <a:pt x="1342982" y="422148"/>
                    <a:pt x="1325286" y="411614"/>
                  </a:cubicBezTo>
                  <a:cubicBezTo>
                    <a:pt x="1307557" y="401114"/>
                    <a:pt x="1294431" y="396997"/>
                    <a:pt x="1291093" y="371944"/>
                  </a:cubicBezTo>
                  <a:cubicBezTo>
                    <a:pt x="1287755" y="346859"/>
                    <a:pt x="1282375" y="326505"/>
                    <a:pt x="1284157" y="285960"/>
                  </a:cubicBezTo>
                  <a:cubicBezTo>
                    <a:pt x="1285940" y="245415"/>
                    <a:pt x="1313748" y="248202"/>
                    <a:pt x="1322401" y="241493"/>
                  </a:cubicBezTo>
                  <a:cubicBezTo>
                    <a:pt x="1328073" y="237085"/>
                    <a:pt x="1339125" y="230344"/>
                    <a:pt x="1353709" y="221366"/>
                  </a:cubicBezTo>
                  <a:cubicBezTo>
                    <a:pt x="1352510" y="205777"/>
                    <a:pt x="1352834" y="187952"/>
                    <a:pt x="1339741" y="17920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E8C24540-D46A-DB6E-9EE3-E6A7E7E96267}"/>
                </a:ext>
              </a:extLst>
            </p:cNvPr>
            <p:cNvSpPr/>
            <p:nvPr/>
          </p:nvSpPr>
          <p:spPr>
            <a:xfrm>
              <a:off x="5627717" y="1253234"/>
              <a:ext cx="1026903" cy="1169737"/>
            </a:xfrm>
            <a:custGeom>
              <a:avLst/>
              <a:gdLst>
                <a:gd name="connsiteX0" fmla="*/ 881836 w 1026903"/>
                <a:gd name="connsiteY0" fmla="*/ 4994 h 1169737"/>
                <a:gd name="connsiteX1" fmla="*/ 853834 w 1026903"/>
                <a:gd name="connsiteY1" fmla="*/ 25542 h 1169737"/>
                <a:gd name="connsiteX2" fmla="*/ 814617 w 1026903"/>
                <a:gd name="connsiteY2" fmla="*/ 25542 h 1169737"/>
                <a:gd name="connsiteX3" fmla="*/ 743639 w 1026903"/>
                <a:gd name="connsiteY3" fmla="*/ 61031 h 1169737"/>
                <a:gd name="connsiteX4" fmla="*/ 687602 w 1026903"/>
                <a:gd name="connsiteY4" fmla="*/ 61031 h 1169737"/>
                <a:gd name="connsiteX5" fmla="*/ 646505 w 1026903"/>
                <a:gd name="connsiteY5" fmla="*/ 77852 h 1169737"/>
                <a:gd name="connsiteX6" fmla="*/ 586741 w 1026903"/>
                <a:gd name="connsiteY6" fmla="*/ 81580 h 1169737"/>
                <a:gd name="connsiteX7" fmla="*/ 469060 w 1026903"/>
                <a:gd name="connsiteY7" fmla="*/ 85307 h 1169737"/>
                <a:gd name="connsiteX8" fmla="*/ 437298 w 1026903"/>
                <a:gd name="connsiteY8" fmla="*/ 117069 h 1169737"/>
                <a:gd name="connsiteX9" fmla="*/ 390594 w 1026903"/>
                <a:gd name="connsiteY9" fmla="*/ 122676 h 1169737"/>
                <a:gd name="connsiteX10" fmla="*/ 356985 w 1026903"/>
                <a:gd name="connsiteY10" fmla="*/ 137617 h 1169737"/>
                <a:gd name="connsiteX11" fmla="*/ 312162 w 1026903"/>
                <a:gd name="connsiteY11" fmla="*/ 141344 h 1169737"/>
                <a:gd name="connsiteX12" fmla="*/ 263611 w 1026903"/>
                <a:gd name="connsiteY12" fmla="*/ 158165 h 1169737"/>
                <a:gd name="connsiteX13" fmla="*/ 164630 w 1026903"/>
                <a:gd name="connsiteY13" fmla="*/ 150678 h 1169737"/>
                <a:gd name="connsiteX14" fmla="*/ 123534 w 1026903"/>
                <a:gd name="connsiteY14" fmla="*/ 174953 h 1169737"/>
                <a:gd name="connsiteX15" fmla="*/ 87916 w 1026903"/>
                <a:gd name="connsiteY15" fmla="*/ 173981 h 1169737"/>
                <a:gd name="connsiteX16" fmla="*/ 132771 w 1026903"/>
                <a:gd name="connsiteY16" fmla="*/ 208757 h 1169737"/>
                <a:gd name="connsiteX17" fmla="*/ 132771 w 1026903"/>
                <a:gd name="connsiteY17" fmla="*/ 285440 h 1169737"/>
                <a:gd name="connsiteX18" fmla="*/ 248767 w 1026903"/>
                <a:gd name="connsiteY18" fmla="*/ 285440 h 1169737"/>
                <a:gd name="connsiteX19" fmla="*/ 293655 w 1026903"/>
                <a:gd name="connsiteY19" fmla="*/ 255493 h 1169737"/>
                <a:gd name="connsiteX20" fmla="*/ 263708 w 1026903"/>
                <a:gd name="connsiteY20" fmla="*/ 317234 h 1169737"/>
                <a:gd name="connsiteX21" fmla="*/ 231914 w 1026903"/>
                <a:gd name="connsiteY21" fmla="*/ 337815 h 1169737"/>
                <a:gd name="connsiteX22" fmla="*/ 241281 w 1026903"/>
                <a:gd name="connsiteY22" fmla="*/ 388342 h 1169737"/>
                <a:gd name="connsiteX23" fmla="*/ 239401 w 1026903"/>
                <a:gd name="connsiteY23" fmla="*/ 429503 h 1169737"/>
                <a:gd name="connsiteX24" fmla="*/ 254374 w 1026903"/>
                <a:gd name="connsiteY24" fmla="*/ 433230 h 1169737"/>
                <a:gd name="connsiteX25" fmla="*/ 261861 w 1026903"/>
                <a:gd name="connsiteY25" fmla="*/ 472511 h 1169737"/>
                <a:gd name="connsiteX26" fmla="*/ 203879 w 1026903"/>
                <a:gd name="connsiteY26" fmla="*/ 465025 h 1169737"/>
                <a:gd name="connsiteX27" fmla="*/ 194513 w 1026903"/>
                <a:gd name="connsiteY27" fmla="*/ 438837 h 1169737"/>
                <a:gd name="connsiteX28" fmla="*/ 142138 w 1026903"/>
                <a:gd name="connsiteY28" fmla="*/ 438837 h 1169737"/>
                <a:gd name="connsiteX29" fmla="*/ 127164 w 1026903"/>
                <a:gd name="connsiteY29" fmla="*/ 478118 h 1169737"/>
                <a:gd name="connsiteX30" fmla="*/ 106584 w 1026903"/>
                <a:gd name="connsiteY30" fmla="*/ 506186 h 1169737"/>
                <a:gd name="connsiteX31" fmla="*/ 95370 w 1026903"/>
                <a:gd name="connsiteY31" fmla="*/ 554833 h 1169737"/>
                <a:gd name="connsiteX32" fmla="*/ 20535 w 1026903"/>
                <a:gd name="connsiteY32" fmla="*/ 614695 h 1169737"/>
                <a:gd name="connsiteX33" fmla="*/ 59816 w 1026903"/>
                <a:gd name="connsiteY33" fmla="*/ 676437 h 1169737"/>
                <a:gd name="connsiteX34" fmla="*/ 61696 w 1026903"/>
                <a:gd name="connsiteY34" fmla="*/ 734418 h 1169737"/>
                <a:gd name="connsiteX35" fmla="*/ 110343 w 1026903"/>
                <a:gd name="connsiteY35" fmla="*/ 771852 h 1169737"/>
                <a:gd name="connsiteX36" fmla="*/ 67303 w 1026903"/>
                <a:gd name="connsiteY36" fmla="*/ 814860 h 1169737"/>
                <a:gd name="connsiteX37" fmla="*/ 61696 w 1026903"/>
                <a:gd name="connsiteY37" fmla="*/ 842928 h 1169737"/>
                <a:gd name="connsiteX38" fmla="*/ 112223 w 1026903"/>
                <a:gd name="connsiteY38" fmla="*/ 914003 h 1169737"/>
                <a:gd name="connsiteX39" fmla="*/ 46755 w 1026903"/>
                <a:gd name="connsiteY39" fmla="*/ 927097 h 1169737"/>
                <a:gd name="connsiteX40" fmla="*/ 37388 w 1026903"/>
                <a:gd name="connsiteY40" fmla="*/ 979472 h 1169737"/>
                <a:gd name="connsiteX41" fmla="*/ 5594 w 1026903"/>
                <a:gd name="connsiteY41" fmla="*/ 1028120 h 1169737"/>
                <a:gd name="connsiteX42" fmla="*/ 3163 w 1026903"/>
                <a:gd name="connsiteY42" fmla="*/ 1107654 h 1169737"/>
                <a:gd name="connsiteX43" fmla="*/ 13080 w 1026903"/>
                <a:gd name="connsiteY43" fmla="*/ 1091741 h 1169737"/>
                <a:gd name="connsiteX44" fmla="*/ 57968 w 1026903"/>
                <a:gd name="connsiteY44" fmla="*/ 1108562 h 1169737"/>
                <a:gd name="connsiteX45" fmla="*/ 179572 w 1026903"/>
                <a:gd name="connsiteY45" fmla="*/ 1168423 h 1169737"/>
                <a:gd name="connsiteX46" fmla="*/ 248767 w 1026903"/>
                <a:gd name="connsiteY46" fmla="*/ 1131022 h 1169737"/>
                <a:gd name="connsiteX47" fmla="*/ 286201 w 1026903"/>
                <a:gd name="connsiteY47" fmla="*/ 1116049 h 1169737"/>
                <a:gd name="connsiteX48" fmla="*/ 346063 w 1026903"/>
                <a:gd name="connsiteY48" fmla="*/ 1078647 h 1169737"/>
                <a:gd name="connsiteX49" fmla="*/ 377857 w 1026903"/>
                <a:gd name="connsiteY49" fmla="*/ 1043093 h 1169737"/>
                <a:gd name="connsiteX50" fmla="*/ 443326 w 1026903"/>
                <a:gd name="connsiteY50" fmla="*/ 996325 h 1169737"/>
                <a:gd name="connsiteX51" fmla="*/ 514401 w 1026903"/>
                <a:gd name="connsiteY51" fmla="*/ 938343 h 1169737"/>
                <a:gd name="connsiteX52" fmla="*/ 585477 w 1026903"/>
                <a:gd name="connsiteY52" fmla="*/ 921523 h 1169737"/>
                <a:gd name="connsiteX53" fmla="*/ 628485 w 1026903"/>
                <a:gd name="connsiteY53" fmla="*/ 870995 h 1169737"/>
                <a:gd name="connsiteX54" fmla="*/ 701441 w 1026903"/>
                <a:gd name="connsiteY54" fmla="*/ 865388 h 1169737"/>
                <a:gd name="connsiteX55" fmla="*/ 774396 w 1026903"/>
                <a:gd name="connsiteY55" fmla="*/ 781219 h 1169737"/>
                <a:gd name="connsiteX56" fmla="*/ 780003 w 1026903"/>
                <a:gd name="connsiteY56" fmla="*/ 741937 h 1169737"/>
                <a:gd name="connsiteX57" fmla="*/ 808070 w 1026903"/>
                <a:gd name="connsiteY57" fmla="*/ 700777 h 1169737"/>
                <a:gd name="connsiteX58" fmla="*/ 778123 w 1026903"/>
                <a:gd name="connsiteY58" fmla="*/ 659616 h 1169737"/>
                <a:gd name="connsiteX59" fmla="*/ 757543 w 1026903"/>
                <a:gd name="connsiteY59" fmla="*/ 655888 h 1169737"/>
                <a:gd name="connsiteX60" fmla="*/ 757543 w 1026903"/>
                <a:gd name="connsiteY60" fmla="*/ 625941 h 1169737"/>
                <a:gd name="connsiteX61" fmla="*/ 748176 w 1026903"/>
                <a:gd name="connsiteY61" fmla="*/ 564200 h 1169737"/>
                <a:gd name="connsiteX62" fmla="*/ 720109 w 1026903"/>
                <a:gd name="connsiteY62" fmla="*/ 558593 h 1169737"/>
                <a:gd name="connsiteX63" fmla="*/ 714502 w 1026903"/>
                <a:gd name="connsiteY63" fmla="*/ 519312 h 1169737"/>
                <a:gd name="connsiteX64" fmla="*/ 751903 w 1026903"/>
                <a:gd name="connsiteY64" fmla="*/ 502491 h 1169737"/>
                <a:gd name="connsiteX65" fmla="*/ 793064 w 1026903"/>
                <a:gd name="connsiteY65" fmla="*/ 435142 h 1169737"/>
                <a:gd name="connsiteX66" fmla="*/ 884720 w 1026903"/>
                <a:gd name="connsiteY66" fmla="*/ 491277 h 1169737"/>
                <a:gd name="connsiteX67" fmla="*/ 903421 w 1026903"/>
                <a:gd name="connsiteY67" fmla="*/ 485670 h 1169737"/>
                <a:gd name="connsiteX68" fmla="*/ 912788 w 1026903"/>
                <a:gd name="connsiteY68" fmla="*/ 433295 h 1169737"/>
                <a:gd name="connsiteX69" fmla="*/ 935248 w 1026903"/>
                <a:gd name="connsiteY69" fmla="*/ 379040 h 1169737"/>
                <a:gd name="connsiteX70" fmla="*/ 1010083 w 1026903"/>
                <a:gd name="connsiteY70" fmla="*/ 336032 h 1169737"/>
                <a:gd name="connsiteX71" fmla="*/ 961435 w 1026903"/>
                <a:gd name="connsiteY71" fmla="*/ 270563 h 1169737"/>
                <a:gd name="connsiteX72" fmla="*/ 1008203 w 1026903"/>
                <a:gd name="connsiteY72" fmla="*/ 221916 h 1169737"/>
                <a:gd name="connsiteX73" fmla="*/ 1019417 w 1026903"/>
                <a:gd name="connsiteY73" fmla="*/ 156447 h 1169737"/>
                <a:gd name="connsiteX74" fmla="*/ 1026904 w 1026903"/>
                <a:gd name="connsiteY74" fmla="*/ 113439 h 1169737"/>
                <a:gd name="connsiteX75" fmla="*/ 1026710 w 1026903"/>
                <a:gd name="connsiteY75" fmla="*/ 85858 h 1169737"/>
                <a:gd name="connsiteX76" fmla="*/ 996730 w 1026903"/>
                <a:gd name="connsiteY76" fmla="*/ 71597 h 1169737"/>
                <a:gd name="connsiteX77" fmla="*/ 937776 w 1026903"/>
                <a:gd name="connsiteY77" fmla="*/ 20778 h 1169737"/>
                <a:gd name="connsiteX78" fmla="*/ 938716 w 1026903"/>
                <a:gd name="connsiteY78" fmla="*/ 3568 h 1169737"/>
                <a:gd name="connsiteX79" fmla="*/ 881771 w 1026903"/>
                <a:gd name="connsiteY79" fmla="*/ 5091 h 11697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</a:cxnLst>
              <a:rect l="l" t="t" r="r" b="b"/>
              <a:pathLst>
                <a:path w="1026903" h="1169737">
                  <a:moveTo>
                    <a:pt x="881836" y="4994"/>
                  </a:moveTo>
                  <a:cubicBezTo>
                    <a:pt x="872275" y="10731"/>
                    <a:pt x="863946" y="20454"/>
                    <a:pt x="853834" y="25542"/>
                  </a:cubicBezTo>
                  <a:cubicBezTo>
                    <a:pt x="842555" y="31182"/>
                    <a:pt x="826415" y="18444"/>
                    <a:pt x="814617" y="25542"/>
                  </a:cubicBezTo>
                  <a:cubicBezTo>
                    <a:pt x="787911" y="41553"/>
                    <a:pt x="776244" y="54517"/>
                    <a:pt x="743639" y="61031"/>
                  </a:cubicBezTo>
                  <a:cubicBezTo>
                    <a:pt x="725360" y="64694"/>
                    <a:pt x="705362" y="58082"/>
                    <a:pt x="687602" y="61031"/>
                  </a:cubicBezTo>
                  <a:cubicBezTo>
                    <a:pt x="672142" y="63624"/>
                    <a:pt x="659761" y="71208"/>
                    <a:pt x="646505" y="77852"/>
                  </a:cubicBezTo>
                  <a:cubicBezTo>
                    <a:pt x="634157" y="84010"/>
                    <a:pt x="601002" y="79570"/>
                    <a:pt x="586741" y="81580"/>
                  </a:cubicBezTo>
                  <a:cubicBezTo>
                    <a:pt x="547330" y="87219"/>
                    <a:pt x="507919" y="77528"/>
                    <a:pt x="469060" y="85307"/>
                  </a:cubicBezTo>
                  <a:cubicBezTo>
                    <a:pt x="449873" y="89131"/>
                    <a:pt x="452498" y="110976"/>
                    <a:pt x="437298" y="117069"/>
                  </a:cubicBezTo>
                  <a:cubicBezTo>
                    <a:pt x="424074" y="122352"/>
                    <a:pt x="404823" y="119824"/>
                    <a:pt x="390594" y="122676"/>
                  </a:cubicBezTo>
                  <a:cubicBezTo>
                    <a:pt x="378894" y="125009"/>
                    <a:pt x="368426" y="134343"/>
                    <a:pt x="356985" y="137617"/>
                  </a:cubicBezTo>
                  <a:cubicBezTo>
                    <a:pt x="343308" y="141538"/>
                    <a:pt x="326325" y="139010"/>
                    <a:pt x="312162" y="141344"/>
                  </a:cubicBezTo>
                  <a:cubicBezTo>
                    <a:pt x="296151" y="144002"/>
                    <a:pt x="279719" y="154114"/>
                    <a:pt x="263611" y="158165"/>
                  </a:cubicBezTo>
                  <a:cubicBezTo>
                    <a:pt x="231298" y="166235"/>
                    <a:pt x="197624" y="144099"/>
                    <a:pt x="164630" y="150678"/>
                  </a:cubicBezTo>
                  <a:cubicBezTo>
                    <a:pt x="148814" y="153822"/>
                    <a:pt x="139480" y="170967"/>
                    <a:pt x="123534" y="174953"/>
                  </a:cubicBezTo>
                  <a:cubicBezTo>
                    <a:pt x="112450" y="177741"/>
                    <a:pt x="99875" y="174694"/>
                    <a:pt x="87916" y="173981"/>
                  </a:cubicBezTo>
                  <a:cubicBezTo>
                    <a:pt x="103926" y="184514"/>
                    <a:pt x="125511" y="191839"/>
                    <a:pt x="132771" y="208757"/>
                  </a:cubicBezTo>
                  <a:cubicBezTo>
                    <a:pt x="140550" y="226907"/>
                    <a:pt x="84091" y="275717"/>
                    <a:pt x="132771" y="285440"/>
                  </a:cubicBezTo>
                  <a:cubicBezTo>
                    <a:pt x="164501" y="291792"/>
                    <a:pt x="216487" y="291889"/>
                    <a:pt x="248767" y="285440"/>
                  </a:cubicBezTo>
                  <a:cubicBezTo>
                    <a:pt x="253597" y="284467"/>
                    <a:pt x="289151" y="237505"/>
                    <a:pt x="293655" y="255493"/>
                  </a:cubicBezTo>
                  <a:cubicBezTo>
                    <a:pt x="298647" y="275457"/>
                    <a:pt x="278326" y="306798"/>
                    <a:pt x="263708" y="317234"/>
                  </a:cubicBezTo>
                  <a:cubicBezTo>
                    <a:pt x="254536" y="323781"/>
                    <a:pt x="234766" y="323586"/>
                    <a:pt x="231914" y="337815"/>
                  </a:cubicBezTo>
                  <a:cubicBezTo>
                    <a:pt x="228252" y="356094"/>
                    <a:pt x="238299" y="370452"/>
                    <a:pt x="241281" y="388342"/>
                  </a:cubicBezTo>
                  <a:cubicBezTo>
                    <a:pt x="243485" y="401598"/>
                    <a:pt x="232886" y="416409"/>
                    <a:pt x="239401" y="429503"/>
                  </a:cubicBezTo>
                  <a:cubicBezTo>
                    <a:pt x="241054" y="432777"/>
                    <a:pt x="251522" y="432096"/>
                    <a:pt x="254374" y="433230"/>
                  </a:cubicBezTo>
                  <a:cubicBezTo>
                    <a:pt x="269899" y="439453"/>
                    <a:pt x="272362" y="459353"/>
                    <a:pt x="261861" y="472511"/>
                  </a:cubicBezTo>
                  <a:cubicBezTo>
                    <a:pt x="251749" y="485151"/>
                    <a:pt x="210523" y="478313"/>
                    <a:pt x="203879" y="465025"/>
                  </a:cubicBezTo>
                  <a:cubicBezTo>
                    <a:pt x="199925" y="457116"/>
                    <a:pt x="202518" y="444833"/>
                    <a:pt x="194513" y="438837"/>
                  </a:cubicBezTo>
                  <a:cubicBezTo>
                    <a:pt x="186799" y="433036"/>
                    <a:pt x="151083" y="437055"/>
                    <a:pt x="142138" y="438837"/>
                  </a:cubicBezTo>
                  <a:cubicBezTo>
                    <a:pt x="126419" y="441981"/>
                    <a:pt x="130081" y="466516"/>
                    <a:pt x="127164" y="478118"/>
                  </a:cubicBezTo>
                  <a:cubicBezTo>
                    <a:pt x="124798" y="487615"/>
                    <a:pt x="109241" y="495555"/>
                    <a:pt x="106584" y="506186"/>
                  </a:cubicBezTo>
                  <a:cubicBezTo>
                    <a:pt x="102630" y="522034"/>
                    <a:pt x="102921" y="539730"/>
                    <a:pt x="95370" y="554833"/>
                  </a:cubicBezTo>
                  <a:cubicBezTo>
                    <a:pt x="80072" y="585429"/>
                    <a:pt x="32267" y="585396"/>
                    <a:pt x="20535" y="614695"/>
                  </a:cubicBezTo>
                  <a:cubicBezTo>
                    <a:pt x="14798" y="629053"/>
                    <a:pt x="51746" y="665676"/>
                    <a:pt x="59816" y="676437"/>
                  </a:cubicBezTo>
                  <a:cubicBezTo>
                    <a:pt x="72618" y="693517"/>
                    <a:pt x="49801" y="718570"/>
                    <a:pt x="61696" y="734418"/>
                  </a:cubicBezTo>
                  <a:cubicBezTo>
                    <a:pt x="75891" y="753346"/>
                    <a:pt x="99972" y="745892"/>
                    <a:pt x="110343" y="771852"/>
                  </a:cubicBezTo>
                  <a:cubicBezTo>
                    <a:pt x="125220" y="809059"/>
                    <a:pt x="82795" y="799368"/>
                    <a:pt x="67303" y="814860"/>
                  </a:cubicBezTo>
                  <a:cubicBezTo>
                    <a:pt x="61112" y="821051"/>
                    <a:pt x="63251" y="835117"/>
                    <a:pt x="61696" y="842928"/>
                  </a:cubicBezTo>
                  <a:cubicBezTo>
                    <a:pt x="52297" y="889923"/>
                    <a:pt x="119127" y="872551"/>
                    <a:pt x="112223" y="914003"/>
                  </a:cubicBezTo>
                  <a:cubicBezTo>
                    <a:pt x="103829" y="964272"/>
                    <a:pt x="68178" y="916402"/>
                    <a:pt x="46755" y="927097"/>
                  </a:cubicBezTo>
                  <a:cubicBezTo>
                    <a:pt x="17488" y="941714"/>
                    <a:pt x="42574" y="958762"/>
                    <a:pt x="37388" y="979472"/>
                  </a:cubicBezTo>
                  <a:cubicBezTo>
                    <a:pt x="32397" y="999469"/>
                    <a:pt x="10909" y="1006826"/>
                    <a:pt x="5594" y="1028120"/>
                  </a:cubicBezTo>
                  <a:cubicBezTo>
                    <a:pt x="-46" y="1050677"/>
                    <a:pt x="-2379" y="1082310"/>
                    <a:pt x="3163" y="1107654"/>
                  </a:cubicBezTo>
                  <a:cubicBezTo>
                    <a:pt x="6015" y="1101043"/>
                    <a:pt x="8284" y="1094107"/>
                    <a:pt x="13080" y="1091741"/>
                  </a:cubicBezTo>
                  <a:cubicBezTo>
                    <a:pt x="30582" y="1082990"/>
                    <a:pt x="46722" y="1101821"/>
                    <a:pt x="57968" y="1108562"/>
                  </a:cubicBezTo>
                  <a:cubicBezTo>
                    <a:pt x="94009" y="1130179"/>
                    <a:pt x="130243" y="1178276"/>
                    <a:pt x="179572" y="1168423"/>
                  </a:cubicBezTo>
                  <a:cubicBezTo>
                    <a:pt x="200735" y="1164178"/>
                    <a:pt x="234150" y="1145639"/>
                    <a:pt x="248767" y="1131022"/>
                  </a:cubicBezTo>
                  <a:cubicBezTo>
                    <a:pt x="256805" y="1122984"/>
                    <a:pt x="275733" y="1118674"/>
                    <a:pt x="286201" y="1116049"/>
                  </a:cubicBezTo>
                  <a:cubicBezTo>
                    <a:pt x="303476" y="1111738"/>
                    <a:pt x="331705" y="1090120"/>
                    <a:pt x="346063" y="1078647"/>
                  </a:cubicBezTo>
                  <a:cubicBezTo>
                    <a:pt x="359221" y="1068114"/>
                    <a:pt x="366449" y="1054534"/>
                    <a:pt x="377857" y="1043093"/>
                  </a:cubicBezTo>
                  <a:cubicBezTo>
                    <a:pt x="396882" y="1024068"/>
                    <a:pt x="422227" y="1013211"/>
                    <a:pt x="443326" y="996325"/>
                  </a:cubicBezTo>
                  <a:cubicBezTo>
                    <a:pt x="466920" y="977463"/>
                    <a:pt x="487371" y="951858"/>
                    <a:pt x="514401" y="938343"/>
                  </a:cubicBezTo>
                  <a:cubicBezTo>
                    <a:pt x="536376" y="927356"/>
                    <a:pt x="562531" y="938732"/>
                    <a:pt x="585477" y="921523"/>
                  </a:cubicBezTo>
                  <a:cubicBezTo>
                    <a:pt x="603918" y="907716"/>
                    <a:pt x="607516" y="881496"/>
                    <a:pt x="628485" y="870995"/>
                  </a:cubicBezTo>
                  <a:cubicBezTo>
                    <a:pt x="650524" y="859976"/>
                    <a:pt x="678981" y="882241"/>
                    <a:pt x="701441" y="865388"/>
                  </a:cubicBezTo>
                  <a:cubicBezTo>
                    <a:pt x="725165" y="847595"/>
                    <a:pt x="764803" y="809967"/>
                    <a:pt x="774396" y="781219"/>
                  </a:cubicBezTo>
                  <a:cubicBezTo>
                    <a:pt x="778545" y="768773"/>
                    <a:pt x="775174" y="753994"/>
                    <a:pt x="780003" y="741937"/>
                  </a:cubicBezTo>
                  <a:cubicBezTo>
                    <a:pt x="785934" y="727094"/>
                    <a:pt x="811441" y="721065"/>
                    <a:pt x="808070" y="700777"/>
                  </a:cubicBezTo>
                  <a:cubicBezTo>
                    <a:pt x="805704" y="686613"/>
                    <a:pt x="793000" y="663343"/>
                    <a:pt x="778123" y="659616"/>
                  </a:cubicBezTo>
                  <a:cubicBezTo>
                    <a:pt x="772257" y="658157"/>
                    <a:pt x="761853" y="662306"/>
                    <a:pt x="757543" y="655888"/>
                  </a:cubicBezTo>
                  <a:cubicBezTo>
                    <a:pt x="754140" y="650800"/>
                    <a:pt x="757543" y="631257"/>
                    <a:pt x="757543" y="625941"/>
                  </a:cubicBezTo>
                  <a:cubicBezTo>
                    <a:pt x="757543" y="606722"/>
                    <a:pt x="752876" y="582933"/>
                    <a:pt x="748176" y="564200"/>
                  </a:cubicBezTo>
                  <a:cubicBezTo>
                    <a:pt x="746329" y="556778"/>
                    <a:pt x="726429" y="561121"/>
                    <a:pt x="720109" y="558593"/>
                  </a:cubicBezTo>
                  <a:cubicBezTo>
                    <a:pt x="707696" y="553634"/>
                    <a:pt x="712071" y="528970"/>
                    <a:pt x="714502" y="519312"/>
                  </a:cubicBezTo>
                  <a:cubicBezTo>
                    <a:pt x="719266" y="500319"/>
                    <a:pt x="738842" y="512279"/>
                    <a:pt x="751903" y="502491"/>
                  </a:cubicBezTo>
                  <a:cubicBezTo>
                    <a:pt x="766877" y="491277"/>
                    <a:pt x="758645" y="426554"/>
                    <a:pt x="793064" y="435142"/>
                  </a:cubicBezTo>
                  <a:cubicBezTo>
                    <a:pt x="833836" y="445352"/>
                    <a:pt x="851111" y="468849"/>
                    <a:pt x="884720" y="491277"/>
                  </a:cubicBezTo>
                  <a:cubicBezTo>
                    <a:pt x="888123" y="493546"/>
                    <a:pt x="901088" y="488004"/>
                    <a:pt x="903421" y="485670"/>
                  </a:cubicBezTo>
                  <a:cubicBezTo>
                    <a:pt x="914441" y="474651"/>
                    <a:pt x="910422" y="447491"/>
                    <a:pt x="912788" y="433295"/>
                  </a:cubicBezTo>
                  <a:cubicBezTo>
                    <a:pt x="916029" y="413881"/>
                    <a:pt x="923451" y="394759"/>
                    <a:pt x="935248" y="379040"/>
                  </a:cubicBezTo>
                  <a:cubicBezTo>
                    <a:pt x="950805" y="358298"/>
                    <a:pt x="998415" y="365169"/>
                    <a:pt x="1010083" y="336032"/>
                  </a:cubicBezTo>
                  <a:cubicBezTo>
                    <a:pt x="1024214" y="300673"/>
                    <a:pt x="967334" y="294093"/>
                    <a:pt x="961435" y="270563"/>
                  </a:cubicBezTo>
                  <a:cubicBezTo>
                    <a:pt x="957222" y="253775"/>
                    <a:pt x="997800" y="232319"/>
                    <a:pt x="1008203" y="221916"/>
                  </a:cubicBezTo>
                  <a:cubicBezTo>
                    <a:pt x="1025932" y="204187"/>
                    <a:pt x="1014264" y="177060"/>
                    <a:pt x="1019417" y="156447"/>
                  </a:cubicBezTo>
                  <a:cubicBezTo>
                    <a:pt x="1023339" y="140793"/>
                    <a:pt x="1026904" y="129935"/>
                    <a:pt x="1026904" y="113439"/>
                  </a:cubicBezTo>
                  <a:cubicBezTo>
                    <a:pt x="1026904" y="103651"/>
                    <a:pt x="1025997" y="95710"/>
                    <a:pt x="1026710" y="85858"/>
                  </a:cubicBezTo>
                  <a:cubicBezTo>
                    <a:pt x="1016760" y="80899"/>
                    <a:pt x="1006939" y="75681"/>
                    <a:pt x="996730" y="71597"/>
                  </a:cubicBezTo>
                  <a:cubicBezTo>
                    <a:pt x="975048" y="62911"/>
                    <a:pt x="941049" y="50660"/>
                    <a:pt x="937776" y="20778"/>
                  </a:cubicBezTo>
                  <a:cubicBezTo>
                    <a:pt x="937095" y="14555"/>
                    <a:pt x="937614" y="8981"/>
                    <a:pt x="938716" y="3568"/>
                  </a:cubicBezTo>
                  <a:cubicBezTo>
                    <a:pt x="919723" y="5318"/>
                    <a:pt x="900828" y="-6349"/>
                    <a:pt x="881771" y="509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F1B2C352-E0B8-A465-E4C8-7655C3CB075C}"/>
                </a:ext>
              </a:extLst>
            </p:cNvPr>
            <p:cNvSpPr/>
            <p:nvPr/>
          </p:nvSpPr>
          <p:spPr>
            <a:xfrm>
              <a:off x="5193504" y="1427076"/>
              <a:ext cx="728598" cy="1044128"/>
            </a:xfrm>
            <a:custGeom>
              <a:avLst/>
              <a:gdLst>
                <a:gd name="connsiteX0" fmla="*/ 439774 w 728598"/>
                <a:gd name="connsiteY0" fmla="*/ 854278 h 1044128"/>
                <a:gd name="connsiteX1" fmla="*/ 471569 w 728598"/>
                <a:gd name="connsiteY1" fmla="*/ 805630 h 1044128"/>
                <a:gd name="connsiteX2" fmla="*/ 480935 w 728598"/>
                <a:gd name="connsiteY2" fmla="*/ 753255 h 1044128"/>
                <a:gd name="connsiteX3" fmla="*/ 546404 w 728598"/>
                <a:gd name="connsiteY3" fmla="*/ 740162 h 1044128"/>
                <a:gd name="connsiteX4" fmla="*/ 495876 w 728598"/>
                <a:gd name="connsiteY4" fmla="*/ 669086 h 1044128"/>
                <a:gd name="connsiteX5" fmla="*/ 501483 w 728598"/>
                <a:gd name="connsiteY5" fmla="*/ 641019 h 1044128"/>
                <a:gd name="connsiteX6" fmla="*/ 544524 w 728598"/>
                <a:gd name="connsiteY6" fmla="*/ 598010 h 1044128"/>
                <a:gd name="connsiteX7" fmla="*/ 495876 w 728598"/>
                <a:gd name="connsiteY7" fmla="*/ 560577 h 1044128"/>
                <a:gd name="connsiteX8" fmla="*/ 493996 w 728598"/>
                <a:gd name="connsiteY8" fmla="*/ 502595 h 1044128"/>
                <a:gd name="connsiteX9" fmla="*/ 454715 w 728598"/>
                <a:gd name="connsiteY9" fmla="*/ 440853 h 1044128"/>
                <a:gd name="connsiteX10" fmla="*/ 529550 w 728598"/>
                <a:gd name="connsiteY10" fmla="*/ 380992 h 1044128"/>
                <a:gd name="connsiteX11" fmla="*/ 540764 w 728598"/>
                <a:gd name="connsiteY11" fmla="*/ 332344 h 1044128"/>
                <a:gd name="connsiteX12" fmla="*/ 561345 w 728598"/>
                <a:gd name="connsiteY12" fmla="*/ 304277 h 1044128"/>
                <a:gd name="connsiteX13" fmla="*/ 576318 w 728598"/>
                <a:gd name="connsiteY13" fmla="*/ 264995 h 1044128"/>
                <a:gd name="connsiteX14" fmla="*/ 628693 w 728598"/>
                <a:gd name="connsiteY14" fmla="*/ 264995 h 1044128"/>
                <a:gd name="connsiteX15" fmla="*/ 638060 w 728598"/>
                <a:gd name="connsiteY15" fmla="*/ 291183 h 1044128"/>
                <a:gd name="connsiteX16" fmla="*/ 696042 w 728598"/>
                <a:gd name="connsiteY16" fmla="*/ 298670 h 1044128"/>
                <a:gd name="connsiteX17" fmla="*/ 688555 w 728598"/>
                <a:gd name="connsiteY17" fmla="*/ 259388 h 1044128"/>
                <a:gd name="connsiteX18" fmla="*/ 673581 w 728598"/>
                <a:gd name="connsiteY18" fmla="*/ 255661 h 1044128"/>
                <a:gd name="connsiteX19" fmla="*/ 675461 w 728598"/>
                <a:gd name="connsiteY19" fmla="*/ 214500 h 1044128"/>
                <a:gd name="connsiteX20" fmla="*/ 666095 w 728598"/>
                <a:gd name="connsiteY20" fmla="*/ 163973 h 1044128"/>
                <a:gd name="connsiteX21" fmla="*/ 697889 w 728598"/>
                <a:gd name="connsiteY21" fmla="*/ 143392 h 1044128"/>
                <a:gd name="connsiteX22" fmla="*/ 727836 w 728598"/>
                <a:gd name="connsiteY22" fmla="*/ 81651 h 1044128"/>
                <a:gd name="connsiteX23" fmla="*/ 682948 w 728598"/>
                <a:gd name="connsiteY23" fmla="*/ 111598 h 1044128"/>
                <a:gd name="connsiteX24" fmla="*/ 566952 w 728598"/>
                <a:gd name="connsiteY24" fmla="*/ 111598 h 1044128"/>
                <a:gd name="connsiteX25" fmla="*/ 566952 w 728598"/>
                <a:gd name="connsiteY25" fmla="*/ 34915 h 1044128"/>
                <a:gd name="connsiteX26" fmla="*/ 522096 w 728598"/>
                <a:gd name="connsiteY26" fmla="*/ 139 h 1044128"/>
                <a:gd name="connsiteX27" fmla="*/ 507285 w 728598"/>
                <a:gd name="connsiteY27" fmla="*/ 1112 h 1044128"/>
                <a:gd name="connsiteX28" fmla="*/ 466188 w 728598"/>
                <a:gd name="connsiteY28" fmla="*/ 17932 h 1044128"/>
                <a:gd name="connsiteX29" fmla="*/ 436306 w 728598"/>
                <a:gd name="connsiteY29" fmla="*/ 25419 h 1044128"/>
                <a:gd name="connsiteX30" fmla="*/ 408304 w 728598"/>
                <a:gd name="connsiteY30" fmla="*/ 77729 h 1044128"/>
                <a:gd name="connsiteX31" fmla="*/ 354146 w 728598"/>
                <a:gd name="connsiteY31" fmla="*/ 34786 h 1044128"/>
                <a:gd name="connsiteX32" fmla="*/ 337325 w 728598"/>
                <a:gd name="connsiteY32" fmla="*/ 32906 h 1044128"/>
                <a:gd name="connsiteX33" fmla="*/ 324264 w 728598"/>
                <a:gd name="connsiteY33" fmla="*/ 27299 h 1044128"/>
                <a:gd name="connsiteX34" fmla="*/ 318657 w 728598"/>
                <a:gd name="connsiteY34" fmla="*/ 74002 h 1044128"/>
                <a:gd name="connsiteX35" fmla="*/ 270107 w 728598"/>
                <a:gd name="connsiteY35" fmla="*/ 49727 h 1044128"/>
                <a:gd name="connsiteX36" fmla="*/ 240224 w 728598"/>
                <a:gd name="connsiteY36" fmla="*/ 68395 h 1044128"/>
                <a:gd name="connsiteX37" fmla="*/ 201008 w 728598"/>
                <a:gd name="connsiteY37" fmla="*/ 62788 h 1044128"/>
                <a:gd name="connsiteX38" fmla="*/ 163639 w 728598"/>
                <a:gd name="connsiteY38" fmla="*/ 77729 h 1044128"/>
                <a:gd name="connsiteX39" fmla="*/ 136609 w 728598"/>
                <a:gd name="connsiteY39" fmla="*/ 55366 h 1044128"/>
                <a:gd name="connsiteX40" fmla="*/ 131942 w 728598"/>
                <a:gd name="connsiteY40" fmla="*/ 132567 h 1044128"/>
                <a:gd name="connsiteX41" fmla="*/ 104134 w 728598"/>
                <a:gd name="connsiteY41" fmla="*/ 237738 h 1044128"/>
                <a:gd name="connsiteX42" fmla="*/ 82192 w 728598"/>
                <a:gd name="connsiteY42" fmla="*/ 340252 h 1044128"/>
                <a:gd name="connsiteX43" fmla="*/ 53704 w 728598"/>
                <a:gd name="connsiteY43" fmla="*/ 443608 h 1044128"/>
                <a:gd name="connsiteX44" fmla="*/ 49750 w 728598"/>
                <a:gd name="connsiteY44" fmla="*/ 523175 h 1044128"/>
                <a:gd name="connsiteX45" fmla="*/ 79956 w 728598"/>
                <a:gd name="connsiteY45" fmla="*/ 433691 h 1044128"/>
                <a:gd name="connsiteX46" fmla="*/ 90943 w 728598"/>
                <a:gd name="connsiteY46" fmla="*/ 367477 h 1044128"/>
                <a:gd name="connsiteX47" fmla="*/ 140758 w 728598"/>
                <a:gd name="connsiteY47" fmla="*/ 312606 h 1044128"/>
                <a:gd name="connsiteX48" fmla="*/ 139623 w 728598"/>
                <a:gd name="connsiteY48" fmla="*/ 354577 h 1044128"/>
                <a:gd name="connsiteX49" fmla="*/ 107894 w 728598"/>
                <a:gd name="connsiteY49" fmla="*/ 417615 h 1044128"/>
                <a:gd name="connsiteX50" fmla="*/ 132493 w 728598"/>
                <a:gd name="connsiteY50" fmla="*/ 454854 h 1044128"/>
                <a:gd name="connsiteX51" fmla="*/ 214199 w 728598"/>
                <a:gd name="connsiteY51" fmla="*/ 437969 h 1044128"/>
                <a:gd name="connsiteX52" fmla="*/ 180168 w 728598"/>
                <a:gd name="connsiteY52" fmla="*/ 472356 h 1044128"/>
                <a:gd name="connsiteX53" fmla="*/ 146300 w 728598"/>
                <a:gd name="connsiteY53" fmla="*/ 474138 h 1044128"/>
                <a:gd name="connsiteX54" fmla="*/ 135669 w 728598"/>
                <a:gd name="connsiteY54" fmla="*/ 516175 h 1044128"/>
                <a:gd name="connsiteX55" fmla="*/ 143577 w 728598"/>
                <a:gd name="connsiteY55" fmla="*/ 562229 h 1044128"/>
                <a:gd name="connsiteX56" fmla="*/ 90554 w 728598"/>
                <a:gd name="connsiteY56" fmla="*/ 566281 h 1044128"/>
                <a:gd name="connsiteX57" fmla="*/ 61644 w 728598"/>
                <a:gd name="connsiteY57" fmla="*/ 591723 h 1044128"/>
                <a:gd name="connsiteX58" fmla="*/ 28164 w 728598"/>
                <a:gd name="connsiteY58" fmla="*/ 610391 h 1044128"/>
                <a:gd name="connsiteX59" fmla="*/ 12186 w 728598"/>
                <a:gd name="connsiteY59" fmla="*/ 663479 h 1044128"/>
                <a:gd name="connsiteX60" fmla="*/ 0 w 728598"/>
                <a:gd name="connsiteY60" fmla="*/ 721591 h 1044128"/>
                <a:gd name="connsiteX61" fmla="*/ 5737 w 728598"/>
                <a:gd name="connsiteY61" fmla="*/ 730860 h 1044128"/>
                <a:gd name="connsiteX62" fmla="*/ 46898 w 728598"/>
                <a:gd name="connsiteY62" fmla="*/ 775780 h 1044128"/>
                <a:gd name="connsiteX63" fmla="*/ 82452 w 728598"/>
                <a:gd name="connsiteY63" fmla="*/ 796361 h 1044128"/>
                <a:gd name="connsiteX64" fmla="*/ 104879 w 728598"/>
                <a:gd name="connsiteY64" fmla="*/ 852495 h 1044128"/>
                <a:gd name="connsiteX65" fmla="*/ 121733 w 728598"/>
                <a:gd name="connsiteY65" fmla="*/ 852495 h 1044128"/>
                <a:gd name="connsiteX66" fmla="*/ 159134 w 728598"/>
                <a:gd name="connsiteY66" fmla="*/ 781420 h 1044128"/>
                <a:gd name="connsiteX67" fmla="*/ 217116 w 728598"/>
                <a:gd name="connsiteY67" fmla="*/ 790786 h 1044128"/>
                <a:gd name="connsiteX68" fmla="*/ 211509 w 728598"/>
                <a:gd name="connsiteY68" fmla="*/ 873108 h 1044128"/>
                <a:gd name="connsiteX69" fmla="*/ 273251 w 728598"/>
                <a:gd name="connsiteY69" fmla="*/ 845041 h 1044128"/>
                <a:gd name="connsiteX70" fmla="*/ 286344 w 728598"/>
                <a:gd name="connsiteY70" fmla="*/ 895536 h 1044128"/>
                <a:gd name="connsiteX71" fmla="*/ 312532 w 728598"/>
                <a:gd name="connsiteY71" fmla="*/ 916116 h 1044128"/>
                <a:gd name="connsiteX72" fmla="*/ 303165 w 728598"/>
                <a:gd name="connsiteY72" fmla="*/ 977858 h 1044128"/>
                <a:gd name="connsiteX73" fmla="*/ 258277 w 728598"/>
                <a:gd name="connsiteY73" fmla="*/ 1022746 h 1044128"/>
                <a:gd name="connsiteX74" fmla="*/ 276978 w 728598"/>
                <a:gd name="connsiteY74" fmla="*/ 1028353 h 1044128"/>
                <a:gd name="connsiteX75" fmla="*/ 295678 w 728598"/>
                <a:gd name="connsiteY75" fmla="*/ 1041447 h 1044128"/>
                <a:gd name="connsiteX76" fmla="*/ 378000 w 728598"/>
                <a:gd name="connsiteY76" fmla="*/ 940424 h 1044128"/>
                <a:gd name="connsiteX77" fmla="*/ 400461 w 728598"/>
                <a:gd name="connsiteY77" fmla="*/ 949791 h 1044128"/>
                <a:gd name="connsiteX78" fmla="*/ 424768 w 728598"/>
                <a:gd name="connsiteY78" fmla="*/ 947911 h 1044128"/>
                <a:gd name="connsiteX79" fmla="*/ 437311 w 728598"/>
                <a:gd name="connsiteY79" fmla="*/ 933910 h 1044128"/>
                <a:gd name="connsiteX80" fmla="*/ 439742 w 728598"/>
                <a:gd name="connsiteY80" fmla="*/ 854375 h 1044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</a:cxnLst>
              <a:rect l="l" t="t" r="r" b="b"/>
              <a:pathLst>
                <a:path w="728598" h="1044128">
                  <a:moveTo>
                    <a:pt x="439774" y="854278"/>
                  </a:moveTo>
                  <a:cubicBezTo>
                    <a:pt x="445089" y="832984"/>
                    <a:pt x="466577" y="825627"/>
                    <a:pt x="471569" y="805630"/>
                  </a:cubicBezTo>
                  <a:cubicBezTo>
                    <a:pt x="476754" y="784920"/>
                    <a:pt x="451669" y="767872"/>
                    <a:pt x="480935" y="753255"/>
                  </a:cubicBezTo>
                  <a:cubicBezTo>
                    <a:pt x="502358" y="742560"/>
                    <a:pt x="538010" y="790430"/>
                    <a:pt x="546404" y="740162"/>
                  </a:cubicBezTo>
                  <a:cubicBezTo>
                    <a:pt x="553307" y="698709"/>
                    <a:pt x="486477" y="716081"/>
                    <a:pt x="495876" y="669086"/>
                  </a:cubicBezTo>
                  <a:cubicBezTo>
                    <a:pt x="497432" y="661275"/>
                    <a:pt x="495293" y="647209"/>
                    <a:pt x="501483" y="641019"/>
                  </a:cubicBezTo>
                  <a:cubicBezTo>
                    <a:pt x="516975" y="625527"/>
                    <a:pt x="559400" y="635217"/>
                    <a:pt x="544524" y="598010"/>
                  </a:cubicBezTo>
                  <a:cubicBezTo>
                    <a:pt x="534153" y="572082"/>
                    <a:pt x="510072" y="579504"/>
                    <a:pt x="495876" y="560577"/>
                  </a:cubicBezTo>
                  <a:cubicBezTo>
                    <a:pt x="483982" y="544728"/>
                    <a:pt x="506798" y="519675"/>
                    <a:pt x="493996" y="502595"/>
                  </a:cubicBezTo>
                  <a:cubicBezTo>
                    <a:pt x="485926" y="491834"/>
                    <a:pt x="448979" y="455211"/>
                    <a:pt x="454715" y="440853"/>
                  </a:cubicBezTo>
                  <a:cubicBezTo>
                    <a:pt x="466448" y="411554"/>
                    <a:pt x="514253" y="411587"/>
                    <a:pt x="529550" y="380992"/>
                  </a:cubicBezTo>
                  <a:cubicBezTo>
                    <a:pt x="537102" y="365888"/>
                    <a:pt x="536810" y="348192"/>
                    <a:pt x="540764" y="332344"/>
                  </a:cubicBezTo>
                  <a:cubicBezTo>
                    <a:pt x="543422" y="321713"/>
                    <a:pt x="558979" y="313805"/>
                    <a:pt x="561345" y="304277"/>
                  </a:cubicBezTo>
                  <a:cubicBezTo>
                    <a:pt x="564262" y="292674"/>
                    <a:pt x="560567" y="268139"/>
                    <a:pt x="576318" y="264995"/>
                  </a:cubicBezTo>
                  <a:cubicBezTo>
                    <a:pt x="585264" y="263213"/>
                    <a:pt x="620980" y="259194"/>
                    <a:pt x="628693" y="264995"/>
                  </a:cubicBezTo>
                  <a:cubicBezTo>
                    <a:pt x="636699" y="270991"/>
                    <a:pt x="634073" y="283275"/>
                    <a:pt x="638060" y="291183"/>
                  </a:cubicBezTo>
                  <a:cubicBezTo>
                    <a:pt x="644704" y="304471"/>
                    <a:pt x="685930" y="311310"/>
                    <a:pt x="696042" y="298670"/>
                  </a:cubicBezTo>
                  <a:cubicBezTo>
                    <a:pt x="706575" y="285511"/>
                    <a:pt x="704079" y="265611"/>
                    <a:pt x="688555" y="259388"/>
                  </a:cubicBezTo>
                  <a:cubicBezTo>
                    <a:pt x="685735" y="258254"/>
                    <a:pt x="675234" y="258935"/>
                    <a:pt x="673581" y="255661"/>
                  </a:cubicBezTo>
                  <a:cubicBezTo>
                    <a:pt x="667035" y="242567"/>
                    <a:pt x="677665" y="227756"/>
                    <a:pt x="675461" y="214500"/>
                  </a:cubicBezTo>
                  <a:cubicBezTo>
                    <a:pt x="672479" y="196642"/>
                    <a:pt x="662465" y="182252"/>
                    <a:pt x="666095" y="163973"/>
                  </a:cubicBezTo>
                  <a:cubicBezTo>
                    <a:pt x="668947" y="149745"/>
                    <a:pt x="688717" y="149972"/>
                    <a:pt x="697889" y="143392"/>
                  </a:cubicBezTo>
                  <a:cubicBezTo>
                    <a:pt x="712506" y="132956"/>
                    <a:pt x="732795" y="101616"/>
                    <a:pt x="727836" y="81651"/>
                  </a:cubicBezTo>
                  <a:cubicBezTo>
                    <a:pt x="723331" y="63631"/>
                    <a:pt x="687745" y="110626"/>
                    <a:pt x="682948" y="111598"/>
                  </a:cubicBezTo>
                  <a:cubicBezTo>
                    <a:pt x="650667" y="118047"/>
                    <a:pt x="598714" y="117950"/>
                    <a:pt x="566952" y="111598"/>
                  </a:cubicBezTo>
                  <a:cubicBezTo>
                    <a:pt x="518272" y="101875"/>
                    <a:pt x="574730" y="53065"/>
                    <a:pt x="566952" y="34915"/>
                  </a:cubicBezTo>
                  <a:cubicBezTo>
                    <a:pt x="559692" y="17997"/>
                    <a:pt x="538139" y="10672"/>
                    <a:pt x="522096" y="139"/>
                  </a:cubicBezTo>
                  <a:cubicBezTo>
                    <a:pt x="517008" y="-153"/>
                    <a:pt x="512016" y="-55"/>
                    <a:pt x="507285" y="1112"/>
                  </a:cubicBezTo>
                  <a:cubicBezTo>
                    <a:pt x="492765" y="4741"/>
                    <a:pt x="480254" y="14400"/>
                    <a:pt x="466188" y="17932"/>
                  </a:cubicBezTo>
                  <a:cubicBezTo>
                    <a:pt x="458637" y="19812"/>
                    <a:pt x="442237" y="20947"/>
                    <a:pt x="436306" y="25419"/>
                  </a:cubicBezTo>
                  <a:cubicBezTo>
                    <a:pt x="421624" y="36439"/>
                    <a:pt x="425676" y="70761"/>
                    <a:pt x="408304" y="77729"/>
                  </a:cubicBezTo>
                  <a:cubicBezTo>
                    <a:pt x="389344" y="85313"/>
                    <a:pt x="366592" y="43083"/>
                    <a:pt x="354146" y="34786"/>
                  </a:cubicBezTo>
                  <a:cubicBezTo>
                    <a:pt x="351197" y="32841"/>
                    <a:pt x="341020" y="33846"/>
                    <a:pt x="337325" y="32906"/>
                  </a:cubicBezTo>
                  <a:cubicBezTo>
                    <a:pt x="332853" y="31804"/>
                    <a:pt x="329741" y="23637"/>
                    <a:pt x="324264" y="27299"/>
                  </a:cubicBezTo>
                  <a:cubicBezTo>
                    <a:pt x="317944" y="31512"/>
                    <a:pt x="327473" y="65186"/>
                    <a:pt x="318657" y="74002"/>
                  </a:cubicBezTo>
                  <a:cubicBezTo>
                    <a:pt x="296165" y="96495"/>
                    <a:pt x="279992" y="43115"/>
                    <a:pt x="270107" y="49727"/>
                  </a:cubicBezTo>
                  <a:cubicBezTo>
                    <a:pt x="261129" y="55723"/>
                    <a:pt x="253513" y="66191"/>
                    <a:pt x="240224" y="68395"/>
                  </a:cubicBezTo>
                  <a:cubicBezTo>
                    <a:pt x="227034" y="70599"/>
                    <a:pt x="213389" y="60325"/>
                    <a:pt x="201008" y="62788"/>
                  </a:cubicBezTo>
                  <a:cubicBezTo>
                    <a:pt x="186359" y="65737"/>
                    <a:pt x="181173" y="86480"/>
                    <a:pt x="163639" y="77729"/>
                  </a:cubicBezTo>
                  <a:cubicBezTo>
                    <a:pt x="153430" y="72641"/>
                    <a:pt x="146753" y="62399"/>
                    <a:pt x="136609" y="55366"/>
                  </a:cubicBezTo>
                  <a:cubicBezTo>
                    <a:pt x="136382" y="80419"/>
                    <a:pt x="133951" y="107449"/>
                    <a:pt x="131942" y="132567"/>
                  </a:cubicBezTo>
                  <a:cubicBezTo>
                    <a:pt x="128312" y="177293"/>
                    <a:pt x="117422" y="197841"/>
                    <a:pt x="104134" y="237738"/>
                  </a:cubicBezTo>
                  <a:cubicBezTo>
                    <a:pt x="90846" y="277635"/>
                    <a:pt x="95837" y="299577"/>
                    <a:pt x="82192" y="340252"/>
                  </a:cubicBezTo>
                  <a:cubicBezTo>
                    <a:pt x="68548" y="380927"/>
                    <a:pt x="71529" y="403355"/>
                    <a:pt x="53704" y="443608"/>
                  </a:cubicBezTo>
                  <a:cubicBezTo>
                    <a:pt x="35911" y="483862"/>
                    <a:pt x="46833" y="479746"/>
                    <a:pt x="49750" y="523175"/>
                  </a:cubicBezTo>
                  <a:cubicBezTo>
                    <a:pt x="51824" y="554192"/>
                    <a:pt x="75192" y="470022"/>
                    <a:pt x="79956" y="433691"/>
                  </a:cubicBezTo>
                  <a:cubicBezTo>
                    <a:pt x="84720" y="397359"/>
                    <a:pt x="77752" y="404003"/>
                    <a:pt x="90943" y="367477"/>
                  </a:cubicBezTo>
                  <a:cubicBezTo>
                    <a:pt x="104166" y="330950"/>
                    <a:pt x="116417" y="344822"/>
                    <a:pt x="140758" y="312606"/>
                  </a:cubicBezTo>
                  <a:cubicBezTo>
                    <a:pt x="165098" y="280390"/>
                    <a:pt x="156865" y="330043"/>
                    <a:pt x="139623" y="354577"/>
                  </a:cubicBezTo>
                  <a:cubicBezTo>
                    <a:pt x="122381" y="379112"/>
                    <a:pt x="123191" y="391817"/>
                    <a:pt x="107894" y="417615"/>
                  </a:cubicBezTo>
                  <a:cubicBezTo>
                    <a:pt x="92628" y="443414"/>
                    <a:pt x="122413" y="440140"/>
                    <a:pt x="132493" y="454854"/>
                  </a:cubicBezTo>
                  <a:cubicBezTo>
                    <a:pt x="142573" y="469569"/>
                    <a:pt x="174497" y="445488"/>
                    <a:pt x="214199" y="437969"/>
                  </a:cubicBezTo>
                  <a:cubicBezTo>
                    <a:pt x="253902" y="430482"/>
                    <a:pt x="204152" y="453785"/>
                    <a:pt x="180168" y="472356"/>
                  </a:cubicBezTo>
                  <a:cubicBezTo>
                    <a:pt x="156152" y="490927"/>
                    <a:pt x="175339" y="488691"/>
                    <a:pt x="146300" y="474138"/>
                  </a:cubicBezTo>
                  <a:cubicBezTo>
                    <a:pt x="117293" y="459586"/>
                    <a:pt x="129317" y="486065"/>
                    <a:pt x="135669" y="516175"/>
                  </a:cubicBezTo>
                  <a:cubicBezTo>
                    <a:pt x="142054" y="546284"/>
                    <a:pt x="142151" y="545246"/>
                    <a:pt x="143577" y="562229"/>
                  </a:cubicBezTo>
                  <a:cubicBezTo>
                    <a:pt x="145003" y="579212"/>
                    <a:pt x="119885" y="577689"/>
                    <a:pt x="90554" y="566281"/>
                  </a:cubicBezTo>
                  <a:cubicBezTo>
                    <a:pt x="61223" y="554840"/>
                    <a:pt x="61644" y="591723"/>
                    <a:pt x="61644" y="591723"/>
                  </a:cubicBezTo>
                  <a:cubicBezTo>
                    <a:pt x="61644" y="591723"/>
                    <a:pt x="41323" y="594899"/>
                    <a:pt x="28164" y="610391"/>
                  </a:cubicBezTo>
                  <a:cubicBezTo>
                    <a:pt x="15006" y="625883"/>
                    <a:pt x="15589" y="640662"/>
                    <a:pt x="12186" y="663479"/>
                  </a:cubicBezTo>
                  <a:cubicBezTo>
                    <a:pt x="10371" y="675730"/>
                    <a:pt x="4991" y="698903"/>
                    <a:pt x="0" y="721591"/>
                  </a:cubicBezTo>
                  <a:cubicBezTo>
                    <a:pt x="2042" y="724248"/>
                    <a:pt x="3954" y="727295"/>
                    <a:pt x="5737" y="730860"/>
                  </a:cubicBezTo>
                  <a:cubicBezTo>
                    <a:pt x="14747" y="748880"/>
                    <a:pt x="29137" y="765085"/>
                    <a:pt x="46898" y="775780"/>
                  </a:cubicBezTo>
                  <a:cubicBezTo>
                    <a:pt x="57593" y="782197"/>
                    <a:pt x="76067" y="783591"/>
                    <a:pt x="82452" y="796361"/>
                  </a:cubicBezTo>
                  <a:cubicBezTo>
                    <a:pt x="91883" y="815223"/>
                    <a:pt x="80086" y="837587"/>
                    <a:pt x="104879" y="852495"/>
                  </a:cubicBezTo>
                  <a:cubicBezTo>
                    <a:pt x="107570" y="854116"/>
                    <a:pt x="119010" y="852495"/>
                    <a:pt x="121733" y="852495"/>
                  </a:cubicBezTo>
                  <a:cubicBezTo>
                    <a:pt x="179779" y="852495"/>
                    <a:pt x="135151" y="811399"/>
                    <a:pt x="159134" y="781420"/>
                  </a:cubicBezTo>
                  <a:cubicBezTo>
                    <a:pt x="164774" y="774354"/>
                    <a:pt x="212967" y="782424"/>
                    <a:pt x="217116" y="790786"/>
                  </a:cubicBezTo>
                  <a:cubicBezTo>
                    <a:pt x="228135" y="812858"/>
                    <a:pt x="195660" y="846661"/>
                    <a:pt x="211509" y="873108"/>
                  </a:cubicBezTo>
                  <a:cubicBezTo>
                    <a:pt x="222334" y="891161"/>
                    <a:pt x="261810" y="845041"/>
                    <a:pt x="273251" y="845041"/>
                  </a:cubicBezTo>
                  <a:cubicBezTo>
                    <a:pt x="314023" y="845041"/>
                    <a:pt x="278728" y="880303"/>
                    <a:pt x="286344" y="895536"/>
                  </a:cubicBezTo>
                  <a:cubicBezTo>
                    <a:pt x="291692" y="906199"/>
                    <a:pt x="310068" y="901337"/>
                    <a:pt x="312532" y="916116"/>
                  </a:cubicBezTo>
                  <a:cubicBezTo>
                    <a:pt x="315124" y="931641"/>
                    <a:pt x="314703" y="966320"/>
                    <a:pt x="303165" y="977858"/>
                  </a:cubicBezTo>
                  <a:cubicBezTo>
                    <a:pt x="295354" y="985669"/>
                    <a:pt x="226547" y="991017"/>
                    <a:pt x="258277" y="1022746"/>
                  </a:cubicBezTo>
                  <a:cubicBezTo>
                    <a:pt x="262620" y="1027089"/>
                    <a:pt x="271436" y="1024172"/>
                    <a:pt x="276978" y="1028353"/>
                  </a:cubicBezTo>
                  <a:cubicBezTo>
                    <a:pt x="284108" y="1033701"/>
                    <a:pt x="286830" y="1038497"/>
                    <a:pt x="295678" y="1041447"/>
                  </a:cubicBezTo>
                  <a:cubicBezTo>
                    <a:pt x="355767" y="1061476"/>
                    <a:pt x="343419" y="963468"/>
                    <a:pt x="378000" y="940424"/>
                  </a:cubicBezTo>
                  <a:cubicBezTo>
                    <a:pt x="382765" y="937248"/>
                    <a:pt x="395664" y="948592"/>
                    <a:pt x="400461" y="949791"/>
                  </a:cubicBezTo>
                  <a:cubicBezTo>
                    <a:pt x="407072" y="951444"/>
                    <a:pt x="418448" y="949499"/>
                    <a:pt x="424768" y="947911"/>
                  </a:cubicBezTo>
                  <a:cubicBezTo>
                    <a:pt x="431315" y="946290"/>
                    <a:pt x="434589" y="940230"/>
                    <a:pt x="437311" y="933910"/>
                  </a:cubicBezTo>
                  <a:cubicBezTo>
                    <a:pt x="431769" y="908565"/>
                    <a:pt x="434102" y="876933"/>
                    <a:pt x="439742" y="854375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E08FE30E-2EDF-6271-7D0E-F17B8341DBEC}"/>
                </a:ext>
              </a:extLst>
            </p:cNvPr>
            <p:cNvSpPr/>
            <p:nvPr/>
          </p:nvSpPr>
          <p:spPr>
            <a:xfrm>
              <a:off x="5065613" y="2148537"/>
              <a:ext cx="1182759" cy="778036"/>
            </a:xfrm>
            <a:custGeom>
              <a:avLst/>
              <a:gdLst>
                <a:gd name="connsiteX0" fmla="*/ 1106744 w 1182759"/>
                <a:gd name="connsiteY0" fmla="*/ 327538 h 778036"/>
                <a:gd name="connsiteX1" fmla="*/ 1097054 w 1182759"/>
                <a:gd name="connsiteY1" fmla="*/ 294803 h 778036"/>
                <a:gd name="connsiteX2" fmla="*/ 1132219 w 1182759"/>
                <a:gd name="connsiteY2" fmla="*/ 264986 h 778036"/>
                <a:gd name="connsiteX3" fmla="*/ 1157823 w 1182759"/>
                <a:gd name="connsiteY3" fmla="*/ 229335 h 778036"/>
                <a:gd name="connsiteX4" fmla="*/ 1149947 w 1182759"/>
                <a:gd name="connsiteY4" fmla="*/ 215820 h 778036"/>
                <a:gd name="connsiteX5" fmla="*/ 1137113 w 1182759"/>
                <a:gd name="connsiteY5" fmla="*/ 185710 h 778036"/>
                <a:gd name="connsiteX6" fmla="*/ 1130307 w 1182759"/>
                <a:gd name="connsiteY6" fmla="*/ 162019 h 778036"/>
                <a:gd name="connsiteX7" fmla="*/ 1088627 w 1182759"/>
                <a:gd name="connsiteY7" fmla="*/ 131942 h 778036"/>
                <a:gd name="connsiteX8" fmla="*/ 1107101 w 1182759"/>
                <a:gd name="connsiteY8" fmla="*/ 82257 h 778036"/>
                <a:gd name="connsiteX9" fmla="*/ 1119157 w 1182759"/>
                <a:gd name="connsiteY9" fmla="*/ 66571 h 778036"/>
                <a:gd name="connsiteX10" fmla="*/ 1122107 w 1182759"/>
                <a:gd name="connsiteY10" fmla="*/ 41647 h 778036"/>
                <a:gd name="connsiteX11" fmla="*/ 1121523 w 1182759"/>
                <a:gd name="connsiteY11" fmla="*/ 36073 h 778036"/>
                <a:gd name="connsiteX12" fmla="*/ 1076538 w 1182759"/>
                <a:gd name="connsiteY12" fmla="*/ 43008 h 778036"/>
                <a:gd name="connsiteX13" fmla="*/ 1005462 w 1182759"/>
                <a:gd name="connsiteY13" fmla="*/ 100990 h 778036"/>
                <a:gd name="connsiteX14" fmla="*/ 939994 w 1182759"/>
                <a:gd name="connsiteY14" fmla="*/ 147758 h 778036"/>
                <a:gd name="connsiteX15" fmla="*/ 908199 w 1182759"/>
                <a:gd name="connsiteY15" fmla="*/ 183312 h 778036"/>
                <a:gd name="connsiteX16" fmla="*/ 848338 w 1182759"/>
                <a:gd name="connsiteY16" fmla="*/ 220714 h 778036"/>
                <a:gd name="connsiteX17" fmla="*/ 810904 w 1182759"/>
                <a:gd name="connsiteY17" fmla="*/ 235687 h 778036"/>
                <a:gd name="connsiteX18" fmla="*/ 741708 w 1182759"/>
                <a:gd name="connsiteY18" fmla="*/ 273088 h 778036"/>
                <a:gd name="connsiteX19" fmla="*/ 620105 w 1182759"/>
                <a:gd name="connsiteY19" fmla="*/ 213227 h 778036"/>
                <a:gd name="connsiteX20" fmla="*/ 575217 w 1182759"/>
                <a:gd name="connsiteY20" fmla="*/ 196406 h 778036"/>
                <a:gd name="connsiteX21" fmla="*/ 552757 w 1182759"/>
                <a:gd name="connsiteY21" fmla="*/ 226321 h 778036"/>
                <a:gd name="connsiteX22" fmla="*/ 528449 w 1182759"/>
                <a:gd name="connsiteY22" fmla="*/ 228200 h 778036"/>
                <a:gd name="connsiteX23" fmla="*/ 505989 w 1182759"/>
                <a:gd name="connsiteY23" fmla="*/ 218834 h 778036"/>
                <a:gd name="connsiteX24" fmla="*/ 423667 w 1182759"/>
                <a:gd name="connsiteY24" fmla="*/ 319856 h 778036"/>
                <a:gd name="connsiteX25" fmla="*/ 404966 w 1182759"/>
                <a:gd name="connsiteY25" fmla="*/ 306763 h 778036"/>
                <a:gd name="connsiteX26" fmla="*/ 386265 w 1182759"/>
                <a:gd name="connsiteY26" fmla="*/ 301156 h 778036"/>
                <a:gd name="connsiteX27" fmla="*/ 431153 w 1182759"/>
                <a:gd name="connsiteY27" fmla="*/ 256268 h 778036"/>
                <a:gd name="connsiteX28" fmla="*/ 440520 w 1182759"/>
                <a:gd name="connsiteY28" fmla="*/ 194526 h 778036"/>
                <a:gd name="connsiteX29" fmla="*/ 414333 w 1182759"/>
                <a:gd name="connsiteY29" fmla="*/ 173946 h 778036"/>
                <a:gd name="connsiteX30" fmla="*/ 401239 w 1182759"/>
                <a:gd name="connsiteY30" fmla="*/ 123451 h 778036"/>
                <a:gd name="connsiteX31" fmla="*/ 339497 w 1182759"/>
                <a:gd name="connsiteY31" fmla="*/ 151518 h 778036"/>
                <a:gd name="connsiteX32" fmla="*/ 345104 w 1182759"/>
                <a:gd name="connsiteY32" fmla="*/ 69196 h 778036"/>
                <a:gd name="connsiteX33" fmla="*/ 287123 w 1182759"/>
                <a:gd name="connsiteY33" fmla="*/ 59829 h 778036"/>
                <a:gd name="connsiteX34" fmla="*/ 249721 w 1182759"/>
                <a:gd name="connsiteY34" fmla="*/ 130905 h 778036"/>
                <a:gd name="connsiteX35" fmla="*/ 232868 w 1182759"/>
                <a:gd name="connsiteY35" fmla="*/ 130905 h 778036"/>
                <a:gd name="connsiteX36" fmla="*/ 210440 w 1182759"/>
                <a:gd name="connsiteY36" fmla="*/ 74770 h 778036"/>
                <a:gd name="connsiteX37" fmla="*/ 174886 w 1182759"/>
                <a:gd name="connsiteY37" fmla="*/ 54190 h 778036"/>
                <a:gd name="connsiteX38" fmla="*/ 133725 w 1182759"/>
                <a:gd name="connsiteY38" fmla="*/ 9269 h 778036"/>
                <a:gd name="connsiteX39" fmla="*/ 127988 w 1182759"/>
                <a:gd name="connsiteY39" fmla="*/ 0 h 778036"/>
                <a:gd name="connsiteX40" fmla="*/ 118557 w 1182759"/>
                <a:gd name="connsiteY40" fmla="*/ 50171 h 778036"/>
                <a:gd name="connsiteX41" fmla="*/ 87767 w 1182759"/>
                <a:gd name="connsiteY41" fmla="*/ 196438 h 778036"/>
                <a:gd name="connsiteX42" fmla="*/ 46606 w 1182759"/>
                <a:gd name="connsiteY42" fmla="*/ 331103 h 778036"/>
                <a:gd name="connsiteX43" fmla="*/ 5283 w 1182759"/>
                <a:gd name="connsiteY43" fmla="*/ 464892 h 778036"/>
                <a:gd name="connsiteX44" fmla="*/ 59635 w 1182759"/>
                <a:gd name="connsiteY44" fmla="*/ 502747 h 778036"/>
                <a:gd name="connsiteX45" fmla="*/ 119789 w 1182759"/>
                <a:gd name="connsiteY45" fmla="*/ 534768 h 778036"/>
                <a:gd name="connsiteX46" fmla="*/ 100375 w 1182759"/>
                <a:gd name="connsiteY46" fmla="*/ 569707 h 778036"/>
                <a:gd name="connsiteX47" fmla="*/ 67381 w 1182759"/>
                <a:gd name="connsiteY47" fmla="*/ 539630 h 778036"/>
                <a:gd name="connsiteX48" fmla="*/ 36332 w 1182759"/>
                <a:gd name="connsiteY48" fmla="*/ 578458 h 778036"/>
                <a:gd name="connsiteX49" fmla="*/ 16919 w 1182759"/>
                <a:gd name="connsiteY49" fmla="*/ 613396 h 778036"/>
                <a:gd name="connsiteX50" fmla="*/ 7779 w 1182759"/>
                <a:gd name="connsiteY50" fmla="*/ 624707 h 778036"/>
                <a:gd name="connsiteX51" fmla="*/ 18831 w 1182759"/>
                <a:gd name="connsiteY51" fmla="*/ 631319 h 778036"/>
                <a:gd name="connsiteX52" fmla="*/ 89064 w 1182759"/>
                <a:gd name="connsiteY52" fmla="*/ 676984 h 778036"/>
                <a:gd name="connsiteX53" fmla="*/ 147013 w 1182759"/>
                <a:gd name="connsiteY53" fmla="*/ 643634 h 778036"/>
                <a:gd name="connsiteX54" fmla="*/ 203212 w 1182759"/>
                <a:gd name="connsiteY54" fmla="*/ 657668 h 778036"/>
                <a:gd name="connsiteX55" fmla="*/ 243596 w 1182759"/>
                <a:gd name="connsiteY55" fmla="*/ 652417 h 778036"/>
                <a:gd name="connsiteX56" fmla="*/ 289262 w 1182759"/>
                <a:gd name="connsiteY56" fmla="*/ 701584 h 778036"/>
                <a:gd name="connsiteX57" fmla="*/ 324394 w 1182759"/>
                <a:gd name="connsiteY57" fmla="*/ 675267 h 778036"/>
                <a:gd name="connsiteX58" fmla="*/ 355994 w 1182759"/>
                <a:gd name="connsiteY58" fmla="*/ 691051 h 778036"/>
                <a:gd name="connsiteX59" fmla="*/ 370060 w 1182759"/>
                <a:gd name="connsiteY59" fmla="*/ 743717 h 778036"/>
                <a:gd name="connsiteX60" fmla="*/ 403410 w 1182759"/>
                <a:gd name="connsiteY60" fmla="*/ 705084 h 778036"/>
                <a:gd name="connsiteX61" fmla="*/ 422727 w 1182759"/>
                <a:gd name="connsiteY61" fmla="*/ 705084 h 778036"/>
                <a:gd name="connsiteX62" fmla="*/ 484177 w 1182759"/>
                <a:gd name="connsiteY62" fmla="*/ 689300 h 778036"/>
                <a:gd name="connsiteX63" fmla="*/ 521059 w 1182759"/>
                <a:gd name="connsiteY63" fmla="*/ 724401 h 778036"/>
                <a:gd name="connsiteX64" fmla="*/ 536843 w 1182759"/>
                <a:gd name="connsiteY64" fmla="*/ 775317 h 778036"/>
                <a:gd name="connsiteX65" fmla="*/ 600043 w 1182759"/>
                <a:gd name="connsiteY65" fmla="*/ 724401 h 778036"/>
                <a:gd name="connsiteX66" fmla="*/ 636926 w 1182759"/>
                <a:gd name="connsiteY66" fmla="*/ 754250 h 778036"/>
                <a:gd name="connsiteX67" fmla="*/ 654492 w 1182759"/>
                <a:gd name="connsiteY67" fmla="*/ 713867 h 778036"/>
                <a:gd name="connsiteX68" fmla="*/ 636926 w 1182759"/>
                <a:gd name="connsiteY68" fmla="*/ 682267 h 778036"/>
                <a:gd name="connsiteX69" fmla="*/ 686092 w 1182759"/>
                <a:gd name="connsiteY69" fmla="*/ 601501 h 778036"/>
                <a:gd name="connsiteX70" fmla="*/ 705409 w 1182759"/>
                <a:gd name="connsiteY70" fmla="*/ 624318 h 778036"/>
                <a:gd name="connsiteX71" fmla="*/ 728225 w 1182759"/>
                <a:gd name="connsiteY71" fmla="*/ 603251 h 778036"/>
                <a:gd name="connsiteX72" fmla="*/ 780892 w 1182759"/>
                <a:gd name="connsiteY72" fmla="*/ 615535 h 778036"/>
                <a:gd name="connsiteX73" fmla="*/ 763326 w 1182759"/>
                <a:gd name="connsiteY73" fmla="*/ 643634 h 778036"/>
                <a:gd name="connsiteX74" fmla="*/ 772109 w 1182759"/>
                <a:gd name="connsiteY74" fmla="*/ 671734 h 778036"/>
                <a:gd name="connsiteX75" fmla="*/ 824775 w 1182759"/>
                <a:gd name="connsiteY75" fmla="*/ 740217 h 778036"/>
                <a:gd name="connsiteX76" fmla="*/ 814404 w 1182759"/>
                <a:gd name="connsiteY76" fmla="*/ 773405 h 778036"/>
                <a:gd name="connsiteX77" fmla="*/ 822247 w 1182759"/>
                <a:gd name="connsiteY77" fmla="*/ 771752 h 778036"/>
                <a:gd name="connsiteX78" fmla="*/ 924307 w 1182759"/>
                <a:gd name="connsiteY78" fmla="*/ 739536 h 778036"/>
                <a:gd name="connsiteX79" fmla="*/ 956523 w 1182759"/>
                <a:gd name="connsiteY79" fmla="*/ 721613 h 778036"/>
                <a:gd name="connsiteX80" fmla="*/ 1006661 w 1182759"/>
                <a:gd name="connsiteY80" fmla="*/ 671475 h 778036"/>
                <a:gd name="connsiteX81" fmla="*/ 1053235 w 1182759"/>
                <a:gd name="connsiteY81" fmla="*/ 649987 h 778036"/>
                <a:gd name="connsiteX82" fmla="*/ 1081886 w 1182759"/>
                <a:gd name="connsiteY82" fmla="*/ 617771 h 778036"/>
                <a:gd name="connsiteX83" fmla="*/ 1099776 w 1182759"/>
                <a:gd name="connsiteY83" fmla="*/ 633879 h 778036"/>
                <a:gd name="connsiteX84" fmla="*/ 1123047 w 1182759"/>
                <a:gd name="connsiteY84" fmla="*/ 599848 h 778036"/>
                <a:gd name="connsiteX85" fmla="*/ 1148132 w 1182759"/>
                <a:gd name="connsiteY85" fmla="*/ 589088 h 778036"/>
                <a:gd name="connsiteX86" fmla="*/ 1182163 w 1182759"/>
                <a:gd name="connsiteY86" fmla="*/ 544330 h 778036"/>
                <a:gd name="connsiteX87" fmla="*/ 1158892 w 1182759"/>
                <a:gd name="connsiteY87" fmla="*/ 501354 h 778036"/>
                <a:gd name="connsiteX88" fmla="*/ 1153512 w 1182759"/>
                <a:gd name="connsiteY88" fmla="*/ 470920 h 778036"/>
                <a:gd name="connsiteX89" fmla="*/ 1135622 w 1182759"/>
                <a:gd name="connsiteY89" fmla="*/ 454813 h 778036"/>
                <a:gd name="connsiteX90" fmla="*/ 1139219 w 1182759"/>
                <a:gd name="connsiteY90" fmla="*/ 385001 h 778036"/>
                <a:gd name="connsiteX91" fmla="*/ 1144988 w 1182759"/>
                <a:gd name="connsiteY91" fmla="*/ 377773 h 778036"/>
                <a:gd name="connsiteX92" fmla="*/ 1106809 w 1182759"/>
                <a:gd name="connsiteY92" fmla="*/ 327570 h 778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</a:cxnLst>
              <a:rect l="l" t="t" r="r" b="b"/>
              <a:pathLst>
                <a:path w="1182759" h="778036">
                  <a:moveTo>
                    <a:pt x="1106744" y="327538"/>
                  </a:moveTo>
                  <a:cubicBezTo>
                    <a:pt x="1100748" y="317523"/>
                    <a:pt x="1094526" y="306179"/>
                    <a:pt x="1097054" y="294803"/>
                  </a:cubicBezTo>
                  <a:cubicBezTo>
                    <a:pt x="1100489" y="279214"/>
                    <a:pt x="1117796" y="271857"/>
                    <a:pt x="1132219" y="264986"/>
                  </a:cubicBezTo>
                  <a:cubicBezTo>
                    <a:pt x="1146641" y="258115"/>
                    <a:pt x="1162230" y="244697"/>
                    <a:pt x="1157823" y="229335"/>
                  </a:cubicBezTo>
                  <a:cubicBezTo>
                    <a:pt x="1156364" y="224311"/>
                    <a:pt x="1152929" y="220130"/>
                    <a:pt x="1149947" y="215820"/>
                  </a:cubicBezTo>
                  <a:cubicBezTo>
                    <a:pt x="1143724" y="206777"/>
                    <a:pt x="1139316" y="196471"/>
                    <a:pt x="1137113" y="185710"/>
                  </a:cubicBezTo>
                  <a:cubicBezTo>
                    <a:pt x="1135460" y="177608"/>
                    <a:pt x="1134909" y="168890"/>
                    <a:pt x="1130307" y="162019"/>
                  </a:cubicBezTo>
                  <a:cubicBezTo>
                    <a:pt x="1120616" y="147564"/>
                    <a:pt x="1097280" y="147045"/>
                    <a:pt x="1088627" y="131942"/>
                  </a:cubicBezTo>
                  <a:cubicBezTo>
                    <a:pt x="1079131" y="115413"/>
                    <a:pt x="1093813" y="95902"/>
                    <a:pt x="1107101" y="82257"/>
                  </a:cubicBezTo>
                  <a:cubicBezTo>
                    <a:pt x="1111735" y="77493"/>
                    <a:pt x="1116402" y="72599"/>
                    <a:pt x="1119157" y="66571"/>
                  </a:cubicBezTo>
                  <a:cubicBezTo>
                    <a:pt x="1122690" y="58889"/>
                    <a:pt x="1122787" y="50074"/>
                    <a:pt x="1122107" y="41647"/>
                  </a:cubicBezTo>
                  <a:cubicBezTo>
                    <a:pt x="1121945" y="39767"/>
                    <a:pt x="1121750" y="37920"/>
                    <a:pt x="1121523" y="36073"/>
                  </a:cubicBezTo>
                  <a:cubicBezTo>
                    <a:pt x="1106096" y="38050"/>
                    <a:pt x="1090474" y="36040"/>
                    <a:pt x="1076538" y="43008"/>
                  </a:cubicBezTo>
                  <a:cubicBezTo>
                    <a:pt x="1049508" y="56523"/>
                    <a:pt x="1029024" y="82128"/>
                    <a:pt x="1005462" y="100990"/>
                  </a:cubicBezTo>
                  <a:cubicBezTo>
                    <a:pt x="984363" y="117876"/>
                    <a:pt x="959019" y="128733"/>
                    <a:pt x="939994" y="147758"/>
                  </a:cubicBezTo>
                  <a:cubicBezTo>
                    <a:pt x="928553" y="159199"/>
                    <a:pt x="921358" y="172779"/>
                    <a:pt x="908199" y="183312"/>
                  </a:cubicBezTo>
                  <a:cubicBezTo>
                    <a:pt x="893842" y="194785"/>
                    <a:pt x="865612" y="216403"/>
                    <a:pt x="848338" y="220714"/>
                  </a:cubicBezTo>
                  <a:cubicBezTo>
                    <a:pt x="837869" y="223339"/>
                    <a:pt x="818942" y="227649"/>
                    <a:pt x="810904" y="235687"/>
                  </a:cubicBezTo>
                  <a:cubicBezTo>
                    <a:pt x="796287" y="250304"/>
                    <a:pt x="762872" y="268875"/>
                    <a:pt x="741708" y="273088"/>
                  </a:cubicBezTo>
                  <a:cubicBezTo>
                    <a:pt x="692380" y="282941"/>
                    <a:pt x="656145" y="234844"/>
                    <a:pt x="620105" y="213227"/>
                  </a:cubicBezTo>
                  <a:cubicBezTo>
                    <a:pt x="608859" y="206486"/>
                    <a:pt x="592686" y="187655"/>
                    <a:pt x="575217" y="196406"/>
                  </a:cubicBezTo>
                  <a:cubicBezTo>
                    <a:pt x="565883" y="201073"/>
                    <a:pt x="566142" y="222982"/>
                    <a:pt x="552757" y="226321"/>
                  </a:cubicBezTo>
                  <a:cubicBezTo>
                    <a:pt x="546437" y="227909"/>
                    <a:pt x="535061" y="229853"/>
                    <a:pt x="528449" y="228200"/>
                  </a:cubicBezTo>
                  <a:cubicBezTo>
                    <a:pt x="523685" y="227001"/>
                    <a:pt x="510785" y="215658"/>
                    <a:pt x="505989" y="218834"/>
                  </a:cubicBezTo>
                  <a:cubicBezTo>
                    <a:pt x="471439" y="241877"/>
                    <a:pt x="483788" y="339886"/>
                    <a:pt x="423667" y="319856"/>
                  </a:cubicBezTo>
                  <a:cubicBezTo>
                    <a:pt x="414819" y="316907"/>
                    <a:pt x="412096" y="312110"/>
                    <a:pt x="404966" y="306763"/>
                  </a:cubicBezTo>
                  <a:cubicBezTo>
                    <a:pt x="399424" y="302582"/>
                    <a:pt x="390608" y="305499"/>
                    <a:pt x="386265" y="301156"/>
                  </a:cubicBezTo>
                  <a:cubicBezTo>
                    <a:pt x="354536" y="269426"/>
                    <a:pt x="423343" y="264079"/>
                    <a:pt x="431153" y="256268"/>
                  </a:cubicBezTo>
                  <a:cubicBezTo>
                    <a:pt x="442692" y="244730"/>
                    <a:pt x="443080" y="210051"/>
                    <a:pt x="440520" y="194526"/>
                  </a:cubicBezTo>
                  <a:cubicBezTo>
                    <a:pt x="438057" y="179747"/>
                    <a:pt x="419648" y="184609"/>
                    <a:pt x="414333" y="173946"/>
                  </a:cubicBezTo>
                  <a:cubicBezTo>
                    <a:pt x="406716" y="158713"/>
                    <a:pt x="442011" y="123451"/>
                    <a:pt x="401239" y="123451"/>
                  </a:cubicBezTo>
                  <a:cubicBezTo>
                    <a:pt x="389798" y="123451"/>
                    <a:pt x="350322" y="169538"/>
                    <a:pt x="339497" y="151518"/>
                  </a:cubicBezTo>
                  <a:cubicBezTo>
                    <a:pt x="323649" y="125104"/>
                    <a:pt x="356156" y="91267"/>
                    <a:pt x="345104" y="69196"/>
                  </a:cubicBezTo>
                  <a:cubicBezTo>
                    <a:pt x="340956" y="60866"/>
                    <a:pt x="292762" y="52796"/>
                    <a:pt x="287123" y="59829"/>
                  </a:cubicBezTo>
                  <a:cubicBezTo>
                    <a:pt x="263107" y="89841"/>
                    <a:pt x="307735" y="130905"/>
                    <a:pt x="249721" y="130905"/>
                  </a:cubicBezTo>
                  <a:cubicBezTo>
                    <a:pt x="246999" y="130905"/>
                    <a:pt x="235558" y="132525"/>
                    <a:pt x="232868" y="130905"/>
                  </a:cubicBezTo>
                  <a:cubicBezTo>
                    <a:pt x="208042" y="115996"/>
                    <a:pt x="219871" y="93666"/>
                    <a:pt x="210440" y="74770"/>
                  </a:cubicBezTo>
                  <a:cubicBezTo>
                    <a:pt x="204055" y="62001"/>
                    <a:pt x="185581" y="60607"/>
                    <a:pt x="174886" y="54190"/>
                  </a:cubicBezTo>
                  <a:cubicBezTo>
                    <a:pt x="157125" y="43527"/>
                    <a:pt x="142735" y="27290"/>
                    <a:pt x="133725" y="9269"/>
                  </a:cubicBezTo>
                  <a:cubicBezTo>
                    <a:pt x="131942" y="5704"/>
                    <a:pt x="130030" y="2658"/>
                    <a:pt x="127988" y="0"/>
                  </a:cubicBezTo>
                  <a:cubicBezTo>
                    <a:pt x="123710" y="19479"/>
                    <a:pt x="119724" y="38601"/>
                    <a:pt x="118557" y="50171"/>
                  </a:cubicBezTo>
                  <a:cubicBezTo>
                    <a:pt x="115997" y="75159"/>
                    <a:pt x="93050" y="165389"/>
                    <a:pt x="87767" y="196438"/>
                  </a:cubicBezTo>
                  <a:cubicBezTo>
                    <a:pt x="82484" y="227455"/>
                    <a:pt x="64270" y="302420"/>
                    <a:pt x="46606" y="331103"/>
                  </a:cubicBezTo>
                  <a:cubicBezTo>
                    <a:pt x="28943" y="359786"/>
                    <a:pt x="26642" y="420263"/>
                    <a:pt x="5283" y="464892"/>
                  </a:cubicBezTo>
                  <a:cubicBezTo>
                    <a:pt x="-16075" y="509521"/>
                    <a:pt x="32443" y="497886"/>
                    <a:pt x="59635" y="502747"/>
                  </a:cubicBezTo>
                  <a:cubicBezTo>
                    <a:pt x="86795" y="507609"/>
                    <a:pt x="100375" y="518272"/>
                    <a:pt x="119789" y="534768"/>
                  </a:cubicBezTo>
                  <a:cubicBezTo>
                    <a:pt x="139202" y="551265"/>
                    <a:pt x="124650" y="557099"/>
                    <a:pt x="100375" y="569707"/>
                  </a:cubicBezTo>
                  <a:cubicBezTo>
                    <a:pt x="76132" y="582314"/>
                    <a:pt x="84850" y="564845"/>
                    <a:pt x="67381" y="539630"/>
                  </a:cubicBezTo>
                  <a:cubicBezTo>
                    <a:pt x="49912" y="514415"/>
                    <a:pt x="37305" y="548348"/>
                    <a:pt x="36332" y="578458"/>
                  </a:cubicBezTo>
                  <a:cubicBezTo>
                    <a:pt x="35360" y="608534"/>
                    <a:pt x="27582" y="604645"/>
                    <a:pt x="16919" y="613396"/>
                  </a:cubicBezTo>
                  <a:cubicBezTo>
                    <a:pt x="14326" y="615502"/>
                    <a:pt x="11182" y="619489"/>
                    <a:pt x="7779" y="624707"/>
                  </a:cubicBezTo>
                  <a:cubicBezTo>
                    <a:pt x="11701" y="626619"/>
                    <a:pt x="15428" y="628758"/>
                    <a:pt x="18831" y="631319"/>
                  </a:cubicBezTo>
                  <a:cubicBezTo>
                    <a:pt x="39573" y="646875"/>
                    <a:pt x="65858" y="665382"/>
                    <a:pt x="89064" y="676984"/>
                  </a:cubicBezTo>
                  <a:cubicBezTo>
                    <a:pt x="105107" y="685022"/>
                    <a:pt x="132169" y="649566"/>
                    <a:pt x="147013" y="643634"/>
                  </a:cubicBezTo>
                  <a:cubicBezTo>
                    <a:pt x="165714" y="636148"/>
                    <a:pt x="185938" y="653358"/>
                    <a:pt x="203212" y="657668"/>
                  </a:cubicBezTo>
                  <a:cubicBezTo>
                    <a:pt x="214977" y="660585"/>
                    <a:pt x="230599" y="649144"/>
                    <a:pt x="243596" y="652417"/>
                  </a:cubicBezTo>
                  <a:cubicBezTo>
                    <a:pt x="266510" y="658154"/>
                    <a:pt x="263236" y="701584"/>
                    <a:pt x="289262" y="701584"/>
                  </a:cubicBezTo>
                  <a:cubicBezTo>
                    <a:pt x="305791" y="701584"/>
                    <a:pt x="310490" y="671766"/>
                    <a:pt x="324394" y="675267"/>
                  </a:cubicBezTo>
                  <a:cubicBezTo>
                    <a:pt x="331071" y="676920"/>
                    <a:pt x="354244" y="684147"/>
                    <a:pt x="355994" y="691051"/>
                  </a:cubicBezTo>
                  <a:cubicBezTo>
                    <a:pt x="359332" y="704436"/>
                    <a:pt x="348281" y="739374"/>
                    <a:pt x="370060" y="743717"/>
                  </a:cubicBezTo>
                  <a:cubicBezTo>
                    <a:pt x="393687" y="748449"/>
                    <a:pt x="389830" y="715261"/>
                    <a:pt x="403410" y="705084"/>
                  </a:cubicBezTo>
                  <a:cubicBezTo>
                    <a:pt x="409990" y="700158"/>
                    <a:pt x="415823" y="706802"/>
                    <a:pt x="422727" y="705084"/>
                  </a:cubicBezTo>
                  <a:cubicBezTo>
                    <a:pt x="441914" y="700287"/>
                    <a:pt x="462202" y="680485"/>
                    <a:pt x="484177" y="689300"/>
                  </a:cubicBezTo>
                  <a:cubicBezTo>
                    <a:pt x="500868" y="695977"/>
                    <a:pt x="514448" y="707936"/>
                    <a:pt x="521059" y="724401"/>
                  </a:cubicBezTo>
                  <a:cubicBezTo>
                    <a:pt x="526666" y="738467"/>
                    <a:pt x="518207" y="767863"/>
                    <a:pt x="536843" y="775317"/>
                  </a:cubicBezTo>
                  <a:cubicBezTo>
                    <a:pt x="577907" y="791749"/>
                    <a:pt x="575379" y="728517"/>
                    <a:pt x="600043" y="724401"/>
                  </a:cubicBezTo>
                  <a:cubicBezTo>
                    <a:pt x="625615" y="720122"/>
                    <a:pt x="617091" y="754250"/>
                    <a:pt x="636926" y="754250"/>
                  </a:cubicBezTo>
                  <a:cubicBezTo>
                    <a:pt x="656761" y="754250"/>
                    <a:pt x="656404" y="725373"/>
                    <a:pt x="654492" y="713867"/>
                  </a:cubicBezTo>
                  <a:cubicBezTo>
                    <a:pt x="652418" y="701325"/>
                    <a:pt x="639519" y="692606"/>
                    <a:pt x="636926" y="682267"/>
                  </a:cubicBezTo>
                  <a:cubicBezTo>
                    <a:pt x="630541" y="656728"/>
                    <a:pt x="661234" y="607691"/>
                    <a:pt x="686092" y="601501"/>
                  </a:cubicBezTo>
                  <a:cubicBezTo>
                    <a:pt x="701098" y="597774"/>
                    <a:pt x="696237" y="626619"/>
                    <a:pt x="705409" y="624318"/>
                  </a:cubicBezTo>
                  <a:cubicBezTo>
                    <a:pt x="716882" y="621466"/>
                    <a:pt x="718989" y="610187"/>
                    <a:pt x="728225" y="603251"/>
                  </a:cubicBezTo>
                  <a:cubicBezTo>
                    <a:pt x="739893" y="594500"/>
                    <a:pt x="773567" y="604548"/>
                    <a:pt x="780892" y="615535"/>
                  </a:cubicBezTo>
                  <a:cubicBezTo>
                    <a:pt x="786272" y="623573"/>
                    <a:pt x="765692" y="638902"/>
                    <a:pt x="763326" y="643634"/>
                  </a:cubicBezTo>
                  <a:cubicBezTo>
                    <a:pt x="759404" y="651510"/>
                    <a:pt x="767539" y="665641"/>
                    <a:pt x="772109" y="671734"/>
                  </a:cubicBezTo>
                  <a:cubicBezTo>
                    <a:pt x="785527" y="689625"/>
                    <a:pt x="829410" y="717108"/>
                    <a:pt x="824775" y="740217"/>
                  </a:cubicBezTo>
                  <a:cubicBezTo>
                    <a:pt x="822215" y="753084"/>
                    <a:pt x="818715" y="763747"/>
                    <a:pt x="814404" y="773405"/>
                  </a:cubicBezTo>
                  <a:cubicBezTo>
                    <a:pt x="816965" y="772724"/>
                    <a:pt x="819557" y="772109"/>
                    <a:pt x="822247" y="771752"/>
                  </a:cubicBezTo>
                  <a:cubicBezTo>
                    <a:pt x="859908" y="766372"/>
                    <a:pt x="891281" y="759339"/>
                    <a:pt x="924307" y="739536"/>
                  </a:cubicBezTo>
                  <a:cubicBezTo>
                    <a:pt x="934808" y="733216"/>
                    <a:pt x="946022" y="727933"/>
                    <a:pt x="956523" y="721613"/>
                  </a:cubicBezTo>
                  <a:cubicBezTo>
                    <a:pt x="976682" y="709524"/>
                    <a:pt x="985076" y="682267"/>
                    <a:pt x="1006661" y="671475"/>
                  </a:cubicBezTo>
                  <a:cubicBezTo>
                    <a:pt x="1020565" y="664507"/>
                    <a:pt x="1040336" y="660293"/>
                    <a:pt x="1053235" y="649987"/>
                  </a:cubicBezTo>
                  <a:cubicBezTo>
                    <a:pt x="1062602" y="642500"/>
                    <a:pt x="1069959" y="620720"/>
                    <a:pt x="1081886" y="617771"/>
                  </a:cubicBezTo>
                  <a:cubicBezTo>
                    <a:pt x="1101040" y="612974"/>
                    <a:pt x="1085645" y="637412"/>
                    <a:pt x="1099776" y="633879"/>
                  </a:cubicBezTo>
                  <a:cubicBezTo>
                    <a:pt x="1114879" y="630119"/>
                    <a:pt x="1115527" y="609895"/>
                    <a:pt x="1123047" y="599848"/>
                  </a:cubicBezTo>
                  <a:cubicBezTo>
                    <a:pt x="1131570" y="588505"/>
                    <a:pt x="1138474" y="593917"/>
                    <a:pt x="1148132" y="589088"/>
                  </a:cubicBezTo>
                  <a:cubicBezTo>
                    <a:pt x="1162392" y="581958"/>
                    <a:pt x="1178176" y="560211"/>
                    <a:pt x="1182163" y="544330"/>
                  </a:cubicBezTo>
                  <a:cubicBezTo>
                    <a:pt x="1186506" y="526925"/>
                    <a:pt x="1165958" y="513118"/>
                    <a:pt x="1158892" y="501354"/>
                  </a:cubicBezTo>
                  <a:cubicBezTo>
                    <a:pt x="1152637" y="490885"/>
                    <a:pt x="1156202" y="481681"/>
                    <a:pt x="1153512" y="470920"/>
                  </a:cubicBezTo>
                  <a:cubicBezTo>
                    <a:pt x="1150919" y="460582"/>
                    <a:pt x="1140386" y="462753"/>
                    <a:pt x="1135622" y="454813"/>
                  </a:cubicBezTo>
                  <a:cubicBezTo>
                    <a:pt x="1129302" y="444279"/>
                    <a:pt x="1133029" y="395307"/>
                    <a:pt x="1139219" y="385001"/>
                  </a:cubicBezTo>
                  <a:cubicBezTo>
                    <a:pt x="1140905" y="382181"/>
                    <a:pt x="1142849" y="379815"/>
                    <a:pt x="1144988" y="377773"/>
                  </a:cubicBezTo>
                  <a:cubicBezTo>
                    <a:pt x="1129269" y="364420"/>
                    <a:pt x="1117569" y="345590"/>
                    <a:pt x="1106809" y="32757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C09BE089-141F-8D8E-7BED-B1AFA06E058A}"/>
                </a:ext>
              </a:extLst>
            </p:cNvPr>
            <p:cNvSpPr/>
            <p:nvPr/>
          </p:nvSpPr>
          <p:spPr>
            <a:xfrm>
              <a:off x="6151243" y="1296514"/>
              <a:ext cx="1050120" cy="1229569"/>
            </a:xfrm>
            <a:custGeom>
              <a:avLst/>
              <a:gdLst>
                <a:gd name="connsiteX0" fmla="*/ 1004213 w 1050120"/>
                <a:gd name="connsiteY0" fmla="*/ 1010185 h 1229569"/>
                <a:gd name="connsiteX1" fmla="*/ 980521 w 1050120"/>
                <a:gd name="connsiteY1" fmla="*/ 961861 h 1229569"/>
                <a:gd name="connsiteX2" fmla="*/ 1010501 w 1050120"/>
                <a:gd name="connsiteY2" fmla="*/ 906667 h 1229569"/>
                <a:gd name="connsiteX3" fmla="*/ 1035035 w 1050120"/>
                <a:gd name="connsiteY3" fmla="*/ 855458 h 1229569"/>
                <a:gd name="connsiteX4" fmla="*/ 1017145 w 1050120"/>
                <a:gd name="connsiteY4" fmla="*/ 810376 h 1229569"/>
                <a:gd name="connsiteX5" fmla="*/ 991995 w 1050120"/>
                <a:gd name="connsiteY5" fmla="*/ 765617 h 1229569"/>
                <a:gd name="connsiteX6" fmla="*/ 1015103 w 1050120"/>
                <a:gd name="connsiteY6" fmla="*/ 705626 h 1229569"/>
                <a:gd name="connsiteX7" fmla="*/ 1010274 w 1050120"/>
                <a:gd name="connsiteY7" fmla="*/ 662229 h 1229569"/>
                <a:gd name="connsiteX8" fmla="*/ 1002204 w 1050120"/>
                <a:gd name="connsiteY8" fmla="*/ 590764 h 1229569"/>
                <a:gd name="connsiteX9" fmla="*/ 998736 w 1050120"/>
                <a:gd name="connsiteY9" fmla="*/ 516707 h 1229569"/>
                <a:gd name="connsiteX10" fmla="*/ 980295 w 1050120"/>
                <a:gd name="connsiteY10" fmla="*/ 473439 h 1229569"/>
                <a:gd name="connsiteX11" fmla="*/ 1007940 w 1050120"/>
                <a:gd name="connsiteY11" fmla="*/ 413156 h 1229569"/>
                <a:gd name="connsiteX12" fmla="*/ 993874 w 1050120"/>
                <a:gd name="connsiteY12" fmla="*/ 363342 h 1229569"/>
                <a:gd name="connsiteX13" fmla="*/ 948986 w 1050120"/>
                <a:gd name="connsiteY13" fmla="*/ 312750 h 1229569"/>
                <a:gd name="connsiteX14" fmla="*/ 912590 w 1050120"/>
                <a:gd name="connsiteY14" fmla="*/ 273598 h 1229569"/>
                <a:gd name="connsiteX15" fmla="*/ 893241 w 1050120"/>
                <a:gd name="connsiteY15" fmla="*/ 194225 h 1229569"/>
                <a:gd name="connsiteX16" fmla="*/ 890356 w 1050120"/>
                <a:gd name="connsiteY16" fmla="*/ 188424 h 1229569"/>
                <a:gd name="connsiteX17" fmla="*/ 868090 w 1050120"/>
                <a:gd name="connsiteY17" fmla="*/ 176627 h 1229569"/>
                <a:gd name="connsiteX18" fmla="*/ 844658 w 1050120"/>
                <a:gd name="connsiteY18" fmla="*/ 178766 h 1229569"/>
                <a:gd name="connsiteX19" fmla="*/ 821614 w 1050120"/>
                <a:gd name="connsiteY19" fmla="*/ 164927 h 1229569"/>
                <a:gd name="connsiteX20" fmla="*/ 815975 w 1050120"/>
                <a:gd name="connsiteY20" fmla="*/ 140975 h 1229569"/>
                <a:gd name="connsiteX21" fmla="*/ 799024 w 1050120"/>
                <a:gd name="connsiteY21" fmla="*/ 147555 h 1229569"/>
                <a:gd name="connsiteX22" fmla="*/ 750052 w 1050120"/>
                <a:gd name="connsiteY22" fmla="*/ 140846 h 1229569"/>
                <a:gd name="connsiteX23" fmla="*/ 711355 w 1050120"/>
                <a:gd name="connsiteY23" fmla="*/ 98129 h 1229569"/>
                <a:gd name="connsiteX24" fmla="*/ 694307 w 1050120"/>
                <a:gd name="connsiteY24" fmla="*/ 1352 h 1229569"/>
                <a:gd name="connsiteX25" fmla="*/ 624333 w 1050120"/>
                <a:gd name="connsiteY25" fmla="*/ 30975 h 1229569"/>
                <a:gd name="connsiteX26" fmla="*/ 528594 w 1050120"/>
                <a:gd name="connsiteY26" fmla="*/ 53500 h 1229569"/>
                <a:gd name="connsiteX27" fmla="*/ 503249 w 1050120"/>
                <a:gd name="connsiteY27" fmla="*/ 42351 h 1229569"/>
                <a:gd name="connsiteX28" fmla="*/ 503443 w 1050120"/>
                <a:gd name="connsiteY28" fmla="*/ 69932 h 1229569"/>
                <a:gd name="connsiteX29" fmla="*/ 495956 w 1050120"/>
                <a:gd name="connsiteY29" fmla="*/ 112941 h 1229569"/>
                <a:gd name="connsiteX30" fmla="*/ 484742 w 1050120"/>
                <a:gd name="connsiteY30" fmla="*/ 178409 h 1229569"/>
                <a:gd name="connsiteX31" fmla="*/ 437974 w 1050120"/>
                <a:gd name="connsiteY31" fmla="*/ 227057 h 1229569"/>
                <a:gd name="connsiteX32" fmla="*/ 486622 w 1050120"/>
                <a:gd name="connsiteY32" fmla="*/ 292526 h 1229569"/>
                <a:gd name="connsiteX33" fmla="*/ 411787 w 1050120"/>
                <a:gd name="connsiteY33" fmla="*/ 335534 h 1229569"/>
                <a:gd name="connsiteX34" fmla="*/ 389327 w 1050120"/>
                <a:gd name="connsiteY34" fmla="*/ 389789 h 1229569"/>
                <a:gd name="connsiteX35" fmla="*/ 379960 w 1050120"/>
                <a:gd name="connsiteY35" fmla="*/ 442164 h 1229569"/>
                <a:gd name="connsiteX36" fmla="*/ 361260 w 1050120"/>
                <a:gd name="connsiteY36" fmla="*/ 447771 h 1229569"/>
                <a:gd name="connsiteX37" fmla="*/ 269603 w 1050120"/>
                <a:gd name="connsiteY37" fmla="*/ 391636 h 1229569"/>
                <a:gd name="connsiteX38" fmla="*/ 228443 w 1050120"/>
                <a:gd name="connsiteY38" fmla="*/ 458985 h 1229569"/>
                <a:gd name="connsiteX39" fmla="*/ 191041 w 1050120"/>
                <a:gd name="connsiteY39" fmla="*/ 475805 h 1229569"/>
                <a:gd name="connsiteX40" fmla="*/ 196648 w 1050120"/>
                <a:gd name="connsiteY40" fmla="*/ 515087 h 1229569"/>
                <a:gd name="connsiteX41" fmla="*/ 224715 w 1050120"/>
                <a:gd name="connsiteY41" fmla="*/ 520694 h 1229569"/>
                <a:gd name="connsiteX42" fmla="*/ 234082 w 1050120"/>
                <a:gd name="connsiteY42" fmla="*/ 582435 h 1229569"/>
                <a:gd name="connsiteX43" fmla="*/ 234082 w 1050120"/>
                <a:gd name="connsiteY43" fmla="*/ 612382 h 1229569"/>
                <a:gd name="connsiteX44" fmla="*/ 254662 w 1050120"/>
                <a:gd name="connsiteY44" fmla="*/ 616109 h 1229569"/>
                <a:gd name="connsiteX45" fmla="*/ 284609 w 1050120"/>
                <a:gd name="connsiteY45" fmla="*/ 657270 h 1229569"/>
                <a:gd name="connsiteX46" fmla="*/ 256542 w 1050120"/>
                <a:gd name="connsiteY46" fmla="*/ 698431 h 1229569"/>
                <a:gd name="connsiteX47" fmla="*/ 250935 w 1050120"/>
                <a:gd name="connsiteY47" fmla="*/ 737712 h 1229569"/>
                <a:gd name="connsiteX48" fmla="*/ 177980 w 1050120"/>
                <a:gd name="connsiteY48" fmla="*/ 821882 h 1229569"/>
                <a:gd name="connsiteX49" fmla="*/ 105024 w 1050120"/>
                <a:gd name="connsiteY49" fmla="*/ 827488 h 1229569"/>
                <a:gd name="connsiteX50" fmla="*/ 62016 w 1050120"/>
                <a:gd name="connsiteY50" fmla="*/ 878016 h 1229569"/>
                <a:gd name="connsiteX51" fmla="*/ 35926 w 1050120"/>
                <a:gd name="connsiteY51" fmla="*/ 887901 h 1229569"/>
                <a:gd name="connsiteX52" fmla="*/ 36509 w 1050120"/>
                <a:gd name="connsiteY52" fmla="*/ 893476 h 1229569"/>
                <a:gd name="connsiteX53" fmla="*/ 33560 w 1050120"/>
                <a:gd name="connsiteY53" fmla="*/ 918399 h 1229569"/>
                <a:gd name="connsiteX54" fmla="*/ 21503 w 1050120"/>
                <a:gd name="connsiteY54" fmla="*/ 934086 h 1229569"/>
                <a:gd name="connsiteX55" fmla="*/ 3029 w 1050120"/>
                <a:gd name="connsiteY55" fmla="*/ 983771 h 1229569"/>
                <a:gd name="connsiteX56" fmla="*/ 44709 w 1050120"/>
                <a:gd name="connsiteY56" fmla="*/ 1013847 h 1229569"/>
                <a:gd name="connsiteX57" fmla="*/ 51515 w 1050120"/>
                <a:gd name="connsiteY57" fmla="*/ 1037539 h 1229569"/>
                <a:gd name="connsiteX58" fmla="*/ 64350 w 1050120"/>
                <a:gd name="connsiteY58" fmla="*/ 1067648 h 1229569"/>
                <a:gd name="connsiteX59" fmla="*/ 72225 w 1050120"/>
                <a:gd name="connsiteY59" fmla="*/ 1081163 h 1229569"/>
                <a:gd name="connsiteX60" fmla="*/ 46621 w 1050120"/>
                <a:gd name="connsiteY60" fmla="*/ 1116814 h 1229569"/>
                <a:gd name="connsiteX61" fmla="*/ 11456 w 1050120"/>
                <a:gd name="connsiteY61" fmla="*/ 1146632 h 1229569"/>
                <a:gd name="connsiteX62" fmla="*/ 21147 w 1050120"/>
                <a:gd name="connsiteY62" fmla="*/ 1179366 h 1229569"/>
                <a:gd name="connsiteX63" fmla="*/ 59326 w 1050120"/>
                <a:gd name="connsiteY63" fmla="*/ 1229570 h 1229569"/>
                <a:gd name="connsiteX64" fmla="*/ 132346 w 1050120"/>
                <a:gd name="connsiteY64" fmla="*/ 1200984 h 1229569"/>
                <a:gd name="connsiteX65" fmla="*/ 218298 w 1050120"/>
                <a:gd name="connsiteY65" fmla="*/ 1118629 h 1229569"/>
                <a:gd name="connsiteX66" fmla="*/ 314978 w 1050120"/>
                <a:gd name="connsiteY66" fmla="*/ 1098924 h 1229569"/>
                <a:gd name="connsiteX67" fmla="*/ 402712 w 1050120"/>
                <a:gd name="connsiteY67" fmla="*/ 998647 h 1229569"/>
                <a:gd name="connsiteX68" fmla="*/ 445688 w 1050120"/>
                <a:gd name="connsiteY68" fmla="*/ 1014755 h 1229569"/>
                <a:gd name="connsiteX69" fmla="*/ 535205 w 1050120"/>
                <a:gd name="connsiteY69" fmla="*/ 986104 h 1229569"/>
                <a:gd name="connsiteX70" fmla="*/ 569236 w 1050120"/>
                <a:gd name="connsiteY70" fmla="*/ 982539 h 1229569"/>
                <a:gd name="connsiteX71" fmla="*/ 554911 w 1050120"/>
                <a:gd name="connsiteY71" fmla="*/ 1048785 h 1229569"/>
                <a:gd name="connsiteX72" fmla="*/ 558476 w 1050120"/>
                <a:gd name="connsiteY72" fmla="*/ 1088164 h 1229569"/>
                <a:gd name="connsiteX73" fmla="*/ 535205 w 1050120"/>
                <a:gd name="connsiteY73" fmla="*/ 1122195 h 1229569"/>
                <a:gd name="connsiteX74" fmla="*/ 536988 w 1050120"/>
                <a:gd name="connsiteY74" fmla="*/ 1174116 h 1229569"/>
                <a:gd name="connsiteX75" fmla="*/ 646210 w 1050120"/>
                <a:gd name="connsiteY75" fmla="*/ 1161573 h 1229569"/>
                <a:gd name="connsiteX76" fmla="*/ 660535 w 1050120"/>
                <a:gd name="connsiteY76" fmla="*/ 1183061 h 1229569"/>
                <a:gd name="connsiteX77" fmla="*/ 699914 w 1050120"/>
                <a:gd name="connsiteY77" fmla="*/ 1190224 h 1229569"/>
                <a:gd name="connsiteX78" fmla="*/ 742890 w 1050120"/>
                <a:gd name="connsiteY78" fmla="*/ 1116814 h 1229569"/>
                <a:gd name="connsiteX79" fmla="*/ 764378 w 1050120"/>
                <a:gd name="connsiteY79" fmla="*/ 1116814 h 1229569"/>
                <a:gd name="connsiteX80" fmla="*/ 769758 w 1050120"/>
                <a:gd name="connsiteY80" fmla="*/ 1163355 h 1229569"/>
                <a:gd name="connsiteX81" fmla="*/ 766160 w 1050120"/>
                <a:gd name="connsiteY81" fmla="*/ 1181278 h 1229569"/>
                <a:gd name="connsiteX82" fmla="*/ 814484 w 1050120"/>
                <a:gd name="connsiteY82" fmla="*/ 1166953 h 1229569"/>
                <a:gd name="connsiteX83" fmla="*/ 843135 w 1050120"/>
                <a:gd name="connsiteY83" fmla="*/ 1166953 h 1229569"/>
                <a:gd name="connsiteX84" fmla="*/ 868220 w 1050120"/>
                <a:gd name="connsiteY84" fmla="*/ 1159790 h 1229569"/>
                <a:gd name="connsiteX85" fmla="*/ 882189 w 1050120"/>
                <a:gd name="connsiteY85" fmla="*/ 1201956 h 1229569"/>
                <a:gd name="connsiteX86" fmla="*/ 908020 w 1050120"/>
                <a:gd name="connsiteY86" fmla="*/ 1185881 h 1229569"/>
                <a:gd name="connsiteX87" fmla="*/ 958320 w 1050120"/>
                <a:gd name="connsiteY87" fmla="*/ 1179561 h 1229569"/>
                <a:gd name="connsiteX88" fmla="*/ 980748 w 1050120"/>
                <a:gd name="connsiteY88" fmla="*/ 1143520 h 1229569"/>
                <a:gd name="connsiteX89" fmla="*/ 1025474 w 1050120"/>
                <a:gd name="connsiteY89" fmla="*/ 1098146 h 1229569"/>
                <a:gd name="connsiteX90" fmla="*/ 1049847 w 1050120"/>
                <a:gd name="connsiteY90" fmla="*/ 1047586 h 1229569"/>
                <a:gd name="connsiteX91" fmla="*/ 1004181 w 1050120"/>
                <a:gd name="connsiteY91" fmla="*/ 1009958 h 1229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</a:cxnLst>
              <a:rect l="l" t="t" r="r" b="b"/>
              <a:pathLst>
                <a:path w="1050120" h="1229569">
                  <a:moveTo>
                    <a:pt x="1004213" y="1010185"/>
                  </a:moveTo>
                  <a:cubicBezTo>
                    <a:pt x="973132" y="1000624"/>
                    <a:pt x="989304" y="980789"/>
                    <a:pt x="980521" y="961861"/>
                  </a:cubicBezTo>
                  <a:cubicBezTo>
                    <a:pt x="971738" y="942934"/>
                    <a:pt x="990536" y="928933"/>
                    <a:pt x="1010501" y="906667"/>
                  </a:cubicBezTo>
                  <a:cubicBezTo>
                    <a:pt x="1030498" y="884433"/>
                    <a:pt x="1024956" y="879928"/>
                    <a:pt x="1035035" y="855458"/>
                  </a:cubicBezTo>
                  <a:cubicBezTo>
                    <a:pt x="1045083" y="830989"/>
                    <a:pt x="1030660" y="828396"/>
                    <a:pt x="1017145" y="810376"/>
                  </a:cubicBezTo>
                  <a:cubicBezTo>
                    <a:pt x="1003597" y="792356"/>
                    <a:pt x="991314" y="794819"/>
                    <a:pt x="991995" y="765617"/>
                  </a:cubicBezTo>
                  <a:cubicBezTo>
                    <a:pt x="992675" y="736448"/>
                    <a:pt x="985156" y="748472"/>
                    <a:pt x="1015103" y="705626"/>
                  </a:cubicBezTo>
                  <a:cubicBezTo>
                    <a:pt x="1045050" y="662812"/>
                    <a:pt x="1008167" y="674577"/>
                    <a:pt x="1010274" y="662229"/>
                  </a:cubicBezTo>
                  <a:cubicBezTo>
                    <a:pt x="1012381" y="649881"/>
                    <a:pt x="1010598" y="611863"/>
                    <a:pt x="1002204" y="590764"/>
                  </a:cubicBezTo>
                  <a:cubicBezTo>
                    <a:pt x="993810" y="569665"/>
                    <a:pt x="1000324" y="550770"/>
                    <a:pt x="998736" y="516707"/>
                  </a:cubicBezTo>
                  <a:cubicBezTo>
                    <a:pt x="997148" y="482644"/>
                    <a:pt x="990212" y="500761"/>
                    <a:pt x="980295" y="473439"/>
                  </a:cubicBezTo>
                  <a:cubicBezTo>
                    <a:pt x="970377" y="446118"/>
                    <a:pt x="992092" y="430755"/>
                    <a:pt x="1007940" y="413156"/>
                  </a:cubicBezTo>
                  <a:cubicBezTo>
                    <a:pt x="1023789" y="395558"/>
                    <a:pt x="989304" y="389270"/>
                    <a:pt x="993874" y="363342"/>
                  </a:cubicBezTo>
                  <a:cubicBezTo>
                    <a:pt x="998444" y="337446"/>
                    <a:pt x="968789" y="344123"/>
                    <a:pt x="948986" y="312750"/>
                  </a:cubicBezTo>
                  <a:cubicBezTo>
                    <a:pt x="929184" y="281409"/>
                    <a:pt x="913400" y="296447"/>
                    <a:pt x="912590" y="273598"/>
                  </a:cubicBezTo>
                  <a:cubicBezTo>
                    <a:pt x="911779" y="250717"/>
                    <a:pt x="911002" y="225242"/>
                    <a:pt x="893241" y="194225"/>
                  </a:cubicBezTo>
                  <a:cubicBezTo>
                    <a:pt x="892009" y="192119"/>
                    <a:pt x="891102" y="190174"/>
                    <a:pt x="890356" y="188424"/>
                  </a:cubicBezTo>
                  <a:cubicBezTo>
                    <a:pt x="884555" y="184243"/>
                    <a:pt x="878267" y="180159"/>
                    <a:pt x="868090" y="176627"/>
                  </a:cubicBezTo>
                  <a:cubicBezTo>
                    <a:pt x="859534" y="173677"/>
                    <a:pt x="853700" y="186771"/>
                    <a:pt x="844658" y="178766"/>
                  </a:cubicBezTo>
                  <a:cubicBezTo>
                    <a:pt x="837560" y="172478"/>
                    <a:pt x="829328" y="171376"/>
                    <a:pt x="821614" y="164927"/>
                  </a:cubicBezTo>
                  <a:cubicBezTo>
                    <a:pt x="816072" y="160292"/>
                    <a:pt x="821873" y="145027"/>
                    <a:pt x="815975" y="140975"/>
                  </a:cubicBezTo>
                  <a:cubicBezTo>
                    <a:pt x="810984" y="137572"/>
                    <a:pt x="804955" y="146194"/>
                    <a:pt x="799024" y="147555"/>
                  </a:cubicBezTo>
                  <a:cubicBezTo>
                    <a:pt x="786579" y="150472"/>
                    <a:pt x="760035" y="150731"/>
                    <a:pt x="750052" y="140846"/>
                  </a:cubicBezTo>
                  <a:cubicBezTo>
                    <a:pt x="738579" y="129502"/>
                    <a:pt x="716508" y="113265"/>
                    <a:pt x="711355" y="98129"/>
                  </a:cubicBezTo>
                  <a:cubicBezTo>
                    <a:pt x="703511" y="75021"/>
                    <a:pt x="726587" y="12534"/>
                    <a:pt x="694307" y="1352"/>
                  </a:cubicBezTo>
                  <a:cubicBezTo>
                    <a:pt x="671393" y="-6588"/>
                    <a:pt x="643682" y="22678"/>
                    <a:pt x="624333" y="30975"/>
                  </a:cubicBezTo>
                  <a:cubicBezTo>
                    <a:pt x="599150" y="41768"/>
                    <a:pt x="556401" y="63126"/>
                    <a:pt x="528594" y="53500"/>
                  </a:cubicBezTo>
                  <a:cubicBezTo>
                    <a:pt x="519875" y="50486"/>
                    <a:pt x="511513" y="46500"/>
                    <a:pt x="503249" y="42351"/>
                  </a:cubicBezTo>
                  <a:cubicBezTo>
                    <a:pt x="502503" y="52204"/>
                    <a:pt x="503443" y="60144"/>
                    <a:pt x="503443" y="69932"/>
                  </a:cubicBezTo>
                  <a:cubicBezTo>
                    <a:pt x="503443" y="86461"/>
                    <a:pt x="499878" y="97319"/>
                    <a:pt x="495956" y="112941"/>
                  </a:cubicBezTo>
                  <a:cubicBezTo>
                    <a:pt x="490803" y="133586"/>
                    <a:pt x="502471" y="160681"/>
                    <a:pt x="484742" y="178409"/>
                  </a:cubicBezTo>
                  <a:cubicBezTo>
                    <a:pt x="474339" y="188813"/>
                    <a:pt x="433761" y="210236"/>
                    <a:pt x="437974" y="227057"/>
                  </a:cubicBezTo>
                  <a:cubicBezTo>
                    <a:pt x="443873" y="250587"/>
                    <a:pt x="500753" y="257166"/>
                    <a:pt x="486622" y="292526"/>
                  </a:cubicBezTo>
                  <a:cubicBezTo>
                    <a:pt x="474955" y="321695"/>
                    <a:pt x="427344" y="314824"/>
                    <a:pt x="411787" y="335534"/>
                  </a:cubicBezTo>
                  <a:cubicBezTo>
                    <a:pt x="399990" y="351253"/>
                    <a:pt x="392568" y="370375"/>
                    <a:pt x="389327" y="389789"/>
                  </a:cubicBezTo>
                  <a:cubicBezTo>
                    <a:pt x="386961" y="403984"/>
                    <a:pt x="391012" y="431144"/>
                    <a:pt x="379960" y="442164"/>
                  </a:cubicBezTo>
                  <a:cubicBezTo>
                    <a:pt x="377627" y="444530"/>
                    <a:pt x="364630" y="450039"/>
                    <a:pt x="361260" y="447771"/>
                  </a:cubicBezTo>
                  <a:cubicBezTo>
                    <a:pt x="327650" y="425343"/>
                    <a:pt x="310376" y="401845"/>
                    <a:pt x="269603" y="391636"/>
                  </a:cubicBezTo>
                  <a:cubicBezTo>
                    <a:pt x="235184" y="383047"/>
                    <a:pt x="243416" y="447771"/>
                    <a:pt x="228443" y="458985"/>
                  </a:cubicBezTo>
                  <a:cubicBezTo>
                    <a:pt x="215349" y="468772"/>
                    <a:pt x="195773" y="456813"/>
                    <a:pt x="191041" y="475805"/>
                  </a:cubicBezTo>
                  <a:cubicBezTo>
                    <a:pt x="188610" y="485464"/>
                    <a:pt x="184235" y="510128"/>
                    <a:pt x="196648" y="515087"/>
                  </a:cubicBezTo>
                  <a:cubicBezTo>
                    <a:pt x="202936" y="517614"/>
                    <a:pt x="222836" y="513272"/>
                    <a:pt x="224715" y="520694"/>
                  </a:cubicBezTo>
                  <a:cubicBezTo>
                    <a:pt x="229382" y="539427"/>
                    <a:pt x="234082" y="563183"/>
                    <a:pt x="234082" y="582435"/>
                  </a:cubicBezTo>
                  <a:cubicBezTo>
                    <a:pt x="234082" y="587718"/>
                    <a:pt x="230679" y="607294"/>
                    <a:pt x="234082" y="612382"/>
                  </a:cubicBezTo>
                  <a:cubicBezTo>
                    <a:pt x="238360" y="618832"/>
                    <a:pt x="248796" y="614651"/>
                    <a:pt x="254662" y="616109"/>
                  </a:cubicBezTo>
                  <a:cubicBezTo>
                    <a:pt x="269506" y="619836"/>
                    <a:pt x="282243" y="643107"/>
                    <a:pt x="284609" y="657270"/>
                  </a:cubicBezTo>
                  <a:cubicBezTo>
                    <a:pt x="287980" y="677559"/>
                    <a:pt x="262473" y="683587"/>
                    <a:pt x="256542" y="698431"/>
                  </a:cubicBezTo>
                  <a:cubicBezTo>
                    <a:pt x="251713" y="710488"/>
                    <a:pt x="255084" y="725267"/>
                    <a:pt x="250935" y="737712"/>
                  </a:cubicBezTo>
                  <a:cubicBezTo>
                    <a:pt x="241342" y="766493"/>
                    <a:pt x="201704" y="804088"/>
                    <a:pt x="177980" y="821882"/>
                  </a:cubicBezTo>
                  <a:cubicBezTo>
                    <a:pt x="155520" y="838735"/>
                    <a:pt x="127063" y="816469"/>
                    <a:pt x="105024" y="827488"/>
                  </a:cubicBezTo>
                  <a:cubicBezTo>
                    <a:pt x="84055" y="837990"/>
                    <a:pt x="80425" y="864177"/>
                    <a:pt x="62016" y="878016"/>
                  </a:cubicBezTo>
                  <a:cubicBezTo>
                    <a:pt x="53622" y="884304"/>
                    <a:pt x="44806" y="886767"/>
                    <a:pt x="35926" y="887901"/>
                  </a:cubicBezTo>
                  <a:cubicBezTo>
                    <a:pt x="36153" y="889749"/>
                    <a:pt x="36347" y="891628"/>
                    <a:pt x="36509" y="893476"/>
                  </a:cubicBezTo>
                  <a:cubicBezTo>
                    <a:pt x="37222" y="901902"/>
                    <a:pt x="37093" y="910718"/>
                    <a:pt x="33560" y="918399"/>
                  </a:cubicBezTo>
                  <a:cubicBezTo>
                    <a:pt x="30805" y="924428"/>
                    <a:pt x="26138" y="929321"/>
                    <a:pt x="21503" y="934086"/>
                  </a:cubicBezTo>
                  <a:cubicBezTo>
                    <a:pt x="8215" y="947730"/>
                    <a:pt x="-6467" y="967241"/>
                    <a:pt x="3029" y="983771"/>
                  </a:cubicBezTo>
                  <a:cubicBezTo>
                    <a:pt x="11683" y="998874"/>
                    <a:pt x="35051" y="999392"/>
                    <a:pt x="44709" y="1013847"/>
                  </a:cubicBezTo>
                  <a:cubicBezTo>
                    <a:pt x="49311" y="1020718"/>
                    <a:pt x="49862" y="1029436"/>
                    <a:pt x="51515" y="1037539"/>
                  </a:cubicBezTo>
                  <a:cubicBezTo>
                    <a:pt x="53719" y="1048299"/>
                    <a:pt x="58094" y="1058606"/>
                    <a:pt x="64350" y="1067648"/>
                  </a:cubicBezTo>
                  <a:cubicBezTo>
                    <a:pt x="67331" y="1071959"/>
                    <a:pt x="70767" y="1076107"/>
                    <a:pt x="72225" y="1081163"/>
                  </a:cubicBezTo>
                  <a:cubicBezTo>
                    <a:pt x="76633" y="1096526"/>
                    <a:pt x="61011" y="1109944"/>
                    <a:pt x="46621" y="1116814"/>
                  </a:cubicBezTo>
                  <a:cubicBezTo>
                    <a:pt x="32199" y="1123685"/>
                    <a:pt x="14892" y="1131043"/>
                    <a:pt x="11456" y="1146632"/>
                  </a:cubicBezTo>
                  <a:cubicBezTo>
                    <a:pt x="8928" y="1158040"/>
                    <a:pt x="15151" y="1169352"/>
                    <a:pt x="21147" y="1179366"/>
                  </a:cubicBezTo>
                  <a:cubicBezTo>
                    <a:pt x="31907" y="1197386"/>
                    <a:pt x="43640" y="1216217"/>
                    <a:pt x="59326" y="1229570"/>
                  </a:cubicBezTo>
                  <a:cubicBezTo>
                    <a:pt x="78092" y="1211679"/>
                    <a:pt x="111993" y="1221337"/>
                    <a:pt x="132346" y="1200984"/>
                  </a:cubicBezTo>
                  <a:cubicBezTo>
                    <a:pt x="154450" y="1178880"/>
                    <a:pt x="186406" y="1126570"/>
                    <a:pt x="218298" y="1118629"/>
                  </a:cubicBezTo>
                  <a:cubicBezTo>
                    <a:pt x="251324" y="1110365"/>
                    <a:pt x="283572" y="1122486"/>
                    <a:pt x="314978" y="1098924"/>
                  </a:cubicBezTo>
                  <a:cubicBezTo>
                    <a:pt x="348749" y="1073612"/>
                    <a:pt x="352249" y="1008726"/>
                    <a:pt x="402712" y="998647"/>
                  </a:cubicBezTo>
                  <a:cubicBezTo>
                    <a:pt x="422126" y="994758"/>
                    <a:pt x="429094" y="1014755"/>
                    <a:pt x="445688" y="1014755"/>
                  </a:cubicBezTo>
                  <a:cubicBezTo>
                    <a:pt x="478098" y="1014755"/>
                    <a:pt x="506133" y="997026"/>
                    <a:pt x="535205" y="986104"/>
                  </a:cubicBezTo>
                  <a:cubicBezTo>
                    <a:pt x="541460" y="983771"/>
                    <a:pt x="563953" y="977256"/>
                    <a:pt x="569236" y="982539"/>
                  </a:cubicBezTo>
                  <a:cubicBezTo>
                    <a:pt x="591307" y="1004610"/>
                    <a:pt x="560485" y="1026520"/>
                    <a:pt x="554911" y="1048785"/>
                  </a:cubicBezTo>
                  <a:cubicBezTo>
                    <a:pt x="551702" y="1061620"/>
                    <a:pt x="561198" y="1074616"/>
                    <a:pt x="558476" y="1088164"/>
                  </a:cubicBezTo>
                  <a:cubicBezTo>
                    <a:pt x="555786" y="1101582"/>
                    <a:pt x="540780" y="1111046"/>
                    <a:pt x="535205" y="1122195"/>
                  </a:cubicBezTo>
                  <a:cubicBezTo>
                    <a:pt x="528723" y="1135159"/>
                    <a:pt x="517282" y="1166208"/>
                    <a:pt x="536988" y="1174116"/>
                  </a:cubicBezTo>
                  <a:cubicBezTo>
                    <a:pt x="577922" y="1190483"/>
                    <a:pt x="607383" y="1155123"/>
                    <a:pt x="646210" y="1161573"/>
                  </a:cubicBezTo>
                  <a:cubicBezTo>
                    <a:pt x="656128" y="1163226"/>
                    <a:pt x="656905" y="1175801"/>
                    <a:pt x="660535" y="1183061"/>
                  </a:cubicBezTo>
                  <a:cubicBezTo>
                    <a:pt x="669772" y="1201535"/>
                    <a:pt x="684875" y="1197743"/>
                    <a:pt x="699914" y="1190224"/>
                  </a:cubicBezTo>
                  <a:cubicBezTo>
                    <a:pt x="738676" y="1170842"/>
                    <a:pt x="690223" y="1116814"/>
                    <a:pt x="742890" y="1116814"/>
                  </a:cubicBezTo>
                  <a:cubicBezTo>
                    <a:pt x="748788" y="1116814"/>
                    <a:pt x="758965" y="1114643"/>
                    <a:pt x="764378" y="1116814"/>
                  </a:cubicBezTo>
                  <a:cubicBezTo>
                    <a:pt x="775721" y="1121352"/>
                    <a:pt x="771638" y="1153957"/>
                    <a:pt x="769758" y="1163355"/>
                  </a:cubicBezTo>
                  <a:cubicBezTo>
                    <a:pt x="769272" y="1165786"/>
                    <a:pt x="763114" y="1179237"/>
                    <a:pt x="766160" y="1181278"/>
                  </a:cubicBezTo>
                  <a:cubicBezTo>
                    <a:pt x="779351" y="1190061"/>
                    <a:pt x="802881" y="1169838"/>
                    <a:pt x="814484" y="1166953"/>
                  </a:cubicBezTo>
                  <a:cubicBezTo>
                    <a:pt x="823462" y="1164717"/>
                    <a:pt x="833995" y="1168606"/>
                    <a:pt x="843135" y="1166953"/>
                  </a:cubicBezTo>
                  <a:cubicBezTo>
                    <a:pt x="845760" y="1166467"/>
                    <a:pt x="864914" y="1157619"/>
                    <a:pt x="868220" y="1159790"/>
                  </a:cubicBezTo>
                  <a:cubicBezTo>
                    <a:pt x="881346" y="1168541"/>
                    <a:pt x="881022" y="1186367"/>
                    <a:pt x="882189" y="1201956"/>
                  </a:cubicBezTo>
                  <a:cubicBezTo>
                    <a:pt x="889902" y="1197224"/>
                    <a:pt x="898556" y="1191844"/>
                    <a:pt x="908020" y="1185881"/>
                  </a:cubicBezTo>
                  <a:cubicBezTo>
                    <a:pt x="935374" y="1168541"/>
                    <a:pt x="939684" y="1181278"/>
                    <a:pt x="958320" y="1179561"/>
                  </a:cubicBezTo>
                  <a:cubicBezTo>
                    <a:pt x="976956" y="1177875"/>
                    <a:pt x="973035" y="1163323"/>
                    <a:pt x="980748" y="1143520"/>
                  </a:cubicBezTo>
                  <a:cubicBezTo>
                    <a:pt x="988430" y="1123750"/>
                    <a:pt x="1008913" y="1108129"/>
                    <a:pt x="1025474" y="1098146"/>
                  </a:cubicBezTo>
                  <a:cubicBezTo>
                    <a:pt x="1042036" y="1088196"/>
                    <a:pt x="1047157" y="1076950"/>
                    <a:pt x="1049847" y="1047586"/>
                  </a:cubicBezTo>
                  <a:cubicBezTo>
                    <a:pt x="1052537" y="1018190"/>
                    <a:pt x="1035295" y="1019551"/>
                    <a:pt x="1004181" y="100995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4F509F58-3F8B-3773-7892-7BCDB56704B4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305">
            <a:extLst>
              <a:ext uri="{FF2B5EF4-FFF2-40B4-BE49-F238E27FC236}">
                <a16:creationId xmlns:a16="http://schemas.microsoft.com/office/drawing/2014/main" id="{1814CF83-FA9D-7897-736C-4D576A45B5A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546100" y="3986783"/>
            <a:ext cx="400151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Text Placeholder 305">
            <a:extLst>
              <a:ext uri="{FF2B5EF4-FFF2-40B4-BE49-F238E27FC236}">
                <a16:creationId xmlns:a16="http://schemas.microsoft.com/office/drawing/2014/main" id="{996B6C77-ADCB-ED02-70E3-323323708148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546100" y="4828031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Text Placeholder 305">
            <a:extLst>
              <a:ext uri="{FF2B5EF4-FFF2-40B4-BE49-F238E27FC236}">
                <a16:creationId xmlns:a16="http://schemas.microsoft.com/office/drawing/2014/main" id="{DDE8CBA0-4242-4D49-6B03-2B75A055AE5C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46100" y="5669279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888248708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5" name="Group 512">
            <a:extLst>
              <a:ext uri="{FF2B5EF4-FFF2-40B4-BE49-F238E27FC236}">
                <a16:creationId xmlns:a16="http://schemas.microsoft.com/office/drawing/2014/main" id="{424EE4EF-C391-F190-9060-1F5192EBC792}"/>
              </a:ext>
            </a:extLst>
          </p:cNvPr>
          <p:cNvGrpSpPr/>
          <p:nvPr userDrawn="1"/>
        </p:nvGrpSpPr>
        <p:grpSpPr>
          <a:xfrm>
            <a:off x="4932764" y="1529696"/>
            <a:ext cx="6712750" cy="4388504"/>
            <a:chOff x="5157992" y="1665629"/>
            <a:chExt cx="2936367" cy="1919171"/>
          </a:xfrm>
          <a:solidFill>
            <a:schemeClr val="bg1">
              <a:lumMod val="85000"/>
            </a:schemeClr>
          </a:solidFill>
        </p:grpSpPr>
        <p:sp>
          <p:nvSpPr>
            <p:cNvPr id="306" name="Freeform 5">
              <a:extLst>
                <a:ext uri="{FF2B5EF4-FFF2-40B4-BE49-F238E27FC236}">
                  <a16:creationId xmlns:a16="http://schemas.microsoft.com/office/drawing/2014/main" id="{705E062B-5F32-65BA-881C-D5E63F0D947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79188" y="1665629"/>
              <a:ext cx="365958" cy="271518"/>
            </a:xfrm>
            <a:custGeom>
              <a:avLst/>
              <a:gdLst>
                <a:gd name="T0" fmla="*/ 228 w 257"/>
                <a:gd name="T1" fmla="*/ 167 h 190"/>
                <a:gd name="T2" fmla="*/ 227 w 257"/>
                <a:gd name="T3" fmla="*/ 190 h 190"/>
                <a:gd name="T4" fmla="*/ 150 w 257"/>
                <a:gd name="T5" fmla="*/ 172 h 190"/>
                <a:gd name="T6" fmla="*/ 141 w 257"/>
                <a:gd name="T7" fmla="*/ 172 h 190"/>
                <a:gd name="T8" fmla="*/ 108 w 257"/>
                <a:gd name="T9" fmla="*/ 174 h 190"/>
                <a:gd name="T10" fmla="*/ 102 w 257"/>
                <a:gd name="T11" fmla="*/ 173 h 190"/>
                <a:gd name="T12" fmla="*/ 97 w 257"/>
                <a:gd name="T13" fmla="*/ 174 h 190"/>
                <a:gd name="T14" fmla="*/ 94 w 257"/>
                <a:gd name="T15" fmla="*/ 172 h 190"/>
                <a:gd name="T16" fmla="*/ 86 w 257"/>
                <a:gd name="T17" fmla="*/ 171 h 190"/>
                <a:gd name="T18" fmla="*/ 85 w 257"/>
                <a:gd name="T19" fmla="*/ 168 h 190"/>
                <a:gd name="T20" fmla="*/ 73 w 257"/>
                <a:gd name="T21" fmla="*/ 165 h 190"/>
                <a:gd name="T22" fmla="*/ 66 w 257"/>
                <a:gd name="T23" fmla="*/ 162 h 190"/>
                <a:gd name="T24" fmla="*/ 51 w 257"/>
                <a:gd name="T25" fmla="*/ 165 h 190"/>
                <a:gd name="T26" fmla="*/ 33 w 257"/>
                <a:gd name="T27" fmla="*/ 156 h 190"/>
                <a:gd name="T28" fmla="*/ 29 w 257"/>
                <a:gd name="T29" fmla="*/ 128 h 190"/>
                <a:gd name="T30" fmla="*/ 20 w 257"/>
                <a:gd name="T31" fmla="*/ 126 h 190"/>
                <a:gd name="T32" fmla="*/ 10 w 257"/>
                <a:gd name="T33" fmla="*/ 120 h 190"/>
                <a:gd name="T34" fmla="*/ 0 w 257"/>
                <a:gd name="T35" fmla="*/ 116 h 190"/>
                <a:gd name="T36" fmla="*/ 3 w 257"/>
                <a:gd name="T37" fmla="*/ 103 h 190"/>
                <a:gd name="T38" fmla="*/ 5 w 257"/>
                <a:gd name="T39" fmla="*/ 105 h 190"/>
                <a:gd name="T40" fmla="*/ 7 w 257"/>
                <a:gd name="T41" fmla="*/ 105 h 190"/>
                <a:gd name="T42" fmla="*/ 11 w 257"/>
                <a:gd name="T43" fmla="*/ 99 h 190"/>
                <a:gd name="T44" fmla="*/ 9 w 257"/>
                <a:gd name="T45" fmla="*/ 96 h 190"/>
                <a:gd name="T46" fmla="*/ 7 w 257"/>
                <a:gd name="T47" fmla="*/ 88 h 190"/>
                <a:gd name="T48" fmla="*/ 16 w 257"/>
                <a:gd name="T49" fmla="*/ 85 h 190"/>
                <a:gd name="T50" fmla="*/ 8 w 257"/>
                <a:gd name="T51" fmla="*/ 78 h 190"/>
                <a:gd name="T52" fmla="*/ 6 w 257"/>
                <a:gd name="T53" fmla="*/ 60 h 190"/>
                <a:gd name="T54" fmla="*/ 8 w 257"/>
                <a:gd name="T55" fmla="*/ 41 h 190"/>
                <a:gd name="T56" fmla="*/ 3 w 257"/>
                <a:gd name="T57" fmla="*/ 23 h 190"/>
                <a:gd name="T58" fmla="*/ 10 w 257"/>
                <a:gd name="T59" fmla="*/ 10 h 190"/>
                <a:gd name="T60" fmla="*/ 33 w 257"/>
                <a:gd name="T61" fmla="*/ 30 h 190"/>
                <a:gd name="T62" fmla="*/ 49 w 257"/>
                <a:gd name="T63" fmla="*/ 36 h 190"/>
                <a:gd name="T64" fmla="*/ 55 w 257"/>
                <a:gd name="T65" fmla="*/ 36 h 190"/>
                <a:gd name="T66" fmla="*/ 65 w 257"/>
                <a:gd name="T67" fmla="*/ 42 h 190"/>
                <a:gd name="T68" fmla="*/ 63 w 257"/>
                <a:gd name="T69" fmla="*/ 56 h 190"/>
                <a:gd name="T70" fmla="*/ 48 w 257"/>
                <a:gd name="T71" fmla="*/ 69 h 190"/>
                <a:gd name="T72" fmla="*/ 48 w 257"/>
                <a:gd name="T73" fmla="*/ 74 h 190"/>
                <a:gd name="T74" fmla="*/ 55 w 257"/>
                <a:gd name="T75" fmla="*/ 66 h 190"/>
                <a:gd name="T76" fmla="*/ 70 w 257"/>
                <a:gd name="T77" fmla="*/ 57 h 190"/>
                <a:gd name="T78" fmla="*/ 66 w 257"/>
                <a:gd name="T79" fmla="*/ 64 h 190"/>
                <a:gd name="T80" fmla="*/ 52 w 257"/>
                <a:gd name="T81" fmla="*/ 80 h 190"/>
                <a:gd name="T82" fmla="*/ 46 w 257"/>
                <a:gd name="T83" fmla="*/ 91 h 190"/>
                <a:gd name="T84" fmla="*/ 55 w 257"/>
                <a:gd name="T85" fmla="*/ 87 h 190"/>
                <a:gd name="T86" fmla="*/ 65 w 257"/>
                <a:gd name="T87" fmla="*/ 82 h 190"/>
                <a:gd name="T88" fmla="*/ 71 w 257"/>
                <a:gd name="T89" fmla="*/ 68 h 190"/>
                <a:gd name="T90" fmla="*/ 80 w 257"/>
                <a:gd name="T91" fmla="*/ 54 h 190"/>
                <a:gd name="T92" fmla="*/ 78 w 257"/>
                <a:gd name="T93" fmla="*/ 42 h 190"/>
                <a:gd name="T94" fmla="*/ 75 w 257"/>
                <a:gd name="T95" fmla="*/ 35 h 190"/>
                <a:gd name="T96" fmla="*/ 74 w 257"/>
                <a:gd name="T97" fmla="*/ 46 h 190"/>
                <a:gd name="T98" fmla="*/ 76 w 257"/>
                <a:gd name="T99" fmla="*/ 54 h 190"/>
                <a:gd name="T100" fmla="*/ 72 w 257"/>
                <a:gd name="T101" fmla="*/ 51 h 190"/>
                <a:gd name="T102" fmla="*/ 68 w 257"/>
                <a:gd name="T103" fmla="*/ 41 h 190"/>
                <a:gd name="T104" fmla="*/ 73 w 257"/>
                <a:gd name="T105" fmla="*/ 32 h 190"/>
                <a:gd name="T106" fmla="*/ 74 w 257"/>
                <a:gd name="T107" fmla="*/ 24 h 190"/>
                <a:gd name="T108" fmla="*/ 80 w 257"/>
                <a:gd name="T109" fmla="*/ 30 h 190"/>
                <a:gd name="T110" fmla="*/ 79 w 257"/>
                <a:gd name="T111" fmla="*/ 15 h 190"/>
                <a:gd name="T112" fmla="*/ 77 w 257"/>
                <a:gd name="T113" fmla="*/ 11 h 190"/>
                <a:gd name="T114" fmla="*/ 145 w 257"/>
                <a:gd name="T115" fmla="*/ 19 h 190"/>
                <a:gd name="T116" fmla="*/ 246 w 257"/>
                <a:gd name="T117" fmla="*/ 45 h 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57" h="190">
                  <a:moveTo>
                    <a:pt x="257" y="47"/>
                  </a:moveTo>
                  <a:cubicBezTo>
                    <a:pt x="257" y="47"/>
                    <a:pt x="233" y="161"/>
                    <a:pt x="228" y="167"/>
                  </a:cubicBezTo>
                  <a:cubicBezTo>
                    <a:pt x="224" y="174"/>
                    <a:pt x="229" y="172"/>
                    <a:pt x="229" y="179"/>
                  </a:cubicBezTo>
                  <a:cubicBezTo>
                    <a:pt x="229" y="185"/>
                    <a:pt x="227" y="190"/>
                    <a:pt x="227" y="190"/>
                  </a:cubicBezTo>
                  <a:cubicBezTo>
                    <a:pt x="161" y="173"/>
                    <a:pt x="161" y="173"/>
                    <a:pt x="161" y="173"/>
                  </a:cubicBezTo>
                  <a:cubicBezTo>
                    <a:pt x="150" y="172"/>
                    <a:pt x="150" y="172"/>
                    <a:pt x="150" y="172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1" y="172"/>
                    <a:pt x="141" y="172"/>
                    <a:pt x="141" y="172"/>
                  </a:cubicBezTo>
                  <a:cubicBezTo>
                    <a:pt x="137" y="173"/>
                    <a:pt x="137" y="173"/>
                    <a:pt x="137" y="173"/>
                  </a:cubicBezTo>
                  <a:cubicBezTo>
                    <a:pt x="108" y="174"/>
                    <a:pt x="108" y="174"/>
                    <a:pt x="108" y="174"/>
                  </a:cubicBezTo>
                  <a:cubicBezTo>
                    <a:pt x="105" y="172"/>
                    <a:pt x="105" y="172"/>
                    <a:pt x="105" y="172"/>
                  </a:cubicBezTo>
                  <a:cubicBezTo>
                    <a:pt x="102" y="173"/>
                    <a:pt x="102" y="173"/>
                    <a:pt x="102" y="173"/>
                  </a:cubicBezTo>
                  <a:cubicBezTo>
                    <a:pt x="99" y="174"/>
                    <a:pt x="99" y="174"/>
                    <a:pt x="99" y="174"/>
                  </a:cubicBezTo>
                  <a:cubicBezTo>
                    <a:pt x="97" y="174"/>
                    <a:pt x="97" y="174"/>
                    <a:pt x="97" y="174"/>
                  </a:cubicBezTo>
                  <a:cubicBezTo>
                    <a:pt x="94" y="173"/>
                    <a:pt x="94" y="173"/>
                    <a:pt x="94" y="173"/>
                  </a:cubicBezTo>
                  <a:cubicBezTo>
                    <a:pt x="94" y="172"/>
                    <a:pt x="94" y="172"/>
                    <a:pt x="94" y="172"/>
                  </a:cubicBezTo>
                  <a:cubicBezTo>
                    <a:pt x="89" y="172"/>
                    <a:pt x="89" y="172"/>
                    <a:pt x="89" y="172"/>
                  </a:cubicBezTo>
                  <a:cubicBezTo>
                    <a:pt x="86" y="171"/>
                    <a:pt x="86" y="171"/>
                    <a:pt x="86" y="171"/>
                  </a:cubicBezTo>
                  <a:cubicBezTo>
                    <a:pt x="85" y="169"/>
                    <a:pt x="85" y="169"/>
                    <a:pt x="85" y="169"/>
                  </a:cubicBezTo>
                  <a:cubicBezTo>
                    <a:pt x="85" y="168"/>
                    <a:pt x="85" y="168"/>
                    <a:pt x="85" y="168"/>
                  </a:cubicBezTo>
                  <a:cubicBezTo>
                    <a:pt x="81" y="167"/>
                    <a:pt x="81" y="167"/>
                    <a:pt x="81" y="167"/>
                  </a:cubicBezTo>
                  <a:cubicBezTo>
                    <a:pt x="73" y="165"/>
                    <a:pt x="73" y="165"/>
                    <a:pt x="73" y="165"/>
                  </a:cubicBezTo>
                  <a:cubicBezTo>
                    <a:pt x="68" y="163"/>
                    <a:pt x="68" y="163"/>
                    <a:pt x="68" y="163"/>
                  </a:cubicBezTo>
                  <a:cubicBezTo>
                    <a:pt x="66" y="162"/>
                    <a:pt x="66" y="162"/>
                    <a:pt x="66" y="162"/>
                  </a:cubicBezTo>
                  <a:cubicBezTo>
                    <a:pt x="60" y="163"/>
                    <a:pt x="60" y="163"/>
                    <a:pt x="60" y="163"/>
                  </a:cubicBezTo>
                  <a:cubicBezTo>
                    <a:pt x="51" y="165"/>
                    <a:pt x="51" y="165"/>
                    <a:pt x="51" y="165"/>
                  </a:cubicBezTo>
                  <a:cubicBezTo>
                    <a:pt x="40" y="162"/>
                    <a:pt x="40" y="162"/>
                    <a:pt x="40" y="162"/>
                  </a:cubicBezTo>
                  <a:cubicBezTo>
                    <a:pt x="33" y="156"/>
                    <a:pt x="33" y="156"/>
                    <a:pt x="33" y="156"/>
                  </a:cubicBezTo>
                  <a:cubicBezTo>
                    <a:pt x="33" y="156"/>
                    <a:pt x="36" y="149"/>
                    <a:pt x="35" y="140"/>
                  </a:cubicBezTo>
                  <a:cubicBezTo>
                    <a:pt x="34" y="130"/>
                    <a:pt x="29" y="128"/>
                    <a:pt x="29" y="128"/>
                  </a:cubicBezTo>
                  <a:cubicBezTo>
                    <a:pt x="24" y="128"/>
                    <a:pt x="24" y="128"/>
                    <a:pt x="24" y="128"/>
                  </a:cubicBezTo>
                  <a:cubicBezTo>
                    <a:pt x="20" y="126"/>
                    <a:pt x="20" y="126"/>
                    <a:pt x="20" y="126"/>
                  </a:cubicBezTo>
                  <a:cubicBezTo>
                    <a:pt x="20" y="126"/>
                    <a:pt x="20" y="120"/>
                    <a:pt x="15" y="120"/>
                  </a:cubicBezTo>
                  <a:cubicBezTo>
                    <a:pt x="10" y="120"/>
                    <a:pt x="10" y="120"/>
                    <a:pt x="10" y="120"/>
                  </a:cubicBezTo>
                  <a:cubicBezTo>
                    <a:pt x="4" y="119"/>
                    <a:pt x="4" y="119"/>
                    <a:pt x="4" y="119"/>
                  </a:cubicBezTo>
                  <a:cubicBezTo>
                    <a:pt x="0" y="116"/>
                    <a:pt x="0" y="116"/>
                    <a:pt x="0" y="116"/>
                  </a:cubicBezTo>
                  <a:cubicBezTo>
                    <a:pt x="1" y="109"/>
                    <a:pt x="1" y="109"/>
                    <a:pt x="1" y="109"/>
                  </a:cubicBezTo>
                  <a:cubicBezTo>
                    <a:pt x="3" y="103"/>
                    <a:pt x="3" y="103"/>
                    <a:pt x="3" y="103"/>
                  </a:cubicBezTo>
                  <a:cubicBezTo>
                    <a:pt x="4" y="102"/>
                    <a:pt x="4" y="102"/>
                    <a:pt x="4" y="102"/>
                  </a:cubicBezTo>
                  <a:cubicBezTo>
                    <a:pt x="5" y="105"/>
                    <a:pt x="5" y="105"/>
                    <a:pt x="5" y="105"/>
                  </a:cubicBezTo>
                  <a:cubicBezTo>
                    <a:pt x="6" y="106"/>
                    <a:pt x="6" y="106"/>
                    <a:pt x="6" y="106"/>
                  </a:cubicBezTo>
                  <a:cubicBezTo>
                    <a:pt x="7" y="105"/>
                    <a:pt x="7" y="105"/>
                    <a:pt x="7" y="105"/>
                  </a:cubicBezTo>
                  <a:cubicBezTo>
                    <a:pt x="7" y="101"/>
                    <a:pt x="7" y="101"/>
                    <a:pt x="7" y="101"/>
                  </a:cubicBezTo>
                  <a:cubicBezTo>
                    <a:pt x="11" y="99"/>
                    <a:pt x="11" y="99"/>
                    <a:pt x="11" y="99"/>
                  </a:cubicBezTo>
                  <a:cubicBezTo>
                    <a:pt x="11" y="98"/>
                    <a:pt x="11" y="98"/>
                    <a:pt x="11" y="98"/>
                  </a:cubicBezTo>
                  <a:cubicBezTo>
                    <a:pt x="9" y="96"/>
                    <a:pt x="9" y="96"/>
                    <a:pt x="9" y="96"/>
                  </a:cubicBezTo>
                  <a:cubicBezTo>
                    <a:pt x="8" y="95"/>
                    <a:pt x="8" y="95"/>
                    <a:pt x="8" y="95"/>
                  </a:cubicBezTo>
                  <a:cubicBezTo>
                    <a:pt x="7" y="88"/>
                    <a:pt x="7" y="88"/>
                    <a:pt x="7" y="88"/>
                  </a:cubicBezTo>
                  <a:cubicBezTo>
                    <a:pt x="14" y="87"/>
                    <a:pt x="14" y="87"/>
                    <a:pt x="14" y="87"/>
                  </a:cubicBezTo>
                  <a:cubicBezTo>
                    <a:pt x="16" y="85"/>
                    <a:pt x="16" y="85"/>
                    <a:pt x="16" y="85"/>
                  </a:cubicBezTo>
                  <a:cubicBezTo>
                    <a:pt x="10" y="80"/>
                    <a:pt x="10" y="80"/>
                    <a:pt x="10" y="80"/>
                  </a:cubicBezTo>
                  <a:cubicBezTo>
                    <a:pt x="8" y="78"/>
                    <a:pt x="8" y="78"/>
                    <a:pt x="8" y="78"/>
                  </a:cubicBezTo>
                  <a:cubicBezTo>
                    <a:pt x="6" y="64"/>
                    <a:pt x="6" y="64"/>
                    <a:pt x="6" y="64"/>
                  </a:cubicBezTo>
                  <a:cubicBezTo>
                    <a:pt x="6" y="60"/>
                    <a:pt x="6" y="60"/>
                    <a:pt x="6" y="60"/>
                  </a:cubicBezTo>
                  <a:cubicBezTo>
                    <a:pt x="8" y="59"/>
                    <a:pt x="8" y="59"/>
                    <a:pt x="8" y="59"/>
                  </a:cubicBezTo>
                  <a:cubicBezTo>
                    <a:pt x="8" y="41"/>
                    <a:pt x="8" y="41"/>
                    <a:pt x="8" y="41"/>
                  </a:cubicBezTo>
                  <a:cubicBezTo>
                    <a:pt x="3" y="37"/>
                    <a:pt x="3" y="37"/>
                    <a:pt x="3" y="37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8" y="17"/>
                    <a:pt x="8" y="17"/>
                    <a:pt x="8" y="17"/>
                  </a:cubicBezTo>
                  <a:cubicBezTo>
                    <a:pt x="10" y="10"/>
                    <a:pt x="10" y="10"/>
                    <a:pt x="10" y="10"/>
                  </a:cubicBezTo>
                  <a:cubicBezTo>
                    <a:pt x="21" y="21"/>
                    <a:pt x="21" y="21"/>
                    <a:pt x="21" y="21"/>
                  </a:cubicBezTo>
                  <a:cubicBezTo>
                    <a:pt x="33" y="30"/>
                    <a:pt x="33" y="30"/>
                    <a:pt x="33" y="30"/>
                  </a:cubicBezTo>
                  <a:cubicBezTo>
                    <a:pt x="42" y="34"/>
                    <a:pt x="42" y="34"/>
                    <a:pt x="42" y="34"/>
                  </a:cubicBezTo>
                  <a:cubicBezTo>
                    <a:pt x="49" y="36"/>
                    <a:pt x="49" y="36"/>
                    <a:pt x="49" y="36"/>
                  </a:cubicBezTo>
                  <a:cubicBezTo>
                    <a:pt x="52" y="36"/>
                    <a:pt x="52" y="36"/>
                    <a:pt x="52" y="36"/>
                  </a:cubicBezTo>
                  <a:cubicBezTo>
                    <a:pt x="55" y="36"/>
                    <a:pt x="55" y="36"/>
                    <a:pt x="55" y="36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65" y="42"/>
                    <a:pt x="65" y="42"/>
                    <a:pt x="65" y="42"/>
                  </a:cubicBezTo>
                  <a:cubicBezTo>
                    <a:pt x="66" y="52"/>
                    <a:pt x="66" y="52"/>
                    <a:pt x="66" y="52"/>
                  </a:cubicBezTo>
                  <a:cubicBezTo>
                    <a:pt x="63" y="56"/>
                    <a:pt x="63" y="56"/>
                    <a:pt x="63" y="56"/>
                  </a:cubicBezTo>
                  <a:cubicBezTo>
                    <a:pt x="54" y="61"/>
                    <a:pt x="54" y="61"/>
                    <a:pt x="54" y="61"/>
                  </a:cubicBezTo>
                  <a:cubicBezTo>
                    <a:pt x="48" y="69"/>
                    <a:pt x="48" y="69"/>
                    <a:pt x="48" y="69"/>
                  </a:cubicBezTo>
                  <a:cubicBezTo>
                    <a:pt x="46" y="73"/>
                    <a:pt x="46" y="73"/>
                    <a:pt x="46" y="73"/>
                  </a:cubicBezTo>
                  <a:cubicBezTo>
                    <a:pt x="48" y="74"/>
                    <a:pt x="48" y="74"/>
                    <a:pt x="48" y="74"/>
                  </a:cubicBezTo>
                  <a:cubicBezTo>
                    <a:pt x="52" y="70"/>
                    <a:pt x="52" y="70"/>
                    <a:pt x="52" y="70"/>
                  </a:cubicBezTo>
                  <a:cubicBezTo>
                    <a:pt x="55" y="66"/>
                    <a:pt x="55" y="66"/>
                    <a:pt x="55" y="66"/>
                  </a:cubicBezTo>
                  <a:cubicBezTo>
                    <a:pt x="64" y="60"/>
                    <a:pt x="64" y="60"/>
                    <a:pt x="64" y="60"/>
                  </a:cubicBezTo>
                  <a:cubicBezTo>
                    <a:pt x="70" y="57"/>
                    <a:pt x="70" y="57"/>
                    <a:pt x="70" y="57"/>
                  </a:cubicBezTo>
                  <a:cubicBezTo>
                    <a:pt x="69" y="61"/>
                    <a:pt x="69" y="61"/>
                    <a:pt x="69" y="61"/>
                  </a:cubicBezTo>
                  <a:cubicBezTo>
                    <a:pt x="66" y="64"/>
                    <a:pt x="66" y="64"/>
                    <a:pt x="66" y="64"/>
                  </a:cubicBezTo>
                  <a:cubicBezTo>
                    <a:pt x="62" y="74"/>
                    <a:pt x="62" y="74"/>
                    <a:pt x="62" y="74"/>
                  </a:cubicBezTo>
                  <a:cubicBezTo>
                    <a:pt x="52" y="80"/>
                    <a:pt x="52" y="80"/>
                    <a:pt x="52" y="80"/>
                  </a:cubicBezTo>
                  <a:cubicBezTo>
                    <a:pt x="46" y="86"/>
                    <a:pt x="46" y="86"/>
                    <a:pt x="46" y="86"/>
                  </a:cubicBezTo>
                  <a:cubicBezTo>
                    <a:pt x="46" y="91"/>
                    <a:pt x="46" y="91"/>
                    <a:pt x="46" y="91"/>
                  </a:cubicBezTo>
                  <a:cubicBezTo>
                    <a:pt x="50" y="92"/>
                    <a:pt x="50" y="92"/>
                    <a:pt x="50" y="92"/>
                  </a:cubicBezTo>
                  <a:cubicBezTo>
                    <a:pt x="55" y="87"/>
                    <a:pt x="55" y="87"/>
                    <a:pt x="55" y="87"/>
                  </a:cubicBezTo>
                  <a:cubicBezTo>
                    <a:pt x="60" y="83"/>
                    <a:pt x="60" y="83"/>
                    <a:pt x="60" y="83"/>
                  </a:cubicBezTo>
                  <a:cubicBezTo>
                    <a:pt x="65" y="82"/>
                    <a:pt x="65" y="82"/>
                    <a:pt x="65" y="82"/>
                  </a:cubicBezTo>
                  <a:cubicBezTo>
                    <a:pt x="69" y="78"/>
                    <a:pt x="69" y="78"/>
                    <a:pt x="69" y="78"/>
                  </a:cubicBezTo>
                  <a:cubicBezTo>
                    <a:pt x="71" y="68"/>
                    <a:pt x="71" y="68"/>
                    <a:pt x="71" y="68"/>
                  </a:cubicBezTo>
                  <a:cubicBezTo>
                    <a:pt x="75" y="60"/>
                    <a:pt x="75" y="60"/>
                    <a:pt x="75" y="60"/>
                  </a:cubicBezTo>
                  <a:cubicBezTo>
                    <a:pt x="80" y="54"/>
                    <a:pt x="80" y="54"/>
                    <a:pt x="80" y="54"/>
                  </a:cubicBezTo>
                  <a:cubicBezTo>
                    <a:pt x="81" y="50"/>
                    <a:pt x="81" y="50"/>
                    <a:pt x="81" y="50"/>
                  </a:cubicBezTo>
                  <a:cubicBezTo>
                    <a:pt x="78" y="42"/>
                    <a:pt x="78" y="42"/>
                    <a:pt x="78" y="42"/>
                  </a:cubicBezTo>
                  <a:cubicBezTo>
                    <a:pt x="78" y="34"/>
                    <a:pt x="78" y="34"/>
                    <a:pt x="78" y="34"/>
                  </a:cubicBezTo>
                  <a:cubicBezTo>
                    <a:pt x="75" y="35"/>
                    <a:pt x="75" y="35"/>
                    <a:pt x="75" y="35"/>
                  </a:cubicBezTo>
                  <a:cubicBezTo>
                    <a:pt x="73" y="38"/>
                    <a:pt x="73" y="38"/>
                    <a:pt x="73" y="38"/>
                  </a:cubicBezTo>
                  <a:cubicBezTo>
                    <a:pt x="74" y="46"/>
                    <a:pt x="74" y="46"/>
                    <a:pt x="74" y="46"/>
                  </a:cubicBezTo>
                  <a:cubicBezTo>
                    <a:pt x="76" y="52"/>
                    <a:pt x="76" y="52"/>
                    <a:pt x="76" y="52"/>
                  </a:cubicBezTo>
                  <a:cubicBezTo>
                    <a:pt x="76" y="54"/>
                    <a:pt x="76" y="54"/>
                    <a:pt x="76" y="54"/>
                  </a:cubicBezTo>
                  <a:cubicBezTo>
                    <a:pt x="74" y="53"/>
                    <a:pt x="74" y="53"/>
                    <a:pt x="74" y="53"/>
                  </a:cubicBezTo>
                  <a:cubicBezTo>
                    <a:pt x="72" y="51"/>
                    <a:pt x="72" y="51"/>
                    <a:pt x="72" y="51"/>
                  </a:cubicBezTo>
                  <a:cubicBezTo>
                    <a:pt x="70" y="46"/>
                    <a:pt x="70" y="46"/>
                    <a:pt x="70" y="46"/>
                  </a:cubicBezTo>
                  <a:cubicBezTo>
                    <a:pt x="68" y="41"/>
                    <a:pt x="68" y="41"/>
                    <a:pt x="68" y="41"/>
                  </a:cubicBezTo>
                  <a:cubicBezTo>
                    <a:pt x="68" y="37"/>
                    <a:pt x="68" y="37"/>
                    <a:pt x="68" y="37"/>
                  </a:cubicBezTo>
                  <a:cubicBezTo>
                    <a:pt x="73" y="32"/>
                    <a:pt x="73" y="32"/>
                    <a:pt x="73" y="32"/>
                  </a:cubicBezTo>
                  <a:cubicBezTo>
                    <a:pt x="75" y="28"/>
                    <a:pt x="75" y="28"/>
                    <a:pt x="75" y="28"/>
                  </a:cubicBezTo>
                  <a:cubicBezTo>
                    <a:pt x="74" y="24"/>
                    <a:pt x="74" y="24"/>
                    <a:pt x="74" y="24"/>
                  </a:cubicBezTo>
                  <a:cubicBezTo>
                    <a:pt x="79" y="29"/>
                    <a:pt x="79" y="29"/>
                    <a:pt x="79" y="29"/>
                  </a:cubicBezTo>
                  <a:cubicBezTo>
                    <a:pt x="80" y="30"/>
                    <a:pt x="80" y="30"/>
                    <a:pt x="80" y="30"/>
                  </a:cubicBezTo>
                  <a:cubicBezTo>
                    <a:pt x="81" y="24"/>
                    <a:pt x="81" y="24"/>
                    <a:pt x="81" y="24"/>
                  </a:cubicBezTo>
                  <a:cubicBezTo>
                    <a:pt x="79" y="15"/>
                    <a:pt x="79" y="15"/>
                    <a:pt x="79" y="15"/>
                  </a:cubicBezTo>
                  <a:cubicBezTo>
                    <a:pt x="80" y="12"/>
                    <a:pt x="80" y="12"/>
                    <a:pt x="80" y="12"/>
                  </a:cubicBezTo>
                  <a:cubicBezTo>
                    <a:pt x="77" y="11"/>
                    <a:pt x="77" y="11"/>
                    <a:pt x="77" y="11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133" y="16"/>
                    <a:pt x="145" y="19"/>
                  </a:cubicBezTo>
                  <a:cubicBezTo>
                    <a:pt x="156" y="22"/>
                    <a:pt x="230" y="42"/>
                    <a:pt x="235" y="43"/>
                  </a:cubicBezTo>
                  <a:cubicBezTo>
                    <a:pt x="240" y="45"/>
                    <a:pt x="246" y="45"/>
                    <a:pt x="246" y="45"/>
                  </a:cubicBezTo>
                  <a:lnTo>
                    <a:pt x="257" y="4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7" name="Freeform 6">
              <a:extLst>
                <a:ext uri="{FF2B5EF4-FFF2-40B4-BE49-F238E27FC236}">
                  <a16:creationId xmlns:a16="http://schemas.microsoft.com/office/drawing/2014/main" id="{12AC7DDA-57DE-84DA-EDC8-A4CBBE95A9BD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5595" y="2621841"/>
              <a:ext cx="384509" cy="394627"/>
            </a:xfrm>
            <a:custGeom>
              <a:avLst/>
              <a:gdLst>
                <a:gd name="T0" fmla="*/ 34 w 228"/>
                <a:gd name="T1" fmla="*/ 0 h 234"/>
                <a:gd name="T2" fmla="*/ 228 w 228"/>
                <a:gd name="T3" fmla="*/ 23 h 234"/>
                <a:gd name="T4" fmla="*/ 227 w 228"/>
                <a:gd name="T5" fmla="*/ 44 h 234"/>
                <a:gd name="T6" fmla="*/ 224 w 228"/>
                <a:gd name="T7" fmla="*/ 44 h 234"/>
                <a:gd name="T8" fmla="*/ 210 w 228"/>
                <a:gd name="T9" fmla="*/ 226 h 234"/>
                <a:gd name="T10" fmla="*/ 91 w 228"/>
                <a:gd name="T11" fmla="*/ 215 h 234"/>
                <a:gd name="T12" fmla="*/ 90 w 228"/>
                <a:gd name="T13" fmla="*/ 224 h 234"/>
                <a:gd name="T14" fmla="*/ 32 w 228"/>
                <a:gd name="T15" fmla="*/ 218 h 234"/>
                <a:gd name="T16" fmla="*/ 29 w 228"/>
                <a:gd name="T17" fmla="*/ 234 h 234"/>
                <a:gd name="T18" fmla="*/ 0 w 228"/>
                <a:gd name="T19" fmla="*/ 230 h 234"/>
                <a:gd name="T20" fmla="*/ 34 w 228"/>
                <a:gd name="T21" fmla="*/ 0 h 2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28" h="234">
                  <a:moveTo>
                    <a:pt x="34" y="0"/>
                  </a:moveTo>
                  <a:lnTo>
                    <a:pt x="228" y="23"/>
                  </a:lnTo>
                  <a:lnTo>
                    <a:pt x="227" y="44"/>
                  </a:lnTo>
                  <a:lnTo>
                    <a:pt x="224" y="44"/>
                  </a:lnTo>
                  <a:lnTo>
                    <a:pt x="210" y="226"/>
                  </a:lnTo>
                  <a:lnTo>
                    <a:pt x="91" y="215"/>
                  </a:lnTo>
                  <a:lnTo>
                    <a:pt x="90" y="224"/>
                  </a:lnTo>
                  <a:lnTo>
                    <a:pt x="32" y="218"/>
                  </a:lnTo>
                  <a:lnTo>
                    <a:pt x="29" y="234"/>
                  </a:lnTo>
                  <a:lnTo>
                    <a:pt x="0" y="230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8" name="Freeform 7">
              <a:extLst>
                <a:ext uri="{FF2B5EF4-FFF2-40B4-BE49-F238E27FC236}">
                  <a16:creationId xmlns:a16="http://schemas.microsoft.com/office/drawing/2014/main" id="{0B7D389E-9FA8-BBF9-9B8F-8D3F95809470}"/>
                </a:ext>
              </a:extLst>
            </p:cNvPr>
            <p:cNvSpPr>
              <a:spLocks/>
            </p:cNvSpPr>
            <p:nvPr/>
          </p:nvSpPr>
          <p:spPr bwMode="auto">
            <a:xfrm>
              <a:off x="6068941" y="2696045"/>
              <a:ext cx="762272" cy="752153"/>
            </a:xfrm>
            <a:custGeom>
              <a:avLst/>
              <a:gdLst>
                <a:gd name="T0" fmla="*/ 450 w 452"/>
                <a:gd name="T1" fmla="*/ 234 h 446"/>
                <a:gd name="T2" fmla="*/ 446 w 452"/>
                <a:gd name="T3" fmla="*/ 215 h 446"/>
                <a:gd name="T4" fmla="*/ 435 w 452"/>
                <a:gd name="T5" fmla="*/ 131 h 446"/>
                <a:gd name="T6" fmla="*/ 417 w 452"/>
                <a:gd name="T7" fmla="*/ 128 h 446"/>
                <a:gd name="T8" fmla="*/ 398 w 452"/>
                <a:gd name="T9" fmla="*/ 117 h 446"/>
                <a:gd name="T10" fmla="*/ 378 w 452"/>
                <a:gd name="T11" fmla="*/ 116 h 446"/>
                <a:gd name="T12" fmla="*/ 365 w 452"/>
                <a:gd name="T13" fmla="*/ 118 h 446"/>
                <a:gd name="T14" fmla="*/ 352 w 452"/>
                <a:gd name="T15" fmla="*/ 122 h 446"/>
                <a:gd name="T16" fmla="*/ 332 w 452"/>
                <a:gd name="T17" fmla="*/ 118 h 446"/>
                <a:gd name="T18" fmla="*/ 325 w 452"/>
                <a:gd name="T19" fmla="*/ 116 h 446"/>
                <a:gd name="T20" fmla="*/ 310 w 452"/>
                <a:gd name="T21" fmla="*/ 112 h 446"/>
                <a:gd name="T22" fmla="*/ 301 w 452"/>
                <a:gd name="T23" fmla="*/ 111 h 446"/>
                <a:gd name="T24" fmla="*/ 284 w 452"/>
                <a:gd name="T25" fmla="*/ 107 h 446"/>
                <a:gd name="T26" fmla="*/ 269 w 452"/>
                <a:gd name="T27" fmla="*/ 101 h 446"/>
                <a:gd name="T28" fmla="*/ 253 w 452"/>
                <a:gd name="T29" fmla="*/ 93 h 446"/>
                <a:gd name="T30" fmla="*/ 242 w 452"/>
                <a:gd name="T31" fmla="*/ 90 h 446"/>
                <a:gd name="T32" fmla="*/ 125 w 452"/>
                <a:gd name="T33" fmla="*/ 182 h 446"/>
                <a:gd name="T34" fmla="*/ 2 w 452"/>
                <a:gd name="T35" fmla="*/ 183 h 446"/>
                <a:gd name="T36" fmla="*/ 13 w 452"/>
                <a:gd name="T37" fmla="*/ 197 h 446"/>
                <a:gd name="T38" fmla="*/ 22 w 452"/>
                <a:gd name="T39" fmla="*/ 205 h 446"/>
                <a:gd name="T40" fmla="*/ 41 w 452"/>
                <a:gd name="T41" fmla="*/ 224 h 446"/>
                <a:gd name="T42" fmla="*/ 55 w 452"/>
                <a:gd name="T43" fmla="*/ 238 h 446"/>
                <a:gd name="T44" fmla="*/ 59 w 452"/>
                <a:gd name="T45" fmla="*/ 259 h 446"/>
                <a:gd name="T46" fmla="*/ 66 w 452"/>
                <a:gd name="T47" fmla="*/ 278 h 446"/>
                <a:gd name="T48" fmla="*/ 74 w 452"/>
                <a:gd name="T49" fmla="*/ 286 h 446"/>
                <a:gd name="T50" fmla="*/ 88 w 452"/>
                <a:gd name="T51" fmla="*/ 296 h 446"/>
                <a:gd name="T52" fmla="*/ 109 w 452"/>
                <a:gd name="T53" fmla="*/ 307 h 446"/>
                <a:gd name="T54" fmla="*/ 120 w 452"/>
                <a:gd name="T55" fmla="*/ 298 h 446"/>
                <a:gd name="T56" fmla="*/ 127 w 452"/>
                <a:gd name="T57" fmla="*/ 283 h 446"/>
                <a:gd name="T58" fmla="*/ 148 w 452"/>
                <a:gd name="T59" fmla="*/ 275 h 446"/>
                <a:gd name="T60" fmla="*/ 170 w 452"/>
                <a:gd name="T61" fmla="*/ 279 h 446"/>
                <a:gd name="T62" fmla="*/ 183 w 452"/>
                <a:gd name="T63" fmla="*/ 292 h 446"/>
                <a:gd name="T64" fmla="*/ 200 w 452"/>
                <a:gd name="T65" fmla="*/ 320 h 446"/>
                <a:gd name="T66" fmla="*/ 210 w 452"/>
                <a:gd name="T67" fmla="*/ 343 h 446"/>
                <a:gd name="T68" fmla="*/ 235 w 452"/>
                <a:gd name="T69" fmla="*/ 372 h 446"/>
                <a:gd name="T70" fmla="*/ 237 w 452"/>
                <a:gd name="T71" fmla="*/ 388 h 446"/>
                <a:gd name="T72" fmla="*/ 249 w 452"/>
                <a:gd name="T73" fmla="*/ 416 h 446"/>
                <a:gd name="T74" fmla="*/ 273 w 452"/>
                <a:gd name="T75" fmla="*/ 427 h 446"/>
                <a:gd name="T76" fmla="*/ 291 w 452"/>
                <a:gd name="T77" fmla="*/ 438 h 446"/>
                <a:gd name="T78" fmla="*/ 305 w 452"/>
                <a:gd name="T79" fmla="*/ 442 h 446"/>
                <a:gd name="T80" fmla="*/ 321 w 452"/>
                <a:gd name="T81" fmla="*/ 441 h 446"/>
                <a:gd name="T82" fmla="*/ 317 w 452"/>
                <a:gd name="T83" fmla="*/ 425 h 446"/>
                <a:gd name="T84" fmla="*/ 308 w 452"/>
                <a:gd name="T85" fmla="*/ 404 h 446"/>
                <a:gd name="T86" fmla="*/ 318 w 452"/>
                <a:gd name="T87" fmla="*/ 370 h 446"/>
                <a:gd name="T88" fmla="*/ 311 w 452"/>
                <a:gd name="T89" fmla="*/ 361 h 446"/>
                <a:gd name="T90" fmla="*/ 326 w 452"/>
                <a:gd name="T91" fmla="*/ 355 h 446"/>
                <a:gd name="T92" fmla="*/ 324 w 452"/>
                <a:gd name="T93" fmla="*/ 350 h 446"/>
                <a:gd name="T94" fmla="*/ 338 w 452"/>
                <a:gd name="T95" fmla="*/ 350 h 446"/>
                <a:gd name="T96" fmla="*/ 336 w 452"/>
                <a:gd name="T97" fmla="*/ 345 h 446"/>
                <a:gd name="T98" fmla="*/ 347 w 452"/>
                <a:gd name="T99" fmla="*/ 342 h 446"/>
                <a:gd name="T100" fmla="*/ 346 w 452"/>
                <a:gd name="T101" fmla="*/ 331 h 446"/>
                <a:gd name="T102" fmla="*/ 357 w 452"/>
                <a:gd name="T103" fmla="*/ 329 h 446"/>
                <a:gd name="T104" fmla="*/ 367 w 452"/>
                <a:gd name="T105" fmla="*/ 329 h 446"/>
                <a:gd name="T106" fmla="*/ 395 w 452"/>
                <a:gd name="T107" fmla="*/ 314 h 446"/>
                <a:gd name="T108" fmla="*/ 403 w 452"/>
                <a:gd name="T109" fmla="*/ 305 h 446"/>
                <a:gd name="T110" fmla="*/ 403 w 452"/>
                <a:gd name="T111" fmla="*/ 296 h 446"/>
                <a:gd name="T112" fmla="*/ 410 w 452"/>
                <a:gd name="T113" fmla="*/ 286 h 446"/>
                <a:gd name="T114" fmla="*/ 412 w 452"/>
                <a:gd name="T115" fmla="*/ 299 h 446"/>
                <a:gd name="T116" fmla="*/ 439 w 452"/>
                <a:gd name="T117" fmla="*/ 288 h 446"/>
                <a:gd name="T118" fmla="*/ 447 w 452"/>
                <a:gd name="T119" fmla="*/ 268 h 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452" h="446">
                  <a:moveTo>
                    <a:pt x="446" y="253"/>
                  </a:moveTo>
                  <a:lnTo>
                    <a:pt x="448" y="245"/>
                  </a:lnTo>
                  <a:lnTo>
                    <a:pt x="452" y="240"/>
                  </a:lnTo>
                  <a:lnTo>
                    <a:pt x="450" y="234"/>
                  </a:lnTo>
                  <a:lnTo>
                    <a:pt x="448" y="226"/>
                  </a:lnTo>
                  <a:lnTo>
                    <a:pt x="447" y="223"/>
                  </a:lnTo>
                  <a:lnTo>
                    <a:pt x="447" y="217"/>
                  </a:lnTo>
                  <a:lnTo>
                    <a:pt x="446" y="215"/>
                  </a:lnTo>
                  <a:lnTo>
                    <a:pt x="442" y="206"/>
                  </a:lnTo>
                  <a:lnTo>
                    <a:pt x="442" y="204"/>
                  </a:lnTo>
                  <a:lnTo>
                    <a:pt x="435" y="198"/>
                  </a:lnTo>
                  <a:lnTo>
                    <a:pt x="435" y="131"/>
                  </a:lnTo>
                  <a:lnTo>
                    <a:pt x="425" y="130"/>
                  </a:lnTo>
                  <a:lnTo>
                    <a:pt x="423" y="132"/>
                  </a:lnTo>
                  <a:lnTo>
                    <a:pt x="420" y="131"/>
                  </a:lnTo>
                  <a:lnTo>
                    <a:pt x="417" y="128"/>
                  </a:lnTo>
                  <a:lnTo>
                    <a:pt x="413" y="126"/>
                  </a:lnTo>
                  <a:lnTo>
                    <a:pt x="408" y="126"/>
                  </a:lnTo>
                  <a:lnTo>
                    <a:pt x="402" y="122"/>
                  </a:lnTo>
                  <a:lnTo>
                    <a:pt x="398" y="117"/>
                  </a:lnTo>
                  <a:lnTo>
                    <a:pt x="393" y="116"/>
                  </a:lnTo>
                  <a:lnTo>
                    <a:pt x="385" y="118"/>
                  </a:lnTo>
                  <a:lnTo>
                    <a:pt x="383" y="117"/>
                  </a:lnTo>
                  <a:lnTo>
                    <a:pt x="378" y="116"/>
                  </a:lnTo>
                  <a:lnTo>
                    <a:pt x="374" y="119"/>
                  </a:lnTo>
                  <a:lnTo>
                    <a:pt x="372" y="120"/>
                  </a:lnTo>
                  <a:lnTo>
                    <a:pt x="369" y="118"/>
                  </a:lnTo>
                  <a:lnTo>
                    <a:pt x="365" y="118"/>
                  </a:lnTo>
                  <a:lnTo>
                    <a:pt x="363" y="121"/>
                  </a:lnTo>
                  <a:lnTo>
                    <a:pt x="358" y="124"/>
                  </a:lnTo>
                  <a:lnTo>
                    <a:pt x="354" y="125"/>
                  </a:lnTo>
                  <a:lnTo>
                    <a:pt x="352" y="122"/>
                  </a:lnTo>
                  <a:lnTo>
                    <a:pt x="349" y="119"/>
                  </a:lnTo>
                  <a:lnTo>
                    <a:pt x="341" y="120"/>
                  </a:lnTo>
                  <a:lnTo>
                    <a:pt x="336" y="117"/>
                  </a:lnTo>
                  <a:lnTo>
                    <a:pt x="332" y="118"/>
                  </a:lnTo>
                  <a:lnTo>
                    <a:pt x="330" y="122"/>
                  </a:lnTo>
                  <a:lnTo>
                    <a:pt x="328" y="123"/>
                  </a:lnTo>
                  <a:lnTo>
                    <a:pt x="327" y="118"/>
                  </a:lnTo>
                  <a:lnTo>
                    <a:pt x="325" y="116"/>
                  </a:lnTo>
                  <a:lnTo>
                    <a:pt x="319" y="120"/>
                  </a:lnTo>
                  <a:lnTo>
                    <a:pt x="318" y="116"/>
                  </a:lnTo>
                  <a:lnTo>
                    <a:pt x="312" y="112"/>
                  </a:lnTo>
                  <a:lnTo>
                    <a:pt x="310" y="112"/>
                  </a:lnTo>
                  <a:lnTo>
                    <a:pt x="308" y="115"/>
                  </a:lnTo>
                  <a:lnTo>
                    <a:pt x="305" y="117"/>
                  </a:lnTo>
                  <a:lnTo>
                    <a:pt x="302" y="116"/>
                  </a:lnTo>
                  <a:lnTo>
                    <a:pt x="301" y="111"/>
                  </a:lnTo>
                  <a:lnTo>
                    <a:pt x="298" y="111"/>
                  </a:lnTo>
                  <a:lnTo>
                    <a:pt x="295" y="105"/>
                  </a:lnTo>
                  <a:lnTo>
                    <a:pt x="287" y="105"/>
                  </a:lnTo>
                  <a:lnTo>
                    <a:pt x="284" y="107"/>
                  </a:lnTo>
                  <a:lnTo>
                    <a:pt x="281" y="104"/>
                  </a:lnTo>
                  <a:lnTo>
                    <a:pt x="280" y="104"/>
                  </a:lnTo>
                  <a:lnTo>
                    <a:pt x="275" y="105"/>
                  </a:lnTo>
                  <a:lnTo>
                    <a:pt x="269" y="101"/>
                  </a:lnTo>
                  <a:lnTo>
                    <a:pt x="261" y="101"/>
                  </a:lnTo>
                  <a:lnTo>
                    <a:pt x="259" y="94"/>
                  </a:lnTo>
                  <a:lnTo>
                    <a:pt x="255" y="92"/>
                  </a:lnTo>
                  <a:lnTo>
                    <a:pt x="253" y="93"/>
                  </a:lnTo>
                  <a:lnTo>
                    <a:pt x="250" y="92"/>
                  </a:lnTo>
                  <a:lnTo>
                    <a:pt x="247" y="93"/>
                  </a:lnTo>
                  <a:lnTo>
                    <a:pt x="244" y="93"/>
                  </a:lnTo>
                  <a:lnTo>
                    <a:pt x="242" y="90"/>
                  </a:lnTo>
                  <a:lnTo>
                    <a:pt x="235" y="83"/>
                  </a:lnTo>
                  <a:lnTo>
                    <a:pt x="239" y="6"/>
                  </a:lnTo>
                  <a:lnTo>
                    <a:pt x="139" y="0"/>
                  </a:lnTo>
                  <a:lnTo>
                    <a:pt x="125" y="182"/>
                  </a:lnTo>
                  <a:lnTo>
                    <a:pt x="6" y="171"/>
                  </a:lnTo>
                  <a:lnTo>
                    <a:pt x="5" y="180"/>
                  </a:lnTo>
                  <a:lnTo>
                    <a:pt x="0" y="180"/>
                  </a:lnTo>
                  <a:lnTo>
                    <a:pt x="2" y="183"/>
                  </a:lnTo>
                  <a:lnTo>
                    <a:pt x="7" y="186"/>
                  </a:lnTo>
                  <a:lnTo>
                    <a:pt x="10" y="190"/>
                  </a:lnTo>
                  <a:lnTo>
                    <a:pt x="11" y="193"/>
                  </a:lnTo>
                  <a:lnTo>
                    <a:pt x="13" y="197"/>
                  </a:lnTo>
                  <a:lnTo>
                    <a:pt x="15" y="198"/>
                  </a:lnTo>
                  <a:lnTo>
                    <a:pt x="18" y="200"/>
                  </a:lnTo>
                  <a:lnTo>
                    <a:pt x="21" y="202"/>
                  </a:lnTo>
                  <a:lnTo>
                    <a:pt x="22" y="205"/>
                  </a:lnTo>
                  <a:lnTo>
                    <a:pt x="26" y="210"/>
                  </a:lnTo>
                  <a:lnTo>
                    <a:pt x="30" y="213"/>
                  </a:lnTo>
                  <a:lnTo>
                    <a:pt x="38" y="224"/>
                  </a:lnTo>
                  <a:lnTo>
                    <a:pt x="41" y="224"/>
                  </a:lnTo>
                  <a:lnTo>
                    <a:pt x="44" y="227"/>
                  </a:lnTo>
                  <a:lnTo>
                    <a:pt x="48" y="230"/>
                  </a:lnTo>
                  <a:lnTo>
                    <a:pt x="53" y="234"/>
                  </a:lnTo>
                  <a:lnTo>
                    <a:pt x="55" y="238"/>
                  </a:lnTo>
                  <a:lnTo>
                    <a:pt x="55" y="245"/>
                  </a:lnTo>
                  <a:lnTo>
                    <a:pt x="59" y="251"/>
                  </a:lnTo>
                  <a:lnTo>
                    <a:pt x="60" y="255"/>
                  </a:lnTo>
                  <a:lnTo>
                    <a:pt x="59" y="259"/>
                  </a:lnTo>
                  <a:lnTo>
                    <a:pt x="59" y="264"/>
                  </a:lnTo>
                  <a:lnTo>
                    <a:pt x="60" y="270"/>
                  </a:lnTo>
                  <a:lnTo>
                    <a:pt x="65" y="275"/>
                  </a:lnTo>
                  <a:lnTo>
                    <a:pt x="66" y="278"/>
                  </a:lnTo>
                  <a:lnTo>
                    <a:pt x="67" y="279"/>
                  </a:lnTo>
                  <a:lnTo>
                    <a:pt x="69" y="281"/>
                  </a:lnTo>
                  <a:lnTo>
                    <a:pt x="71" y="283"/>
                  </a:lnTo>
                  <a:lnTo>
                    <a:pt x="74" y="286"/>
                  </a:lnTo>
                  <a:lnTo>
                    <a:pt x="78" y="289"/>
                  </a:lnTo>
                  <a:lnTo>
                    <a:pt x="81" y="292"/>
                  </a:lnTo>
                  <a:lnTo>
                    <a:pt x="84" y="293"/>
                  </a:lnTo>
                  <a:lnTo>
                    <a:pt x="88" y="296"/>
                  </a:lnTo>
                  <a:lnTo>
                    <a:pt x="94" y="299"/>
                  </a:lnTo>
                  <a:lnTo>
                    <a:pt x="101" y="304"/>
                  </a:lnTo>
                  <a:lnTo>
                    <a:pt x="104" y="305"/>
                  </a:lnTo>
                  <a:lnTo>
                    <a:pt x="109" y="307"/>
                  </a:lnTo>
                  <a:lnTo>
                    <a:pt x="113" y="307"/>
                  </a:lnTo>
                  <a:lnTo>
                    <a:pt x="115" y="303"/>
                  </a:lnTo>
                  <a:lnTo>
                    <a:pt x="118" y="300"/>
                  </a:lnTo>
                  <a:lnTo>
                    <a:pt x="120" y="298"/>
                  </a:lnTo>
                  <a:lnTo>
                    <a:pt x="123" y="297"/>
                  </a:lnTo>
                  <a:lnTo>
                    <a:pt x="123" y="292"/>
                  </a:lnTo>
                  <a:lnTo>
                    <a:pt x="125" y="288"/>
                  </a:lnTo>
                  <a:lnTo>
                    <a:pt x="127" y="283"/>
                  </a:lnTo>
                  <a:lnTo>
                    <a:pt x="132" y="277"/>
                  </a:lnTo>
                  <a:lnTo>
                    <a:pt x="139" y="276"/>
                  </a:lnTo>
                  <a:lnTo>
                    <a:pt x="143" y="275"/>
                  </a:lnTo>
                  <a:lnTo>
                    <a:pt x="148" y="275"/>
                  </a:lnTo>
                  <a:lnTo>
                    <a:pt x="153" y="277"/>
                  </a:lnTo>
                  <a:lnTo>
                    <a:pt x="159" y="278"/>
                  </a:lnTo>
                  <a:lnTo>
                    <a:pt x="162" y="278"/>
                  </a:lnTo>
                  <a:lnTo>
                    <a:pt x="170" y="279"/>
                  </a:lnTo>
                  <a:lnTo>
                    <a:pt x="173" y="281"/>
                  </a:lnTo>
                  <a:lnTo>
                    <a:pt x="176" y="287"/>
                  </a:lnTo>
                  <a:lnTo>
                    <a:pt x="178" y="287"/>
                  </a:lnTo>
                  <a:lnTo>
                    <a:pt x="183" y="292"/>
                  </a:lnTo>
                  <a:lnTo>
                    <a:pt x="187" y="294"/>
                  </a:lnTo>
                  <a:lnTo>
                    <a:pt x="190" y="300"/>
                  </a:lnTo>
                  <a:lnTo>
                    <a:pt x="196" y="308"/>
                  </a:lnTo>
                  <a:lnTo>
                    <a:pt x="200" y="320"/>
                  </a:lnTo>
                  <a:lnTo>
                    <a:pt x="203" y="324"/>
                  </a:lnTo>
                  <a:lnTo>
                    <a:pt x="207" y="332"/>
                  </a:lnTo>
                  <a:lnTo>
                    <a:pt x="207" y="335"/>
                  </a:lnTo>
                  <a:lnTo>
                    <a:pt x="210" y="343"/>
                  </a:lnTo>
                  <a:lnTo>
                    <a:pt x="218" y="350"/>
                  </a:lnTo>
                  <a:lnTo>
                    <a:pt x="220" y="358"/>
                  </a:lnTo>
                  <a:lnTo>
                    <a:pt x="230" y="370"/>
                  </a:lnTo>
                  <a:lnTo>
                    <a:pt x="235" y="372"/>
                  </a:lnTo>
                  <a:lnTo>
                    <a:pt x="234" y="381"/>
                  </a:lnTo>
                  <a:lnTo>
                    <a:pt x="232" y="383"/>
                  </a:lnTo>
                  <a:lnTo>
                    <a:pt x="234" y="385"/>
                  </a:lnTo>
                  <a:lnTo>
                    <a:pt x="237" y="388"/>
                  </a:lnTo>
                  <a:lnTo>
                    <a:pt x="237" y="394"/>
                  </a:lnTo>
                  <a:lnTo>
                    <a:pt x="243" y="405"/>
                  </a:lnTo>
                  <a:lnTo>
                    <a:pt x="246" y="411"/>
                  </a:lnTo>
                  <a:lnTo>
                    <a:pt x="249" y="416"/>
                  </a:lnTo>
                  <a:lnTo>
                    <a:pt x="251" y="421"/>
                  </a:lnTo>
                  <a:lnTo>
                    <a:pt x="259" y="422"/>
                  </a:lnTo>
                  <a:lnTo>
                    <a:pt x="264" y="427"/>
                  </a:lnTo>
                  <a:lnTo>
                    <a:pt x="273" y="427"/>
                  </a:lnTo>
                  <a:lnTo>
                    <a:pt x="280" y="434"/>
                  </a:lnTo>
                  <a:lnTo>
                    <a:pt x="284" y="434"/>
                  </a:lnTo>
                  <a:lnTo>
                    <a:pt x="286" y="437"/>
                  </a:lnTo>
                  <a:lnTo>
                    <a:pt x="291" y="438"/>
                  </a:lnTo>
                  <a:lnTo>
                    <a:pt x="292" y="436"/>
                  </a:lnTo>
                  <a:lnTo>
                    <a:pt x="302" y="438"/>
                  </a:lnTo>
                  <a:lnTo>
                    <a:pt x="302" y="439"/>
                  </a:lnTo>
                  <a:lnTo>
                    <a:pt x="305" y="442"/>
                  </a:lnTo>
                  <a:lnTo>
                    <a:pt x="310" y="446"/>
                  </a:lnTo>
                  <a:lnTo>
                    <a:pt x="313" y="444"/>
                  </a:lnTo>
                  <a:lnTo>
                    <a:pt x="314" y="442"/>
                  </a:lnTo>
                  <a:lnTo>
                    <a:pt x="321" y="441"/>
                  </a:lnTo>
                  <a:lnTo>
                    <a:pt x="319" y="436"/>
                  </a:lnTo>
                  <a:lnTo>
                    <a:pt x="319" y="433"/>
                  </a:lnTo>
                  <a:lnTo>
                    <a:pt x="318" y="429"/>
                  </a:lnTo>
                  <a:lnTo>
                    <a:pt x="317" y="425"/>
                  </a:lnTo>
                  <a:lnTo>
                    <a:pt x="314" y="423"/>
                  </a:lnTo>
                  <a:lnTo>
                    <a:pt x="312" y="417"/>
                  </a:lnTo>
                  <a:lnTo>
                    <a:pt x="311" y="411"/>
                  </a:lnTo>
                  <a:lnTo>
                    <a:pt x="308" y="404"/>
                  </a:lnTo>
                  <a:lnTo>
                    <a:pt x="308" y="398"/>
                  </a:lnTo>
                  <a:lnTo>
                    <a:pt x="311" y="389"/>
                  </a:lnTo>
                  <a:lnTo>
                    <a:pt x="314" y="380"/>
                  </a:lnTo>
                  <a:lnTo>
                    <a:pt x="318" y="370"/>
                  </a:lnTo>
                  <a:lnTo>
                    <a:pt x="317" y="368"/>
                  </a:lnTo>
                  <a:lnTo>
                    <a:pt x="314" y="366"/>
                  </a:lnTo>
                  <a:lnTo>
                    <a:pt x="311" y="363"/>
                  </a:lnTo>
                  <a:lnTo>
                    <a:pt x="311" y="361"/>
                  </a:lnTo>
                  <a:lnTo>
                    <a:pt x="313" y="362"/>
                  </a:lnTo>
                  <a:lnTo>
                    <a:pt x="322" y="361"/>
                  </a:lnTo>
                  <a:lnTo>
                    <a:pt x="323" y="361"/>
                  </a:lnTo>
                  <a:lnTo>
                    <a:pt x="326" y="355"/>
                  </a:lnTo>
                  <a:lnTo>
                    <a:pt x="323" y="355"/>
                  </a:lnTo>
                  <a:lnTo>
                    <a:pt x="322" y="353"/>
                  </a:lnTo>
                  <a:lnTo>
                    <a:pt x="322" y="351"/>
                  </a:lnTo>
                  <a:lnTo>
                    <a:pt x="324" y="350"/>
                  </a:lnTo>
                  <a:lnTo>
                    <a:pt x="328" y="350"/>
                  </a:lnTo>
                  <a:lnTo>
                    <a:pt x="333" y="350"/>
                  </a:lnTo>
                  <a:lnTo>
                    <a:pt x="335" y="351"/>
                  </a:lnTo>
                  <a:lnTo>
                    <a:pt x="338" y="350"/>
                  </a:lnTo>
                  <a:lnTo>
                    <a:pt x="343" y="346"/>
                  </a:lnTo>
                  <a:lnTo>
                    <a:pt x="341" y="346"/>
                  </a:lnTo>
                  <a:lnTo>
                    <a:pt x="337" y="349"/>
                  </a:lnTo>
                  <a:lnTo>
                    <a:pt x="336" y="345"/>
                  </a:lnTo>
                  <a:lnTo>
                    <a:pt x="338" y="339"/>
                  </a:lnTo>
                  <a:lnTo>
                    <a:pt x="340" y="341"/>
                  </a:lnTo>
                  <a:lnTo>
                    <a:pt x="342" y="342"/>
                  </a:lnTo>
                  <a:lnTo>
                    <a:pt x="347" y="342"/>
                  </a:lnTo>
                  <a:lnTo>
                    <a:pt x="349" y="340"/>
                  </a:lnTo>
                  <a:lnTo>
                    <a:pt x="348" y="336"/>
                  </a:lnTo>
                  <a:lnTo>
                    <a:pt x="345" y="332"/>
                  </a:lnTo>
                  <a:lnTo>
                    <a:pt x="346" y="331"/>
                  </a:lnTo>
                  <a:lnTo>
                    <a:pt x="349" y="331"/>
                  </a:lnTo>
                  <a:lnTo>
                    <a:pt x="352" y="329"/>
                  </a:lnTo>
                  <a:lnTo>
                    <a:pt x="354" y="331"/>
                  </a:lnTo>
                  <a:lnTo>
                    <a:pt x="357" y="329"/>
                  </a:lnTo>
                  <a:lnTo>
                    <a:pt x="358" y="331"/>
                  </a:lnTo>
                  <a:lnTo>
                    <a:pt x="361" y="333"/>
                  </a:lnTo>
                  <a:lnTo>
                    <a:pt x="364" y="331"/>
                  </a:lnTo>
                  <a:lnTo>
                    <a:pt x="367" y="329"/>
                  </a:lnTo>
                  <a:lnTo>
                    <a:pt x="374" y="327"/>
                  </a:lnTo>
                  <a:lnTo>
                    <a:pt x="381" y="326"/>
                  </a:lnTo>
                  <a:lnTo>
                    <a:pt x="392" y="320"/>
                  </a:lnTo>
                  <a:lnTo>
                    <a:pt x="395" y="314"/>
                  </a:lnTo>
                  <a:lnTo>
                    <a:pt x="396" y="309"/>
                  </a:lnTo>
                  <a:lnTo>
                    <a:pt x="399" y="307"/>
                  </a:lnTo>
                  <a:lnTo>
                    <a:pt x="402" y="306"/>
                  </a:lnTo>
                  <a:lnTo>
                    <a:pt x="403" y="305"/>
                  </a:lnTo>
                  <a:lnTo>
                    <a:pt x="406" y="303"/>
                  </a:lnTo>
                  <a:lnTo>
                    <a:pt x="405" y="300"/>
                  </a:lnTo>
                  <a:lnTo>
                    <a:pt x="404" y="297"/>
                  </a:lnTo>
                  <a:lnTo>
                    <a:pt x="403" y="296"/>
                  </a:lnTo>
                  <a:lnTo>
                    <a:pt x="402" y="294"/>
                  </a:lnTo>
                  <a:lnTo>
                    <a:pt x="403" y="291"/>
                  </a:lnTo>
                  <a:lnTo>
                    <a:pt x="407" y="288"/>
                  </a:lnTo>
                  <a:lnTo>
                    <a:pt x="410" y="286"/>
                  </a:lnTo>
                  <a:lnTo>
                    <a:pt x="412" y="286"/>
                  </a:lnTo>
                  <a:lnTo>
                    <a:pt x="412" y="289"/>
                  </a:lnTo>
                  <a:lnTo>
                    <a:pt x="412" y="293"/>
                  </a:lnTo>
                  <a:lnTo>
                    <a:pt x="412" y="299"/>
                  </a:lnTo>
                  <a:lnTo>
                    <a:pt x="413" y="300"/>
                  </a:lnTo>
                  <a:lnTo>
                    <a:pt x="419" y="295"/>
                  </a:lnTo>
                  <a:lnTo>
                    <a:pt x="424" y="294"/>
                  </a:lnTo>
                  <a:lnTo>
                    <a:pt x="439" y="288"/>
                  </a:lnTo>
                  <a:lnTo>
                    <a:pt x="441" y="287"/>
                  </a:lnTo>
                  <a:lnTo>
                    <a:pt x="444" y="282"/>
                  </a:lnTo>
                  <a:lnTo>
                    <a:pt x="447" y="272"/>
                  </a:lnTo>
                  <a:lnTo>
                    <a:pt x="447" y="268"/>
                  </a:lnTo>
                  <a:lnTo>
                    <a:pt x="444" y="261"/>
                  </a:lnTo>
                  <a:lnTo>
                    <a:pt x="446" y="256"/>
                  </a:lnTo>
                  <a:lnTo>
                    <a:pt x="446" y="25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9" name="Freeform 8">
              <a:extLst>
                <a:ext uri="{FF2B5EF4-FFF2-40B4-BE49-F238E27FC236}">
                  <a16:creationId xmlns:a16="http://schemas.microsoft.com/office/drawing/2014/main" id="{30F57443-6281-63DC-F66B-6142F278FF3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3602" y="2574620"/>
              <a:ext cx="369330" cy="435102"/>
            </a:xfrm>
            <a:custGeom>
              <a:avLst/>
              <a:gdLst>
                <a:gd name="T0" fmla="*/ 73 w 259"/>
                <a:gd name="T1" fmla="*/ 0 h 304"/>
                <a:gd name="T2" fmla="*/ 68 w 259"/>
                <a:gd name="T3" fmla="*/ 25 h 304"/>
                <a:gd name="T4" fmla="*/ 62 w 259"/>
                <a:gd name="T5" fmla="*/ 43 h 304"/>
                <a:gd name="T6" fmla="*/ 59 w 259"/>
                <a:gd name="T7" fmla="*/ 45 h 304"/>
                <a:gd name="T8" fmla="*/ 56 w 259"/>
                <a:gd name="T9" fmla="*/ 43 h 304"/>
                <a:gd name="T10" fmla="*/ 51 w 259"/>
                <a:gd name="T11" fmla="*/ 39 h 304"/>
                <a:gd name="T12" fmla="*/ 47 w 259"/>
                <a:gd name="T13" fmla="*/ 41 h 304"/>
                <a:gd name="T14" fmla="*/ 45 w 259"/>
                <a:gd name="T15" fmla="*/ 37 h 304"/>
                <a:gd name="T16" fmla="*/ 38 w 259"/>
                <a:gd name="T17" fmla="*/ 39 h 304"/>
                <a:gd name="T18" fmla="*/ 35 w 259"/>
                <a:gd name="T19" fmla="*/ 42 h 304"/>
                <a:gd name="T20" fmla="*/ 35 w 259"/>
                <a:gd name="T21" fmla="*/ 53 h 304"/>
                <a:gd name="T22" fmla="*/ 35 w 259"/>
                <a:gd name="T23" fmla="*/ 67 h 304"/>
                <a:gd name="T24" fmla="*/ 35 w 259"/>
                <a:gd name="T25" fmla="*/ 80 h 304"/>
                <a:gd name="T26" fmla="*/ 34 w 259"/>
                <a:gd name="T27" fmla="*/ 84 h 304"/>
                <a:gd name="T28" fmla="*/ 31 w 259"/>
                <a:gd name="T29" fmla="*/ 89 h 304"/>
                <a:gd name="T30" fmla="*/ 30 w 259"/>
                <a:gd name="T31" fmla="*/ 94 h 304"/>
                <a:gd name="T32" fmla="*/ 30 w 259"/>
                <a:gd name="T33" fmla="*/ 101 h 304"/>
                <a:gd name="T34" fmla="*/ 34 w 259"/>
                <a:gd name="T35" fmla="*/ 110 h 304"/>
                <a:gd name="T36" fmla="*/ 35 w 259"/>
                <a:gd name="T37" fmla="*/ 119 h 304"/>
                <a:gd name="T38" fmla="*/ 37 w 259"/>
                <a:gd name="T39" fmla="*/ 122 h 304"/>
                <a:gd name="T40" fmla="*/ 42 w 259"/>
                <a:gd name="T41" fmla="*/ 128 h 304"/>
                <a:gd name="T42" fmla="*/ 39 w 259"/>
                <a:gd name="T43" fmla="*/ 130 h 304"/>
                <a:gd name="T44" fmla="*/ 34 w 259"/>
                <a:gd name="T45" fmla="*/ 134 h 304"/>
                <a:gd name="T46" fmla="*/ 24 w 259"/>
                <a:gd name="T47" fmla="*/ 141 h 304"/>
                <a:gd name="T48" fmla="*/ 21 w 259"/>
                <a:gd name="T49" fmla="*/ 154 h 304"/>
                <a:gd name="T50" fmla="*/ 17 w 259"/>
                <a:gd name="T51" fmla="*/ 162 h 304"/>
                <a:gd name="T52" fmla="*/ 13 w 259"/>
                <a:gd name="T53" fmla="*/ 166 h 304"/>
                <a:gd name="T54" fmla="*/ 11 w 259"/>
                <a:gd name="T55" fmla="*/ 167 h 304"/>
                <a:gd name="T56" fmla="*/ 9 w 259"/>
                <a:gd name="T57" fmla="*/ 171 h 304"/>
                <a:gd name="T58" fmla="*/ 10 w 259"/>
                <a:gd name="T59" fmla="*/ 178 h 304"/>
                <a:gd name="T60" fmla="*/ 9 w 259"/>
                <a:gd name="T61" fmla="*/ 183 h 304"/>
                <a:gd name="T62" fmla="*/ 15 w 259"/>
                <a:gd name="T63" fmla="*/ 188 h 304"/>
                <a:gd name="T64" fmla="*/ 13 w 259"/>
                <a:gd name="T65" fmla="*/ 192 h 304"/>
                <a:gd name="T66" fmla="*/ 5 w 259"/>
                <a:gd name="T67" fmla="*/ 196 h 304"/>
                <a:gd name="T68" fmla="*/ 3 w 259"/>
                <a:gd name="T69" fmla="*/ 200 h 304"/>
                <a:gd name="T70" fmla="*/ 0 w 259"/>
                <a:gd name="T71" fmla="*/ 206 h 304"/>
                <a:gd name="T72" fmla="*/ 139 w 259"/>
                <a:gd name="T73" fmla="*/ 291 h 304"/>
                <a:gd name="T74" fmla="*/ 182 w 259"/>
                <a:gd name="T75" fmla="*/ 299 h 304"/>
                <a:gd name="T76" fmla="*/ 218 w 259"/>
                <a:gd name="T77" fmla="*/ 304 h 304"/>
                <a:gd name="T78" fmla="*/ 219 w 259"/>
                <a:gd name="T79" fmla="*/ 304 h 304"/>
                <a:gd name="T80" fmla="*/ 259 w 259"/>
                <a:gd name="T81" fmla="*/ 33 h 304"/>
                <a:gd name="T82" fmla="*/ 73 w 259"/>
                <a:gd name="T83" fmla="*/ 0 h 3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59" h="304">
                  <a:moveTo>
                    <a:pt x="73" y="0"/>
                  </a:moveTo>
                  <a:cubicBezTo>
                    <a:pt x="73" y="0"/>
                    <a:pt x="69" y="19"/>
                    <a:pt x="68" y="25"/>
                  </a:cubicBezTo>
                  <a:cubicBezTo>
                    <a:pt x="66" y="29"/>
                    <a:pt x="62" y="43"/>
                    <a:pt x="62" y="43"/>
                  </a:cubicBezTo>
                  <a:cubicBezTo>
                    <a:pt x="59" y="45"/>
                    <a:pt x="59" y="45"/>
                    <a:pt x="59" y="45"/>
                  </a:cubicBezTo>
                  <a:cubicBezTo>
                    <a:pt x="56" y="43"/>
                    <a:pt x="56" y="43"/>
                    <a:pt x="56" y="43"/>
                  </a:cubicBezTo>
                  <a:cubicBezTo>
                    <a:pt x="51" y="39"/>
                    <a:pt x="51" y="39"/>
                    <a:pt x="51" y="39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5" y="37"/>
                    <a:pt x="45" y="37"/>
                    <a:pt x="45" y="37"/>
                  </a:cubicBezTo>
                  <a:cubicBezTo>
                    <a:pt x="38" y="39"/>
                    <a:pt x="38" y="39"/>
                    <a:pt x="38" y="39"/>
                  </a:cubicBezTo>
                  <a:cubicBezTo>
                    <a:pt x="35" y="42"/>
                    <a:pt x="35" y="42"/>
                    <a:pt x="35" y="42"/>
                  </a:cubicBezTo>
                  <a:cubicBezTo>
                    <a:pt x="35" y="53"/>
                    <a:pt x="35" y="53"/>
                    <a:pt x="35" y="53"/>
                  </a:cubicBezTo>
                  <a:cubicBezTo>
                    <a:pt x="35" y="67"/>
                    <a:pt x="35" y="67"/>
                    <a:pt x="35" y="67"/>
                  </a:cubicBezTo>
                  <a:cubicBezTo>
                    <a:pt x="35" y="80"/>
                    <a:pt x="35" y="80"/>
                    <a:pt x="35" y="80"/>
                  </a:cubicBezTo>
                  <a:cubicBezTo>
                    <a:pt x="34" y="84"/>
                    <a:pt x="34" y="84"/>
                    <a:pt x="34" y="84"/>
                  </a:cubicBezTo>
                  <a:cubicBezTo>
                    <a:pt x="31" y="89"/>
                    <a:pt x="31" y="89"/>
                    <a:pt x="31" y="89"/>
                  </a:cubicBezTo>
                  <a:cubicBezTo>
                    <a:pt x="30" y="94"/>
                    <a:pt x="30" y="94"/>
                    <a:pt x="30" y="94"/>
                  </a:cubicBezTo>
                  <a:cubicBezTo>
                    <a:pt x="30" y="101"/>
                    <a:pt x="30" y="101"/>
                    <a:pt x="30" y="101"/>
                  </a:cubicBezTo>
                  <a:cubicBezTo>
                    <a:pt x="34" y="110"/>
                    <a:pt x="34" y="110"/>
                    <a:pt x="34" y="110"/>
                  </a:cubicBezTo>
                  <a:cubicBezTo>
                    <a:pt x="35" y="119"/>
                    <a:pt x="35" y="119"/>
                    <a:pt x="35" y="119"/>
                  </a:cubicBezTo>
                  <a:cubicBezTo>
                    <a:pt x="37" y="122"/>
                    <a:pt x="37" y="122"/>
                    <a:pt x="37" y="122"/>
                  </a:cubicBezTo>
                  <a:cubicBezTo>
                    <a:pt x="42" y="128"/>
                    <a:pt x="42" y="128"/>
                    <a:pt x="42" y="128"/>
                  </a:cubicBezTo>
                  <a:cubicBezTo>
                    <a:pt x="39" y="130"/>
                    <a:pt x="39" y="130"/>
                    <a:pt x="39" y="130"/>
                  </a:cubicBezTo>
                  <a:cubicBezTo>
                    <a:pt x="34" y="134"/>
                    <a:pt x="34" y="134"/>
                    <a:pt x="34" y="134"/>
                  </a:cubicBezTo>
                  <a:cubicBezTo>
                    <a:pt x="24" y="141"/>
                    <a:pt x="24" y="141"/>
                    <a:pt x="24" y="141"/>
                  </a:cubicBezTo>
                  <a:cubicBezTo>
                    <a:pt x="21" y="154"/>
                    <a:pt x="21" y="154"/>
                    <a:pt x="21" y="154"/>
                  </a:cubicBezTo>
                  <a:cubicBezTo>
                    <a:pt x="17" y="162"/>
                    <a:pt x="17" y="162"/>
                    <a:pt x="17" y="162"/>
                  </a:cubicBezTo>
                  <a:cubicBezTo>
                    <a:pt x="13" y="166"/>
                    <a:pt x="13" y="166"/>
                    <a:pt x="13" y="166"/>
                  </a:cubicBezTo>
                  <a:cubicBezTo>
                    <a:pt x="11" y="167"/>
                    <a:pt x="11" y="167"/>
                    <a:pt x="11" y="167"/>
                  </a:cubicBezTo>
                  <a:cubicBezTo>
                    <a:pt x="9" y="171"/>
                    <a:pt x="9" y="171"/>
                    <a:pt x="9" y="171"/>
                  </a:cubicBezTo>
                  <a:cubicBezTo>
                    <a:pt x="10" y="178"/>
                    <a:pt x="10" y="178"/>
                    <a:pt x="10" y="178"/>
                  </a:cubicBezTo>
                  <a:cubicBezTo>
                    <a:pt x="9" y="183"/>
                    <a:pt x="9" y="183"/>
                    <a:pt x="9" y="183"/>
                  </a:cubicBezTo>
                  <a:cubicBezTo>
                    <a:pt x="15" y="188"/>
                    <a:pt x="15" y="188"/>
                    <a:pt x="15" y="188"/>
                  </a:cubicBezTo>
                  <a:cubicBezTo>
                    <a:pt x="13" y="192"/>
                    <a:pt x="13" y="192"/>
                    <a:pt x="13" y="192"/>
                  </a:cubicBezTo>
                  <a:cubicBezTo>
                    <a:pt x="5" y="196"/>
                    <a:pt x="5" y="196"/>
                    <a:pt x="5" y="196"/>
                  </a:cubicBezTo>
                  <a:cubicBezTo>
                    <a:pt x="3" y="200"/>
                    <a:pt x="3" y="200"/>
                    <a:pt x="3" y="200"/>
                  </a:cubicBezTo>
                  <a:cubicBezTo>
                    <a:pt x="0" y="206"/>
                    <a:pt x="0" y="206"/>
                    <a:pt x="0" y="206"/>
                  </a:cubicBezTo>
                  <a:cubicBezTo>
                    <a:pt x="139" y="291"/>
                    <a:pt x="139" y="291"/>
                    <a:pt x="139" y="291"/>
                  </a:cubicBezTo>
                  <a:cubicBezTo>
                    <a:pt x="182" y="299"/>
                    <a:pt x="182" y="299"/>
                    <a:pt x="182" y="299"/>
                  </a:cubicBezTo>
                  <a:cubicBezTo>
                    <a:pt x="218" y="304"/>
                    <a:pt x="218" y="304"/>
                    <a:pt x="218" y="304"/>
                  </a:cubicBezTo>
                  <a:cubicBezTo>
                    <a:pt x="219" y="304"/>
                    <a:pt x="219" y="304"/>
                    <a:pt x="219" y="304"/>
                  </a:cubicBezTo>
                  <a:cubicBezTo>
                    <a:pt x="259" y="33"/>
                    <a:pt x="259" y="33"/>
                    <a:pt x="259" y="33"/>
                  </a:cubicBezTo>
                  <a:lnTo>
                    <a:pt x="73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0" name="Freeform 9">
              <a:extLst>
                <a:ext uri="{FF2B5EF4-FFF2-40B4-BE49-F238E27FC236}">
                  <a16:creationId xmlns:a16="http://schemas.microsoft.com/office/drawing/2014/main" id="{965F0FE8-F867-D708-93A9-02F4271D392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39212" y="2105790"/>
              <a:ext cx="433415" cy="750467"/>
            </a:xfrm>
            <a:custGeom>
              <a:avLst/>
              <a:gdLst>
                <a:gd name="T0" fmla="*/ 229 w 257"/>
                <a:gd name="T1" fmla="*/ 433 h 445"/>
                <a:gd name="T2" fmla="*/ 231 w 257"/>
                <a:gd name="T3" fmla="*/ 420 h 445"/>
                <a:gd name="T4" fmla="*/ 239 w 257"/>
                <a:gd name="T5" fmla="*/ 409 h 445"/>
                <a:gd name="T6" fmla="*/ 255 w 257"/>
                <a:gd name="T7" fmla="*/ 388 h 445"/>
                <a:gd name="T8" fmla="*/ 251 w 257"/>
                <a:gd name="T9" fmla="*/ 379 h 445"/>
                <a:gd name="T10" fmla="*/ 247 w 257"/>
                <a:gd name="T11" fmla="*/ 358 h 445"/>
                <a:gd name="T12" fmla="*/ 118 w 257"/>
                <a:gd name="T13" fmla="*/ 158 h 445"/>
                <a:gd name="T14" fmla="*/ 113 w 257"/>
                <a:gd name="T15" fmla="*/ 153 h 445"/>
                <a:gd name="T16" fmla="*/ 117 w 257"/>
                <a:gd name="T17" fmla="*/ 146 h 445"/>
                <a:gd name="T18" fmla="*/ 26 w 257"/>
                <a:gd name="T19" fmla="*/ 0 h 445"/>
                <a:gd name="T20" fmla="*/ 23 w 257"/>
                <a:gd name="T21" fmla="*/ 9 h 445"/>
                <a:gd name="T22" fmla="*/ 22 w 257"/>
                <a:gd name="T23" fmla="*/ 25 h 445"/>
                <a:gd name="T24" fmla="*/ 17 w 257"/>
                <a:gd name="T25" fmla="*/ 34 h 445"/>
                <a:gd name="T26" fmla="*/ 7 w 257"/>
                <a:gd name="T27" fmla="*/ 50 h 445"/>
                <a:gd name="T28" fmla="*/ 0 w 257"/>
                <a:gd name="T29" fmla="*/ 62 h 445"/>
                <a:gd name="T30" fmla="*/ 3 w 257"/>
                <a:gd name="T31" fmla="*/ 75 h 445"/>
                <a:gd name="T32" fmla="*/ 9 w 257"/>
                <a:gd name="T33" fmla="*/ 90 h 445"/>
                <a:gd name="T34" fmla="*/ 5 w 257"/>
                <a:gd name="T35" fmla="*/ 110 h 445"/>
                <a:gd name="T36" fmla="*/ 2 w 257"/>
                <a:gd name="T37" fmla="*/ 122 h 445"/>
                <a:gd name="T38" fmla="*/ 11 w 257"/>
                <a:gd name="T39" fmla="*/ 145 h 445"/>
                <a:gd name="T40" fmla="*/ 17 w 257"/>
                <a:gd name="T41" fmla="*/ 161 h 445"/>
                <a:gd name="T42" fmla="*/ 14 w 257"/>
                <a:gd name="T43" fmla="*/ 169 h 445"/>
                <a:gd name="T44" fmla="*/ 23 w 257"/>
                <a:gd name="T45" fmla="*/ 176 h 445"/>
                <a:gd name="T46" fmla="*/ 29 w 257"/>
                <a:gd name="T47" fmla="*/ 175 h 445"/>
                <a:gd name="T48" fmla="*/ 37 w 257"/>
                <a:gd name="T49" fmla="*/ 172 h 445"/>
                <a:gd name="T50" fmla="*/ 51 w 257"/>
                <a:gd name="T51" fmla="*/ 177 h 445"/>
                <a:gd name="T52" fmla="*/ 49 w 257"/>
                <a:gd name="T53" fmla="*/ 179 h 445"/>
                <a:gd name="T54" fmla="*/ 40 w 257"/>
                <a:gd name="T55" fmla="*/ 176 h 445"/>
                <a:gd name="T56" fmla="*/ 33 w 257"/>
                <a:gd name="T57" fmla="*/ 175 h 445"/>
                <a:gd name="T58" fmla="*/ 35 w 257"/>
                <a:gd name="T59" fmla="*/ 187 h 445"/>
                <a:gd name="T60" fmla="*/ 30 w 257"/>
                <a:gd name="T61" fmla="*/ 192 h 445"/>
                <a:gd name="T62" fmla="*/ 29 w 257"/>
                <a:gd name="T63" fmla="*/ 185 h 445"/>
                <a:gd name="T64" fmla="*/ 24 w 257"/>
                <a:gd name="T65" fmla="*/ 187 h 445"/>
                <a:gd name="T66" fmla="*/ 23 w 257"/>
                <a:gd name="T67" fmla="*/ 204 h 445"/>
                <a:gd name="T68" fmla="*/ 30 w 257"/>
                <a:gd name="T69" fmla="*/ 217 h 445"/>
                <a:gd name="T70" fmla="*/ 35 w 257"/>
                <a:gd name="T71" fmla="*/ 229 h 445"/>
                <a:gd name="T72" fmla="*/ 28 w 257"/>
                <a:gd name="T73" fmla="*/ 234 h 445"/>
                <a:gd name="T74" fmla="*/ 34 w 257"/>
                <a:gd name="T75" fmla="*/ 255 h 445"/>
                <a:gd name="T76" fmla="*/ 42 w 257"/>
                <a:gd name="T77" fmla="*/ 275 h 445"/>
                <a:gd name="T78" fmla="*/ 50 w 257"/>
                <a:gd name="T79" fmla="*/ 288 h 445"/>
                <a:gd name="T80" fmla="*/ 50 w 257"/>
                <a:gd name="T81" fmla="*/ 298 h 445"/>
                <a:gd name="T82" fmla="*/ 53 w 257"/>
                <a:gd name="T83" fmla="*/ 307 h 445"/>
                <a:gd name="T84" fmla="*/ 50 w 257"/>
                <a:gd name="T85" fmla="*/ 327 h 445"/>
                <a:gd name="T86" fmla="*/ 73 w 257"/>
                <a:gd name="T87" fmla="*/ 339 h 445"/>
                <a:gd name="T88" fmla="*/ 91 w 257"/>
                <a:gd name="T89" fmla="*/ 355 h 445"/>
                <a:gd name="T90" fmla="*/ 112 w 257"/>
                <a:gd name="T91" fmla="*/ 374 h 445"/>
                <a:gd name="T92" fmla="*/ 128 w 257"/>
                <a:gd name="T93" fmla="*/ 388 h 445"/>
                <a:gd name="T94" fmla="*/ 143 w 257"/>
                <a:gd name="T95" fmla="*/ 414 h 445"/>
                <a:gd name="T96" fmla="*/ 143 w 257"/>
                <a:gd name="T97" fmla="*/ 434 h 445"/>
                <a:gd name="T98" fmla="*/ 226 w 257"/>
                <a:gd name="T99" fmla="*/ 444 h 4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57" h="445">
                  <a:moveTo>
                    <a:pt x="233" y="441"/>
                  </a:moveTo>
                  <a:lnTo>
                    <a:pt x="234" y="438"/>
                  </a:lnTo>
                  <a:lnTo>
                    <a:pt x="229" y="433"/>
                  </a:lnTo>
                  <a:lnTo>
                    <a:pt x="230" y="429"/>
                  </a:lnTo>
                  <a:lnTo>
                    <a:pt x="229" y="423"/>
                  </a:lnTo>
                  <a:lnTo>
                    <a:pt x="231" y="420"/>
                  </a:lnTo>
                  <a:lnTo>
                    <a:pt x="233" y="419"/>
                  </a:lnTo>
                  <a:lnTo>
                    <a:pt x="236" y="416"/>
                  </a:lnTo>
                  <a:lnTo>
                    <a:pt x="239" y="409"/>
                  </a:lnTo>
                  <a:lnTo>
                    <a:pt x="242" y="398"/>
                  </a:lnTo>
                  <a:lnTo>
                    <a:pt x="250" y="392"/>
                  </a:lnTo>
                  <a:lnTo>
                    <a:pt x="255" y="388"/>
                  </a:lnTo>
                  <a:lnTo>
                    <a:pt x="257" y="387"/>
                  </a:lnTo>
                  <a:lnTo>
                    <a:pt x="253" y="382"/>
                  </a:lnTo>
                  <a:lnTo>
                    <a:pt x="251" y="379"/>
                  </a:lnTo>
                  <a:lnTo>
                    <a:pt x="250" y="372"/>
                  </a:lnTo>
                  <a:lnTo>
                    <a:pt x="247" y="364"/>
                  </a:lnTo>
                  <a:lnTo>
                    <a:pt x="247" y="358"/>
                  </a:lnTo>
                  <a:lnTo>
                    <a:pt x="248" y="354"/>
                  </a:lnTo>
                  <a:lnTo>
                    <a:pt x="248" y="353"/>
                  </a:lnTo>
                  <a:lnTo>
                    <a:pt x="118" y="158"/>
                  </a:lnTo>
                  <a:lnTo>
                    <a:pt x="115" y="156"/>
                  </a:lnTo>
                  <a:lnTo>
                    <a:pt x="114" y="155"/>
                  </a:lnTo>
                  <a:lnTo>
                    <a:pt x="113" y="153"/>
                  </a:lnTo>
                  <a:lnTo>
                    <a:pt x="112" y="150"/>
                  </a:lnTo>
                  <a:lnTo>
                    <a:pt x="113" y="147"/>
                  </a:lnTo>
                  <a:lnTo>
                    <a:pt x="117" y="146"/>
                  </a:lnTo>
                  <a:lnTo>
                    <a:pt x="119" y="145"/>
                  </a:lnTo>
                  <a:lnTo>
                    <a:pt x="148" y="35"/>
                  </a:lnTo>
                  <a:lnTo>
                    <a:pt x="26" y="0"/>
                  </a:lnTo>
                  <a:lnTo>
                    <a:pt x="25" y="4"/>
                  </a:lnTo>
                  <a:lnTo>
                    <a:pt x="23" y="5"/>
                  </a:lnTo>
                  <a:lnTo>
                    <a:pt x="23" y="9"/>
                  </a:lnTo>
                  <a:lnTo>
                    <a:pt x="23" y="12"/>
                  </a:lnTo>
                  <a:lnTo>
                    <a:pt x="23" y="21"/>
                  </a:lnTo>
                  <a:lnTo>
                    <a:pt x="22" y="25"/>
                  </a:lnTo>
                  <a:lnTo>
                    <a:pt x="19" y="30"/>
                  </a:lnTo>
                  <a:lnTo>
                    <a:pt x="17" y="33"/>
                  </a:lnTo>
                  <a:lnTo>
                    <a:pt x="17" y="34"/>
                  </a:lnTo>
                  <a:lnTo>
                    <a:pt x="17" y="40"/>
                  </a:lnTo>
                  <a:lnTo>
                    <a:pt x="13" y="45"/>
                  </a:lnTo>
                  <a:lnTo>
                    <a:pt x="7" y="50"/>
                  </a:lnTo>
                  <a:lnTo>
                    <a:pt x="2" y="55"/>
                  </a:lnTo>
                  <a:lnTo>
                    <a:pt x="1" y="57"/>
                  </a:lnTo>
                  <a:lnTo>
                    <a:pt x="0" y="62"/>
                  </a:lnTo>
                  <a:lnTo>
                    <a:pt x="0" y="66"/>
                  </a:lnTo>
                  <a:lnTo>
                    <a:pt x="1" y="71"/>
                  </a:lnTo>
                  <a:lnTo>
                    <a:pt x="3" y="75"/>
                  </a:lnTo>
                  <a:lnTo>
                    <a:pt x="7" y="81"/>
                  </a:lnTo>
                  <a:lnTo>
                    <a:pt x="8" y="85"/>
                  </a:lnTo>
                  <a:lnTo>
                    <a:pt x="9" y="90"/>
                  </a:lnTo>
                  <a:lnTo>
                    <a:pt x="9" y="98"/>
                  </a:lnTo>
                  <a:lnTo>
                    <a:pt x="6" y="104"/>
                  </a:lnTo>
                  <a:lnTo>
                    <a:pt x="5" y="110"/>
                  </a:lnTo>
                  <a:lnTo>
                    <a:pt x="5" y="117"/>
                  </a:lnTo>
                  <a:lnTo>
                    <a:pt x="4" y="120"/>
                  </a:lnTo>
                  <a:lnTo>
                    <a:pt x="2" y="122"/>
                  </a:lnTo>
                  <a:lnTo>
                    <a:pt x="3" y="126"/>
                  </a:lnTo>
                  <a:lnTo>
                    <a:pt x="7" y="133"/>
                  </a:lnTo>
                  <a:lnTo>
                    <a:pt x="11" y="145"/>
                  </a:lnTo>
                  <a:lnTo>
                    <a:pt x="15" y="153"/>
                  </a:lnTo>
                  <a:lnTo>
                    <a:pt x="17" y="156"/>
                  </a:lnTo>
                  <a:lnTo>
                    <a:pt x="17" y="161"/>
                  </a:lnTo>
                  <a:lnTo>
                    <a:pt x="16" y="164"/>
                  </a:lnTo>
                  <a:lnTo>
                    <a:pt x="14" y="166"/>
                  </a:lnTo>
                  <a:lnTo>
                    <a:pt x="14" y="169"/>
                  </a:lnTo>
                  <a:lnTo>
                    <a:pt x="18" y="169"/>
                  </a:lnTo>
                  <a:lnTo>
                    <a:pt x="20" y="172"/>
                  </a:lnTo>
                  <a:lnTo>
                    <a:pt x="23" y="176"/>
                  </a:lnTo>
                  <a:lnTo>
                    <a:pt x="24" y="178"/>
                  </a:lnTo>
                  <a:lnTo>
                    <a:pt x="27" y="179"/>
                  </a:lnTo>
                  <a:lnTo>
                    <a:pt x="29" y="175"/>
                  </a:lnTo>
                  <a:lnTo>
                    <a:pt x="29" y="170"/>
                  </a:lnTo>
                  <a:lnTo>
                    <a:pt x="34" y="169"/>
                  </a:lnTo>
                  <a:lnTo>
                    <a:pt x="37" y="172"/>
                  </a:lnTo>
                  <a:lnTo>
                    <a:pt x="44" y="172"/>
                  </a:lnTo>
                  <a:lnTo>
                    <a:pt x="48" y="176"/>
                  </a:lnTo>
                  <a:lnTo>
                    <a:pt x="51" y="177"/>
                  </a:lnTo>
                  <a:lnTo>
                    <a:pt x="53" y="178"/>
                  </a:lnTo>
                  <a:lnTo>
                    <a:pt x="51" y="180"/>
                  </a:lnTo>
                  <a:lnTo>
                    <a:pt x="49" y="179"/>
                  </a:lnTo>
                  <a:lnTo>
                    <a:pt x="45" y="177"/>
                  </a:lnTo>
                  <a:lnTo>
                    <a:pt x="44" y="177"/>
                  </a:lnTo>
                  <a:lnTo>
                    <a:pt x="40" y="176"/>
                  </a:lnTo>
                  <a:lnTo>
                    <a:pt x="38" y="175"/>
                  </a:lnTo>
                  <a:lnTo>
                    <a:pt x="35" y="174"/>
                  </a:lnTo>
                  <a:lnTo>
                    <a:pt x="33" y="175"/>
                  </a:lnTo>
                  <a:lnTo>
                    <a:pt x="33" y="177"/>
                  </a:lnTo>
                  <a:lnTo>
                    <a:pt x="33" y="184"/>
                  </a:lnTo>
                  <a:lnTo>
                    <a:pt x="35" y="187"/>
                  </a:lnTo>
                  <a:lnTo>
                    <a:pt x="34" y="194"/>
                  </a:lnTo>
                  <a:lnTo>
                    <a:pt x="33" y="194"/>
                  </a:lnTo>
                  <a:lnTo>
                    <a:pt x="30" y="192"/>
                  </a:lnTo>
                  <a:lnTo>
                    <a:pt x="29" y="190"/>
                  </a:lnTo>
                  <a:lnTo>
                    <a:pt x="29" y="186"/>
                  </a:lnTo>
                  <a:lnTo>
                    <a:pt x="29" y="185"/>
                  </a:lnTo>
                  <a:lnTo>
                    <a:pt x="28" y="184"/>
                  </a:lnTo>
                  <a:lnTo>
                    <a:pt x="25" y="183"/>
                  </a:lnTo>
                  <a:lnTo>
                    <a:pt x="24" y="187"/>
                  </a:lnTo>
                  <a:lnTo>
                    <a:pt x="23" y="189"/>
                  </a:lnTo>
                  <a:lnTo>
                    <a:pt x="23" y="195"/>
                  </a:lnTo>
                  <a:lnTo>
                    <a:pt x="23" y="204"/>
                  </a:lnTo>
                  <a:lnTo>
                    <a:pt x="23" y="209"/>
                  </a:lnTo>
                  <a:lnTo>
                    <a:pt x="26" y="214"/>
                  </a:lnTo>
                  <a:lnTo>
                    <a:pt x="30" y="217"/>
                  </a:lnTo>
                  <a:lnTo>
                    <a:pt x="34" y="220"/>
                  </a:lnTo>
                  <a:lnTo>
                    <a:pt x="35" y="225"/>
                  </a:lnTo>
                  <a:lnTo>
                    <a:pt x="35" y="229"/>
                  </a:lnTo>
                  <a:lnTo>
                    <a:pt x="34" y="233"/>
                  </a:lnTo>
                  <a:lnTo>
                    <a:pt x="31" y="234"/>
                  </a:lnTo>
                  <a:lnTo>
                    <a:pt x="28" y="234"/>
                  </a:lnTo>
                  <a:lnTo>
                    <a:pt x="28" y="244"/>
                  </a:lnTo>
                  <a:lnTo>
                    <a:pt x="29" y="247"/>
                  </a:lnTo>
                  <a:lnTo>
                    <a:pt x="34" y="255"/>
                  </a:lnTo>
                  <a:lnTo>
                    <a:pt x="35" y="261"/>
                  </a:lnTo>
                  <a:lnTo>
                    <a:pt x="40" y="268"/>
                  </a:lnTo>
                  <a:lnTo>
                    <a:pt x="42" y="275"/>
                  </a:lnTo>
                  <a:lnTo>
                    <a:pt x="45" y="280"/>
                  </a:lnTo>
                  <a:lnTo>
                    <a:pt x="48" y="287"/>
                  </a:lnTo>
                  <a:lnTo>
                    <a:pt x="50" y="288"/>
                  </a:lnTo>
                  <a:lnTo>
                    <a:pt x="50" y="293"/>
                  </a:lnTo>
                  <a:lnTo>
                    <a:pt x="50" y="296"/>
                  </a:lnTo>
                  <a:lnTo>
                    <a:pt x="50" y="298"/>
                  </a:lnTo>
                  <a:lnTo>
                    <a:pt x="52" y="300"/>
                  </a:lnTo>
                  <a:lnTo>
                    <a:pt x="53" y="303"/>
                  </a:lnTo>
                  <a:lnTo>
                    <a:pt x="53" y="307"/>
                  </a:lnTo>
                  <a:lnTo>
                    <a:pt x="52" y="316"/>
                  </a:lnTo>
                  <a:lnTo>
                    <a:pt x="51" y="322"/>
                  </a:lnTo>
                  <a:lnTo>
                    <a:pt x="50" y="327"/>
                  </a:lnTo>
                  <a:lnTo>
                    <a:pt x="59" y="332"/>
                  </a:lnTo>
                  <a:lnTo>
                    <a:pt x="67" y="335"/>
                  </a:lnTo>
                  <a:lnTo>
                    <a:pt x="73" y="339"/>
                  </a:lnTo>
                  <a:lnTo>
                    <a:pt x="82" y="342"/>
                  </a:lnTo>
                  <a:lnTo>
                    <a:pt x="85" y="345"/>
                  </a:lnTo>
                  <a:lnTo>
                    <a:pt x="91" y="355"/>
                  </a:lnTo>
                  <a:lnTo>
                    <a:pt x="99" y="362"/>
                  </a:lnTo>
                  <a:lnTo>
                    <a:pt x="111" y="365"/>
                  </a:lnTo>
                  <a:lnTo>
                    <a:pt x="112" y="374"/>
                  </a:lnTo>
                  <a:lnTo>
                    <a:pt x="114" y="378"/>
                  </a:lnTo>
                  <a:lnTo>
                    <a:pt x="121" y="380"/>
                  </a:lnTo>
                  <a:lnTo>
                    <a:pt x="128" y="388"/>
                  </a:lnTo>
                  <a:lnTo>
                    <a:pt x="136" y="400"/>
                  </a:lnTo>
                  <a:lnTo>
                    <a:pt x="140" y="405"/>
                  </a:lnTo>
                  <a:lnTo>
                    <a:pt x="143" y="414"/>
                  </a:lnTo>
                  <a:lnTo>
                    <a:pt x="140" y="422"/>
                  </a:lnTo>
                  <a:lnTo>
                    <a:pt x="140" y="427"/>
                  </a:lnTo>
                  <a:lnTo>
                    <a:pt x="143" y="434"/>
                  </a:lnTo>
                  <a:lnTo>
                    <a:pt x="147" y="435"/>
                  </a:lnTo>
                  <a:lnTo>
                    <a:pt x="225" y="445"/>
                  </a:lnTo>
                  <a:lnTo>
                    <a:pt x="226" y="444"/>
                  </a:lnTo>
                  <a:lnTo>
                    <a:pt x="233" y="4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1" name="Freeform 10">
              <a:extLst>
                <a:ext uri="{FF2B5EF4-FFF2-40B4-BE49-F238E27FC236}">
                  <a16:creationId xmlns:a16="http://schemas.microsoft.com/office/drawing/2014/main" id="{36659EEA-F454-43E4-B25A-7CCAB50555A2}"/>
                </a:ext>
              </a:extLst>
            </p:cNvPr>
            <p:cNvSpPr>
              <a:spLocks/>
            </p:cNvSpPr>
            <p:nvPr/>
          </p:nvSpPr>
          <p:spPr bwMode="auto">
            <a:xfrm>
              <a:off x="6303358" y="2660630"/>
              <a:ext cx="473890" cy="254654"/>
            </a:xfrm>
            <a:custGeom>
              <a:avLst/>
              <a:gdLst>
                <a:gd name="T0" fmla="*/ 0 w 332"/>
                <a:gd name="T1" fmla="*/ 25 h 178"/>
                <a:gd name="T2" fmla="*/ 0 w 332"/>
                <a:gd name="T3" fmla="*/ 28 h 178"/>
                <a:gd name="T4" fmla="*/ 0 w 332"/>
                <a:gd name="T5" fmla="*/ 25 h 178"/>
                <a:gd name="T6" fmla="*/ 118 w 332"/>
                <a:gd name="T7" fmla="*/ 32 h 178"/>
                <a:gd name="T8" fmla="*/ 113 w 332"/>
                <a:gd name="T9" fmla="*/ 123 h 178"/>
                <a:gd name="T10" fmla="*/ 121 w 332"/>
                <a:gd name="T11" fmla="*/ 131 h 178"/>
                <a:gd name="T12" fmla="*/ 124 w 332"/>
                <a:gd name="T13" fmla="*/ 134 h 178"/>
                <a:gd name="T14" fmla="*/ 127 w 332"/>
                <a:gd name="T15" fmla="*/ 134 h 178"/>
                <a:gd name="T16" fmla="*/ 131 w 332"/>
                <a:gd name="T17" fmla="*/ 133 h 178"/>
                <a:gd name="T18" fmla="*/ 134 w 332"/>
                <a:gd name="T19" fmla="*/ 134 h 178"/>
                <a:gd name="T20" fmla="*/ 137 w 332"/>
                <a:gd name="T21" fmla="*/ 133 h 178"/>
                <a:gd name="T22" fmla="*/ 141 w 332"/>
                <a:gd name="T23" fmla="*/ 135 h 178"/>
                <a:gd name="T24" fmla="*/ 144 w 332"/>
                <a:gd name="T25" fmla="*/ 144 h 178"/>
                <a:gd name="T26" fmla="*/ 153 w 332"/>
                <a:gd name="T27" fmla="*/ 144 h 178"/>
                <a:gd name="T28" fmla="*/ 160 w 332"/>
                <a:gd name="T29" fmla="*/ 148 h 178"/>
                <a:gd name="T30" fmla="*/ 166 w 332"/>
                <a:gd name="T31" fmla="*/ 147 h 178"/>
                <a:gd name="T32" fmla="*/ 167 w 332"/>
                <a:gd name="T33" fmla="*/ 147 h 178"/>
                <a:gd name="T34" fmla="*/ 171 w 332"/>
                <a:gd name="T35" fmla="*/ 151 h 178"/>
                <a:gd name="T36" fmla="*/ 175 w 332"/>
                <a:gd name="T37" fmla="*/ 148 h 178"/>
                <a:gd name="T38" fmla="*/ 184 w 332"/>
                <a:gd name="T39" fmla="*/ 149 h 178"/>
                <a:gd name="T40" fmla="*/ 188 w 332"/>
                <a:gd name="T41" fmla="*/ 156 h 178"/>
                <a:gd name="T42" fmla="*/ 191 w 332"/>
                <a:gd name="T43" fmla="*/ 156 h 178"/>
                <a:gd name="T44" fmla="*/ 192 w 332"/>
                <a:gd name="T45" fmla="*/ 162 h 178"/>
                <a:gd name="T46" fmla="*/ 196 w 332"/>
                <a:gd name="T47" fmla="*/ 163 h 178"/>
                <a:gd name="T48" fmla="*/ 200 w 332"/>
                <a:gd name="T49" fmla="*/ 160 h 178"/>
                <a:gd name="T50" fmla="*/ 202 w 332"/>
                <a:gd name="T51" fmla="*/ 157 h 178"/>
                <a:gd name="T52" fmla="*/ 204 w 332"/>
                <a:gd name="T53" fmla="*/ 157 h 178"/>
                <a:gd name="T54" fmla="*/ 211 w 332"/>
                <a:gd name="T55" fmla="*/ 162 h 178"/>
                <a:gd name="T56" fmla="*/ 213 w 332"/>
                <a:gd name="T57" fmla="*/ 166 h 178"/>
                <a:gd name="T58" fmla="*/ 220 w 332"/>
                <a:gd name="T59" fmla="*/ 162 h 178"/>
                <a:gd name="T60" fmla="*/ 222 w 332"/>
                <a:gd name="T61" fmla="*/ 164 h 178"/>
                <a:gd name="T62" fmla="*/ 223 w 332"/>
                <a:gd name="T63" fmla="*/ 170 h 178"/>
                <a:gd name="T64" fmla="*/ 225 w 332"/>
                <a:gd name="T65" fmla="*/ 169 h 178"/>
                <a:gd name="T66" fmla="*/ 228 w 332"/>
                <a:gd name="T67" fmla="*/ 164 h 178"/>
                <a:gd name="T68" fmla="*/ 233 w 332"/>
                <a:gd name="T69" fmla="*/ 163 h 178"/>
                <a:gd name="T70" fmla="*/ 239 w 332"/>
                <a:gd name="T71" fmla="*/ 166 h 178"/>
                <a:gd name="T72" fmla="*/ 248 w 332"/>
                <a:gd name="T73" fmla="*/ 165 h 178"/>
                <a:gd name="T74" fmla="*/ 252 w 332"/>
                <a:gd name="T75" fmla="*/ 169 h 178"/>
                <a:gd name="T76" fmla="*/ 254 w 332"/>
                <a:gd name="T77" fmla="*/ 172 h 178"/>
                <a:gd name="T78" fmla="*/ 259 w 332"/>
                <a:gd name="T79" fmla="*/ 171 h 178"/>
                <a:gd name="T80" fmla="*/ 264 w 332"/>
                <a:gd name="T81" fmla="*/ 167 h 178"/>
                <a:gd name="T82" fmla="*/ 267 w 332"/>
                <a:gd name="T83" fmla="*/ 164 h 178"/>
                <a:gd name="T84" fmla="*/ 271 w 332"/>
                <a:gd name="T85" fmla="*/ 164 h 178"/>
                <a:gd name="T86" fmla="*/ 275 w 332"/>
                <a:gd name="T87" fmla="*/ 166 h 178"/>
                <a:gd name="T88" fmla="*/ 278 w 332"/>
                <a:gd name="T89" fmla="*/ 165 h 178"/>
                <a:gd name="T90" fmla="*/ 282 w 332"/>
                <a:gd name="T91" fmla="*/ 162 h 178"/>
                <a:gd name="T92" fmla="*/ 288 w 332"/>
                <a:gd name="T93" fmla="*/ 163 h 178"/>
                <a:gd name="T94" fmla="*/ 291 w 332"/>
                <a:gd name="T95" fmla="*/ 164 h 178"/>
                <a:gd name="T96" fmla="*/ 300 w 332"/>
                <a:gd name="T97" fmla="*/ 161 h 178"/>
                <a:gd name="T98" fmla="*/ 306 w 332"/>
                <a:gd name="T99" fmla="*/ 163 h 178"/>
                <a:gd name="T100" fmla="*/ 311 w 332"/>
                <a:gd name="T101" fmla="*/ 168 h 178"/>
                <a:gd name="T102" fmla="*/ 318 w 332"/>
                <a:gd name="T103" fmla="*/ 173 h 178"/>
                <a:gd name="T104" fmla="*/ 324 w 332"/>
                <a:gd name="T105" fmla="*/ 173 h 178"/>
                <a:gd name="T106" fmla="*/ 328 w 332"/>
                <a:gd name="T107" fmla="*/ 176 h 178"/>
                <a:gd name="T108" fmla="*/ 331 w 332"/>
                <a:gd name="T109" fmla="*/ 178 h 178"/>
                <a:gd name="T110" fmla="*/ 332 w 332"/>
                <a:gd name="T111" fmla="*/ 88 h 178"/>
                <a:gd name="T112" fmla="*/ 324 w 332"/>
                <a:gd name="T113" fmla="*/ 37 h 178"/>
                <a:gd name="T114" fmla="*/ 324 w 332"/>
                <a:gd name="T115" fmla="*/ 12 h 178"/>
                <a:gd name="T116" fmla="*/ 175 w 332"/>
                <a:gd name="T117" fmla="*/ 9 h 178"/>
                <a:gd name="T118" fmla="*/ 4 w 332"/>
                <a:gd name="T119" fmla="*/ 0 h 178"/>
                <a:gd name="T120" fmla="*/ 3 w 332"/>
                <a:gd name="T121" fmla="*/ 25 h 178"/>
                <a:gd name="T122" fmla="*/ 0 w 332"/>
                <a:gd name="T123" fmla="*/ 25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332" h="178">
                  <a:moveTo>
                    <a:pt x="0" y="25"/>
                  </a:moveTo>
                  <a:cubicBezTo>
                    <a:pt x="0" y="28"/>
                    <a:pt x="0" y="28"/>
                    <a:pt x="0" y="28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118" y="32"/>
                    <a:pt x="118" y="32"/>
                    <a:pt x="118" y="32"/>
                  </a:cubicBezTo>
                  <a:cubicBezTo>
                    <a:pt x="113" y="123"/>
                    <a:pt x="113" y="123"/>
                    <a:pt x="113" y="123"/>
                  </a:cubicBezTo>
                  <a:cubicBezTo>
                    <a:pt x="121" y="131"/>
                    <a:pt x="121" y="131"/>
                    <a:pt x="121" y="131"/>
                  </a:cubicBezTo>
                  <a:cubicBezTo>
                    <a:pt x="124" y="134"/>
                    <a:pt x="124" y="134"/>
                    <a:pt x="124" y="134"/>
                  </a:cubicBezTo>
                  <a:cubicBezTo>
                    <a:pt x="127" y="134"/>
                    <a:pt x="127" y="134"/>
                    <a:pt x="127" y="134"/>
                  </a:cubicBezTo>
                  <a:cubicBezTo>
                    <a:pt x="131" y="133"/>
                    <a:pt x="131" y="133"/>
                    <a:pt x="131" y="133"/>
                  </a:cubicBezTo>
                  <a:cubicBezTo>
                    <a:pt x="134" y="134"/>
                    <a:pt x="134" y="134"/>
                    <a:pt x="134" y="134"/>
                  </a:cubicBezTo>
                  <a:cubicBezTo>
                    <a:pt x="137" y="133"/>
                    <a:pt x="137" y="133"/>
                    <a:pt x="137" y="133"/>
                  </a:cubicBezTo>
                  <a:cubicBezTo>
                    <a:pt x="141" y="135"/>
                    <a:pt x="141" y="135"/>
                    <a:pt x="141" y="135"/>
                  </a:cubicBezTo>
                  <a:cubicBezTo>
                    <a:pt x="144" y="144"/>
                    <a:pt x="144" y="144"/>
                    <a:pt x="144" y="144"/>
                  </a:cubicBezTo>
                  <a:cubicBezTo>
                    <a:pt x="153" y="144"/>
                    <a:pt x="153" y="144"/>
                    <a:pt x="153" y="144"/>
                  </a:cubicBezTo>
                  <a:cubicBezTo>
                    <a:pt x="160" y="148"/>
                    <a:pt x="160" y="148"/>
                    <a:pt x="160" y="148"/>
                  </a:cubicBezTo>
                  <a:cubicBezTo>
                    <a:pt x="166" y="147"/>
                    <a:pt x="166" y="147"/>
                    <a:pt x="166" y="147"/>
                  </a:cubicBezTo>
                  <a:cubicBezTo>
                    <a:pt x="167" y="147"/>
                    <a:pt x="167" y="147"/>
                    <a:pt x="167" y="147"/>
                  </a:cubicBezTo>
                  <a:cubicBezTo>
                    <a:pt x="171" y="151"/>
                    <a:pt x="171" y="151"/>
                    <a:pt x="171" y="151"/>
                  </a:cubicBezTo>
                  <a:cubicBezTo>
                    <a:pt x="175" y="148"/>
                    <a:pt x="175" y="148"/>
                    <a:pt x="175" y="148"/>
                  </a:cubicBezTo>
                  <a:cubicBezTo>
                    <a:pt x="184" y="149"/>
                    <a:pt x="184" y="149"/>
                    <a:pt x="184" y="149"/>
                  </a:cubicBezTo>
                  <a:cubicBezTo>
                    <a:pt x="188" y="156"/>
                    <a:pt x="188" y="156"/>
                    <a:pt x="188" y="156"/>
                  </a:cubicBezTo>
                  <a:cubicBezTo>
                    <a:pt x="191" y="156"/>
                    <a:pt x="191" y="156"/>
                    <a:pt x="191" y="156"/>
                  </a:cubicBezTo>
                  <a:cubicBezTo>
                    <a:pt x="192" y="162"/>
                    <a:pt x="192" y="162"/>
                    <a:pt x="192" y="162"/>
                  </a:cubicBezTo>
                  <a:cubicBezTo>
                    <a:pt x="196" y="163"/>
                    <a:pt x="196" y="163"/>
                    <a:pt x="196" y="163"/>
                  </a:cubicBezTo>
                  <a:cubicBezTo>
                    <a:pt x="200" y="160"/>
                    <a:pt x="200" y="160"/>
                    <a:pt x="200" y="160"/>
                  </a:cubicBezTo>
                  <a:cubicBezTo>
                    <a:pt x="202" y="157"/>
                    <a:pt x="202" y="157"/>
                    <a:pt x="202" y="157"/>
                  </a:cubicBezTo>
                  <a:cubicBezTo>
                    <a:pt x="204" y="157"/>
                    <a:pt x="204" y="157"/>
                    <a:pt x="204" y="157"/>
                  </a:cubicBezTo>
                  <a:cubicBezTo>
                    <a:pt x="211" y="162"/>
                    <a:pt x="211" y="162"/>
                    <a:pt x="211" y="162"/>
                  </a:cubicBezTo>
                  <a:cubicBezTo>
                    <a:pt x="213" y="166"/>
                    <a:pt x="213" y="166"/>
                    <a:pt x="213" y="166"/>
                  </a:cubicBezTo>
                  <a:cubicBezTo>
                    <a:pt x="220" y="162"/>
                    <a:pt x="220" y="162"/>
                    <a:pt x="220" y="162"/>
                  </a:cubicBezTo>
                  <a:cubicBezTo>
                    <a:pt x="222" y="164"/>
                    <a:pt x="222" y="164"/>
                    <a:pt x="222" y="164"/>
                  </a:cubicBezTo>
                  <a:cubicBezTo>
                    <a:pt x="223" y="170"/>
                    <a:pt x="223" y="170"/>
                    <a:pt x="223" y="170"/>
                  </a:cubicBezTo>
                  <a:cubicBezTo>
                    <a:pt x="225" y="169"/>
                    <a:pt x="225" y="169"/>
                    <a:pt x="225" y="169"/>
                  </a:cubicBezTo>
                  <a:cubicBezTo>
                    <a:pt x="228" y="164"/>
                    <a:pt x="228" y="164"/>
                    <a:pt x="228" y="164"/>
                  </a:cubicBezTo>
                  <a:cubicBezTo>
                    <a:pt x="233" y="163"/>
                    <a:pt x="233" y="163"/>
                    <a:pt x="233" y="163"/>
                  </a:cubicBezTo>
                  <a:cubicBezTo>
                    <a:pt x="239" y="166"/>
                    <a:pt x="239" y="166"/>
                    <a:pt x="239" y="166"/>
                  </a:cubicBezTo>
                  <a:cubicBezTo>
                    <a:pt x="248" y="165"/>
                    <a:pt x="248" y="165"/>
                    <a:pt x="248" y="165"/>
                  </a:cubicBezTo>
                  <a:cubicBezTo>
                    <a:pt x="252" y="169"/>
                    <a:pt x="252" y="169"/>
                    <a:pt x="252" y="169"/>
                  </a:cubicBezTo>
                  <a:cubicBezTo>
                    <a:pt x="254" y="172"/>
                    <a:pt x="254" y="172"/>
                    <a:pt x="254" y="172"/>
                  </a:cubicBezTo>
                  <a:cubicBezTo>
                    <a:pt x="259" y="171"/>
                    <a:pt x="259" y="171"/>
                    <a:pt x="259" y="171"/>
                  </a:cubicBezTo>
                  <a:cubicBezTo>
                    <a:pt x="264" y="167"/>
                    <a:pt x="264" y="167"/>
                    <a:pt x="264" y="167"/>
                  </a:cubicBezTo>
                  <a:cubicBezTo>
                    <a:pt x="267" y="164"/>
                    <a:pt x="267" y="164"/>
                    <a:pt x="267" y="164"/>
                  </a:cubicBezTo>
                  <a:cubicBezTo>
                    <a:pt x="271" y="164"/>
                    <a:pt x="271" y="164"/>
                    <a:pt x="271" y="164"/>
                  </a:cubicBezTo>
                  <a:cubicBezTo>
                    <a:pt x="275" y="166"/>
                    <a:pt x="275" y="166"/>
                    <a:pt x="275" y="166"/>
                  </a:cubicBezTo>
                  <a:cubicBezTo>
                    <a:pt x="278" y="165"/>
                    <a:pt x="278" y="165"/>
                    <a:pt x="278" y="165"/>
                  </a:cubicBezTo>
                  <a:cubicBezTo>
                    <a:pt x="282" y="162"/>
                    <a:pt x="282" y="162"/>
                    <a:pt x="282" y="162"/>
                  </a:cubicBezTo>
                  <a:cubicBezTo>
                    <a:pt x="288" y="163"/>
                    <a:pt x="288" y="163"/>
                    <a:pt x="288" y="163"/>
                  </a:cubicBezTo>
                  <a:cubicBezTo>
                    <a:pt x="291" y="164"/>
                    <a:pt x="291" y="164"/>
                    <a:pt x="291" y="164"/>
                  </a:cubicBezTo>
                  <a:cubicBezTo>
                    <a:pt x="300" y="161"/>
                    <a:pt x="300" y="161"/>
                    <a:pt x="300" y="161"/>
                  </a:cubicBezTo>
                  <a:cubicBezTo>
                    <a:pt x="306" y="163"/>
                    <a:pt x="306" y="163"/>
                    <a:pt x="306" y="163"/>
                  </a:cubicBezTo>
                  <a:cubicBezTo>
                    <a:pt x="311" y="168"/>
                    <a:pt x="311" y="168"/>
                    <a:pt x="311" y="168"/>
                  </a:cubicBezTo>
                  <a:cubicBezTo>
                    <a:pt x="318" y="173"/>
                    <a:pt x="318" y="173"/>
                    <a:pt x="318" y="173"/>
                  </a:cubicBezTo>
                  <a:cubicBezTo>
                    <a:pt x="324" y="173"/>
                    <a:pt x="324" y="173"/>
                    <a:pt x="324" y="173"/>
                  </a:cubicBezTo>
                  <a:cubicBezTo>
                    <a:pt x="328" y="176"/>
                    <a:pt x="328" y="176"/>
                    <a:pt x="328" y="176"/>
                  </a:cubicBezTo>
                  <a:cubicBezTo>
                    <a:pt x="331" y="178"/>
                    <a:pt x="331" y="178"/>
                    <a:pt x="331" y="178"/>
                  </a:cubicBezTo>
                  <a:cubicBezTo>
                    <a:pt x="332" y="88"/>
                    <a:pt x="332" y="88"/>
                    <a:pt x="332" y="88"/>
                  </a:cubicBezTo>
                  <a:cubicBezTo>
                    <a:pt x="324" y="37"/>
                    <a:pt x="324" y="37"/>
                    <a:pt x="324" y="37"/>
                  </a:cubicBezTo>
                  <a:cubicBezTo>
                    <a:pt x="324" y="12"/>
                    <a:pt x="324" y="12"/>
                    <a:pt x="324" y="12"/>
                  </a:cubicBezTo>
                  <a:cubicBezTo>
                    <a:pt x="324" y="12"/>
                    <a:pt x="211" y="10"/>
                    <a:pt x="175" y="9"/>
                  </a:cubicBezTo>
                  <a:cubicBezTo>
                    <a:pt x="131" y="7"/>
                    <a:pt x="4" y="0"/>
                    <a:pt x="4" y="0"/>
                  </a:cubicBezTo>
                  <a:cubicBezTo>
                    <a:pt x="3" y="25"/>
                    <a:pt x="3" y="25"/>
                    <a:pt x="3" y="25"/>
                  </a:cubicBezTo>
                  <a:lnTo>
                    <a:pt x="0" y="2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2" name="Freeform 11">
              <a:extLst>
                <a:ext uri="{FF2B5EF4-FFF2-40B4-BE49-F238E27FC236}">
                  <a16:creationId xmlns:a16="http://schemas.microsoft.com/office/drawing/2014/main" id="{CAC43428-11FD-9D9F-F94D-820A84E1DFAF}"/>
                </a:ext>
              </a:extLst>
            </p:cNvPr>
            <p:cNvSpPr>
              <a:spLocks/>
            </p:cNvSpPr>
            <p:nvPr/>
          </p:nvSpPr>
          <p:spPr bwMode="auto">
            <a:xfrm>
              <a:off x="6364070" y="2454884"/>
              <a:ext cx="401373" cy="222611"/>
            </a:xfrm>
            <a:custGeom>
              <a:avLst/>
              <a:gdLst>
                <a:gd name="T0" fmla="*/ 282 w 282"/>
                <a:gd name="T1" fmla="*/ 156 h 156"/>
                <a:gd name="T2" fmla="*/ 282 w 282"/>
                <a:gd name="T3" fmla="*/ 52 h 156"/>
                <a:gd name="T4" fmla="*/ 276 w 282"/>
                <a:gd name="T5" fmla="*/ 49 h 156"/>
                <a:gd name="T6" fmla="*/ 273 w 282"/>
                <a:gd name="T7" fmla="*/ 47 h 156"/>
                <a:gd name="T8" fmla="*/ 271 w 282"/>
                <a:gd name="T9" fmla="*/ 41 h 156"/>
                <a:gd name="T10" fmla="*/ 265 w 282"/>
                <a:gd name="T11" fmla="*/ 35 h 156"/>
                <a:gd name="T12" fmla="*/ 268 w 282"/>
                <a:gd name="T13" fmla="*/ 30 h 156"/>
                <a:gd name="T14" fmla="*/ 271 w 282"/>
                <a:gd name="T15" fmla="*/ 24 h 156"/>
                <a:gd name="T16" fmla="*/ 271 w 282"/>
                <a:gd name="T17" fmla="*/ 19 h 156"/>
                <a:gd name="T18" fmla="*/ 269 w 282"/>
                <a:gd name="T19" fmla="*/ 19 h 156"/>
                <a:gd name="T20" fmla="*/ 260 w 282"/>
                <a:gd name="T21" fmla="*/ 19 h 156"/>
                <a:gd name="T22" fmla="*/ 258 w 282"/>
                <a:gd name="T23" fmla="*/ 15 h 156"/>
                <a:gd name="T24" fmla="*/ 254 w 282"/>
                <a:gd name="T25" fmla="*/ 9 h 156"/>
                <a:gd name="T26" fmla="*/ 165 w 282"/>
                <a:gd name="T27" fmla="*/ 6 h 156"/>
                <a:gd name="T28" fmla="*/ 10 w 282"/>
                <a:gd name="T29" fmla="*/ 0 h 156"/>
                <a:gd name="T30" fmla="*/ 0 w 282"/>
                <a:gd name="T31" fmla="*/ 146 h 156"/>
                <a:gd name="T32" fmla="*/ 133 w 282"/>
                <a:gd name="T33" fmla="*/ 153 h 156"/>
                <a:gd name="T34" fmla="*/ 282 w 282"/>
                <a:gd name="T35" fmla="*/ 156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82" h="156">
                  <a:moveTo>
                    <a:pt x="282" y="156"/>
                  </a:moveTo>
                  <a:cubicBezTo>
                    <a:pt x="282" y="52"/>
                    <a:pt x="282" y="52"/>
                    <a:pt x="282" y="52"/>
                  </a:cubicBezTo>
                  <a:cubicBezTo>
                    <a:pt x="276" y="49"/>
                    <a:pt x="276" y="49"/>
                    <a:pt x="276" y="49"/>
                  </a:cubicBezTo>
                  <a:cubicBezTo>
                    <a:pt x="273" y="47"/>
                    <a:pt x="273" y="47"/>
                    <a:pt x="273" y="47"/>
                  </a:cubicBezTo>
                  <a:cubicBezTo>
                    <a:pt x="271" y="41"/>
                    <a:pt x="271" y="41"/>
                    <a:pt x="271" y="41"/>
                  </a:cubicBezTo>
                  <a:cubicBezTo>
                    <a:pt x="265" y="35"/>
                    <a:pt x="265" y="35"/>
                    <a:pt x="265" y="35"/>
                  </a:cubicBezTo>
                  <a:cubicBezTo>
                    <a:pt x="268" y="30"/>
                    <a:pt x="268" y="30"/>
                    <a:pt x="268" y="30"/>
                  </a:cubicBezTo>
                  <a:cubicBezTo>
                    <a:pt x="271" y="24"/>
                    <a:pt x="271" y="24"/>
                    <a:pt x="271" y="24"/>
                  </a:cubicBezTo>
                  <a:cubicBezTo>
                    <a:pt x="271" y="19"/>
                    <a:pt x="271" y="19"/>
                    <a:pt x="271" y="19"/>
                  </a:cubicBezTo>
                  <a:cubicBezTo>
                    <a:pt x="269" y="19"/>
                    <a:pt x="269" y="19"/>
                    <a:pt x="269" y="19"/>
                  </a:cubicBezTo>
                  <a:cubicBezTo>
                    <a:pt x="260" y="19"/>
                    <a:pt x="260" y="19"/>
                    <a:pt x="260" y="19"/>
                  </a:cubicBezTo>
                  <a:cubicBezTo>
                    <a:pt x="258" y="15"/>
                    <a:pt x="258" y="15"/>
                    <a:pt x="258" y="15"/>
                  </a:cubicBezTo>
                  <a:cubicBezTo>
                    <a:pt x="254" y="9"/>
                    <a:pt x="254" y="9"/>
                    <a:pt x="254" y="9"/>
                  </a:cubicBezTo>
                  <a:cubicBezTo>
                    <a:pt x="254" y="9"/>
                    <a:pt x="187" y="7"/>
                    <a:pt x="165" y="6"/>
                  </a:cubicBezTo>
                  <a:cubicBezTo>
                    <a:pt x="126" y="5"/>
                    <a:pt x="10" y="0"/>
                    <a:pt x="10" y="0"/>
                  </a:cubicBezTo>
                  <a:cubicBezTo>
                    <a:pt x="0" y="146"/>
                    <a:pt x="0" y="146"/>
                    <a:pt x="0" y="146"/>
                  </a:cubicBezTo>
                  <a:cubicBezTo>
                    <a:pt x="41" y="148"/>
                    <a:pt x="104" y="151"/>
                    <a:pt x="133" y="153"/>
                  </a:cubicBezTo>
                  <a:cubicBezTo>
                    <a:pt x="169" y="154"/>
                    <a:pt x="282" y="156"/>
                    <a:pt x="282" y="156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3" name="Freeform 12">
              <a:extLst>
                <a:ext uri="{FF2B5EF4-FFF2-40B4-BE49-F238E27FC236}">
                  <a16:creationId xmlns:a16="http://schemas.microsoft.com/office/drawing/2014/main" id="{D5CAEDA9-2228-F2EC-6548-24B51127E8C6}"/>
                </a:ext>
              </a:extLst>
            </p:cNvPr>
            <p:cNvSpPr>
              <a:spLocks/>
            </p:cNvSpPr>
            <p:nvPr/>
          </p:nvSpPr>
          <p:spPr bwMode="auto">
            <a:xfrm>
              <a:off x="6279748" y="2242392"/>
              <a:ext cx="446907" cy="225984"/>
            </a:xfrm>
            <a:custGeom>
              <a:avLst/>
              <a:gdLst>
                <a:gd name="T0" fmla="*/ 313 w 313"/>
                <a:gd name="T1" fmla="*/ 158 h 158"/>
                <a:gd name="T2" fmla="*/ 313 w 313"/>
                <a:gd name="T3" fmla="*/ 158 h 158"/>
                <a:gd name="T4" fmla="*/ 313 w 313"/>
                <a:gd name="T5" fmla="*/ 158 h 158"/>
                <a:gd name="T6" fmla="*/ 311 w 313"/>
                <a:gd name="T7" fmla="*/ 154 h 158"/>
                <a:gd name="T8" fmla="*/ 310 w 313"/>
                <a:gd name="T9" fmla="*/ 148 h 158"/>
                <a:gd name="T10" fmla="*/ 304 w 313"/>
                <a:gd name="T11" fmla="*/ 146 h 158"/>
                <a:gd name="T12" fmla="*/ 304 w 313"/>
                <a:gd name="T13" fmla="*/ 145 h 158"/>
                <a:gd name="T14" fmla="*/ 302 w 313"/>
                <a:gd name="T15" fmla="*/ 142 h 158"/>
                <a:gd name="T16" fmla="*/ 304 w 313"/>
                <a:gd name="T17" fmla="*/ 140 h 158"/>
                <a:gd name="T18" fmla="*/ 303 w 313"/>
                <a:gd name="T19" fmla="*/ 135 h 158"/>
                <a:gd name="T20" fmla="*/ 300 w 313"/>
                <a:gd name="T21" fmla="*/ 133 h 158"/>
                <a:gd name="T22" fmla="*/ 299 w 313"/>
                <a:gd name="T23" fmla="*/ 130 h 158"/>
                <a:gd name="T24" fmla="*/ 297 w 313"/>
                <a:gd name="T25" fmla="*/ 123 h 158"/>
                <a:gd name="T26" fmla="*/ 297 w 313"/>
                <a:gd name="T27" fmla="*/ 113 h 158"/>
                <a:gd name="T28" fmla="*/ 296 w 313"/>
                <a:gd name="T29" fmla="*/ 111 h 158"/>
                <a:gd name="T30" fmla="*/ 294 w 313"/>
                <a:gd name="T31" fmla="*/ 108 h 158"/>
                <a:gd name="T32" fmla="*/ 295 w 313"/>
                <a:gd name="T33" fmla="*/ 104 h 158"/>
                <a:gd name="T34" fmla="*/ 295 w 313"/>
                <a:gd name="T35" fmla="*/ 94 h 158"/>
                <a:gd name="T36" fmla="*/ 293 w 313"/>
                <a:gd name="T37" fmla="*/ 87 h 158"/>
                <a:gd name="T38" fmla="*/ 291 w 313"/>
                <a:gd name="T39" fmla="*/ 85 h 158"/>
                <a:gd name="T40" fmla="*/ 289 w 313"/>
                <a:gd name="T41" fmla="*/ 85 h 158"/>
                <a:gd name="T42" fmla="*/ 288 w 313"/>
                <a:gd name="T43" fmla="*/ 83 h 158"/>
                <a:gd name="T44" fmla="*/ 287 w 313"/>
                <a:gd name="T45" fmla="*/ 78 h 158"/>
                <a:gd name="T46" fmla="*/ 286 w 313"/>
                <a:gd name="T47" fmla="*/ 74 h 158"/>
                <a:gd name="T48" fmla="*/ 289 w 313"/>
                <a:gd name="T49" fmla="*/ 73 h 158"/>
                <a:gd name="T50" fmla="*/ 289 w 313"/>
                <a:gd name="T51" fmla="*/ 72 h 158"/>
                <a:gd name="T52" fmla="*/ 288 w 313"/>
                <a:gd name="T53" fmla="*/ 71 h 158"/>
                <a:gd name="T54" fmla="*/ 287 w 313"/>
                <a:gd name="T55" fmla="*/ 68 h 158"/>
                <a:gd name="T56" fmla="*/ 285 w 313"/>
                <a:gd name="T57" fmla="*/ 65 h 158"/>
                <a:gd name="T58" fmla="*/ 283 w 313"/>
                <a:gd name="T59" fmla="*/ 60 h 158"/>
                <a:gd name="T60" fmla="*/ 281 w 313"/>
                <a:gd name="T61" fmla="*/ 54 h 158"/>
                <a:gd name="T62" fmla="*/ 278 w 313"/>
                <a:gd name="T63" fmla="*/ 49 h 158"/>
                <a:gd name="T64" fmla="*/ 275 w 313"/>
                <a:gd name="T65" fmla="*/ 40 h 158"/>
                <a:gd name="T66" fmla="*/ 272 w 313"/>
                <a:gd name="T67" fmla="*/ 36 h 158"/>
                <a:gd name="T68" fmla="*/ 271 w 313"/>
                <a:gd name="T69" fmla="*/ 35 h 158"/>
                <a:gd name="T70" fmla="*/ 267 w 313"/>
                <a:gd name="T71" fmla="*/ 32 h 158"/>
                <a:gd name="T72" fmla="*/ 260 w 313"/>
                <a:gd name="T73" fmla="*/ 27 h 158"/>
                <a:gd name="T74" fmla="*/ 255 w 313"/>
                <a:gd name="T75" fmla="*/ 25 h 158"/>
                <a:gd name="T76" fmla="*/ 250 w 313"/>
                <a:gd name="T77" fmla="*/ 23 h 158"/>
                <a:gd name="T78" fmla="*/ 246 w 313"/>
                <a:gd name="T79" fmla="*/ 19 h 158"/>
                <a:gd name="T80" fmla="*/ 239 w 313"/>
                <a:gd name="T81" fmla="*/ 18 h 158"/>
                <a:gd name="T82" fmla="*/ 230 w 313"/>
                <a:gd name="T83" fmla="*/ 19 h 158"/>
                <a:gd name="T84" fmla="*/ 227 w 313"/>
                <a:gd name="T85" fmla="*/ 19 h 158"/>
                <a:gd name="T86" fmla="*/ 224 w 313"/>
                <a:gd name="T87" fmla="*/ 20 h 158"/>
                <a:gd name="T88" fmla="*/ 222 w 313"/>
                <a:gd name="T89" fmla="*/ 22 h 158"/>
                <a:gd name="T90" fmla="*/ 219 w 313"/>
                <a:gd name="T91" fmla="*/ 21 h 158"/>
                <a:gd name="T92" fmla="*/ 216 w 313"/>
                <a:gd name="T93" fmla="*/ 19 h 158"/>
                <a:gd name="T94" fmla="*/ 210 w 313"/>
                <a:gd name="T95" fmla="*/ 16 h 158"/>
                <a:gd name="T96" fmla="*/ 202 w 313"/>
                <a:gd name="T97" fmla="*/ 12 h 158"/>
                <a:gd name="T98" fmla="*/ 10 w 313"/>
                <a:gd name="T99" fmla="*/ 0 h 158"/>
                <a:gd name="T100" fmla="*/ 0 w 313"/>
                <a:gd name="T101" fmla="*/ 95 h 158"/>
                <a:gd name="T102" fmla="*/ 73 w 313"/>
                <a:gd name="T103" fmla="*/ 102 h 158"/>
                <a:gd name="T104" fmla="*/ 69 w 313"/>
                <a:gd name="T105" fmla="*/ 149 h 158"/>
                <a:gd name="T106" fmla="*/ 69 w 313"/>
                <a:gd name="T107" fmla="*/ 149 h 158"/>
                <a:gd name="T108" fmla="*/ 224 w 313"/>
                <a:gd name="T109" fmla="*/ 155 h 158"/>
                <a:gd name="T110" fmla="*/ 313 w 313"/>
                <a:gd name="T111" fmla="*/ 158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13" h="158">
                  <a:moveTo>
                    <a:pt x="313" y="158"/>
                  </a:moveTo>
                  <a:cubicBezTo>
                    <a:pt x="313" y="158"/>
                    <a:pt x="313" y="158"/>
                    <a:pt x="313" y="158"/>
                  </a:cubicBezTo>
                  <a:cubicBezTo>
                    <a:pt x="313" y="158"/>
                    <a:pt x="313" y="158"/>
                    <a:pt x="313" y="158"/>
                  </a:cubicBezTo>
                  <a:cubicBezTo>
                    <a:pt x="311" y="154"/>
                    <a:pt x="311" y="154"/>
                    <a:pt x="311" y="154"/>
                  </a:cubicBezTo>
                  <a:cubicBezTo>
                    <a:pt x="310" y="148"/>
                    <a:pt x="310" y="148"/>
                    <a:pt x="310" y="148"/>
                  </a:cubicBezTo>
                  <a:cubicBezTo>
                    <a:pt x="310" y="148"/>
                    <a:pt x="305" y="147"/>
                    <a:pt x="304" y="146"/>
                  </a:cubicBezTo>
                  <a:cubicBezTo>
                    <a:pt x="303" y="145"/>
                    <a:pt x="304" y="145"/>
                    <a:pt x="304" y="145"/>
                  </a:cubicBezTo>
                  <a:cubicBezTo>
                    <a:pt x="302" y="142"/>
                    <a:pt x="302" y="142"/>
                    <a:pt x="302" y="142"/>
                  </a:cubicBezTo>
                  <a:cubicBezTo>
                    <a:pt x="304" y="140"/>
                    <a:pt x="304" y="140"/>
                    <a:pt x="304" y="140"/>
                  </a:cubicBezTo>
                  <a:cubicBezTo>
                    <a:pt x="303" y="135"/>
                    <a:pt x="303" y="135"/>
                    <a:pt x="303" y="135"/>
                  </a:cubicBezTo>
                  <a:cubicBezTo>
                    <a:pt x="300" y="133"/>
                    <a:pt x="300" y="133"/>
                    <a:pt x="300" y="133"/>
                  </a:cubicBezTo>
                  <a:cubicBezTo>
                    <a:pt x="299" y="130"/>
                    <a:pt x="299" y="130"/>
                    <a:pt x="299" y="130"/>
                  </a:cubicBezTo>
                  <a:cubicBezTo>
                    <a:pt x="297" y="123"/>
                    <a:pt x="297" y="123"/>
                    <a:pt x="297" y="123"/>
                  </a:cubicBezTo>
                  <a:cubicBezTo>
                    <a:pt x="297" y="113"/>
                    <a:pt x="297" y="113"/>
                    <a:pt x="297" y="113"/>
                  </a:cubicBezTo>
                  <a:cubicBezTo>
                    <a:pt x="296" y="111"/>
                    <a:pt x="296" y="111"/>
                    <a:pt x="296" y="111"/>
                  </a:cubicBezTo>
                  <a:cubicBezTo>
                    <a:pt x="294" y="108"/>
                    <a:pt x="294" y="108"/>
                    <a:pt x="294" y="108"/>
                  </a:cubicBezTo>
                  <a:cubicBezTo>
                    <a:pt x="295" y="104"/>
                    <a:pt x="295" y="104"/>
                    <a:pt x="295" y="104"/>
                  </a:cubicBezTo>
                  <a:cubicBezTo>
                    <a:pt x="295" y="94"/>
                    <a:pt x="295" y="94"/>
                    <a:pt x="295" y="94"/>
                  </a:cubicBezTo>
                  <a:cubicBezTo>
                    <a:pt x="293" y="87"/>
                    <a:pt x="293" y="87"/>
                    <a:pt x="293" y="87"/>
                  </a:cubicBezTo>
                  <a:cubicBezTo>
                    <a:pt x="291" y="85"/>
                    <a:pt x="291" y="85"/>
                    <a:pt x="291" y="85"/>
                  </a:cubicBezTo>
                  <a:cubicBezTo>
                    <a:pt x="289" y="85"/>
                    <a:pt x="289" y="85"/>
                    <a:pt x="289" y="85"/>
                  </a:cubicBezTo>
                  <a:cubicBezTo>
                    <a:pt x="288" y="83"/>
                    <a:pt x="288" y="83"/>
                    <a:pt x="288" y="83"/>
                  </a:cubicBezTo>
                  <a:cubicBezTo>
                    <a:pt x="287" y="78"/>
                    <a:pt x="287" y="78"/>
                    <a:pt x="287" y="78"/>
                  </a:cubicBezTo>
                  <a:cubicBezTo>
                    <a:pt x="286" y="74"/>
                    <a:pt x="286" y="74"/>
                    <a:pt x="286" y="74"/>
                  </a:cubicBezTo>
                  <a:cubicBezTo>
                    <a:pt x="289" y="73"/>
                    <a:pt x="289" y="73"/>
                    <a:pt x="289" y="73"/>
                  </a:cubicBezTo>
                  <a:cubicBezTo>
                    <a:pt x="289" y="72"/>
                    <a:pt x="289" y="72"/>
                    <a:pt x="289" y="72"/>
                  </a:cubicBezTo>
                  <a:cubicBezTo>
                    <a:pt x="288" y="71"/>
                    <a:pt x="288" y="71"/>
                    <a:pt x="288" y="71"/>
                  </a:cubicBezTo>
                  <a:cubicBezTo>
                    <a:pt x="287" y="68"/>
                    <a:pt x="287" y="68"/>
                    <a:pt x="287" y="68"/>
                  </a:cubicBezTo>
                  <a:cubicBezTo>
                    <a:pt x="285" y="65"/>
                    <a:pt x="285" y="65"/>
                    <a:pt x="285" y="65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1" y="54"/>
                    <a:pt x="281" y="54"/>
                    <a:pt x="281" y="54"/>
                  </a:cubicBezTo>
                  <a:cubicBezTo>
                    <a:pt x="278" y="49"/>
                    <a:pt x="278" y="49"/>
                    <a:pt x="278" y="49"/>
                  </a:cubicBezTo>
                  <a:cubicBezTo>
                    <a:pt x="275" y="40"/>
                    <a:pt x="275" y="40"/>
                    <a:pt x="275" y="40"/>
                  </a:cubicBezTo>
                  <a:cubicBezTo>
                    <a:pt x="272" y="36"/>
                    <a:pt x="272" y="36"/>
                    <a:pt x="272" y="36"/>
                  </a:cubicBezTo>
                  <a:cubicBezTo>
                    <a:pt x="271" y="35"/>
                    <a:pt x="271" y="35"/>
                    <a:pt x="271" y="35"/>
                  </a:cubicBezTo>
                  <a:cubicBezTo>
                    <a:pt x="267" y="32"/>
                    <a:pt x="267" y="32"/>
                    <a:pt x="267" y="32"/>
                  </a:cubicBezTo>
                  <a:cubicBezTo>
                    <a:pt x="260" y="27"/>
                    <a:pt x="260" y="27"/>
                    <a:pt x="260" y="27"/>
                  </a:cubicBezTo>
                  <a:cubicBezTo>
                    <a:pt x="255" y="25"/>
                    <a:pt x="255" y="25"/>
                    <a:pt x="255" y="25"/>
                  </a:cubicBezTo>
                  <a:cubicBezTo>
                    <a:pt x="250" y="23"/>
                    <a:pt x="250" y="23"/>
                    <a:pt x="250" y="23"/>
                  </a:cubicBezTo>
                  <a:cubicBezTo>
                    <a:pt x="246" y="19"/>
                    <a:pt x="246" y="19"/>
                    <a:pt x="246" y="19"/>
                  </a:cubicBezTo>
                  <a:cubicBezTo>
                    <a:pt x="239" y="18"/>
                    <a:pt x="239" y="18"/>
                    <a:pt x="239" y="18"/>
                  </a:cubicBezTo>
                  <a:cubicBezTo>
                    <a:pt x="230" y="19"/>
                    <a:pt x="230" y="19"/>
                    <a:pt x="230" y="19"/>
                  </a:cubicBezTo>
                  <a:cubicBezTo>
                    <a:pt x="227" y="19"/>
                    <a:pt x="227" y="19"/>
                    <a:pt x="227" y="19"/>
                  </a:cubicBezTo>
                  <a:cubicBezTo>
                    <a:pt x="224" y="20"/>
                    <a:pt x="224" y="20"/>
                    <a:pt x="224" y="20"/>
                  </a:cubicBezTo>
                  <a:cubicBezTo>
                    <a:pt x="222" y="22"/>
                    <a:pt x="222" y="22"/>
                    <a:pt x="222" y="22"/>
                  </a:cubicBezTo>
                  <a:cubicBezTo>
                    <a:pt x="219" y="21"/>
                    <a:pt x="219" y="21"/>
                    <a:pt x="219" y="21"/>
                  </a:cubicBezTo>
                  <a:cubicBezTo>
                    <a:pt x="216" y="19"/>
                    <a:pt x="216" y="19"/>
                    <a:pt x="216" y="19"/>
                  </a:cubicBezTo>
                  <a:cubicBezTo>
                    <a:pt x="210" y="16"/>
                    <a:pt x="210" y="16"/>
                    <a:pt x="210" y="16"/>
                  </a:cubicBezTo>
                  <a:cubicBezTo>
                    <a:pt x="202" y="12"/>
                    <a:pt x="202" y="12"/>
                    <a:pt x="202" y="12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0" y="95"/>
                    <a:pt x="0" y="95"/>
                    <a:pt x="0" y="95"/>
                  </a:cubicBezTo>
                  <a:cubicBezTo>
                    <a:pt x="73" y="102"/>
                    <a:pt x="73" y="102"/>
                    <a:pt x="73" y="102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75" y="149"/>
                    <a:pt x="186" y="154"/>
                    <a:pt x="224" y="155"/>
                  </a:cubicBezTo>
                  <a:cubicBezTo>
                    <a:pt x="246" y="156"/>
                    <a:pt x="313" y="158"/>
                    <a:pt x="313" y="158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4" name="Freeform 13">
              <a:extLst>
                <a:ext uri="{FF2B5EF4-FFF2-40B4-BE49-F238E27FC236}">
                  <a16:creationId xmlns:a16="http://schemas.microsoft.com/office/drawing/2014/main" id="{C8C7A0F2-DCE2-453A-6064-28CBE93FC9F3}"/>
                </a:ext>
              </a:extLst>
            </p:cNvPr>
            <p:cNvSpPr>
              <a:spLocks/>
            </p:cNvSpPr>
            <p:nvPr/>
          </p:nvSpPr>
          <p:spPr bwMode="auto">
            <a:xfrm>
              <a:off x="6293239" y="2040019"/>
              <a:ext cx="384509" cy="256340"/>
            </a:xfrm>
            <a:custGeom>
              <a:avLst/>
              <a:gdLst>
                <a:gd name="T0" fmla="*/ 200 w 269"/>
                <a:gd name="T1" fmla="*/ 158 h 180"/>
                <a:gd name="T2" fmla="*/ 206 w 269"/>
                <a:gd name="T3" fmla="*/ 161 h 180"/>
                <a:gd name="T4" fmla="*/ 209 w 269"/>
                <a:gd name="T5" fmla="*/ 163 h 180"/>
                <a:gd name="T6" fmla="*/ 212 w 269"/>
                <a:gd name="T7" fmla="*/ 164 h 180"/>
                <a:gd name="T8" fmla="*/ 214 w 269"/>
                <a:gd name="T9" fmla="*/ 162 h 180"/>
                <a:gd name="T10" fmla="*/ 217 w 269"/>
                <a:gd name="T11" fmla="*/ 161 h 180"/>
                <a:gd name="T12" fmla="*/ 220 w 269"/>
                <a:gd name="T13" fmla="*/ 161 h 180"/>
                <a:gd name="T14" fmla="*/ 229 w 269"/>
                <a:gd name="T15" fmla="*/ 160 h 180"/>
                <a:gd name="T16" fmla="*/ 236 w 269"/>
                <a:gd name="T17" fmla="*/ 161 h 180"/>
                <a:gd name="T18" fmla="*/ 240 w 269"/>
                <a:gd name="T19" fmla="*/ 165 h 180"/>
                <a:gd name="T20" fmla="*/ 245 w 269"/>
                <a:gd name="T21" fmla="*/ 167 h 180"/>
                <a:gd name="T22" fmla="*/ 250 w 269"/>
                <a:gd name="T23" fmla="*/ 169 h 180"/>
                <a:gd name="T24" fmla="*/ 257 w 269"/>
                <a:gd name="T25" fmla="*/ 174 h 180"/>
                <a:gd name="T26" fmla="*/ 261 w 269"/>
                <a:gd name="T27" fmla="*/ 177 h 180"/>
                <a:gd name="T28" fmla="*/ 262 w 269"/>
                <a:gd name="T29" fmla="*/ 178 h 180"/>
                <a:gd name="T30" fmla="*/ 263 w 269"/>
                <a:gd name="T31" fmla="*/ 180 h 180"/>
                <a:gd name="T32" fmla="*/ 263 w 269"/>
                <a:gd name="T33" fmla="*/ 180 h 180"/>
                <a:gd name="T34" fmla="*/ 263 w 269"/>
                <a:gd name="T35" fmla="*/ 177 h 180"/>
                <a:gd name="T36" fmla="*/ 263 w 269"/>
                <a:gd name="T37" fmla="*/ 173 h 180"/>
                <a:gd name="T38" fmla="*/ 259 w 269"/>
                <a:gd name="T39" fmla="*/ 170 h 180"/>
                <a:gd name="T40" fmla="*/ 259 w 269"/>
                <a:gd name="T41" fmla="*/ 167 h 180"/>
                <a:gd name="T42" fmla="*/ 260 w 269"/>
                <a:gd name="T43" fmla="*/ 164 h 180"/>
                <a:gd name="T44" fmla="*/ 263 w 269"/>
                <a:gd name="T45" fmla="*/ 163 h 180"/>
                <a:gd name="T46" fmla="*/ 263 w 269"/>
                <a:gd name="T47" fmla="*/ 156 h 180"/>
                <a:gd name="T48" fmla="*/ 264 w 269"/>
                <a:gd name="T49" fmla="*/ 153 h 180"/>
                <a:gd name="T50" fmla="*/ 266 w 269"/>
                <a:gd name="T51" fmla="*/ 152 h 180"/>
                <a:gd name="T52" fmla="*/ 266 w 269"/>
                <a:gd name="T53" fmla="*/ 148 h 180"/>
                <a:gd name="T54" fmla="*/ 264 w 269"/>
                <a:gd name="T55" fmla="*/ 143 h 180"/>
                <a:gd name="T56" fmla="*/ 262 w 269"/>
                <a:gd name="T57" fmla="*/ 142 h 180"/>
                <a:gd name="T58" fmla="*/ 263 w 269"/>
                <a:gd name="T59" fmla="*/ 137 h 180"/>
                <a:gd name="T60" fmla="*/ 263 w 269"/>
                <a:gd name="T61" fmla="*/ 134 h 180"/>
                <a:gd name="T62" fmla="*/ 266 w 269"/>
                <a:gd name="T63" fmla="*/ 134 h 180"/>
                <a:gd name="T64" fmla="*/ 269 w 269"/>
                <a:gd name="T65" fmla="*/ 47 h 180"/>
                <a:gd name="T66" fmla="*/ 266 w 269"/>
                <a:gd name="T67" fmla="*/ 44 h 180"/>
                <a:gd name="T68" fmla="*/ 264 w 269"/>
                <a:gd name="T69" fmla="*/ 41 h 180"/>
                <a:gd name="T70" fmla="*/ 259 w 269"/>
                <a:gd name="T71" fmla="*/ 39 h 180"/>
                <a:gd name="T72" fmla="*/ 258 w 269"/>
                <a:gd name="T73" fmla="*/ 36 h 180"/>
                <a:gd name="T74" fmla="*/ 255 w 269"/>
                <a:gd name="T75" fmla="*/ 33 h 180"/>
                <a:gd name="T76" fmla="*/ 254 w 269"/>
                <a:gd name="T77" fmla="*/ 31 h 180"/>
                <a:gd name="T78" fmla="*/ 254 w 269"/>
                <a:gd name="T79" fmla="*/ 29 h 180"/>
                <a:gd name="T80" fmla="*/ 254 w 269"/>
                <a:gd name="T81" fmla="*/ 27 h 180"/>
                <a:gd name="T82" fmla="*/ 257 w 269"/>
                <a:gd name="T83" fmla="*/ 24 h 180"/>
                <a:gd name="T84" fmla="*/ 260 w 269"/>
                <a:gd name="T85" fmla="*/ 21 h 180"/>
                <a:gd name="T86" fmla="*/ 264 w 269"/>
                <a:gd name="T87" fmla="*/ 17 h 180"/>
                <a:gd name="T88" fmla="*/ 263 w 269"/>
                <a:gd name="T89" fmla="*/ 15 h 180"/>
                <a:gd name="T90" fmla="*/ 263 w 269"/>
                <a:gd name="T91" fmla="*/ 14 h 180"/>
                <a:gd name="T92" fmla="*/ 136 w 269"/>
                <a:gd name="T93" fmla="*/ 8 h 180"/>
                <a:gd name="T94" fmla="*/ 14 w 269"/>
                <a:gd name="T95" fmla="*/ 0 h 180"/>
                <a:gd name="T96" fmla="*/ 0 w 269"/>
                <a:gd name="T97" fmla="*/ 142 h 180"/>
                <a:gd name="T98" fmla="*/ 192 w 269"/>
                <a:gd name="T99" fmla="*/ 154 h 180"/>
                <a:gd name="T100" fmla="*/ 200 w 269"/>
                <a:gd name="T101" fmla="*/ 158 h 1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69" h="180">
                  <a:moveTo>
                    <a:pt x="200" y="158"/>
                  </a:moveTo>
                  <a:cubicBezTo>
                    <a:pt x="206" y="161"/>
                    <a:pt x="206" y="161"/>
                    <a:pt x="206" y="161"/>
                  </a:cubicBezTo>
                  <a:cubicBezTo>
                    <a:pt x="209" y="163"/>
                    <a:pt x="209" y="163"/>
                    <a:pt x="209" y="163"/>
                  </a:cubicBezTo>
                  <a:cubicBezTo>
                    <a:pt x="212" y="164"/>
                    <a:pt x="212" y="164"/>
                    <a:pt x="212" y="164"/>
                  </a:cubicBezTo>
                  <a:cubicBezTo>
                    <a:pt x="214" y="162"/>
                    <a:pt x="214" y="162"/>
                    <a:pt x="214" y="162"/>
                  </a:cubicBezTo>
                  <a:cubicBezTo>
                    <a:pt x="217" y="161"/>
                    <a:pt x="217" y="161"/>
                    <a:pt x="217" y="161"/>
                  </a:cubicBezTo>
                  <a:cubicBezTo>
                    <a:pt x="220" y="161"/>
                    <a:pt x="220" y="161"/>
                    <a:pt x="220" y="161"/>
                  </a:cubicBezTo>
                  <a:cubicBezTo>
                    <a:pt x="229" y="160"/>
                    <a:pt x="229" y="160"/>
                    <a:pt x="229" y="160"/>
                  </a:cubicBezTo>
                  <a:cubicBezTo>
                    <a:pt x="236" y="161"/>
                    <a:pt x="236" y="161"/>
                    <a:pt x="236" y="161"/>
                  </a:cubicBezTo>
                  <a:cubicBezTo>
                    <a:pt x="240" y="165"/>
                    <a:pt x="240" y="165"/>
                    <a:pt x="240" y="165"/>
                  </a:cubicBezTo>
                  <a:cubicBezTo>
                    <a:pt x="245" y="167"/>
                    <a:pt x="245" y="167"/>
                    <a:pt x="245" y="167"/>
                  </a:cubicBezTo>
                  <a:cubicBezTo>
                    <a:pt x="250" y="169"/>
                    <a:pt x="250" y="169"/>
                    <a:pt x="250" y="169"/>
                  </a:cubicBezTo>
                  <a:cubicBezTo>
                    <a:pt x="257" y="174"/>
                    <a:pt x="257" y="174"/>
                    <a:pt x="257" y="174"/>
                  </a:cubicBezTo>
                  <a:cubicBezTo>
                    <a:pt x="261" y="177"/>
                    <a:pt x="261" y="177"/>
                    <a:pt x="261" y="177"/>
                  </a:cubicBezTo>
                  <a:cubicBezTo>
                    <a:pt x="262" y="178"/>
                    <a:pt x="262" y="178"/>
                    <a:pt x="262" y="178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77"/>
                    <a:pt x="263" y="177"/>
                    <a:pt x="263" y="177"/>
                  </a:cubicBezTo>
                  <a:cubicBezTo>
                    <a:pt x="263" y="173"/>
                    <a:pt x="263" y="173"/>
                    <a:pt x="263" y="173"/>
                  </a:cubicBezTo>
                  <a:cubicBezTo>
                    <a:pt x="259" y="170"/>
                    <a:pt x="259" y="170"/>
                    <a:pt x="259" y="170"/>
                  </a:cubicBezTo>
                  <a:cubicBezTo>
                    <a:pt x="259" y="167"/>
                    <a:pt x="259" y="167"/>
                    <a:pt x="259" y="167"/>
                  </a:cubicBezTo>
                  <a:cubicBezTo>
                    <a:pt x="260" y="164"/>
                    <a:pt x="260" y="164"/>
                    <a:pt x="260" y="164"/>
                  </a:cubicBezTo>
                  <a:cubicBezTo>
                    <a:pt x="263" y="163"/>
                    <a:pt x="263" y="163"/>
                    <a:pt x="263" y="163"/>
                  </a:cubicBezTo>
                  <a:cubicBezTo>
                    <a:pt x="263" y="156"/>
                    <a:pt x="263" y="156"/>
                    <a:pt x="263" y="156"/>
                  </a:cubicBezTo>
                  <a:cubicBezTo>
                    <a:pt x="264" y="153"/>
                    <a:pt x="264" y="153"/>
                    <a:pt x="264" y="153"/>
                  </a:cubicBezTo>
                  <a:cubicBezTo>
                    <a:pt x="266" y="152"/>
                    <a:pt x="266" y="152"/>
                    <a:pt x="266" y="152"/>
                  </a:cubicBezTo>
                  <a:cubicBezTo>
                    <a:pt x="266" y="148"/>
                    <a:pt x="266" y="148"/>
                    <a:pt x="266" y="148"/>
                  </a:cubicBezTo>
                  <a:cubicBezTo>
                    <a:pt x="264" y="143"/>
                    <a:pt x="264" y="143"/>
                    <a:pt x="264" y="143"/>
                  </a:cubicBezTo>
                  <a:cubicBezTo>
                    <a:pt x="262" y="142"/>
                    <a:pt x="262" y="142"/>
                    <a:pt x="262" y="142"/>
                  </a:cubicBezTo>
                  <a:cubicBezTo>
                    <a:pt x="263" y="137"/>
                    <a:pt x="263" y="137"/>
                    <a:pt x="263" y="137"/>
                  </a:cubicBezTo>
                  <a:cubicBezTo>
                    <a:pt x="263" y="134"/>
                    <a:pt x="263" y="134"/>
                    <a:pt x="263" y="134"/>
                  </a:cubicBezTo>
                  <a:cubicBezTo>
                    <a:pt x="266" y="134"/>
                    <a:pt x="266" y="134"/>
                    <a:pt x="266" y="134"/>
                  </a:cubicBezTo>
                  <a:cubicBezTo>
                    <a:pt x="269" y="47"/>
                    <a:pt x="269" y="47"/>
                    <a:pt x="269" y="47"/>
                  </a:cubicBezTo>
                  <a:cubicBezTo>
                    <a:pt x="266" y="44"/>
                    <a:pt x="266" y="44"/>
                    <a:pt x="266" y="44"/>
                  </a:cubicBezTo>
                  <a:cubicBezTo>
                    <a:pt x="264" y="41"/>
                    <a:pt x="264" y="41"/>
                    <a:pt x="264" y="41"/>
                  </a:cubicBezTo>
                  <a:cubicBezTo>
                    <a:pt x="259" y="39"/>
                    <a:pt x="259" y="39"/>
                    <a:pt x="259" y="39"/>
                  </a:cubicBezTo>
                  <a:cubicBezTo>
                    <a:pt x="258" y="36"/>
                    <a:pt x="258" y="36"/>
                    <a:pt x="258" y="36"/>
                  </a:cubicBezTo>
                  <a:cubicBezTo>
                    <a:pt x="255" y="33"/>
                    <a:pt x="255" y="33"/>
                    <a:pt x="255" y="33"/>
                  </a:cubicBezTo>
                  <a:cubicBezTo>
                    <a:pt x="254" y="31"/>
                    <a:pt x="254" y="31"/>
                    <a:pt x="254" y="31"/>
                  </a:cubicBezTo>
                  <a:cubicBezTo>
                    <a:pt x="254" y="29"/>
                    <a:pt x="254" y="29"/>
                    <a:pt x="254" y="29"/>
                  </a:cubicBezTo>
                  <a:cubicBezTo>
                    <a:pt x="254" y="27"/>
                    <a:pt x="254" y="27"/>
                    <a:pt x="254" y="27"/>
                  </a:cubicBezTo>
                  <a:cubicBezTo>
                    <a:pt x="257" y="24"/>
                    <a:pt x="257" y="24"/>
                    <a:pt x="257" y="24"/>
                  </a:cubicBezTo>
                  <a:cubicBezTo>
                    <a:pt x="260" y="21"/>
                    <a:pt x="260" y="21"/>
                    <a:pt x="260" y="21"/>
                  </a:cubicBezTo>
                  <a:cubicBezTo>
                    <a:pt x="264" y="17"/>
                    <a:pt x="264" y="17"/>
                    <a:pt x="264" y="17"/>
                  </a:cubicBezTo>
                  <a:cubicBezTo>
                    <a:pt x="263" y="15"/>
                    <a:pt x="263" y="15"/>
                    <a:pt x="263" y="15"/>
                  </a:cubicBezTo>
                  <a:cubicBezTo>
                    <a:pt x="263" y="14"/>
                    <a:pt x="263" y="14"/>
                    <a:pt x="263" y="14"/>
                  </a:cubicBezTo>
                  <a:cubicBezTo>
                    <a:pt x="263" y="14"/>
                    <a:pt x="167" y="10"/>
                    <a:pt x="136" y="8"/>
                  </a:cubicBezTo>
                  <a:cubicBezTo>
                    <a:pt x="105" y="6"/>
                    <a:pt x="14" y="0"/>
                    <a:pt x="14" y="0"/>
                  </a:cubicBezTo>
                  <a:cubicBezTo>
                    <a:pt x="0" y="142"/>
                    <a:pt x="0" y="142"/>
                    <a:pt x="0" y="142"/>
                  </a:cubicBezTo>
                  <a:cubicBezTo>
                    <a:pt x="192" y="154"/>
                    <a:pt x="192" y="154"/>
                    <a:pt x="192" y="154"/>
                  </a:cubicBezTo>
                  <a:lnTo>
                    <a:pt x="200" y="15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5" name="Freeform 14">
              <a:extLst>
                <a:ext uri="{FF2B5EF4-FFF2-40B4-BE49-F238E27FC236}">
                  <a16:creationId xmlns:a16="http://schemas.microsoft.com/office/drawing/2014/main" id="{366DF13B-1B79-9919-BA0F-E61D88CDAFC6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2222" y="2058569"/>
              <a:ext cx="386195" cy="318738"/>
            </a:xfrm>
            <a:custGeom>
              <a:avLst/>
              <a:gdLst>
                <a:gd name="T0" fmla="*/ 229 w 229"/>
                <a:gd name="T1" fmla="*/ 27 h 189"/>
                <a:gd name="T2" fmla="*/ 228 w 229"/>
                <a:gd name="T3" fmla="*/ 27 h 189"/>
                <a:gd name="T4" fmla="*/ 28 w 229"/>
                <a:gd name="T5" fmla="*/ 0 h 189"/>
                <a:gd name="T6" fmla="*/ 24 w 229"/>
                <a:gd name="T7" fmla="*/ 23 h 189"/>
                <a:gd name="T8" fmla="*/ 7 w 229"/>
                <a:gd name="T9" fmla="*/ 122 h 189"/>
                <a:gd name="T10" fmla="*/ 0 w 229"/>
                <a:gd name="T11" fmla="*/ 162 h 189"/>
                <a:gd name="T12" fmla="*/ 61 w 229"/>
                <a:gd name="T13" fmla="*/ 172 h 189"/>
                <a:gd name="T14" fmla="*/ 212 w 229"/>
                <a:gd name="T15" fmla="*/ 189 h 189"/>
                <a:gd name="T16" fmla="*/ 220 w 229"/>
                <a:gd name="T17" fmla="*/ 109 h 189"/>
                <a:gd name="T18" fmla="*/ 229 w 229"/>
                <a:gd name="T19" fmla="*/ 27 h 1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9" h="189">
                  <a:moveTo>
                    <a:pt x="229" y="27"/>
                  </a:moveTo>
                  <a:lnTo>
                    <a:pt x="228" y="27"/>
                  </a:lnTo>
                  <a:lnTo>
                    <a:pt x="28" y="0"/>
                  </a:lnTo>
                  <a:lnTo>
                    <a:pt x="24" y="23"/>
                  </a:lnTo>
                  <a:lnTo>
                    <a:pt x="7" y="122"/>
                  </a:lnTo>
                  <a:lnTo>
                    <a:pt x="0" y="162"/>
                  </a:lnTo>
                  <a:lnTo>
                    <a:pt x="61" y="172"/>
                  </a:lnTo>
                  <a:lnTo>
                    <a:pt x="212" y="189"/>
                  </a:lnTo>
                  <a:lnTo>
                    <a:pt x="220" y="109"/>
                  </a:lnTo>
                  <a:lnTo>
                    <a:pt x="229" y="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6" name="Freeform 15">
              <a:extLst>
                <a:ext uri="{FF2B5EF4-FFF2-40B4-BE49-F238E27FC236}">
                  <a16:creationId xmlns:a16="http://schemas.microsoft.com/office/drawing/2014/main" id="{4255B704-E265-C13B-70FB-EF6191B4125B}"/>
                </a:ext>
              </a:extLst>
            </p:cNvPr>
            <p:cNvSpPr>
              <a:spLocks/>
            </p:cNvSpPr>
            <p:nvPr/>
          </p:nvSpPr>
          <p:spPr bwMode="auto">
            <a:xfrm>
              <a:off x="6313477" y="1829213"/>
              <a:ext cx="359212" cy="231044"/>
            </a:xfrm>
            <a:custGeom>
              <a:avLst/>
              <a:gdLst>
                <a:gd name="T0" fmla="*/ 249 w 251"/>
                <a:gd name="T1" fmla="*/ 161 h 162"/>
                <a:gd name="T2" fmla="*/ 249 w 251"/>
                <a:gd name="T3" fmla="*/ 162 h 162"/>
                <a:gd name="T4" fmla="*/ 249 w 251"/>
                <a:gd name="T5" fmla="*/ 162 h 162"/>
                <a:gd name="T6" fmla="*/ 251 w 251"/>
                <a:gd name="T7" fmla="*/ 160 h 162"/>
                <a:gd name="T8" fmla="*/ 251 w 251"/>
                <a:gd name="T9" fmla="*/ 155 h 162"/>
                <a:gd name="T10" fmla="*/ 251 w 251"/>
                <a:gd name="T11" fmla="*/ 150 h 162"/>
                <a:gd name="T12" fmla="*/ 250 w 251"/>
                <a:gd name="T13" fmla="*/ 144 h 162"/>
                <a:gd name="T14" fmla="*/ 248 w 251"/>
                <a:gd name="T15" fmla="*/ 141 h 162"/>
                <a:gd name="T16" fmla="*/ 245 w 251"/>
                <a:gd name="T17" fmla="*/ 138 h 162"/>
                <a:gd name="T18" fmla="*/ 245 w 251"/>
                <a:gd name="T19" fmla="*/ 131 h 162"/>
                <a:gd name="T20" fmla="*/ 244 w 251"/>
                <a:gd name="T21" fmla="*/ 129 h 162"/>
                <a:gd name="T22" fmla="*/ 242 w 251"/>
                <a:gd name="T23" fmla="*/ 126 h 162"/>
                <a:gd name="T24" fmla="*/ 242 w 251"/>
                <a:gd name="T25" fmla="*/ 117 h 162"/>
                <a:gd name="T26" fmla="*/ 242 w 251"/>
                <a:gd name="T27" fmla="*/ 103 h 162"/>
                <a:gd name="T28" fmla="*/ 241 w 251"/>
                <a:gd name="T29" fmla="*/ 86 h 162"/>
                <a:gd name="T30" fmla="*/ 241 w 251"/>
                <a:gd name="T31" fmla="*/ 77 h 162"/>
                <a:gd name="T32" fmla="*/ 237 w 251"/>
                <a:gd name="T33" fmla="*/ 70 h 162"/>
                <a:gd name="T34" fmla="*/ 234 w 251"/>
                <a:gd name="T35" fmla="*/ 60 h 162"/>
                <a:gd name="T36" fmla="*/ 232 w 251"/>
                <a:gd name="T37" fmla="*/ 54 h 162"/>
                <a:gd name="T38" fmla="*/ 234 w 251"/>
                <a:gd name="T39" fmla="*/ 47 h 162"/>
                <a:gd name="T40" fmla="*/ 233 w 251"/>
                <a:gd name="T41" fmla="*/ 41 h 162"/>
                <a:gd name="T42" fmla="*/ 232 w 251"/>
                <a:gd name="T43" fmla="*/ 39 h 162"/>
                <a:gd name="T44" fmla="*/ 232 w 251"/>
                <a:gd name="T45" fmla="*/ 34 h 162"/>
                <a:gd name="T46" fmla="*/ 232 w 251"/>
                <a:gd name="T47" fmla="*/ 33 h 162"/>
                <a:gd name="T48" fmla="*/ 234 w 251"/>
                <a:gd name="T49" fmla="*/ 31 h 162"/>
                <a:gd name="T50" fmla="*/ 235 w 251"/>
                <a:gd name="T51" fmla="*/ 29 h 162"/>
                <a:gd name="T52" fmla="*/ 235 w 251"/>
                <a:gd name="T53" fmla="*/ 25 h 162"/>
                <a:gd name="T54" fmla="*/ 232 w 251"/>
                <a:gd name="T55" fmla="*/ 22 h 162"/>
                <a:gd name="T56" fmla="*/ 232 w 251"/>
                <a:gd name="T57" fmla="*/ 21 h 162"/>
                <a:gd name="T58" fmla="*/ 231 w 251"/>
                <a:gd name="T59" fmla="*/ 18 h 162"/>
                <a:gd name="T60" fmla="*/ 230 w 251"/>
                <a:gd name="T61" fmla="*/ 13 h 162"/>
                <a:gd name="T62" fmla="*/ 97 w 251"/>
                <a:gd name="T63" fmla="*/ 7 h 162"/>
                <a:gd name="T64" fmla="*/ 14 w 251"/>
                <a:gd name="T65" fmla="*/ 0 h 162"/>
                <a:gd name="T66" fmla="*/ 0 w 251"/>
                <a:gd name="T67" fmla="*/ 147 h 162"/>
                <a:gd name="T68" fmla="*/ 122 w 251"/>
                <a:gd name="T69" fmla="*/ 155 h 162"/>
                <a:gd name="T70" fmla="*/ 249 w 251"/>
                <a:gd name="T71" fmla="*/ 161 h 1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51" h="162">
                  <a:moveTo>
                    <a:pt x="249" y="161"/>
                  </a:moveTo>
                  <a:cubicBezTo>
                    <a:pt x="249" y="162"/>
                    <a:pt x="249" y="162"/>
                    <a:pt x="249" y="162"/>
                  </a:cubicBezTo>
                  <a:cubicBezTo>
                    <a:pt x="249" y="162"/>
                    <a:pt x="249" y="162"/>
                    <a:pt x="249" y="162"/>
                  </a:cubicBezTo>
                  <a:cubicBezTo>
                    <a:pt x="251" y="160"/>
                    <a:pt x="251" y="160"/>
                    <a:pt x="251" y="160"/>
                  </a:cubicBezTo>
                  <a:cubicBezTo>
                    <a:pt x="251" y="155"/>
                    <a:pt x="251" y="155"/>
                    <a:pt x="251" y="155"/>
                  </a:cubicBezTo>
                  <a:cubicBezTo>
                    <a:pt x="251" y="150"/>
                    <a:pt x="251" y="150"/>
                    <a:pt x="251" y="150"/>
                  </a:cubicBezTo>
                  <a:cubicBezTo>
                    <a:pt x="250" y="144"/>
                    <a:pt x="250" y="144"/>
                    <a:pt x="250" y="144"/>
                  </a:cubicBezTo>
                  <a:cubicBezTo>
                    <a:pt x="248" y="141"/>
                    <a:pt x="248" y="141"/>
                    <a:pt x="248" y="141"/>
                  </a:cubicBezTo>
                  <a:cubicBezTo>
                    <a:pt x="245" y="138"/>
                    <a:pt x="245" y="138"/>
                    <a:pt x="245" y="138"/>
                  </a:cubicBezTo>
                  <a:cubicBezTo>
                    <a:pt x="245" y="131"/>
                    <a:pt x="245" y="131"/>
                    <a:pt x="245" y="131"/>
                  </a:cubicBezTo>
                  <a:cubicBezTo>
                    <a:pt x="244" y="129"/>
                    <a:pt x="244" y="129"/>
                    <a:pt x="244" y="129"/>
                  </a:cubicBezTo>
                  <a:cubicBezTo>
                    <a:pt x="242" y="126"/>
                    <a:pt x="242" y="126"/>
                    <a:pt x="242" y="126"/>
                  </a:cubicBezTo>
                  <a:cubicBezTo>
                    <a:pt x="242" y="117"/>
                    <a:pt x="242" y="117"/>
                    <a:pt x="242" y="117"/>
                  </a:cubicBezTo>
                  <a:cubicBezTo>
                    <a:pt x="242" y="103"/>
                    <a:pt x="242" y="103"/>
                    <a:pt x="242" y="103"/>
                  </a:cubicBezTo>
                  <a:cubicBezTo>
                    <a:pt x="241" y="86"/>
                    <a:pt x="241" y="86"/>
                    <a:pt x="241" y="86"/>
                  </a:cubicBezTo>
                  <a:cubicBezTo>
                    <a:pt x="241" y="77"/>
                    <a:pt x="241" y="77"/>
                    <a:pt x="241" y="77"/>
                  </a:cubicBezTo>
                  <a:cubicBezTo>
                    <a:pt x="237" y="70"/>
                    <a:pt x="237" y="70"/>
                    <a:pt x="237" y="70"/>
                  </a:cubicBezTo>
                  <a:cubicBezTo>
                    <a:pt x="234" y="60"/>
                    <a:pt x="234" y="60"/>
                    <a:pt x="234" y="60"/>
                  </a:cubicBezTo>
                  <a:cubicBezTo>
                    <a:pt x="232" y="54"/>
                    <a:pt x="232" y="54"/>
                    <a:pt x="232" y="54"/>
                  </a:cubicBezTo>
                  <a:cubicBezTo>
                    <a:pt x="234" y="47"/>
                    <a:pt x="234" y="47"/>
                    <a:pt x="234" y="47"/>
                  </a:cubicBezTo>
                  <a:cubicBezTo>
                    <a:pt x="233" y="41"/>
                    <a:pt x="233" y="41"/>
                    <a:pt x="233" y="41"/>
                  </a:cubicBezTo>
                  <a:cubicBezTo>
                    <a:pt x="232" y="39"/>
                    <a:pt x="232" y="39"/>
                    <a:pt x="232" y="39"/>
                  </a:cubicBezTo>
                  <a:cubicBezTo>
                    <a:pt x="232" y="34"/>
                    <a:pt x="232" y="34"/>
                    <a:pt x="232" y="34"/>
                  </a:cubicBezTo>
                  <a:cubicBezTo>
                    <a:pt x="232" y="33"/>
                    <a:pt x="232" y="33"/>
                    <a:pt x="232" y="33"/>
                  </a:cubicBezTo>
                  <a:cubicBezTo>
                    <a:pt x="234" y="31"/>
                    <a:pt x="234" y="31"/>
                    <a:pt x="234" y="31"/>
                  </a:cubicBezTo>
                  <a:cubicBezTo>
                    <a:pt x="235" y="29"/>
                    <a:pt x="235" y="29"/>
                    <a:pt x="235" y="29"/>
                  </a:cubicBezTo>
                  <a:cubicBezTo>
                    <a:pt x="235" y="25"/>
                    <a:pt x="235" y="25"/>
                    <a:pt x="235" y="25"/>
                  </a:cubicBezTo>
                  <a:cubicBezTo>
                    <a:pt x="232" y="22"/>
                    <a:pt x="232" y="22"/>
                    <a:pt x="232" y="22"/>
                  </a:cubicBezTo>
                  <a:cubicBezTo>
                    <a:pt x="232" y="21"/>
                    <a:pt x="232" y="21"/>
                    <a:pt x="232" y="21"/>
                  </a:cubicBezTo>
                  <a:cubicBezTo>
                    <a:pt x="231" y="18"/>
                    <a:pt x="231" y="18"/>
                    <a:pt x="231" y="18"/>
                  </a:cubicBezTo>
                  <a:cubicBezTo>
                    <a:pt x="230" y="13"/>
                    <a:pt x="230" y="13"/>
                    <a:pt x="230" y="13"/>
                  </a:cubicBezTo>
                  <a:cubicBezTo>
                    <a:pt x="230" y="13"/>
                    <a:pt x="130" y="9"/>
                    <a:pt x="97" y="7"/>
                  </a:cubicBezTo>
                  <a:cubicBezTo>
                    <a:pt x="76" y="6"/>
                    <a:pt x="14" y="0"/>
                    <a:pt x="14" y="0"/>
                  </a:cubicBezTo>
                  <a:cubicBezTo>
                    <a:pt x="0" y="147"/>
                    <a:pt x="0" y="147"/>
                    <a:pt x="0" y="147"/>
                  </a:cubicBezTo>
                  <a:cubicBezTo>
                    <a:pt x="0" y="147"/>
                    <a:pt x="91" y="153"/>
                    <a:pt x="122" y="155"/>
                  </a:cubicBezTo>
                  <a:cubicBezTo>
                    <a:pt x="153" y="157"/>
                    <a:pt x="249" y="161"/>
                    <a:pt x="249" y="1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7" name="Freeform 16">
              <a:extLst>
                <a:ext uri="{FF2B5EF4-FFF2-40B4-BE49-F238E27FC236}">
                  <a16:creationId xmlns:a16="http://schemas.microsoft.com/office/drawing/2014/main" id="{2803A120-C0BA-FCEC-1CCC-1A752BF486D4}"/>
                </a:ext>
              </a:extLst>
            </p:cNvPr>
            <p:cNvSpPr>
              <a:spLocks/>
            </p:cNvSpPr>
            <p:nvPr/>
          </p:nvSpPr>
          <p:spPr bwMode="auto">
            <a:xfrm>
              <a:off x="5982934" y="2348638"/>
              <a:ext cx="401373" cy="315365"/>
            </a:xfrm>
            <a:custGeom>
              <a:avLst/>
              <a:gdLst>
                <a:gd name="T0" fmla="*/ 267 w 281"/>
                <a:gd name="T1" fmla="*/ 221 h 221"/>
                <a:gd name="T2" fmla="*/ 277 w 281"/>
                <a:gd name="T3" fmla="*/ 75 h 221"/>
                <a:gd name="T4" fmla="*/ 277 w 281"/>
                <a:gd name="T5" fmla="*/ 75 h 221"/>
                <a:gd name="T6" fmla="*/ 277 w 281"/>
                <a:gd name="T7" fmla="*/ 75 h 221"/>
                <a:gd name="T8" fmla="*/ 281 w 281"/>
                <a:gd name="T9" fmla="*/ 28 h 221"/>
                <a:gd name="T10" fmla="*/ 208 w 281"/>
                <a:gd name="T11" fmla="*/ 21 h 221"/>
                <a:gd name="T12" fmla="*/ 30 w 281"/>
                <a:gd name="T13" fmla="*/ 0 h 221"/>
                <a:gd name="T14" fmla="*/ 0 w 281"/>
                <a:gd name="T15" fmla="*/ 192 h 221"/>
                <a:gd name="T16" fmla="*/ 229 w 281"/>
                <a:gd name="T17" fmla="*/ 219 h 221"/>
                <a:gd name="T18" fmla="*/ 267 w 281"/>
                <a:gd name="T19" fmla="*/ 221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81" h="221">
                  <a:moveTo>
                    <a:pt x="267" y="221"/>
                  </a:move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81" y="28"/>
                    <a:pt x="281" y="28"/>
                    <a:pt x="281" y="28"/>
                  </a:cubicBezTo>
                  <a:cubicBezTo>
                    <a:pt x="208" y="21"/>
                    <a:pt x="208" y="21"/>
                    <a:pt x="208" y="21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0" y="192"/>
                    <a:pt x="0" y="192"/>
                    <a:pt x="0" y="192"/>
                  </a:cubicBezTo>
                  <a:cubicBezTo>
                    <a:pt x="229" y="219"/>
                    <a:pt x="229" y="219"/>
                    <a:pt x="229" y="219"/>
                  </a:cubicBezTo>
                  <a:cubicBezTo>
                    <a:pt x="229" y="219"/>
                    <a:pt x="245" y="220"/>
                    <a:pt x="267" y="22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8" name="Freeform 17">
              <a:extLst>
                <a:ext uri="{FF2B5EF4-FFF2-40B4-BE49-F238E27FC236}">
                  <a16:creationId xmlns:a16="http://schemas.microsoft.com/office/drawing/2014/main" id="{A0FFFDC0-7F7D-ABFD-C2AA-FC1CCC9A24BB}"/>
                </a:ext>
              </a:extLst>
            </p:cNvPr>
            <p:cNvSpPr>
              <a:spLocks/>
            </p:cNvSpPr>
            <p:nvPr/>
          </p:nvSpPr>
          <p:spPr bwMode="auto">
            <a:xfrm>
              <a:off x="5716476" y="2235646"/>
              <a:ext cx="308619" cy="386196"/>
            </a:xfrm>
            <a:custGeom>
              <a:avLst/>
              <a:gdLst>
                <a:gd name="T0" fmla="*/ 183 w 183"/>
                <a:gd name="T1" fmla="*/ 67 h 229"/>
                <a:gd name="T2" fmla="*/ 122 w 183"/>
                <a:gd name="T3" fmla="*/ 57 h 229"/>
                <a:gd name="T4" fmla="*/ 129 w 183"/>
                <a:gd name="T5" fmla="*/ 17 h 229"/>
                <a:gd name="T6" fmla="*/ 39 w 183"/>
                <a:gd name="T7" fmla="*/ 0 h 229"/>
                <a:gd name="T8" fmla="*/ 0 w 183"/>
                <a:gd name="T9" fmla="*/ 201 h 229"/>
                <a:gd name="T10" fmla="*/ 158 w 183"/>
                <a:gd name="T11" fmla="*/ 229 h 229"/>
                <a:gd name="T12" fmla="*/ 183 w 183"/>
                <a:gd name="T13" fmla="*/ 67 h 2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3" h="229">
                  <a:moveTo>
                    <a:pt x="183" y="67"/>
                  </a:moveTo>
                  <a:lnTo>
                    <a:pt x="122" y="57"/>
                  </a:lnTo>
                  <a:lnTo>
                    <a:pt x="129" y="17"/>
                  </a:lnTo>
                  <a:lnTo>
                    <a:pt x="39" y="0"/>
                  </a:lnTo>
                  <a:lnTo>
                    <a:pt x="0" y="201"/>
                  </a:lnTo>
                  <a:lnTo>
                    <a:pt x="158" y="229"/>
                  </a:lnTo>
                  <a:lnTo>
                    <a:pt x="183" y="6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9" name="Freeform 18">
              <a:extLst>
                <a:ext uri="{FF2B5EF4-FFF2-40B4-BE49-F238E27FC236}">
                  <a16:creationId xmlns:a16="http://schemas.microsoft.com/office/drawing/2014/main" id="{392F11A1-D374-4CFA-A247-6E049DD7E535}"/>
                </a:ext>
              </a:extLst>
            </p:cNvPr>
            <p:cNvSpPr>
              <a:spLocks/>
            </p:cNvSpPr>
            <p:nvPr/>
          </p:nvSpPr>
          <p:spPr bwMode="auto">
            <a:xfrm>
              <a:off x="5428094" y="2164816"/>
              <a:ext cx="354153" cy="536288"/>
            </a:xfrm>
            <a:custGeom>
              <a:avLst/>
              <a:gdLst>
                <a:gd name="T0" fmla="*/ 5 w 248"/>
                <a:gd name="T1" fmla="*/ 131 h 375"/>
                <a:gd name="T2" fmla="*/ 1 w 248"/>
                <a:gd name="T3" fmla="*/ 132 h 375"/>
                <a:gd name="T4" fmla="*/ 0 w 248"/>
                <a:gd name="T5" fmla="*/ 135 h 375"/>
                <a:gd name="T6" fmla="*/ 1 w 248"/>
                <a:gd name="T7" fmla="*/ 139 h 375"/>
                <a:gd name="T8" fmla="*/ 2 w 248"/>
                <a:gd name="T9" fmla="*/ 142 h 375"/>
                <a:gd name="T10" fmla="*/ 3 w 248"/>
                <a:gd name="T11" fmla="*/ 143 h 375"/>
                <a:gd name="T12" fmla="*/ 7 w 248"/>
                <a:gd name="T13" fmla="*/ 145 h 375"/>
                <a:gd name="T14" fmla="*/ 160 w 248"/>
                <a:gd name="T15" fmla="*/ 375 h 375"/>
                <a:gd name="T16" fmla="*/ 163 w 248"/>
                <a:gd name="T17" fmla="*/ 371 h 375"/>
                <a:gd name="T18" fmla="*/ 164 w 248"/>
                <a:gd name="T19" fmla="*/ 367 h 375"/>
                <a:gd name="T20" fmla="*/ 164 w 248"/>
                <a:gd name="T21" fmla="*/ 354 h 375"/>
                <a:gd name="T22" fmla="*/ 164 w 248"/>
                <a:gd name="T23" fmla="*/ 340 h 375"/>
                <a:gd name="T24" fmla="*/ 164 w 248"/>
                <a:gd name="T25" fmla="*/ 329 h 375"/>
                <a:gd name="T26" fmla="*/ 167 w 248"/>
                <a:gd name="T27" fmla="*/ 326 h 375"/>
                <a:gd name="T28" fmla="*/ 174 w 248"/>
                <a:gd name="T29" fmla="*/ 324 h 375"/>
                <a:gd name="T30" fmla="*/ 176 w 248"/>
                <a:gd name="T31" fmla="*/ 328 h 375"/>
                <a:gd name="T32" fmla="*/ 180 w 248"/>
                <a:gd name="T33" fmla="*/ 326 h 375"/>
                <a:gd name="T34" fmla="*/ 185 w 248"/>
                <a:gd name="T35" fmla="*/ 330 h 375"/>
                <a:gd name="T36" fmla="*/ 188 w 248"/>
                <a:gd name="T37" fmla="*/ 332 h 375"/>
                <a:gd name="T38" fmla="*/ 191 w 248"/>
                <a:gd name="T39" fmla="*/ 330 h 375"/>
                <a:gd name="T40" fmla="*/ 197 w 248"/>
                <a:gd name="T41" fmla="*/ 312 h 375"/>
                <a:gd name="T42" fmla="*/ 202 w 248"/>
                <a:gd name="T43" fmla="*/ 287 h 375"/>
                <a:gd name="T44" fmla="*/ 248 w 248"/>
                <a:gd name="T45" fmla="*/ 49 h 375"/>
                <a:gd name="T46" fmla="*/ 134 w 248"/>
                <a:gd name="T47" fmla="*/ 24 h 375"/>
                <a:gd name="T48" fmla="*/ 42 w 248"/>
                <a:gd name="T49" fmla="*/ 0 h 375"/>
                <a:gd name="T50" fmla="*/ 8 w 248"/>
                <a:gd name="T51" fmla="*/ 130 h 375"/>
                <a:gd name="T52" fmla="*/ 5 w 248"/>
                <a:gd name="T53" fmla="*/ 131 h 3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48" h="375">
                  <a:moveTo>
                    <a:pt x="5" y="131"/>
                  </a:moveTo>
                  <a:cubicBezTo>
                    <a:pt x="1" y="132"/>
                    <a:pt x="1" y="132"/>
                    <a:pt x="1" y="132"/>
                  </a:cubicBezTo>
                  <a:cubicBezTo>
                    <a:pt x="0" y="135"/>
                    <a:pt x="0" y="135"/>
                    <a:pt x="0" y="135"/>
                  </a:cubicBezTo>
                  <a:cubicBezTo>
                    <a:pt x="1" y="139"/>
                    <a:pt x="1" y="139"/>
                    <a:pt x="1" y="139"/>
                  </a:cubicBezTo>
                  <a:cubicBezTo>
                    <a:pt x="2" y="142"/>
                    <a:pt x="2" y="142"/>
                    <a:pt x="2" y="142"/>
                  </a:cubicBezTo>
                  <a:cubicBezTo>
                    <a:pt x="3" y="143"/>
                    <a:pt x="3" y="143"/>
                    <a:pt x="3" y="143"/>
                  </a:cubicBezTo>
                  <a:cubicBezTo>
                    <a:pt x="7" y="145"/>
                    <a:pt x="7" y="145"/>
                    <a:pt x="7" y="145"/>
                  </a:cubicBezTo>
                  <a:cubicBezTo>
                    <a:pt x="160" y="375"/>
                    <a:pt x="160" y="375"/>
                    <a:pt x="160" y="375"/>
                  </a:cubicBezTo>
                  <a:cubicBezTo>
                    <a:pt x="163" y="371"/>
                    <a:pt x="163" y="371"/>
                    <a:pt x="163" y="371"/>
                  </a:cubicBezTo>
                  <a:cubicBezTo>
                    <a:pt x="164" y="367"/>
                    <a:pt x="164" y="367"/>
                    <a:pt x="164" y="367"/>
                  </a:cubicBezTo>
                  <a:cubicBezTo>
                    <a:pt x="164" y="354"/>
                    <a:pt x="164" y="354"/>
                    <a:pt x="164" y="354"/>
                  </a:cubicBezTo>
                  <a:cubicBezTo>
                    <a:pt x="164" y="340"/>
                    <a:pt x="164" y="340"/>
                    <a:pt x="164" y="340"/>
                  </a:cubicBezTo>
                  <a:cubicBezTo>
                    <a:pt x="164" y="329"/>
                    <a:pt x="164" y="329"/>
                    <a:pt x="164" y="329"/>
                  </a:cubicBezTo>
                  <a:cubicBezTo>
                    <a:pt x="167" y="326"/>
                    <a:pt x="167" y="326"/>
                    <a:pt x="167" y="326"/>
                  </a:cubicBezTo>
                  <a:cubicBezTo>
                    <a:pt x="174" y="324"/>
                    <a:pt x="174" y="324"/>
                    <a:pt x="174" y="324"/>
                  </a:cubicBezTo>
                  <a:cubicBezTo>
                    <a:pt x="176" y="328"/>
                    <a:pt x="176" y="328"/>
                    <a:pt x="176" y="328"/>
                  </a:cubicBezTo>
                  <a:cubicBezTo>
                    <a:pt x="180" y="326"/>
                    <a:pt x="180" y="326"/>
                    <a:pt x="180" y="326"/>
                  </a:cubicBezTo>
                  <a:cubicBezTo>
                    <a:pt x="185" y="330"/>
                    <a:pt x="185" y="330"/>
                    <a:pt x="185" y="330"/>
                  </a:cubicBezTo>
                  <a:cubicBezTo>
                    <a:pt x="188" y="332"/>
                    <a:pt x="188" y="332"/>
                    <a:pt x="188" y="332"/>
                  </a:cubicBezTo>
                  <a:cubicBezTo>
                    <a:pt x="191" y="330"/>
                    <a:pt x="191" y="330"/>
                    <a:pt x="191" y="330"/>
                  </a:cubicBezTo>
                  <a:cubicBezTo>
                    <a:pt x="191" y="330"/>
                    <a:pt x="195" y="316"/>
                    <a:pt x="197" y="312"/>
                  </a:cubicBezTo>
                  <a:cubicBezTo>
                    <a:pt x="198" y="306"/>
                    <a:pt x="202" y="287"/>
                    <a:pt x="202" y="287"/>
                  </a:cubicBezTo>
                  <a:cubicBezTo>
                    <a:pt x="248" y="49"/>
                    <a:pt x="248" y="49"/>
                    <a:pt x="248" y="49"/>
                  </a:cubicBezTo>
                  <a:cubicBezTo>
                    <a:pt x="248" y="49"/>
                    <a:pt x="163" y="31"/>
                    <a:pt x="134" y="24"/>
                  </a:cubicBezTo>
                  <a:cubicBezTo>
                    <a:pt x="111" y="19"/>
                    <a:pt x="42" y="0"/>
                    <a:pt x="42" y="0"/>
                  </a:cubicBezTo>
                  <a:cubicBezTo>
                    <a:pt x="8" y="130"/>
                    <a:pt x="8" y="130"/>
                    <a:pt x="8" y="130"/>
                  </a:cubicBezTo>
                  <a:lnTo>
                    <a:pt x="5" y="13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0" name="Freeform 19">
              <a:extLst>
                <a:ext uri="{FF2B5EF4-FFF2-40B4-BE49-F238E27FC236}">
                  <a16:creationId xmlns:a16="http://schemas.microsoft.com/office/drawing/2014/main" id="{AF3FC53C-0730-BCD8-9BDA-2DF1F1D320A1}"/>
                </a:ext>
              </a:extLst>
            </p:cNvPr>
            <p:cNvSpPr>
              <a:spLocks/>
            </p:cNvSpPr>
            <p:nvPr/>
          </p:nvSpPr>
          <p:spPr bwMode="auto">
            <a:xfrm>
              <a:off x="5278001" y="1830900"/>
              <a:ext cx="440161" cy="372704"/>
            </a:xfrm>
            <a:custGeom>
              <a:avLst/>
              <a:gdLst>
                <a:gd name="T0" fmla="*/ 269 w 308"/>
                <a:gd name="T1" fmla="*/ 182 h 261"/>
                <a:gd name="T2" fmla="*/ 270 w 308"/>
                <a:gd name="T3" fmla="*/ 175 h 261"/>
                <a:gd name="T4" fmla="*/ 275 w 308"/>
                <a:gd name="T5" fmla="*/ 171 h 261"/>
                <a:gd name="T6" fmla="*/ 276 w 308"/>
                <a:gd name="T7" fmla="*/ 159 h 261"/>
                <a:gd name="T8" fmla="*/ 274 w 308"/>
                <a:gd name="T9" fmla="*/ 154 h 261"/>
                <a:gd name="T10" fmla="*/ 271 w 308"/>
                <a:gd name="T11" fmla="*/ 153 h 261"/>
                <a:gd name="T12" fmla="*/ 270 w 308"/>
                <a:gd name="T13" fmla="*/ 145 h 261"/>
                <a:gd name="T14" fmla="*/ 277 w 308"/>
                <a:gd name="T15" fmla="*/ 137 h 261"/>
                <a:gd name="T16" fmla="*/ 288 w 308"/>
                <a:gd name="T17" fmla="*/ 125 h 261"/>
                <a:gd name="T18" fmla="*/ 291 w 308"/>
                <a:gd name="T19" fmla="*/ 120 h 261"/>
                <a:gd name="T20" fmla="*/ 297 w 308"/>
                <a:gd name="T21" fmla="*/ 111 h 261"/>
                <a:gd name="T22" fmla="*/ 304 w 308"/>
                <a:gd name="T23" fmla="*/ 104 h 261"/>
                <a:gd name="T24" fmla="*/ 308 w 308"/>
                <a:gd name="T25" fmla="*/ 98 h 261"/>
                <a:gd name="T26" fmla="*/ 307 w 308"/>
                <a:gd name="T27" fmla="*/ 90 h 261"/>
                <a:gd name="T28" fmla="*/ 300 w 308"/>
                <a:gd name="T29" fmla="*/ 83 h 261"/>
                <a:gd name="T30" fmla="*/ 297 w 308"/>
                <a:gd name="T31" fmla="*/ 74 h 261"/>
                <a:gd name="T32" fmla="*/ 220 w 308"/>
                <a:gd name="T33" fmla="*/ 56 h 261"/>
                <a:gd name="T34" fmla="*/ 211 w 308"/>
                <a:gd name="T35" fmla="*/ 56 h 261"/>
                <a:gd name="T36" fmla="*/ 178 w 308"/>
                <a:gd name="T37" fmla="*/ 58 h 261"/>
                <a:gd name="T38" fmla="*/ 172 w 308"/>
                <a:gd name="T39" fmla="*/ 57 h 261"/>
                <a:gd name="T40" fmla="*/ 167 w 308"/>
                <a:gd name="T41" fmla="*/ 58 h 261"/>
                <a:gd name="T42" fmla="*/ 164 w 308"/>
                <a:gd name="T43" fmla="*/ 56 h 261"/>
                <a:gd name="T44" fmla="*/ 156 w 308"/>
                <a:gd name="T45" fmla="*/ 55 h 261"/>
                <a:gd name="T46" fmla="*/ 155 w 308"/>
                <a:gd name="T47" fmla="*/ 52 h 261"/>
                <a:gd name="T48" fmla="*/ 143 w 308"/>
                <a:gd name="T49" fmla="*/ 49 h 261"/>
                <a:gd name="T50" fmla="*/ 136 w 308"/>
                <a:gd name="T51" fmla="*/ 46 h 261"/>
                <a:gd name="T52" fmla="*/ 121 w 308"/>
                <a:gd name="T53" fmla="*/ 49 h 261"/>
                <a:gd name="T54" fmla="*/ 103 w 308"/>
                <a:gd name="T55" fmla="*/ 40 h 261"/>
                <a:gd name="T56" fmla="*/ 99 w 308"/>
                <a:gd name="T57" fmla="*/ 12 h 261"/>
                <a:gd name="T58" fmla="*/ 90 w 308"/>
                <a:gd name="T59" fmla="*/ 10 h 261"/>
                <a:gd name="T60" fmla="*/ 80 w 308"/>
                <a:gd name="T61" fmla="*/ 4 h 261"/>
                <a:gd name="T62" fmla="*/ 70 w 308"/>
                <a:gd name="T63" fmla="*/ 0 h 261"/>
                <a:gd name="T64" fmla="*/ 68 w 308"/>
                <a:gd name="T65" fmla="*/ 13 h 261"/>
                <a:gd name="T66" fmla="*/ 64 w 308"/>
                <a:gd name="T67" fmla="*/ 28 h 261"/>
                <a:gd name="T68" fmla="*/ 60 w 308"/>
                <a:gd name="T69" fmla="*/ 38 h 261"/>
                <a:gd name="T70" fmla="*/ 55 w 308"/>
                <a:gd name="T71" fmla="*/ 50 h 261"/>
                <a:gd name="T72" fmla="*/ 47 w 308"/>
                <a:gd name="T73" fmla="*/ 67 h 261"/>
                <a:gd name="T74" fmla="*/ 35 w 308"/>
                <a:gd name="T75" fmla="*/ 98 h 261"/>
                <a:gd name="T76" fmla="*/ 24 w 308"/>
                <a:gd name="T77" fmla="*/ 120 h 261"/>
                <a:gd name="T78" fmla="*/ 18 w 308"/>
                <a:gd name="T79" fmla="*/ 130 h 261"/>
                <a:gd name="T80" fmla="*/ 14 w 308"/>
                <a:gd name="T81" fmla="*/ 136 h 261"/>
                <a:gd name="T82" fmla="*/ 5 w 308"/>
                <a:gd name="T83" fmla="*/ 148 h 261"/>
                <a:gd name="T84" fmla="*/ 5 w 308"/>
                <a:gd name="T85" fmla="*/ 160 h 261"/>
                <a:gd name="T86" fmla="*/ 5 w 308"/>
                <a:gd name="T87" fmla="*/ 164 h 261"/>
                <a:gd name="T88" fmla="*/ 3 w 308"/>
                <a:gd name="T89" fmla="*/ 169 h 261"/>
                <a:gd name="T90" fmla="*/ 1 w 308"/>
                <a:gd name="T91" fmla="*/ 174 h 261"/>
                <a:gd name="T92" fmla="*/ 0 w 308"/>
                <a:gd name="T93" fmla="*/ 187 h 261"/>
                <a:gd name="T94" fmla="*/ 3 w 308"/>
                <a:gd name="T95" fmla="*/ 193 h 261"/>
                <a:gd name="T96" fmla="*/ 239 w 308"/>
                <a:gd name="T97" fmla="*/ 258 h 2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308" h="261">
                  <a:moveTo>
                    <a:pt x="251" y="261"/>
                  </a:moveTo>
                  <a:cubicBezTo>
                    <a:pt x="269" y="182"/>
                    <a:pt x="269" y="182"/>
                    <a:pt x="269" y="182"/>
                  </a:cubicBezTo>
                  <a:cubicBezTo>
                    <a:pt x="269" y="177"/>
                    <a:pt x="269" y="177"/>
                    <a:pt x="269" y="177"/>
                  </a:cubicBezTo>
                  <a:cubicBezTo>
                    <a:pt x="270" y="175"/>
                    <a:pt x="270" y="175"/>
                    <a:pt x="270" y="175"/>
                  </a:cubicBezTo>
                  <a:cubicBezTo>
                    <a:pt x="275" y="173"/>
                    <a:pt x="275" y="173"/>
                    <a:pt x="275" y="173"/>
                  </a:cubicBezTo>
                  <a:cubicBezTo>
                    <a:pt x="275" y="171"/>
                    <a:pt x="275" y="171"/>
                    <a:pt x="275" y="171"/>
                  </a:cubicBezTo>
                  <a:cubicBezTo>
                    <a:pt x="276" y="167"/>
                    <a:pt x="276" y="167"/>
                    <a:pt x="276" y="167"/>
                  </a:cubicBezTo>
                  <a:cubicBezTo>
                    <a:pt x="276" y="159"/>
                    <a:pt x="276" y="159"/>
                    <a:pt x="276" y="159"/>
                  </a:cubicBezTo>
                  <a:cubicBezTo>
                    <a:pt x="277" y="157"/>
                    <a:pt x="277" y="157"/>
                    <a:pt x="277" y="157"/>
                  </a:cubicBezTo>
                  <a:cubicBezTo>
                    <a:pt x="274" y="154"/>
                    <a:pt x="274" y="154"/>
                    <a:pt x="274" y="154"/>
                  </a:cubicBezTo>
                  <a:cubicBezTo>
                    <a:pt x="273" y="154"/>
                    <a:pt x="273" y="154"/>
                    <a:pt x="273" y="154"/>
                  </a:cubicBezTo>
                  <a:cubicBezTo>
                    <a:pt x="271" y="153"/>
                    <a:pt x="271" y="153"/>
                    <a:pt x="271" y="153"/>
                  </a:cubicBezTo>
                  <a:cubicBezTo>
                    <a:pt x="269" y="150"/>
                    <a:pt x="269" y="150"/>
                    <a:pt x="269" y="150"/>
                  </a:cubicBezTo>
                  <a:cubicBezTo>
                    <a:pt x="270" y="145"/>
                    <a:pt x="270" y="145"/>
                    <a:pt x="270" y="145"/>
                  </a:cubicBezTo>
                  <a:cubicBezTo>
                    <a:pt x="271" y="142"/>
                    <a:pt x="271" y="142"/>
                    <a:pt x="271" y="142"/>
                  </a:cubicBezTo>
                  <a:cubicBezTo>
                    <a:pt x="277" y="137"/>
                    <a:pt x="277" y="137"/>
                    <a:pt x="277" y="137"/>
                  </a:cubicBezTo>
                  <a:cubicBezTo>
                    <a:pt x="285" y="129"/>
                    <a:pt x="285" y="129"/>
                    <a:pt x="285" y="129"/>
                  </a:cubicBezTo>
                  <a:cubicBezTo>
                    <a:pt x="288" y="125"/>
                    <a:pt x="288" y="125"/>
                    <a:pt x="288" y="125"/>
                  </a:cubicBezTo>
                  <a:cubicBezTo>
                    <a:pt x="289" y="121"/>
                    <a:pt x="289" y="121"/>
                    <a:pt x="289" y="121"/>
                  </a:cubicBezTo>
                  <a:cubicBezTo>
                    <a:pt x="291" y="120"/>
                    <a:pt x="291" y="120"/>
                    <a:pt x="291" y="120"/>
                  </a:cubicBezTo>
                  <a:cubicBezTo>
                    <a:pt x="293" y="115"/>
                    <a:pt x="293" y="115"/>
                    <a:pt x="293" y="115"/>
                  </a:cubicBezTo>
                  <a:cubicBezTo>
                    <a:pt x="297" y="111"/>
                    <a:pt x="297" y="111"/>
                    <a:pt x="297" y="111"/>
                  </a:cubicBezTo>
                  <a:cubicBezTo>
                    <a:pt x="300" y="107"/>
                    <a:pt x="300" y="107"/>
                    <a:pt x="300" y="107"/>
                  </a:cubicBezTo>
                  <a:cubicBezTo>
                    <a:pt x="304" y="104"/>
                    <a:pt x="304" y="104"/>
                    <a:pt x="304" y="104"/>
                  </a:cubicBezTo>
                  <a:cubicBezTo>
                    <a:pt x="305" y="99"/>
                    <a:pt x="305" y="99"/>
                    <a:pt x="305" y="99"/>
                  </a:cubicBezTo>
                  <a:cubicBezTo>
                    <a:pt x="308" y="98"/>
                    <a:pt x="308" y="98"/>
                    <a:pt x="308" y="98"/>
                  </a:cubicBezTo>
                  <a:cubicBezTo>
                    <a:pt x="308" y="94"/>
                    <a:pt x="308" y="94"/>
                    <a:pt x="308" y="94"/>
                  </a:cubicBezTo>
                  <a:cubicBezTo>
                    <a:pt x="307" y="90"/>
                    <a:pt x="307" y="90"/>
                    <a:pt x="307" y="90"/>
                  </a:cubicBezTo>
                  <a:cubicBezTo>
                    <a:pt x="305" y="87"/>
                    <a:pt x="305" y="87"/>
                    <a:pt x="305" y="87"/>
                  </a:cubicBezTo>
                  <a:cubicBezTo>
                    <a:pt x="300" y="83"/>
                    <a:pt x="300" y="83"/>
                    <a:pt x="300" y="83"/>
                  </a:cubicBezTo>
                  <a:cubicBezTo>
                    <a:pt x="297" y="78"/>
                    <a:pt x="297" y="78"/>
                    <a:pt x="297" y="78"/>
                  </a:cubicBezTo>
                  <a:cubicBezTo>
                    <a:pt x="297" y="74"/>
                    <a:pt x="297" y="74"/>
                    <a:pt x="297" y="74"/>
                  </a:cubicBezTo>
                  <a:cubicBezTo>
                    <a:pt x="231" y="57"/>
                    <a:pt x="231" y="57"/>
                    <a:pt x="231" y="57"/>
                  </a:cubicBezTo>
                  <a:cubicBezTo>
                    <a:pt x="220" y="56"/>
                    <a:pt x="220" y="56"/>
                    <a:pt x="220" y="56"/>
                  </a:cubicBezTo>
                  <a:cubicBezTo>
                    <a:pt x="216" y="57"/>
                    <a:pt x="216" y="57"/>
                    <a:pt x="216" y="57"/>
                  </a:cubicBezTo>
                  <a:cubicBezTo>
                    <a:pt x="211" y="56"/>
                    <a:pt x="211" y="56"/>
                    <a:pt x="211" y="56"/>
                  </a:cubicBezTo>
                  <a:cubicBezTo>
                    <a:pt x="207" y="57"/>
                    <a:pt x="207" y="57"/>
                    <a:pt x="207" y="57"/>
                  </a:cubicBezTo>
                  <a:cubicBezTo>
                    <a:pt x="178" y="58"/>
                    <a:pt x="178" y="58"/>
                    <a:pt x="178" y="58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7"/>
                    <a:pt x="172" y="57"/>
                    <a:pt x="172" y="57"/>
                  </a:cubicBezTo>
                  <a:cubicBezTo>
                    <a:pt x="169" y="58"/>
                    <a:pt x="169" y="58"/>
                    <a:pt x="169" y="58"/>
                  </a:cubicBezTo>
                  <a:cubicBezTo>
                    <a:pt x="167" y="58"/>
                    <a:pt x="167" y="58"/>
                    <a:pt x="167" y="58"/>
                  </a:cubicBezTo>
                  <a:cubicBezTo>
                    <a:pt x="164" y="57"/>
                    <a:pt x="164" y="57"/>
                    <a:pt x="164" y="57"/>
                  </a:cubicBezTo>
                  <a:cubicBezTo>
                    <a:pt x="164" y="56"/>
                    <a:pt x="164" y="56"/>
                    <a:pt x="164" y="56"/>
                  </a:cubicBezTo>
                  <a:cubicBezTo>
                    <a:pt x="159" y="56"/>
                    <a:pt x="159" y="56"/>
                    <a:pt x="159" y="56"/>
                  </a:cubicBezTo>
                  <a:cubicBezTo>
                    <a:pt x="156" y="55"/>
                    <a:pt x="156" y="55"/>
                    <a:pt x="156" y="55"/>
                  </a:cubicBezTo>
                  <a:cubicBezTo>
                    <a:pt x="155" y="53"/>
                    <a:pt x="155" y="53"/>
                    <a:pt x="155" y="53"/>
                  </a:cubicBezTo>
                  <a:cubicBezTo>
                    <a:pt x="155" y="52"/>
                    <a:pt x="155" y="52"/>
                    <a:pt x="155" y="52"/>
                  </a:cubicBezTo>
                  <a:cubicBezTo>
                    <a:pt x="151" y="51"/>
                    <a:pt x="151" y="51"/>
                    <a:pt x="151" y="51"/>
                  </a:cubicBezTo>
                  <a:cubicBezTo>
                    <a:pt x="143" y="49"/>
                    <a:pt x="143" y="49"/>
                    <a:pt x="143" y="49"/>
                  </a:cubicBezTo>
                  <a:cubicBezTo>
                    <a:pt x="138" y="47"/>
                    <a:pt x="138" y="47"/>
                    <a:pt x="138" y="47"/>
                  </a:cubicBezTo>
                  <a:cubicBezTo>
                    <a:pt x="136" y="46"/>
                    <a:pt x="136" y="46"/>
                    <a:pt x="136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21" y="49"/>
                    <a:pt x="121" y="49"/>
                    <a:pt x="121" y="49"/>
                  </a:cubicBezTo>
                  <a:cubicBezTo>
                    <a:pt x="110" y="46"/>
                    <a:pt x="110" y="46"/>
                    <a:pt x="110" y="46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40"/>
                    <a:pt x="106" y="33"/>
                    <a:pt x="105" y="24"/>
                  </a:cubicBezTo>
                  <a:cubicBezTo>
                    <a:pt x="104" y="14"/>
                    <a:pt x="99" y="12"/>
                    <a:pt x="99" y="12"/>
                  </a:cubicBezTo>
                  <a:cubicBezTo>
                    <a:pt x="94" y="12"/>
                    <a:pt x="94" y="12"/>
                    <a:pt x="94" y="12"/>
                  </a:cubicBezTo>
                  <a:cubicBezTo>
                    <a:pt x="90" y="10"/>
                    <a:pt x="90" y="10"/>
                    <a:pt x="90" y="10"/>
                  </a:cubicBezTo>
                  <a:cubicBezTo>
                    <a:pt x="90" y="10"/>
                    <a:pt x="90" y="4"/>
                    <a:pt x="85" y="4"/>
                  </a:cubicBezTo>
                  <a:cubicBezTo>
                    <a:pt x="80" y="4"/>
                    <a:pt x="80" y="4"/>
                    <a:pt x="80" y="4"/>
                  </a:cubicBezTo>
                  <a:cubicBezTo>
                    <a:pt x="74" y="3"/>
                    <a:pt x="74" y="3"/>
                    <a:pt x="74" y="3"/>
                  </a:cubicBezTo>
                  <a:cubicBezTo>
                    <a:pt x="70" y="0"/>
                    <a:pt x="70" y="0"/>
                    <a:pt x="70" y="0"/>
                  </a:cubicBezTo>
                  <a:cubicBezTo>
                    <a:pt x="70" y="7"/>
                    <a:pt x="70" y="7"/>
                    <a:pt x="70" y="7"/>
                  </a:cubicBezTo>
                  <a:cubicBezTo>
                    <a:pt x="68" y="13"/>
                    <a:pt x="68" y="13"/>
                    <a:pt x="68" y="13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4" y="28"/>
                    <a:pt x="64" y="28"/>
                    <a:pt x="64" y="28"/>
                  </a:cubicBezTo>
                  <a:cubicBezTo>
                    <a:pt x="63" y="33"/>
                    <a:pt x="63" y="33"/>
                    <a:pt x="63" y="33"/>
                  </a:cubicBezTo>
                  <a:cubicBezTo>
                    <a:pt x="60" y="38"/>
                    <a:pt x="60" y="38"/>
                    <a:pt x="60" y="38"/>
                  </a:cubicBezTo>
                  <a:cubicBezTo>
                    <a:pt x="58" y="43"/>
                    <a:pt x="58" y="43"/>
                    <a:pt x="58" y="43"/>
                  </a:cubicBezTo>
                  <a:cubicBezTo>
                    <a:pt x="55" y="50"/>
                    <a:pt x="55" y="50"/>
                    <a:pt x="55" y="50"/>
                  </a:cubicBezTo>
                  <a:cubicBezTo>
                    <a:pt x="53" y="55"/>
                    <a:pt x="53" y="55"/>
                    <a:pt x="53" y="55"/>
                  </a:cubicBezTo>
                  <a:cubicBezTo>
                    <a:pt x="47" y="67"/>
                    <a:pt x="47" y="67"/>
                    <a:pt x="47" y="67"/>
                  </a:cubicBezTo>
                  <a:cubicBezTo>
                    <a:pt x="40" y="85"/>
                    <a:pt x="40" y="85"/>
                    <a:pt x="40" y="85"/>
                  </a:cubicBezTo>
                  <a:cubicBezTo>
                    <a:pt x="35" y="98"/>
                    <a:pt x="35" y="98"/>
                    <a:pt x="35" y="98"/>
                  </a:cubicBezTo>
                  <a:cubicBezTo>
                    <a:pt x="30" y="111"/>
                    <a:pt x="30" y="111"/>
                    <a:pt x="30" y="111"/>
                  </a:cubicBezTo>
                  <a:cubicBezTo>
                    <a:pt x="24" y="120"/>
                    <a:pt x="24" y="120"/>
                    <a:pt x="24" y="120"/>
                  </a:cubicBezTo>
                  <a:cubicBezTo>
                    <a:pt x="22" y="124"/>
                    <a:pt x="22" y="124"/>
                    <a:pt x="22" y="124"/>
                  </a:cubicBezTo>
                  <a:cubicBezTo>
                    <a:pt x="18" y="130"/>
                    <a:pt x="18" y="130"/>
                    <a:pt x="18" y="130"/>
                  </a:cubicBezTo>
                  <a:cubicBezTo>
                    <a:pt x="15" y="133"/>
                    <a:pt x="15" y="133"/>
                    <a:pt x="15" y="133"/>
                  </a:cubicBezTo>
                  <a:cubicBezTo>
                    <a:pt x="14" y="136"/>
                    <a:pt x="14" y="136"/>
                    <a:pt x="14" y="136"/>
                  </a:cubicBezTo>
                  <a:cubicBezTo>
                    <a:pt x="11" y="141"/>
                    <a:pt x="11" y="141"/>
                    <a:pt x="11" y="141"/>
                  </a:cubicBezTo>
                  <a:cubicBezTo>
                    <a:pt x="5" y="148"/>
                    <a:pt x="5" y="148"/>
                    <a:pt x="5" y="148"/>
                  </a:cubicBezTo>
                  <a:cubicBezTo>
                    <a:pt x="3" y="152"/>
                    <a:pt x="3" y="152"/>
                    <a:pt x="3" y="152"/>
                  </a:cubicBezTo>
                  <a:cubicBezTo>
                    <a:pt x="5" y="160"/>
                    <a:pt x="5" y="160"/>
                    <a:pt x="5" y="160"/>
                  </a:cubicBezTo>
                  <a:cubicBezTo>
                    <a:pt x="5" y="162"/>
                    <a:pt x="5" y="162"/>
                    <a:pt x="5" y="162"/>
                  </a:cubicBezTo>
                  <a:cubicBezTo>
                    <a:pt x="5" y="164"/>
                    <a:pt x="5" y="164"/>
                    <a:pt x="5" y="164"/>
                  </a:cubicBezTo>
                  <a:cubicBezTo>
                    <a:pt x="4" y="165"/>
                    <a:pt x="4" y="165"/>
                    <a:pt x="4" y="165"/>
                  </a:cubicBezTo>
                  <a:cubicBezTo>
                    <a:pt x="3" y="169"/>
                    <a:pt x="3" y="169"/>
                    <a:pt x="3" y="169"/>
                  </a:cubicBezTo>
                  <a:cubicBezTo>
                    <a:pt x="1" y="170"/>
                    <a:pt x="1" y="170"/>
                    <a:pt x="1" y="170"/>
                  </a:cubicBezTo>
                  <a:cubicBezTo>
                    <a:pt x="1" y="174"/>
                    <a:pt x="1" y="174"/>
                    <a:pt x="1" y="174"/>
                  </a:cubicBezTo>
                  <a:cubicBezTo>
                    <a:pt x="0" y="182"/>
                    <a:pt x="0" y="182"/>
                    <a:pt x="0" y="182"/>
                  </a:cubicBezTo>
                  <a:cubicBezTo>
                    <a:pt x="0" y="187"/>
                    <a:pt x="0" y="187"/>
                    <a:pt x="0" y="187"/>
                  </a:cubicBezTo>
                  <a:cubicBezTo>
                    <a:pt x="2" y="190"/>
                    <a:pt x="2" y="190"/>
                    <a:pt x="2" y="190"/>
                  </a:cubicBezTo>
                  <a:cubicBezTo>
                    <a:pt x="3" y="193"/>
                    <a:pt x="3" y="193"/>
                    <a:pt x="3" y="193"/>
                  </a:cubicBezTo>
                  <a:cubicBezTo>
                    <a:pt x="147" y="234"/>
                    <a:pt x="147" y="234"/>
                    <a:pt x="147" y="234"/>
                  </a:cubicBezTo>
                  <a:cubicBezTo>
                    <a:pt x="147" y="234"/>
                    <a:pt x="216" y="253"/>
                    <a:pt x="239" y="258"/>
                  </a:cubicBezTo>
                  <a:cubicBezTo>
                    <a:pt x="242" y="259"/>
                    <a:pt x="246" y="260"/>
                    <a:pt x="251" y="2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1" name="Freeform 20">
              <a:extLst>
                <a:ext uri="{FF2B5EF4-FFF2-40B4-BE49-F238E27FC236}">
                  <a16:creationId xmlns:a16="http://schemas.microsoft.com/office/drawing/2014/main" id="{06C3736A-9B49-523D-D77B-F15D9A2A6BF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37212" y="1731400"/>
              <a:ext cx="325483" cy="532915"/>
            </a:xfrm>
            <a:custGeom>
              <a:avLst/>
              <a:gdLst>
                <a:gd name="T0" fmla="*/ 46 w 228"/>
                <a:gd name="T1" fmla="*/ 143 h 373"/>
                <a:gd name="T2" fmla="*/ 49 w 228"/>
                <a:gd name="T3" fmla="*/ 152 h 373"/>
                <a:gd name="T4" fmla="*/ 56 w 228"/>
                <a:gd name="T5" fmla="*/ 159 h 373"/>
                <a:gd name="T6" fmla="*/ 57 w 228"/>
                <a:gd name="T7" fmla="*/ 167 h 373"/>
                <a:gd name="T8" fmla="*/ 53 w 228"/>
                <a:gd name="T9" fmla="*/ 173 h 373"/>
                <a:gd name="T10" fmla="*/ 46 w 228"/>
                <a:gd name="T11" fmla="*/ 180 h 373"/>
                <a:gd name="T12" fmla="*/ 40 w 228"/>
                <a:gd name="T13" fmla="*/ 189 h 373"/>
                <a:gd name="T14" fmla="*/ 37 w 228"/>
                <a:gd name="T15" fmla="*/ 194 h 373"/>
                <a:gd name="T16" fmla="*/ 26 w 228"/>
                <a:gd name="T17" fmla="*/ 206 h 373"/>
                <a:gd name="T18" fmla="*/ 19 w 228"/>
                <a:gd name="T19" fmla="*/ 214 h 373"/>
                <a:gd name="T20" fmla="*/ 20 w 228"/>
                <a:gd name="T21" fmla="*/ 222 h 373"/>
                <a:gd name="T22" fmla="*/ 23 w 228"/>
                <a:gd name="T23" fmla="*/ 223 h 373"/>
                <a:gd name="T24" fmla="*/ 25 w 228"/>
                <a:gd name="T25" fmla="*/ 228 h 373"/>
                <a:gd name="T26" fmla="*/ 24 w 228"/>
                <a:gd name="T27" fmla="*/ 240 h 373"/>
                <a:gd name="T28" fmla="*/ 19 w 228"/>
                <a:gd name="T29" fmla="*/ 244 h 373"/>
                <a:gd name="T30" fmla="*/ 18 w 228"/>
                <a:gd name="T31" fmla="*/ 251 h 373"/>
                <a:gd name="T32" fmla="*/ 102 w 228"/>
                <a:gd name="T33" fmla="*/ 352 h 373"/>
                <a:gd name="T34" fmla="*/ 228 w 228"/>
                <a:gd name="T35" fmla="*/ 256 h 373"/>
                <a:gd name="T36" fmla="*/ 224 w 228"/>
                <a:gd name="T37" fmla="*/ 252 h 373"/>
                <a:gd name="T38" fmla="*/ 223 w 228"/>
                <a:gd name="T39" fmla="*/ 247 h 373"/>
                <a:gd name="T40" fmla="*/ 218 w 228"/>
                <a:gd name="T41" fmla="*/ 241 h 373"/>
                <a:gd name="T42" fmla="*/ 213 w 228"/>
                <a:gd name="T43" fmla="*/ 246 h 373"/>
                <a:gd name="T44" fmla="*/ 202 w 228"/>
                <a:gd name="T45" fmla="*/ 248 h 373"/>
                <a:gd name="T46" fmla="*/ 189 w 228"/>
                <a:gd name="T47" fmla="*/ 245 h 373"/>
                <a:gd name="T48" fmla="*/ 184 w 228"/>
                <a:gd name="T49" fmla="*/ 247 h 373"/>
                <a:gd name="T50" fmla="*/ 179 w 228"/>
                <a:gd name="T51" fmla="*/ 247 h 373"/>
                <a:gd name="T52" fmla="*/ 171 w 228"/>
                <a:gd name="T53" fmla="*/ 244 h 373"/>
                <a:gd name="T54" fmla="*/ 168 w 228"/>
                <a:gd name="T55" fmla="*/ 247 h 373"/>
                <a:gd name="T56" fmla="*/ 164 w 228"/>
                <a:gd name="T57" fmla="*/ 249 h 373"/>
                <a:gd name="T58" fmla="*/ 162 w 228"/>
                <a:gd name="T59" fmla="*/ 242 h 373"/>
                <a:gd name="T60" fmla="*/ 160 w 228"/>
                <a:gd name="T61" fmla="*/ 232 h 373"/>
                <a:gd name="T62" fmla="*/ 156 w 228"/>
                <a:gd name="T63" fmla="*/ 226 h 373"/>
                <a:gd name="T64" fmla="*/ 149 w 228"/>
                <a:gd name="T65" fmla="*/ 220 h 373"/>
                <a:gd name="T66" fmla="*/ 149 w 228"/>
                <a:gd name="T67" fmla="*/ 213 h 373"/>
                <a:gd name="T68" fmla="*/ 145 w 228"/>
                <a:gd name="T69" fmla="*/ 204 h 373"/>
                <a:gd name="T70" fmla="*/ 145 w 228"/>
                <a:gd name="T71" fmla="*/ 195 h 373"/>
                <a:gd name="T72" fmla="*/ 142 w 228"/>
                <a:gd name="T73" fmla="*/ 183 h 373"/>
                <a:gd name="T74" fmla="*/ 139 w 228"/>
                <a:gd name="T75" fmla="*/ 179 h 373"/>
                <a:gd name="T76" fmla="*/ 133 w 228"/>
                <a:gd name="T77" fmla="*/ 182 h 373"/>
                <a:gd name="T78" fmla="*/ 127 w 228"/>
                <a:gd name="T79" fmla="*/ 186 h 373"/>
                <a:gd name="T80" fmla="*/ 125 w 228"/>
                <a:gd name="T81" fmla="*/ 183 h 373"/>
                <a:gd name="T82" fmla="*/ 119 w 228"/>
                <a:gd name="T83" fmla="*/ 179 h 373"/>
                <a:gd name="T84" fmla="*/ 125 w 228"/>
                <a:gd name="T85" fmla="*/ 168 h 373"/>
                <a:gd name="T86" fmla="*/ 129 w 228"/>
                <a:gd name="T87" fmla="*/ 166 h 373"/>
                <a:gd name="T88" fmla="*/ 128 w 228"/>
                <a:gd name="T89" fmla="*/ 154 h 373"/>
                <a:gd name="T90" fmla="*/ 134 w 228"/>
                <a:gd name="T91" fmla="*/ 141 h 373"/>
                <a:gd name="T92" fmla="*/ 137 w 228"/>
                <a:gd name="T93" fmla="*/ 131 h 373"/>
                <a:gd name="T94" fmla="*/ 128 w 228"/>
                <a:gd name="T95" fmla="*/ 128 h 373"/>
                <a:gd name="T96" fmla="*/ 123 w 228"/>
                <a:gd name="T97" fmla="*/ 118 h 373"/>
                <a:gd name="T98" fmla="*/ 119 w 228"/>
                <a:gd name="T99" fmla="*/ 106 h 373"/>
                <a:gd name="T100" fmla="*/ 109 w 228"/>
                <a:gd name="T101" fmla="*/ 93 h 373"/>
                <a:gd name="T102" fmla="*/ 104 w 228"/>
                <a:gd name="T103" fmla="*/ 82 h 373"/>
                <a:gd name="T104" fmla="*/ 101 w 228"/>
                <a:gd name="T105" fmla="*/ 76 h 373"/>
                <a:gd name="T106" fmla="*/ 101 w 228"/>
                <a:gd name="T107" fmla="*/ 69 h 373"/>
                <a:gd name="T108" fmla="*/ 97 w 228"/>
                <a:gd name="T109" fmla="*/ 62 h 373"/>
                <a:gd name="T110" fmla="*/ 98 w 228"/>
                <a:gd name="T111" fmla="*/ 48 h 373"/>
                <a:gd name="T112" fmla="*/ 104 w 228"/>
                <a:gd name="T113" fmla="*/ 25 h 373"/>
                <a:gd name="T114" fmla="*/ 108 w 228"/>
                <a:gd name="T115" fmla="*/ 8 h 373"/>
                <a:gd name="T116" fmla="*/ 47 w 228"/>
                <a:gd name="T117" fmla="*/ 120 h 3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28" h="373">
                  <a:moveTo>
                    <a:pt x="48" y="132"/>
                  </a:moveTo>
                  <a:cubicBezTo>
                    <a:pt x="48" y="138"/>
                    <a:pt x="46" y="143"/>
                    <a:pt x="46" y="143"/>
                  </a:cubicBezTo>
                  <a:cubicBezTo>
                    <a:pt x="46" y="147"/>
                    <a:pt x="46" y="147"/>
                    <a:pt x="46" y="147"/>
                  </a:cubicBezTo>
                  <a:cubicBezTo>
                    <a:pt x="49" y="152"/>
                    <a:pt x="49" y="152"/>
                    <a:pt x="49" y="152"/>
                  </a:cubicBezTo>
                  <a:cubicBezTo>
                    <a:pt x="54" y="156"/>
                    <a:pt x="54" y="156"/>
                    <a:pt x="54" y="156"/>
                  </a:cubicBezTo>
                  <a:cubicBezTo>
                    <a:pt x="56" y="159"/>
                    <a:pt x="56" y="159"/>
                    <a:pt x="56" y="159"/>
                  </a:cubicBezTo>
                  <a:cubicBezTo>
                    <a:pt x="57" y="163"/>
                    <a:pt x="57" y="163"/>
                    <a:pt x="57" y="163"/>
                  </a:cubicBezTo>
                  <a:cubicBezTo>
                    <a:pt x="57" y="167"/>
                    <a:pt x="57" y="167"/>
                    <a:pt x="57" y="167"/>
                  </a:cubicBezTo>
                  <a:cubicBezTo>
                    <a:pt x="54" y="168"/>
                    <a:pt x="54" y="168"/>
                    <a:pt x="54" y="168"/>
                  </a:cubicBezTo>
                  <a:cubicBezTo>
                    <a:pt x="53" y="173"/>
                    <a:pt x="53" y="173"/>
                    <a:pt x="53" y="173"/>
                  </a:cubicBezTo>
                  <a:cubicBezTo>
                    <a:pt x="49" y="176"/>
                    <a:pt x="49" y="176"/>
                    <a:pt x="49" y="176"/>
                  </a:cubicBezTo>
                  <a:cubicBezTo>
                    <a:pt x="46" y="180"/>
                    <a:pt x="46" y="180"/>
                    <a:pt x="46" y="180"/>
                  </a:cubicBezTo>
                  <a:cubicBezTo>
                    <a:pt x="42" y="184"/>
                    <a:pt x="42" y="184"/>
                    <a:pt x="42" y="184"/>
                  </a:cubicBezTo>
                  <a:cubicBezTo>
                    <a:pt x="40" y="189"/>
                    <a:pt x="40" y="189"/>
                    <a:pt x="40" y="189"/>
                  </a:cubicBezTo>
                  <a:cubicBezTo>
                    <a:pt x="38" y="190"/>
                    <a:pt x="38" y="190"/>
                    <a:pt x="38" y="190"/>
                  </a:cubicBezTo>
                  <a:cubicBezTo>
                    <a:pt x="37" y="194"/>
                    <a:pt x="37" y="194"/>
                    <a:pt x="37" y="194"/>
                  </a:cubicBezTo>
                  <a:cubicBezTo>
                    <a:pt x="34" y="198"/>
                    <a:pt x="34" y="198"/>
                    <a:pt x="34" y="198"/>
                  </a:cubicBezTo>
                  <a:cubicBezTo>
                    <a:pt x="26" y="206"/>
                    <a:pt x="26" y="206"/>
                    <a:pt x="26" y="206"/>
                  </a:cubicBezTo>
                  <a:cubicBezTo>
                    <a:pt x="20" y="211"/>
                    <a:pt x="20" y="211"/>
                    <a:pt x="20" y="211"/>
                  </a:cubicBezTo>
                  <a:cubicBezTo>
                    <a:pt x="19" y="214"/>
                    <a:pt x="19" y="214"/>
                    <a:pt x="19" y="214"/>
                  </a:cubicBezTo>
                  <a:cubicBezTo>
                    <a:pt x="18" y="219"/>
                    <a:pt x="18" y="219"/>
                    <a:pt x="18" y="219"/>
                  </a:cubicBezTo>
                  <a:cubicBezTo>
                    <a:pt x="20" y="222"/>
                    <a:pt x="20" y="222"/>
                    <a:pt x="20" y="222"/>
                  </a:cubicBezTo>
                  <a:cubicBezTo>
                    <a:pt x="22" y="223"/>
                    <a:pt x="22" y="223"/>
                    <a:pt x="22" y="223"/>
                  </a:cubicBezTo>
                  <a:cubicBezTo>
                    <a:pt x="23" y="223"/>
                    <a:pt x="23" y="223"/>
                    <a:pt x="23" y="223"/>
                  </a:cubicBezTo>
                  <a:cubicBezTo>
                    <a:pt x="26" y="226"/>
                    <a:pt x="26" y="226"/>
                    <a:pt x="26" y="226"/>
                  </a:cubicBezTo>
                  <a:cubicBezTo>
                    <a:pt x="25" y="228"/>
                    <a:pt x="25" y="228"/>
                    <a:pt x="25" y="228"/>
                  </a:cubicBezTo>
                  <a:cubicBezTo>
                    <a:pt x="25" y="236"/>
                    <a:pt x="25" y="236"/>
                    <a:pt x="25" y="236"/>
                  </a:cubicBezTo>
                  <a:cubicBezTo>
                    <a:pt x="24" y="240"/>
                    <a:pt x="24" y="240"/>
                    <a:pt x="24" y="240"/>
                  </a:cubicBezTo>
                  <a:cubicBezTo>
                    <a:pt x="24" y="242"/>
                    <a:pt x="24" y="242"/>
                    <a:pt x="24" y="242"/>
                  </a:cubicBezTo>
                  <a:cubicBezTo>
                    <a:pt x="19" y="244"/>
                    <a:pt x="19" y="244"/>
                    <a:pt x="19" y="244"/>
                  </a:cubicBezTo>
                  <a:cubicBezTo>
                    <a:pt x="18" y="246"/>
                    <a:pt x="18" y="246"/>
                    <a:pt x="18" y="246"/>
                  </a:cubicBezTo>
                  <a:cubicBezTo>
                    <a:pt x="18" y="251"/>
                    <a:pt x="18" y="251"/>
                    <a:pt x="18" y="251"/>
                  </a:cubicBezTo>
                  <a:cubicBezTo>
                    <a:pt x="0" y="330"/>
                    <a:pt x="0" y="330"/>
                    <a:pt x="0" y="330"/>
                  </a:cubicBezTo>
                  <a:cubicBezTo>
                    <a:pt x="35" y="338"/>
                    <a:pt x="102" y="352"/>
                    <a:pt x="102" y="352"/>
                  </a:cubicBezTo>
                  <a:cubicBezTo>
                    <a:pt x="208" y="373"/>
                    <a:pt x="208" y="373"/>
                    <a:pt x="208" y="373"/>
                  </a:cubicBezTo>
                  <a:cubicBezTo>
                    <a:pt x="228" y="256"/>
                    <a:pt x="228" y="256"/>
                    <a:pt x="228" y="256"/>
                  </a:cubicBezTo>
                  <a:cubicBezTo>
                    <a:pt x="226" y="254"/>
                    <a:pt x="226" y="254"/>
                    <a:pt x="226" y="254"/>
                  </a:cubicBezTo>
                  <a:cubicBezTo>
                    <a:pt x="224" y="252"/>
                    <a:pt x="224" y="252"/>
                    <a:pt x="224" y="252"/>
                  </a:cubicBezTo>
                  <a:cubicBezTo>
                    <a:pt x="224" y="251"/>
                    <a:pt x="224" y="251"/>
                    <a:pt x="224" y="251"/>
                  </a:cubicBezTo>
                  <a:cubicBezTo>
                    <a:pt x="223" y="247"/>
                    <a:pt x="223" y="247"/>
                    <a:pt x="223" y="247"/>
                  </a:cubicBezTo>
                  <a:cubicBezTo>
                    <a:pt x="221" y="244"/>
                    <a:pt x="221" y="244"/>
                    <a:pt x="221" y="244"/>
                  </a:cubicBezTo>
                  <a:cubicBezTo>
                    <a:pt x="218" y="241"/>
                    <a:pt x="218" y="241"/>
                    <a:pt x="218" y="241"/>
                  </a:cubicBezTo>
                  <a:cubicBezTo>
                    <a:pt x="214" y="241"/>
                    <a:pt x="214" y="241"/>
                    <a:pt x="214" y="241"/>
                  </a:cubicBezTo>
                  <a:cubicBezTo>
                    <a:pt x="213" y="246"/>
                    <a:pt x="213" y="246"/>
                    <a:pt x="213" y="246"/>
                  </a:cubicBezTo>
                  <a:cubicBezTo>
                    <a:pt x="212" y="249"/>
                    <a:pt x="212" y="249"/>
                    <a:pt x="212" y="249"/>
                  </a:cubicBezTo>
                  <a:cubicBezTo>
                    <a:pt x="202" y="248"/>
                    <a:pt x="202" y="248"/>
                    <a:pt x="202" y="248"/>
                  </a:cubicBezTo>
                  <a:cubicBezTo>
                    <a:pt x="197" y="246"/>
                    <a:pt x="197" y="246"/>
                    <a:pt x="197" y="246"/>
                  </a:cubicBezTo>
                  <a:cubicBezTo>
                    <a:pt x="189" y="245"/>
                    <a:pt x="189" y="245"/>
                    <a:pt x="189" y="245"/>
                  </a:cubicBezTo>
                  <a:cubicBezTo>
                    <a:pt x="185" y="245"/>
                    <a:pt x="185" y="245"/>
                    <a:pt x="185" y="245"/>
                  </a:cubicBezTo>
                  <a:cubicBezTo>
                    <a:pt x="184" y="247"/>
                    <a:pt x="184" y="247"/>
                    <a:pt x="184" y="247"/>
                  </a:cubicBezTo>
                  <a:cubicBezTo>
                    <a:pt x="184" y="249"/>
                    <a:pt x="184" y="249"/>
                    <a:pt x="184" y="249"/>
                  </a:cubicBezTo>
                  <a:cubicBezTo>
                    <a:pt x="179" y="247"/>
                    <a:pt x="179" y="247"/>
                    <a:pt x="179" y="247"/>
                  </a:cubicBezTo>
                  <a:cubicBezTo>
                    <a:pt x="174" y="244"/>
                    <a:pt x="174" y="244"/>
                    <a:pt x="174" y="244"/>
                  </a:cubicBezTo>
                  <a:cubicBezTo>
                    <a:pt x="171" y="244"/>
                    <a:pt x="171" y="244"/>
                    <a:pt x="171" y="244"/>
                  </a:cubicBezTo>
                  <a:cubicBezTo>
                    <a:pt x="169" y="244"/>
                    <a:pt x="169" y="244"/>
                    <a:pt x="169" y="244"/>
                  </a:cubicBezTo>
                  <a:cubicBezTo>
                    <a:pt x="168" y="247"/>
                    <a:pt x="168" y="247"/>
                    <a:pt x="168" y="247"/>
                  </a:cubicBezTo>
                  <a:cubicBezTo>
                    <a:pt x="168" y="249"/>
                    <a:pt x="168" y="249"/>
                    <a:pt x="168" y="249"/>
                  </a:cubicBezTo>
                  <a:cubicBezTo>
                    <a:pt x="164" y="249"/>
                    <a:pt x="164" y="249"/>
                    <a:pt x="164" y="249"/>
                  </a:cubicBezTo>
                  <a:cubicBezTo>
                    <a:pt x="162" y="245"/>
                    <a:pt x="162" y="245"/>
                    <a:pt x="162" y="245"/>
                  </a:cubicBezTo>
                  <a:cubicBezTo>
                    <a:pt x="162" y="242"/>
                    <a:pt x="162" y="242"/>
                    <a:pt x="162" y="242"/>
                  </a:cubicBezTo>
                  <a:cubicBezTo>
                    <a:pt x="162" y="238"/>
                    <a:pt x="162" y="238"/>
                    <a:pt x="162" y="238"/>
                  </a:cubicBezTo>
                  <a:cubicBezTo>
                    <a:pt x="160" y="232"/>
                    <a:pt x="160" y="232"/>
                    <a:pt x="160" y="232"/>
                  </a:cubicBezTo>
                  <a:cubicBezTo>
                    <a:pt x="160" y="226"/>
                    <a:pt x="160" y="226"/>
                    <a:pt x="160" y="226"/>
                  </a:cubicBezTo>
                  <a:cubicBezTo>
                    <a:pt x="156" y="226"/>
                    <a:pt x="156" y="226"/>
                    <a:pt x="156" y="226"/>
                  </a:cubicBezTo>
                  <a:cubicBezTo>
                    <a:pt x="151" y="223"/>
                    <a:pt x="151" y="223"/>
                    <a:pt x="151" y="223"/>
                  </a:cubicBezTo>
                  <a:cubicBezTo>
                    <a:pt x="149" y="220"/>
                    <a:pt x="149" y="220"/>
                    <a:pt x="149" y="220"/>
                  </a:cubicBezTo>
                  <a:cubicBezTo>
                    <a:pt x="149" y="218"/>
                    <a:pt x="149" y="218"/>
                    <a:pt x="149" y="218"/>
                  </a:cubicBezTo>
                  <a:cubicBezTo>
                    <a:pt x="149" y="213"/>
                    <a:pt x="149" y="213"/>
                    <a:pt x="149" y="213"/>
                  </a:cubicBezTo>
                  <a:cubicBezTo>
                    <a:pt x="149" y="208"/>
                    <a:pt x="149" y="208"/>
                    <a:pt x="149" y="208"/>
                  </a:cubicBezTo>
                  <a:cubicBezTo>
                    <a:pt x="145" y="204"/>
                    <a:pt x="145" y="204"/>
                    <a:pt x="145" y="204"/>
                  </a:cubicBezTo>
                  <a:cubicBezTo>
                    <a:pt x="145" y="201"/>
                    <a:pt x="145" y="201"/>
                    <a:pt x="145" y="201"/>
                  </a:cubicBezTo>
                  <a:cubicBezTo>
                    <a:pt x="145" y="195"/>
                    <a:pt x="145" y="195"/>
                    <a:pt x="145" y="195"/>
                  </a:cubicBezTo>
                  <a:cubicBezTo>
                    <a:pt x="144" y="187"/>
                    <a:pt x="144" y="187"/>
                    <a:pt x="144" y="187"/>
                  </a:cubicBezTo>
                  <a:cubicBezTo>
                    <a:pt x="142" y="183"/>
                    <a:pt x="142" y="183"/>
                    <a:pt x="142" y="183"/>
                  </a:cubicBezTo>
                  <a:cubicBezTo>
                    <a:pt x="141" y="179"/>
                    <a:pt x="141" y="179"/>
                    <a:pt x="141" y="179"/>
                  </a:cubicBezTo>
                  <a:cubicBezTo>
                    <a:pt x="139" y="179"/>
                    <a:pt x="139" y="179"/>
                    <a:pt x="139" y="179"/>
                  </a:cubicBezTo>
                  <a:cubicBezTo>
                    <a:pt x="135" y="182"/>
                    <a:pt x="135" y="182"/>
                    <a:pt x="135" y="182"/>
                  </a:cubicBezTo>
                  <a:cubicBezTo>
                    <a:pt x="133" y="182"/>
                    <a:pt x="133" y="182"/>
                    <a:pt x="133" y="182"/>
                  </a:cubicBezTo>
                  <a:cubicBezTo>
                    <a:pt x="130" y="183"/>
                    <a:pt x="130" y="183"/>
                    <a:pt x="130" y="183"/>
                  </a:cubicBezTo>
                  <a:cubicBezTo>
                    <a:pt x="127" y="186"/>
                    <a:pt x="127" y="186"/>
                    <a:pt x="127" y="186"/>
                  </a:cubicBezTo>
                  <a:cubicBezTo>
                    <a:pt x="125" y="186"/>
                    <a:pt x="125" y="186"/>
                    <a:pt x="125" y="186"/>
                  </a:cubicBezTo>
                  <a:cubicBezTo>
                    <a:pt x="125" y="183"/>
                    <a:pt x="125" y="183"/>
                    <a:pt x="125" y="183"/>
                  </a:cubicBezTo>
                  <a:cubicBezTo>
                    <a:pt x="121" y="181"/>
                    <a:pt x="121" y="181"/>
                    <a:pt x="121" y="181"/>
                  </a:cubicBezTo>
                  <a:cubicBezTo>
                    <a:pt x="119" y="179"/>
                    <a:pt x="119" y="179"/>
                    <a:pt x="119" y="179"/>
                  </a:cubicBezTo>
                  <a:cubicBezTo>
                    <a:pt x="122" y="172"/>
                    <a:pt x="122" y="172"/>
                    <a:pt x="122" y="172"/>
                  </a:cubicBezTo>
                  <a:cubicBezTo>
                    <a:pt x="125" y="168"/>
                    <a:pt x="125" y="168"/>
                    <a:pt x="125" y="168"/>
                  </a:cubicBezTo>
                  <a:cubicBezTo>
                    <a:pt x="128" y="168"/>
                    <a:pt x="128" y="168"/>
                    <a:pt x="128" y="168"/>
                  </a:cubicBezTo>
                  <a:cubicBezTo>
                    <a:pt x="129" y="166"/>
                    <a:pt x="129" y="166"/>
                    <a:pt x="129" y="166"/>
                  </a:cubicBezTo>
                  <a:cubicBezTo>
                    <a:pt x="127" y="160"/>
                    <a:pt x="127" y="160"/>
                    <a:pt x="127" y="160"/>
                  </a:cubicBezTo>
                  <a:cubicBezTo>
                    <a:pt x="128" y="154"/>
                    <a:pt x="128" y="154"/>
                    <a:pt x="128" y="154"/>
                  </a:cubicBezTo>
                  <a:cubicBezTo>
                    <a:pt x="131" y="147"/>
                    <a:pt x="131" y="147"/>
                    <a:pt x="131" y="147"/>
                  </a:cubicBezTo>
                  <a:cubicBezTo>
                    <a:pt x="134" y="141"/>
                    <a:pt x="134" y="141"/>
                    <a:pt x="134" y="141"/>
                  </a:cubicBezTo>
                  <a:cubicBezTo>
                    <a:pt x="137" y="135"/>
                    <a:pt x="137" y="135"/>
                    <a:pt x="137" y="135"/>
                  </a:cubicBezTo>
                  <a:cubicBezTo>
                    <a:pt x="137" y="131"/>
                    <a:pt x="137" y="131"/>
                    <a:pt x="137" y="131"/>
                  </a:cubicBezTo>
                  <a:cubicBezTo>
                    <a:pt x="128" y="129"/>
                    <a:pt x="128" y="129"/>
                    <a:pt x="128" y="129"/>
                  </a:cubicBezTo>
                  <a:cubicBezTo>
                    <a:pt x="128" y="128"/>
                    <a:pt x="128" y="128"/>
                    <a:pt x="128" y="128"/>
                  </a:cubicBezTo>
                  <a:cubicBezTo>
                    <a:pt x="125" y="124"/>
                    <a:pt x="125" y="124"/>
                    <a:pt x="125" y="124"/>
                  </a:cubicBezTo>
                  <a:cubicBezTo>
                    <a:pt x="123" y="118"/>
                    <a:pt x="123" y="118"/>
                    <a:pt x="123" y="118"/>
                  </a:cubicBezTo>
                  <a:cubicBezTo>
                    <a:pt x="122" y="111"/>
                    <a:pt x="122" y="111"/>
                    <a:pt x="122" y="111"/>
                  </a:cubicBezTo>
                  <a:cubicBezTo>
                    <a:pt x="119" y="106"/>
                    <a:pt x="119" y="106"/>
                    <a:pt x="119" y="106"/>
                  </a:cubicBezTo>
                  <a:cubicBezTo>
                    <a:pt x="114" y="101"/>
                    <a:pt x="114" y="101"/>
                    <a:pt x="114" y="101"/>
                  </a:cubicBezTo>
                  <a:cubicBezTo>
                    <a:pt x="109" y="93"/>
                    <a:pt x="109" y="93"/>
                    <a:pt x="109" y="93"/>
                  </a:cubicBezTo>
                  <a:cubicBezTo>
                    <a:pt x="108" y="88"/>
                    <a:pt x="108" y="88"/>
                    <a:pt x="108" y="88"/>
                  </a:cubicBezTo>
                  <a:cubicBezTo>
                    <a:pt x="104" y="82"/>
                    <a:pt x="104" y="82"/>
                    <a:pt x="104" y="82"/>
                  </a:cubicBezTo>
                  <a:cubicBezTo>
                    <a:pt x="104" y="79"/>
                    <a:pt x="104" y="79"/>
                    <a:pt x="104" y="79"/>
                  </a:cubicBezTo>
                  <a:cubicBezTo>
                    <a:pt x="101" y="76"/>
                    <a:pt x="101" y="76"/>
                    <a:pt x="101" y="76"/>
                  </a:cubicBezTo>
                  <a:cubicBezTo>
                    <a:pt x="101" y="72"/>
                    <a:pt x="101" y="72"/>
                    <a:pt x="101" y="72"/>
                  </a:cubicBezTo>
                  <a:cubicBezTo>
                    <a:pt x="101" y="69"/>
                    <a:pt x="101" y="69"/>
                    <a:pt x="101" y="69"/>
                  </a:cubicBezTo>
                  <a:cubicBezTo>
                    <a:pt x="99" y="64"/>
                    <a:pt x="99" y="64"/>
                    <a:pt x="99" y="64"/>
                  </a:cubicBezTo>
                  <a:cubicBezTo>
                    <a:pt x="97" y="62"/>
                    <a:pt x="97" y="62"/>
                    <a:pt x="97" y="62"/>
                  </a:cubicBezTo>
                  <a:cubicBezTo>
                    <a:pt x="97" y="59"/>
                    <a:pt x="97" y="59"/>
                    <a:pt x="97" y="59"/>
                  </a:cubicBezTo>
                  <a:cubicBezTo>
                    <a:pt x="98" y="48"/>
                    <a:pt x="98" y="48"/>
                    <a:pt x="98" y="48"/>
                  </a:cubicBezTo>
                  <a:cubicBezTo>
                    <a:pt x="101" y="36"/>
                    <a:pt x="101" y="36"/>
                    <a:pt x="101" y="36"/>
                  </a:cubicBezTo>
                  <a:cubicBezTo>
                    <a:pt x="104" y="25"/>
                    <a:pt x="104" y="25"/>
                    <a:pt x="104" y="25"/>
                  </a:cubicBezTo>
                  <a:cubicBezTo>
                    <a:pt x="106" y="18"/>
                    <a:pt x="106" y="18"/>
                    <a:pt x="106" y="18"/>
                  </a:cubicBezTo>
                  <a:cubicBezTo>
                    <a:pt x="108" y="8"/>
                    <a:pt x="108" y="8"/>
                    <a:pt x="108" y="8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52" y="114"/>
                    <a:pt x="47" y="120"/>
                  </a:cubicBezTo>
                  <a:cubicBezTo>
                    <a:pt x="43" y="127"/>
                    <a:pt x="48" y="125"/>
                    <a:pt x="48" y="132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2" name="Freeform 21">
              <a:extLst>
                <a:ext uri="{FF2B5EF4-FFF2-40B4-BE49-F238E27FC236}">
                  <a16:creationId xmlns:a16="http://schemas.microsoft.com/office/drawing/2014/main" id="{1657301E-3EFC-D7BC-6C3F-7F4F3DBB148A}"/>
                </a:ext>
              </a:extLst>
            </p:cNvPr>
            <p:cNvSpPr>
              <a:spLocks/>
            </p:cNvSpPr>
            <p:nvPr/>
          </p:nvSpPr>
          <p:spPr bwMode="auto">
            <a:xfrm>
              <a:off x="5775501" y="1743205"/>
              <a:ext cx="558212" cy="360899"/>
            </a:xfrm>
            <a:custGeom>
              <a:avLst/>
              <a:gdLst>
                <a:gd name="T0" fmla="*/ 184 w 391"/>
                <a:gd name="T1" fmla="*/ 33 h 252"/>
                <a:gd name="T2" fmla="*/ 9 w 391"/>
                <a:gd name="T3" fmla="*/ 10 h 252"/>
                <a:gd name="T4" fmla="*/ 4 w 391"/>
                <a:gd name="T5" fmla="*/ 28 h 252"/>
                <a:gd name="T6" fmla="*/ 0 w 391"/>
                <a:gd name="T7" fmla="*/ 51 h 252"/>
                <a:gd name="T8" fmla="*/ 2 w 391"/>
                <a:gd name="T9" fmla="*/ 56 h 252"/>
                <a:gd name="T10" fmla="*/ 4 w 391"/>
                <a:gd name="T11" fmla="*/ 64 h 252"/>
                <a:gd name="T12" fmla="*/ 7 w 391"/>
                <a:gd name="T13" fmla="*/ 71 h 252"/>
                <a:gd name="T14" fmla="*/ 11 w 391"/>
                <a:gd name="T15" fmla="*/ 80 h 252"/>
                <a:gd name="T16" fmla="*/ 17 w 391"/>
                <a:gd name="T17" fmla="*/ 93 h 252"/>
                <a:gd name="T18" fmla="*/ 25 w 391"/>
                <a:gd name="T19" fmla="*/ 103 h 252"/>
                <a:gd name="T20" fmla="*/ 28 w 391"/>
                <a:gd name="T21" fmla="*/ 116 h 252"/>
                <a:gd name="T22" fmla="*/ 31 w 391"/>
                <a:gd name="T23" fmla="*/ 121 h 252"/>
                <a:gd name="T24" fmla="*/ 40 w 391"/>
                <a:gd name="T25" fmla="*/ 127 h 252"/>
                <a:gd name="T26" fmla="*/ 34 w 391"/>
                <a:gd name="T27" fmla="*/ 139 h 252"/>
                <a:gd name="T28" fmla="*/ 30 w 391"/>
                <a:gd name="T29" fmla="*/ 152 h 252"/>
                <a:gd name="T30" fmla="*/ 31 w 391"/>
                <a:gd name="T31" fmla="*/ 160 h 252"/>
                <a:gd name="T32" fmla="*/ 25 w 391"/>
                <a:gd name="T33" fmla="*/ 164 h 252"/>
                <a:gd name="T34" fmla="*/ 24 w 391"/>
                <a:gd name="T35" fmla="*/ 173 h 252"/>
                <a:gd name="T36" fmla="*/ 28 w 391"/>
                <a:gd name="T37" fmla="*/ 178 h 252"/>
                <a:gd name="T38" fmla="*/ 33 w 391"/>
                <a:gd name="T39" fmla="*/ 175 h 252"/>
                <a:gd name="T40" fmla="*/ 38 w 391"/>
                <a:gd name="T41" fmla="*/ 174 h 252"/>
                <a:gd name="T42" fmla="*/ 44 w 391"/>
                <a:gd name="T43" fmla="*/ 171 h 252"/>
                <a:gd name="T44" fmla="*/ 47 w 391"/>
                <a:gd name="T45" fmla="*/ 179 h 252"/>
                <a:gd name="T46" fmla="*/ 48 w 391"/>
                <a:gd name="T47" fmla="*/ 193 h 252"/>
                <a:gd name="T48" fmla="*/ 52 w 391"/>
                <a:gd name="T49" fmla="*/ 200 h 252"/>
                <a:gd name="T50" fmla="*/ 52 w 391"/>
                <a:gd name="T51" fmla="*/ 210 h 252"/>
                <a:gd name="T52" fmla="*/ 54 w 391"/>
                <a:gd name="T53" fmla="*/ 215 h 252"/>
                <a:gd name="T54" fmla="*/ 63 w 391"/>
                <a:gd name="T55" fmla="*/ 218 h 252"/>
                <a:gd name="T56" fmla="*/ 65 w 391"/>
                <a:gd name="T57" fmla="*/ 230 h 252"/>
                <a:gd name="T58" fmla="*/ 65 w 391"/>
                <a:gd name="T59" fmla="*/ 237 h 252"/>
                <a:gd name="T60" fmla="*/ 71 w 391"/>
                <a:gd name="T61" fmla="*/ 241 h 252"/>
                <a:gd name="T62" fmla="*/ 72 w 391"/>
                <a:gd name="T63" fmla="*/ 236 h 252"/>
                <a:gd name="T64" fmla="*/ 77 w 391"/>
                <a:gd name="T65" fmla="*/ 236 h 252"/>
                <a:gd name="T66" fmla="*/ 87 w 391"/>
                <a:gd name="T67" fmla="*/ 241 h 252"/>
                <a:gd name="T68" fmla="*/ 88 w 391"/>
                <a:gd name="T69" fmla="*/ 237 h 252"/>
                <a:gd name="T70" fmla="*/ 100 w 391"/>
                <a:gd name="T71" fmla="*/ 238 h 252"/>
                <a:gd name="T72" fmla="*/ 115 w 391"/>
                <a:gd name="T73" fmla="*/ 241 h 252"/>
                <a:gd name="T74" fmla="*/ 117 w 391"/>
                <a:gd name="T75" fmla="*/ 233 h 252"/>
                <a:gd name="T76" fmla="*/ 124 w 391"/>
                <a:gd name="T77" fmla="*/ 236 h 252"/>
                <a:gd name="T78" fmla="*/ 127 w 391"/>
                <a:gd name="T79" fmla="*/ 243 h 252"/>
                <a:gd name="T80" fmla="*/ 129 w 391"/>
                <a:gd name="T81" fmla="*/ 246 h 252"/>
                <a:gd name="T82" fmla="*/ 136 w 391"/>
                <a:gd name="T83" fmla="*/ 221 h 252"/>
                <a:gd name="T84" fmla="*/ 373 w 391"/>
                <a:gd name="T85" fmla="*/ 252 h 252"/>
                <a:gd name="T86" fmla="*/ 391 w 391"/>
                <a:gd name="T87" fmla="*/ 60 h 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391" h="252">
                  <a:moveTo>
                    <a:pt x="391" y="60"/>
                  </a:moveTo>
                  <a:cubicBezTo>
                    <a:pt x="391" y="60"/>
                    <a:pt x="243" y="42"/>
                    <a:pt x="184" y="33"/>
                  </a:cubicBezTo>
                  <a:cubicBezTo>
                    <a:pt x="112" y="22"/>
                    <a:pt x="11" y="0"/>
                    <a:pt x="11" y="0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7" y="17"/>
                    <a:pt x="7" y="17"/>
                    <a:pt x="7" y="17"/>
                  </a:cubicBezTo>
                  <a:cubicBezTo>
                    <a:pt x="4" y="28"/>
                    <a:pt x="4" y="28"/>
                    <a:pt x="4" y="28"/>
                  </a:cubicBezTo>
                  <a:cubicBezTo>
                    <a:pt x="1" y="40"/>
                    <a:pt x="1" y="40"/>
                    <a:pt x="1" y="40"/>
                  </a:cubicBezTo>
                  <a:cubicBezTo>
                    <a:pt x="0" y="51"/>
                    <a:pt x="0" y="51"/>
                    <a:pt x="0" y="51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2" y="56"/>
                    <a:pt x="2" y="56"/>
                    <a:pt x="2" y="56"/>
                  </a:cubicBezTo>
                  <a:cubicBezTo>
                    <a:pt x="4" y="61"/>
                    <a:pt x="4" y="61"/>
                    <a:pt x="4" y="61"/>
                  </a:cubicBezTo>
                  <a:cubicBezTo>
                    <a:pt x="4" y="64"/>
                    <a:pt x="4" y="64"/>
                    <a:pt x="4" y="64"/>
                  </a:cubicBezTo>
                  <a:cubicBezTo>
                    <a:pt x="4" y="68"/>
                    <a:pt x="4" y="68"/>
                    <a:pt x="4" y="68"/>
                  </a:cubicBezTo>
                  <a:cubicBezTo>
                    <a:pt x="7" y="71"/>
                    <a:pt x="7" y="71"/>
                    <a:pt x="7" y="71"/>
                  </a:cubicBezTo>
                  <a:cubicBezTo>
                    <a:pt x="7" y="74"/>
                    <a:pt x="7" y="74"/>
                    <a:pt x="7" y="74"/>
                  </a:cubicBezTo>
                  <a:cubicBezTo>
                    <a:pt x="11" y="80"/>
                    <a:pt x="11" y="80"/>
                    <a:pt x="11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7" y="93"/>
                    <a:pt x="17" y="93"/>
                    <a:pt x="17" y="93"/>
                  </a:cubicBezTo>
                  <a:cubicBezTo>
                    <a:pt x="22" y="98"/>
                    <a:pt x="22" y="98"/>
                    <a:pt x="22" y="98"/>
                  </a:cubicBezTo>
                  <a:cubicBezTo>
                    <a:pt x="25" y="103"/>
                    <a:pt x="25" y="103"/>
                    <a:pt x="25" y="103"/>
                  </a:cubicBezTo>
                  <a:cubicBezTo>
                    <a:pt x="26" y="110"/>
                    <a:pt x="26" y="110"/>
                    <a:pt x="26" y="110"/>
                  </a:cubicBezTo>
                  <a:cubicBezTo>
                    <a:pt x="28" y="116"/>
                    <a:pt x="28" y="116"/>
                    <a:pt x="28" y="116"/>
                  </a:cubicBezTo>
                  <a:cubicBezTo>
                    <a:pt x="31" y="120"/>
                    <a:pt x="31" y="120"/>
                    <a:pt x="31" y="120"/>
                  </a:cubicBezTo>
                  <a:cubicBezTo>
                    <a:pt x="31" y="121"/>
                    <a:pt x="31" y="121"/>
                    <a:pt x="31" y="121"/>
                  </a:cubicBezTo>
                  <a:cubicBezTo>
                    <a:pt x="40" y="123"/>
                    <a:pt x="40" y="123"/>
                    <a:pt x="40" y="123"/>
                  </a:cubicBezTo>
                  <a:cubicBezTo>
                    <a:pt x="40" y="127"/>
                    <a:pt x="40" y="127"/>
                    <a:pt x="40" y="127"/>
                  </a:cubicBezTo>
                  <a:cubicBezTo>
                    <a:pt x="37" y="133"/>
                    <a:pt x="37" y="133"/>
                    <a:pt x="37" y="133"/>
                  </a:cubicBezTo>
                  <a:cubicBezTo>
                    <a:pt x="34" y="139"/>
                    <a:pt x="34" y="139"/>
                    <a:pt x="34" y="139"/>
                  </a:cubicBezTo>
                  <a:cubicBezTo>
                    <a:pt x="31" y="146"/>
                    <a:pt x="31" y="146"/>
                    <a:pt x="31" y="146"/>
                  </a:cubicBezTo>
                  <a:cubicBezTo>
                    <a:pt x="30" y="152"/>
                    <a:pt x="30" y="152"/>
                    <a:pt x="30" y="152"/>
                  </a:cubicBezTo>
                  <a:cubicBezTo>
                    <a:pt x="32" y="158"/>
                    <a:pt x="32" y="158"/>
                    <a:pt x="32" y="158"/>
                  </a:cubicBezTo>
                  <a:cubicBezTo>
                    <a:pt x="31" y="160"/>
                    <a:pt x="31" y="160"/>
                    <a:pt x="31" y="160"/>
                  </a:cubicBezTo>
                  <a:cubicBezTo>
                    <a:pt x="28" y="160"/>
                    <a:pt x="28" y="160"/>
                    <a:pt x="28" y="160"/>
                  </a:cubicBezTo>
                  <a:cubicBezTo>
                    <a:pt x="25" y="164"/>
                    <a:pt x="25" y="164"/>
                    <a:pt x="25" y="164"/>
                  </a:cubicBezTo>
                  <a:cubicBezTo>
                    <a:pt x="22" y="171"/>
                    <a:pt x="22" y="171"/>
                    <a:pt x="22" y="171"/>
                  </a:cubicBezTo>
                  <a:cubicBezTo>
                    <a:pt x="24" y="173"/>
                    <a:pt x="24" y="173"/>
                    <a:pt x="24" y="173"/>
                  </a:cubicBezTo>
                  <a:cubicBezTo>
                    <a:pt x="28" y="175"/>
                    <a:pt x="28" y="175"/>
                    <a:pt x="28" y="175"/>
                  </a:cubicBezTo>
                  <a:cubicBezTo>
                    <a:pt x="28" y="178"/>
                    <a:pt x="28" y="178"/>
                    <a:pt x="28" y="178"/>
                  </a:cubicBezTo>
                  <a:cubicBezTo>
                    <a:pt x="30" y="178"/>
                    <a:pt x="30" y="178"/>
                    <a:pt x="30" y="178"/>
                  </a:cubicBezTo>
                  <a:cubicBezTo>
                    <a:pt x="33" y="175"/>
                    <a:pt x="33" y="175"/>
                    <a:pt x="33" y="175"/>
                  </a:cubicBezTo>
                  <a:cubicBezTo>
                    <a:pt x="36" y="174"/>
                    <a:pt x="36" y="174"/>
                    <a:pt x="36" y="174"/>
                  </a:cubicBezTo>
                  <a:cubicBezTo>
                    <a:pt x="38" y="174"/>
                    <a:pt x="38" y="174"/>
                    <a:pt x="38" y="174"/>
                  </a:cubicBezTo>
                  <a:cubicBezTo>
                    <a:pt x="42" y="171"/>
                    <a:pt x="42" y="171"/>
                    <a:pt x="42" y="171"/>
                  </a:cubicBezTo>
                  <a:cubicBezTo>
                    <a:pt x="44" y="171"/>
                    <a:pt x="44" y="171"/>
                    <a:pt x="44" y="171"/>
                  </a:cubicBezTo>
                  <a:cubicBezTo>
                    <a:pt x="45" y="175"/>
                    <a:pt x="45" y="175"/>
                    <a:pt x="45" y="175"/>
                  </a:cubicBezTo>
                  <a:cubicBezTo>
                    <a:pt x="47" y="179"/>
                    <a:pt x="47" y="179"/>
                    <a:pt x="47" y="179"/>
                  </a:cubicBezTo>
                  <a:cubicBezTo>
                    <a:pt x="48" y="187"/>
                    <a:pt x="48" y="187"/>
                    <a:pt x="48" y="187"/>
                  </a:cubicBezTo>
                  <a:cubicBezTo>
                    <a:pt x="48" y="193"/>
                    <a:pt x="48" y="193"/>
                    <a:pt x="48" y="193"/>
                  </a:cubicBezTo>
                  <a:cubicBezTo>
                    <a:pt x="48" y="196"/>
                    <a:pt x="48" y="196"/>
                    <a:pt x="48" y="196"/>
                  </a:cubicBezTo>
                  <a:cubicBezTo>
                    <a:pt x="52" y="200"/>
                    <a:pt x="52" y="200"/>
                    <a:pt x="52" y="200"/>
                  </a:cubicBezTo>
                  <a:cubicBezTo>
                    <a:pt x="52" y="205"/>
                    <a:pt x="52" y="205"/>
                    <a:pt x="52" y="205"/>
                  </a:cubicBezTo>
                  <a:cubicBezTo>
                    <a:pt x="52" y="210"/>
                    <a:pt x="52" y="210"/>
                    <a:pt x="52" y="210"/>
                  </a:cubicBezTo>
                  <a:cubicBezTo>
                    <a:pt x="52" y="212"/>
                    <a:pt x="52" y="212"/>
                    <a:pt x="52" y="212"/>
                  </a:cubicBezTo>
                  <a:cubicBezTo>
                    <a:pt x="54" y="215"/>
                    <a:pt x="54" y="215"/>
                    <a:pt x="54" y="215"/>
                  </a:cubicBezTo>
                  <a:cubicBezTo>
                    <a:pt x="59" y="218"/>
                    <a:pt x="59" y="218"/>
                    <a:pt x="59" y="218"/>
                  </a:cubicBezTo>
                  <a:cubicBezTo>
                    <a:pt x="63" y="218"/>
                    <a:pt x="63" y="218"/>
                    <a:pt x="63" y="218"/>
                  </a:cubicBezTo>
                  <a:cubicBezTo>
                    <a:pt x="63" y="224"/>
                    <a:pt x="63" y="224"/>
                    <a:pt x="63" y="224"/>
                  </a:cubicBezTo>
                  <a:cubicBezTo>
                    <a:pt x="65" y="230"/>
                    <a:pt x="65" y="230"/>
                    <a:pt x="65" y="230"/>
                  </a:cubicBezTo>
                  <a:cubicBezTo>
                    <a:pt x="65" y="234"/>
                    <a:pt x="65" y="234"/>
                    <a:pt x="65" y="234"/>
                  </a:cubicBezTo>
                  <a:cubicBezTo>
                    <a:pt x="65" y="237"/>
                    <a:pt x="65" y="237"/>
                    <a:pt x="65" y="237"/>
                  </a:cubicBezTo>
                  <a:cubicBezTo>
                    <a:pt x="67" y="241"/>
                    <a:pt x="67" y="241"/>
                    <a:pt x="67" y="241"/>
                  </a:cubicBezTo>
                  <a:cubicBezTo>
                    <a:pt x="71" y="241"/>
                    <a:pt x="71" y="241"/>
                    <a:pt x="71" y="241"/>
                  </a:cubicBezTo>
                  <a:cubicBezTo>
                    <a:pt x="71" y="239"/>
                    <a:pt x="71" y="239"/>
                    <a:pt x="71" y="239"/>
                  </a:cubicBezTo>
                  <a:cubicBezTo>
                    <a:pt x="72" y="236"/>
                    <a:pt x="72" y="236"/>
                    <a:pt x="72" y="236"/>
                  </a:cubicBezTo>
                  <a:cubicBezTo>
                    <a:pt x="74" y="236"/>
                    <a:pt x="74" y="236"/>
                    <a:pt x="74" y="236"/>
                  </a:cubicBezTo>
                  <a:cubicBezTo>
                    <a:pt x="77" y="236"/>
                    <a:pt x="77" y="236"/>
                    <a:pt x="77" y="236"/>
                  </a:cubicBezTo>
                  <a:cubicBezTo>
                    <a:pt x="82" y="239"/>
                    <a:pt x="82" y="239"/>
                    <a:pt x="82" y="239"/>
                  </a:cubicBezTo>
                  <a:cubicBezTo>
                    <a:pt x="87" y="241"/>
                    <a:pt x="87" y="241"/>
                    <a:pt x="87" y="241"/>
                  </a:cubicBezTo>
                  <a:cubicBezTo>
                    <a:pt x="87" y="239"/>
                    <a:pt x="87" y="239"/>
                    <a:pt x="87" y="239"/>
                  </a:cubicBezTo>
                  <a:cubicBezTo>
                    <a:pt x="88" y="237"/>
                    <a:pt x="88" y="237"/>
                    <a:pt x="88" y="237"/>
                  </a:cubicBezTo>
                  <a:cubicBezTo>
                    <a:pt x="92" y="237"/>
                    <a:pt x="92" y="237"/>
                    <a:pt x="92" y="237"/>
                  </a:cubicBezTo>
                  <a:cubicBezTo>
                    <a:pt x="100" y="238"/>
                    <a:pt x="100" y="238"/>
                    <a:pt x="100" y="238"/>
                  </a:cubicBezTo>
                  <a:cubicBezTo>
                    <a:pt x="105" y="240"/>
                    <a:pt x="105" y="240"/>
                    <a:pt x="105" y="240"/>
                  </a:cubicBezTo>
                  <a:cubicBezTo>
                    <a:pt x="115" y="241"/>
                    <a:pt x="115" y="241"/>
                    <a:pt x="115" y="241"/>
                  </a:cubicBezTo>
                  <a:cubicBezTo>
                    <a:pt x="116" y="238"/>
                    <a:pt x="116" y="238"/>
                    <a:pt x="116" y="238"/>
                  </a:cubicBezTo>
                  <a:cubicBezTo>
                    <a:pt x="117" y="233"/>
                    <a:pt x="117" y="233"/>
                    <a:pt x="117" y="233"/>
                  </a:cubicBezTo>
                  <a:cubicBezTo>
                    <a:pt x="121" y="233"/>
                    <a:pt x="121" y="233"/>
                    <a:pt x="121" y="233"/>
                  </a:cubicBezTo>
                  <a:cubicBezTo>
                    <a:pt x="124" y="236"/>
                    <a:pt x="124" y="236"/>
                    <a:pt x="124" y="236"/>
                  </a:cubicBezTo>
                  <a:cubicBezTo>
                    <a:pt x="126" y="239"/>
                    <a:pt x="126" y="239"/>
                    <a:pt x="126" y="239"/>
                  </a:cubicBezTo>
                  <a:cubicBezTo>
                    <a:pt x="127" y="243"/>
                    <a:pt x="127" y="243"/>
                    <a:pt x="127" y="243"/>
                  </a:cubicBezTo>
                  <a:cubicBezTo>
                    <a:pt x="127" y="244"/>
                    <a:pt x="127" y="244"/>
                    <a:pt x="127" y="244"/>
                  </a:cubicBezTo>
                  <a:cubicBezTo>
                    <a:pt x="129" y="246"/>
                    <a:pt x="129" y="246"/>
                    <a:pt x="129" y="246"/>
                  </a:cubicBezTo>
                  <a:cubicBezTo>
                    <a:pt x="131" y="248"/>
                    <a:pt x="131" y="248"/>
                    <a:pt x="131" y="248"/>
                  </a:cubicBezTo>
                  <a:cubicBezTo>
                    <a:pt x="136" y="221"/>
                    <a:pt x="136" y="221"/>
                    <a:pt x="136" y="221"/>
                  </a:cubicBezTo>
                  <a:cubicBezTo>
                    <a:pt x="372" y="252"/>
                    <a:pt x="372" y="252"/>
                    <a:pt x="372" y="252"/>
                  </a:cubicBezTo>
                  <a:cubicBezTo>
                    <a:pt x="373" y="252"/>
                    <a:pt x="373" y="252"/>
                    <a:pt x="373" y="252"/>
                  </a:cubicBezTo>
                  <a:cubicBezTo>
                    <a:pt x="377" y="207"/>
                    <a:pt x="377" y="207"/>
                    <a:pt x="377" y="207"/>
                  </a:cubicBezTo>
                  <a:lnTo>
                    <a:pt x="391" y="6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3" name="Freeform 22">
              <a:extLst>
                <a:ext uri="{FF2B5EF4-FFF2-40B4-BE49-F238E27FC236}">
                  <a16:creationId xmlns:a16="http://schemas.microsoft.com/office/drawing/2014/main" id="{72B1DBFA-20CD-451D-0AA0-42A5AEE2E9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897045" y="1787053"/>
              <a:ext cx="197314" cy="315365"/>
            </a:xfrm>
            <a:custGeom>
              <a:avLst/>
              <a:gdLst>
                <a:gd name="T0" fmla="*/ 34 w 117"/>
                <a:gd name="T1" fmla="*/ 182 h 187"/>
                <a:gd name="T2" fmla="*/ 34 w 117"/>
                <a:gd name="T3" fmla="*/ 176 h 187"/>
                <a:gd name="T4" fmla="*/ 37 w 117"/>
                <a:gd name="T5" fmla="*/ 171 h 187"/>
                <a:gd name="T6" fmla="*/ 40 w 117"/>
                <a:gd name="T7" fmla="*/ 166 h 187"/>
                <a:gd name="T8" fmla="*/ 44 w 117"/>
                <a:gd name="T9" fmla="*/ 161 h 187"/>
                <a:gd name="T10" fmla="*/ 40 w 117"/>
                <a:gd name="T11" fmla="*/ 159 h 187"/>
                <a:gd name="T12" fmla="*/ 42 w 117"/>
                <a:gd name="T13" fmla="*/ 155 h 187"/>
                <a:gd name="T14" fmla="*/ 45 w 117"/>
                <a:gd name="T15" fmla="*/ 155 h 187"/>
                <a:gd name="T16" fmla="*/ 48 w 117"/>
                <a:gd name="T17" fmla="*/ 150 h 187"/>
                <a:gd name="T18" fmla="*/ 52 w 117"/>
                <a:gd name="T19" fmla="*/ 153 h 187"/>
                <a:gd name="T20" fmla="*/ 51 w 117"/>
                <a:gd name="T21" fmla="*/ 149 h 187"/>
                <a:gd name="T22" fmla="*/ 56 w 117"/>
                <a:gd name="T23" fmla="*/ 148 h 187"/>
                <a:gd name="T24" fmla="*/ 59 w 117"/>
                <a:gd name="T25" fmla="*/ 139 h 187"/>
                <a:gd name="T26" fmla="*/ 67 w 117"/>
                <a:gd name="T27" fmla="*/ 141 h 187"/>
                <a:gd name="T28" fmla="*/ 68 w 117"/>
                <a:gd name="T29" fmla="*/ 132 h 187"/>
                <a:gd name="T30" fmla="*/ 68 w 117"/>
                <a:gd name="T31" fmla="*/ 123 h 187"/>
                <a:gd name="T32" fmla="*/ 69 w 117"/>
                <a:gd name="T33" fmla="*/ 116 h 187"/>
                <a:gd name="T34" fmla="*/ 79 w 117"/>
                <a:gd name="T35" fmla="*/ 122 h 187"/>
                <a:gd name="T36" fmla="*/ 81 w 117"/>
                <a:gd name="T37" fmla="*/ 115 h 187"/>
                <a:gd name="T38" fmla="*/ 84 w 117"/>
                <a:gd name="T39" fmla="*/ 122 h 187"/>
                <a:gd name="T40" fmla="*/ 88 w 117"/>
                <a:gd name="T41" fmla="*/ 116 h 187"/>
                <a:gd name="T42" fmla="*/ 87 w 117"/>
                <a:gd name="T43" fmla="*/ 111 h 187"/>
                <a:gd name="T44" fmla="*/ 95 w 117"/>
                <a:gd name="T45" fmla="*/ 115 h 187"/>
                <a:gd name="T46" fmla="*/ 97 w 117"/>
                <a:gd name="T47" fmla="*/ 111 h 187"/>
                <a:gd name="T48" fmla="*/ 103 w 117"/>
                <a:gd name="T49" fmla="*/ 105 h 187"/>
                <a:gd name="T50" fmla="*/ 106 w 117"/>
                <a:gd name="T51" fmla="*/ 101 h 187"/>
                <a:gd name="T52" fmla="*/ 114 w 117"/>
                <a:gd name="T53" fmla="*/ 97 h 187"/>
                <a:gd name="T54" fmla="*/ 116 w 117"/>
                <a:gd name="T55" fmla="*/ 88 h 187"/>
                <a:gd name="T56" fmla="*/ 112 w 117"/>
                <a:gd name="T57" fmla="*/ 86 h 187"/>
                <a:gd name="T58" fmla="*/ 112 w 117"/>
                <a:gd name="T59" fmla="*/ 82 h 187"/>
                <a:gd name="T60" fmla="*/ 104 w 117"/>
                <a:gd name="T61" fmla="*/ 77 h 187"/>
                <a:gd name="T62" fmla="*/ 101 w 117"/>
                <a:gd name="T63" fmla="*/ 64 h 187"/>
                <a:gd name="T64" fmla="*/ 95 w 117"/>
                <a:gd name="T65" fmla="*/ 63 h 187"/>
                <a:gd name="T66" fmla="*/ 84 w 117"/>
                <a:gd name="T67" fmla="*/ 56 h 187"/>
                <a:gd name="T68" fmla="*/ 77 w 117"/>
                <a:gd name="T69" fmla="*/ 31 h 187"/>
                <a:gd name="T70" fmla="*/ 71 w 117"/>
                <a:gd name="T71" fmla="*/ 11 h 187"/>
                <a:gd name="T72" fmla="*/ 53 w 117"/>
                <a:gd name="T73" fmla="*/ 3 h 187"/>
                <a:gd name="T74" fmla="*/ 42 w 117"/>
                <a:gd name="T75" fmla="*/ 11 h 187"/>
                <a:gd name="T76" fmla="*/ 30 w 117"/>
                <a:gd name="T77" fmla="*/ 5 h 187"/>
                <a:gd name="T78" fmla="*/ 22 w 117"/>
                <a:gd name="T79" fmla="*/ 22 h 187"/>
                <a:gd name="T80" fmla="*/ 13 w 117"/>
                <a:gd name="T81" fmla="*/ 54 h 187"/>
                <a:gd name="T82" fmla="*/ 15 w 117"/>
                <a:gd name="T83" fmla="*/ 71 h 187"/>
                <a:gd name="T84" fmla="*/ 12 w 117"/>
                <a:gd name="T85" fmla="*/ 82 h 187"/>
                <a:gd name="T86" fmla="*/ 7 w 117"/>
                <a:gd name="T87" fmla="*/ 95 h 187"/>
                <a:gd name="T88" fmla="*/ 0 w 117"/>
                <a:gd name="T89" fmla="*/ 103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7" h="187">
                  <a:moveTo>
                    <a:pt x="33" y="187"/>
                  </a:moveTo>
                  <a:lnTo>
                    <a:pt x="33" y="185"/>
                  </a:lnTo>
                  <a:lnTo>
                    <a:pt x="34" y="182"/>
                  </a:lnTo>
                  <a:lnTo>
                    <a:pt x="34" y="181"/>
                  </a:lnTo>
                  <a:lnTo>
                    <a:pt x="34" y="178"/>
                  </a:lnTo>
                  <a:lnTo>
                    <a:pt x="34" y="176"/>
                  </a:lnTo>
                  <a:lnTo>
                    <a:pt x="35" y="174"/>
                  </a:lnTo>
                  <a:lnTo>
                    <a:pt x="37" y="174"/>
                  </a:lnTo>
                  <a:lnTo>
                    <a:pt x="37" y="171"/>
                  </a:lnTo>
                  <a:lnTo>
                    <a:pt x="38" y="169"/>
                  </a:lnTo>
                  <a:lnTo>
                    <a:pt x="38" y="166"/>
                  </a:lnTo>
                  <a:lnTo>
                    <a:pt x="40" y="166"/>
                  </a:lnTo>
                  <a:lnTo>
                    <a:pt x="41" y="166"/>
                  </a:lnTo>
                  <a:lnTo>
                    <a:pt x="44" y="166"/>
                  </a:lnTo>
                  <a:lnTo>
                    <a:pt x="44" y="161"/>
                  </a:lnTo>
                  <a:lnTo>
                    <a:pt x="41" y="161"/>
                  </a:lnTo>
                  <a:lnTo>
                    <a:pt x="40" y="161"/>
                  </a:lnTo>
                  <a:lnTo>
                    <a:pt x="40" y="159"/>
                  </a:lnTo>
                  <a:lnTo>
                    <a:pt x="40" y="158"/>
                  </a:lnTo>
                  <a:lnTo>
                    <a:pt x="42" y="156"/>
                  </a:lnTo>
                  <a:lnTo>
                    <a:pt x="42" y="155"/>
                  </a:lnTo>
                  <a:lnTo>
                    <a:pt x="44" y="153"/>
                  </a:lnTo>
                  <a:lnTo>
                    <a:pt x="45" y="154"/>
                  </a:lnTo>
                  <a:lnTo>
                    <a:pt x="45" y="155"/>
                  </a:lnTo>
                  <a:lnTo>
                    <a:pt x="47" y="154"/>
                  </a:lnTo>
                  <a:lnTo>
                    <a:pt x="48" y="153"/>
                  </a:lnTo>
                  <a:lnTo>
                    <a:pt x="48" y="150"/>
                  </a:lnTo>
                  <a:lnTo>
                    <a:pt x="50" y="152"/>
                  </a:lnTo>
                  <a:lnTo>
                    <a:pt x="51" y="153"/>
                  </a:lnTo>
                  <a:lnTo>
                    <a:pt x="52" y="153"/>
                  </a:lnTo>
                  <a:lnTo>
                    <a:pt x="52" y="150"/>
                  </a:lnTo>
                  <a:lnTo>
                    <a:pt x="52" y="149"/>
                  </a:lnTo>
                  <a:lnTo>
                    <a:pt x="51" y="149"/>
                  </a:lnTo>
                  <a:lnTo>
                    <a:pt x="50" y="147"/>
                  </a:lnTo>
                  <a:lnTo>
                    <a:pt x="54" y="147"/>
                  </a:lnTo>
                  <a:lnTo>
                    <a:pt x="56" y="148"/>
                  </a:lnTo>
                  <a:lnTo>
                    <a:pt x="59" y="147"/>
                  </a:lnTo>
                  <a:lnTo>
                    <a:pt x="60" y="144"/>
                  </a:lnTo>
                  <a:lnTo>
                    <a:pt x="59" y="139"/>
                  </a:lnTo>
                  <a:lnTo>
                    <a:pt x="61" y="139"/>
                  </a:lnTo>
                  <a:lnTo>
                    <a:pt x="64" y="142"/>
                  </a:lnTo>
                  <a:lnTo>
                    <a:pt x="67" y="141"/>
                  </a:lnTo>
                  <a:lnTo>
                    <a:pt x="68" y="139"/>
                  </a:lnTo>
                  <a:lnTo>
                    <a:pt x="69" y="135"/>
                  </a:lnTo>
                  <a:lnTo>
                    <a:pt x="68" y="132"/>
                  </a:lnTo>
                  <a:lnTo>
                    <a:pt x="69" y="128"/>
                  </a:lnTo>
                  <a:lnTo>
                    <a:pt x="69" y="126"/>
                  </a:lnTo>
                  <a:lnTo>
                    <a:pt x="68" y="123"/>
                  </a:lnTo>
                  <a:lnTo>
                    <a:pt x="68" y="121"/>
                  </a:lnTo>
                  <a:lnTo>
                    <a:pt x="69" y="118"/>
                  </a:lnTo>
                  <a:lnTo>
                    <a:pt x="69" y="116"/>
                  </a:lnTo>
                  <a:lnTo>
                    <a:pt x="73" y="120"/>
                  </a:lnTo>
                  <a:lnTo>
                    <a:pt x="74" y="122"/>
                  </a:lnTo>
                  <a:lnTo>
                    <a:pt x="79" y="122"/>
                  </a:lnTo>
                  <a:lnTo>
                    <a:pt x="79" y="120"/>
                  </a:lnTo>
                  <a:lnTo>
                    <a:pt x="79" y="116"/>
                  </a:lnTo>
                  <a:lnTo>
                    <a:pt x="81" y="115"/>
                  </a:lnTo>
                  <a:lnTo>
                    <a:pt x="84" y="116"/>
                  </a:lnTo>
                  <a:lnTo>
                    <a:pt x="84" y="118"/>
                  </a:lnTo>
                  <a:lnTo>
                    <a:pt x="84" y="122"/>
                  </a:lnTo>
                  <a:lnTo>
                    <a:pt x="87" y="121"/>
                  </a:lnTo>
                  <a:lnTo>
                    <a:pt x="90" y="118"/>
                  </a:lnTo>
                  <a:lnTo>
                    <a:pt x="88" y="116"/>
                  </a:lnTo>
                  <a:lnTo>
                    <a:pt x="86" y="114"/>
                  </a:lnTo>
                  <a:lnTo>
                    <a:pt x="86" y="112"/>
                  </a:lnTo>
                  <a:lnTo>
                    <a:pt x="87" y="111"/>
                  </a:lnTo>
                  <a:lnTo>
                    <a:pt x="90" y="114"/>
                  </a:lnTo>
                  <a:lnTo>
                    <a:pt x="93" y="116"/>
                  </a:lnTo>
                  <a:lnTo>
                    <a:pt x="95" y="115"/>
                  </a:lnTo>
                  <a:lnTo>
                    <a:pt x="94" y="111"/>
                  </a:lnTo>
                  <a:lnTo>
                    <a:pt x="95" y="111"/>
                  </a:lnTo>
                  <a:lnTo>
                    <a:pt x="97" y="111"/>
                  </a:lnTo>
                  <a:lnTo>
                    <a:pt x="97" y="105"/>
                  </a:lnTo>
                  <a:lnTo>
                    <a:pt x="101" y="105"/>
                  </a:lnTo>
                  <a:lnTo>
                    <a:pt x="103" y="105"/>
                  </a:lnTo>
                  <a:lnTo>
                    <a:pt x="104" y="104"/>
                  </a:lnTo>
                  <a:lnTo>
                    <a:pt x="104" y="101"/>
                  </a:lnTo>
                  <a:lnTo>
                    <a:pt x="106" y="101"/>
                  </a:lnTo>
                  <a:lnTo>
                    <a:pt x="107" y="100"/>
                  </a:lnTo>
                  <a:lnTo>
                    <a:pt x="110" y="97"/>
                  </a:lnTo>
                  <a:lnTo>
                    <a:pt x="114" y="97"/>
                  </a:lnTo>
                  <a:lnTo>
                    <a:pt x="116" y="95"/>
                  </a:lnTo>
                  <a:lnTo>
                    <a:pt x="117" y="89"/>
                  </a:lnTo>
                  <a:lnTo>
                    <a:pt x="116" y="88"/>
                  </a:lnTo>
                  <a:lnTo>
                    <a:pt x="115" y="88"/>
                  </a:lnTo>
                  <a:lnTo>
                    <a:pt x="113" y="88"/>
                  </a:lnTo>
                  <a:lnTo>
                    <a:pt x="112" y="86"/>
                  </a:lnTo>
                  <a:lnTo>
                    <a:pt x="114" y="84"/>
                  </a:lnTo>
                  <a:lnTo>
                    <a:pt x="114" y="83"/>
                  </a:lnTo>
                  <a:lnTo>
                    <a:pt x="112" y="82"/>
                  </a:lnTo>
                  <a:lnTo>
                    <a:pt x="110" y="77"/>
                  </a:lnTo>
                  <a:lnTo>
                    <a:pt x="106" y="77"/>
                  </a:lnTo>
                  <a:lnTo>
                    <a:pt x="104" y="77"/>
                  </a:lnTo>
                  <a:lnTo>
                    <a:pt x="102" y="73"/>
                  </a:lnTo>
                  <a:lnTo>
                    <a:pt x="101" y="68"/>
                  </a:lnTo>
                  <a:lnTo>
                    <a:pt x="101" y="64"/>
                  </a:lnTo>
                  <a:lnTo>
                    <a:pt x="100" y="61"/>
                  </a:lnTo>
                  <a:lnTo>
                    <a:pt x="97" y="62"/>
                  </a:lnTo>
                  <a:lnTo>
                    <a:pt x="95" y="63"/>
                  </a:lnTo>
                  <a:lnTo>
                    <a:pt x="91" y="63"/>
                  </a:lnTo>
                  <a:lnTo>
                    <a:pt x="87" y="61"/>
                  </a:lnTo>
                  <a:lnTo>
                    <a:pt x="84" y="56"/>
                  </a:lnTo>
                  <a:lnTo>
                    <a:pt x="83" y="49"/>
                  </a:lnTo>
                  <a:lnTo>
                    <a:pt x="79" y="40"/>
                  </a:lnTo>
                  <a:lnTo>
                    <a:pt x="77" y="31"/>
                  </a:lnTo>
                  <a:lnTo>
                    <a:pt x="75" y="26"/>
                  </a:lnTo>
                  <a:lnTo>
                    <a:pt x="73" y="18"/>
                  </a:lnTo>
                  <a:lnTo>
                    <a:pt x="71" y="11"/>
                  </a:lnTo>
                  <a:lnTo>
                    <a:pt x="69" y="8"/>
                  </a:lnTo>
                  <a:lnTo>
                    <a:pt x="56" y="0"/>
                  </a:lnTo>
                  <a:lnTo>
                    <a:pt x="53" y="3"/>
                  </a:lnTo>
                  <a:lnTo>
                    <a:pt x="50" y="7"/>
                  </a:lnTo>
                  <a:lnTo>
                    <a:pt x="45" y="11"/>
                  </a:lnTo>
                  <a:lnTo>
                    <a:pt x="42" y="11"/>
                  </a:lnTo>
                  <a:lnTo>
                    <a:pt x="39" y="9"/>
                  </a:lnTo>
                  <a:lnTo>
                    <a:pt x="34" y="6"/>
                  </a:lnTo>
                  <a:lnTo>
                    <a:pt x="30" y="5"/>
                  </a:lnTo>
                  <a:lnTo>
                    <a:pt x="29" y="5"/>
                  </a:lnTo>
                  <a:lnTo>
                    <a:pt x="27" y="7"/>
                  </a:lnTo>
                  <a:lnTo>
                    <a:pt x="22" y="22"/>
                  </a:lnTo>
                  <a:lnTo>
                    <a:pt x="20" y="33"/>
                  </a:lnTo>
                  <a:lnTo>
                    <a:pt x="15" y="45"/>
                  </a:lnTo>
                  <a:lnTo>
                    <a:pt x="13" y="54"/>
                  </a:lnTo>
                  <a:lnTo>
                    <a:pt x="12" y="64"/>
                  </a:lnTo>
                  <a:lnTo>
                    <a:pt x="13" y="69"/>
                  </a:lnTo>
                  <a:lnTo>
                    <a:pt x="15" y="71"/>
                  </a:lnTo>
                  <a:lnTo>
                    <a:pt x="14" y="73"/>
                  </a:lnTo>
                  <a:lnTo>
                    <a:pt x="12" y="76"/>
                  </a:lnTo>
                  <a:lnTo>
                    <a:pt x="12" y="82"/>
                  </a:lnTo>
                  <a:lnTo>
                    <a:pt x="10" y="87"/>
                  </a:lnTo>
                  <a:lnTo>
                    <a:pt x="10" y="94"/>
                  </a:lnTo>
                  <a:lnTo>
                    <a:pt x="7" y="95"/>
                  </a:lnTo>
                  <a:lnTo>
                    <a:pt x="7" y="100"/>
                  </a:lnTo>
                  <a:lnTo>
                    <a:pt x="1" y="100"/>
                  </a:lnTo>
                  <a:lnTo>
                    <a:pt x="0" y="103"/>
                  </a:lnTo>
                  <a:lnTo>
                    <a:pt x="23" y="178"/>
                  </a:lnTo>
                  <a:lnTo>
                    <a:pt x="33" y="18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4" name="Freeform 23">
              <a:extLst>
                <a:ext uri="{FF2B5EF4-FFF2-40B4-BE49-F238E27FC236}">
                  <a16:creationId xmlns:a16="http://schemas.microsoft.com/office/drawing/2014/main" id="{2630BAF6-B876-DBCD-F049-B1DA50B231E1}"/>
                </a:ext>
              </a:extLst>
            </p:cNvPr>
            <p:cNvSpPr>
              <a:spLocks/>
            </p:cNvSpPr>
            <p:nvPr/>
          </p:nvSpPr>
          <p:spPr bwMode="auto">
            <a:xfrm>
              <a:off x="7517596" y="2002918"/>
              <a:ext cx="408119" cy="300187"/>
            </a:xfrm>
            <a:custGeom>
              <a:avLst/>
              <a:gdLst>
                <a:gd name="T0" fmla="*/ 10 w 242"/>
                <a:gd name="T1" fmla="*/ 136 h 178"/>
                <a:gd name="T2" fmla="*/ 16 w 242"/>
                <a:gd name="T3" fmla="*/ 129 h 178"/>
                <a:gd name="T4" fmla="*/ 22 w 242"/>
                <a:gd name="T5" fmla="*/ 124 h 178"/>
                <a:gd name="T6" fmla="*/ 22 w 242"/>
                <a:gd name="T7" fmla="*/ 119 h 178"/>
                <a:gd name="T8" fmla="*/ 14 w 242"/>
                <a:gd name="T9" fmla="*/ 102 h 178"/>
                <a:gd name="T10" fmla="*/ 31 w 242"/>
                <a:gd name="T11" fmla="*/ 96 h 178"/>
                <a:gd name="T12" fmla="*/ 47 w 242"/>
                <a:gd name="T13" fmla="*/ 96 h 178"/>
                <a:gd name="T14" fmla="*/ 56 w 242"/>
                <a:gd name="T15" fmla="*/ 96 h 178"/>
                <a:gd name="T16" fmla="*/ 67 w 242"/>
                <a:gd name="T17" fmla="*/ 93 h 178"/>
                <a:gd name="T18" fmla="*/ 83 w 242"/>
                <a:gd name="T19" fmla="*/ 83 h 178"/>
                <a:gd name="T20" fmla="*/ 93 w 242"/>
                <a:gd name="T21" fmla="*/ 77 h 178"/>
                <a:gd name="T22" fmla="*/ 93 w 242"/>
                <a:gd name="T23" fmla="*/ 71 h 178"/>
                <a:gd name="T24" fmla="*/ 93 w 242"/>
                <a:gd name="T25" fmla="*/ 63 h 178"/>
                <a:gd name="T26" fmla="*/ 89 w 242"/>
                <a:gd name="T27" fmla="*/ 61 h 178"/>
                <a:gd name="T28" fmla="*/ 85 w 242"/>
                <a:gd name="T29" fmla="*/ 55 h 178"/>
                <a:gd name="T30" fmla="*/ 98 w 242"/>
                <a:gd name="T31" fmla="*/ 44 h 178"/>
                <a:gd name="T32" fmla="*/ 102 w 242"/>
                <a:gd name="T33" fmla="*/ 33 h 178"/>
                <a:gd name="T34" fmla="*/ 116 w 242"/>
                <a:gd name="T35" fmla="*/ 15 h 178"/>
                <a:gd name="T36" fmla="*/ 130 w 242"/>
                <a:gd name="T37" fmla="*/ 8 h 178"/>
                <a:gd name="T38" fmla="*/ 147 w 242"/>
                <a:gd name="T39" fmla="*/ 2 h 178"/>
                <a:gd name="T40" fmla="*/ 163 w 242"/>
                <a:gd name="T41" fmla="*/ 5 h 178"/>
                <a:gd name="T42" fmla="*/ 165 w 242"/>
                <a:gd name="T43" fmla="*/ 16 h 178"/>
                <a:gd name="T44" fmla="*/ 171 w 242"/>
                <a:gd name="T45" fmla="*/ 24 h 178"/>
                <a:gd name="T46" fmla="*/ 171 w 242"/>
                <a:gd name="T47" fmla="*/ 34 h 178"/>
                <a:gd name="T48" fmla="*/ 174 w 242"/>
                <a:gd name="T49" fmla="*/ 48 h 178"/>
                <a:gd name="T50" fmla="*/ 181 w 242"/>
                <a:gd name="T51" fmla="*/ 59 h 178"/>
                <a:gd name="T52" fmla="*/ 184 w 242"/>
                <a:gd name="T53" fmla="*/ 79 h 178"/>
                <a:gd name="T54" fmla="*/ 188 w 242"/>
                <a:gd name="T55" fmla="*/ 89 h 178"/>
                <a:gd name="T56" fmla="*/ 188 w 242"/>
                <a:gd name="T57" fmla="*/ 120 h 178"/>
                <a:gd name="T58" fmla="*/ 192 w 242"/>
                <a:gd name="T59" fmla="*/ 146 h 178"/>
                <a:gd name="T60" fmla="*/ 192 w 242"/>
                <a:gd name="T61" fmla="*/ 158 h 178"/>
                <a:gd name="T62" fmla="*/ 186 w 242"/>
                <a:gd name="T63" fmla="*/ 171 h 178"/>
                <a:gd name="T64" fmla="*/ 198 w 242"/>
                <a:gd name="T65" fmla="*/ 166 h 178"/>
                <a:gd name="T66" fmla="*/ 206 w 242"/>
                <a:gd name="T67" fmla="*/ 160 h 178"/>
                <a:gd name="T68" fmla="*/ 217 w 242"/>
                <a:gd name="T69" fmla="*/ 158 h 178"/>
                <a:gd name="T70" fmla="*/ 225 w 242"/>
                <a:gd name="T71" fmla="*/ 153 h 178"/>
                <a:gd name="T72" fmla="*/ 225 w 242"/>
                <a:gd name="T73" fmla="*/ 157 h 178"/>
                <a:gd name="T74" fmla="*/ 233 w 242"/>
                <a:gd name="T75" fmla="*/ 151 h 178"/>
                <a:gd name="T76" fmla="*/ 240 w 242"/>
                <a:gd name="T77" fmla="*/ 149 h 178"/>
                <a:gd name="T78" fmla="*/ 233 w 242"/>
                <a:gd name="T79" fmla="*/ 157 h 178"/>
                <a:gd name="T80" fmla="*/ 219 w 242"/>
                <a:gd name="T81" fmla="*/ 166 h 178"/>
                <a:gd name="T82" fmla="*/ 206 w 242"/>
                <a:gd name="T83" fmla="*/ 173 h 178"/>
                <a:gd name="T84" fmla="*/ 189 w 242"/>
                <a:gd name="T85" fmla="*/ 178 h 178"/>
                <a:gd name="T86" fmla="*/ 182 w 242"/>
                <a:gd name="T87" fmla="*/ 171 h 178"/>
                <a:gd name="T88" fmla="*/ 180 w 242"/>
                <a:gd name="T89" fmla="*/ 165 h 178"/>
                <a:gd name="T90" fmla="*/ 155 w 242"/>
                <a:gd name="T91" fmla="*/ 158 h 178"/>
                <a:gd name="T92" fmla="*/ 154 w 242"/>
                <a:gd name="T93" fmla="*/ 151 h 178"/>
                <a:gd name="T94" fmla="*/ 148 w 242"/>
                <a:gd name="T95" fmla="*/ 150 h 178"/>
                <a:gd name="T96" fmla="*/ 140 w 242"/>
                <a:gd name="T97" fmla="*/ 138 h 178"/>
                <a:gd name="T98" fmla="*/ 2 w 242"/>
                <a:gd name="T99" fmla="*/ 156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42" h="178">
                  <a:moveTo>
                    <a:pt x="0" y="146"/>
                  </a:moveTo>
                  <a:lnTo>
                    <a:pt x="10" y="136"/>
                  </a:lnTo>
                  <a:lnTo>
                    <a:pt x="12" y="133"/>
                  </a:lnTo>
                  <a:lnTo>
                    <a:pt x="16" y="129"/>
                  </a:lnTo>
                  <a:lnTo>
                    <a:pt x="18" y="127"/>
                  </a:lnTo>
                  <a:lnTo>
                    <a:pt x="22" y="124"/>
                  </a:lnTo>
                  <a:lnTo>
                    <a:pt x="22" y="121"/>
                  </a:lnTo>
                  <a:lnTo>
                    <a:pt x="22" y="119"/>
                  </a:lnTo>
                  <a:lnTo>
                    <a:pt x="17" y="109"/>
                  </a:lnTo>
                  <a:lnTo>
                    <a:pt x="14" y="102"/>
                  </a:lnTo>
                  <a:lnTo>
                    <a:pt x="18" y="99"/>
                  </a:lnTo>
                  <a:lnTo>
                    <a:pt x="31" y="96"/>
                  </a:lnTo>
                  <a:lnTo>
                    <a:pt x="38" y="96"/>
                  </a:lnTo>
                  <a:lnTo>
                    <a:pt x="47" y="96"/>
                  </a:lnTo>
                  <a:lnTo>
                    <a:pt x="53" y="96"/>
                  </a:lnTo>
                  <a:lnTo>
                    <a:pt x="56" y="96"/>
                  </a:lnTo>
                  <a:lnTo>
                    <a:pt x="63" y="93"/>
                  </a:lnTo>
                  <a:lnTo>
                    <a:pt x="67" y="93"/>
                  </a:lnTo>
                  <a:lnTo>
                    <a:pt x="77" y="90"/>
                  </a:lnTo>
                  <a:lnTo>
                    <a:pt x="83" y="83"/>
                  </a:lnTo>
                  <a:lnTo>
                    <a:pt x="89" y="80"/>
                  </a:lnTo>
                  <a:lnTo>
                    <a:pt x="93" y="77"/>
                  </a:lnTo>
                  <a:lnTo>
                    <a:pt x="93" y="75"/>
                  </a:lnTo>
                  <a:lnTo>
                    <a:pt x="93" y="71"/>
                  </a:lnTo>
                  <a:lnTo>
                    <a:pt x="89" y="66"/>
                  </a:lnTo>
                  <a:lnTo>
                    <a:pt x="93" y="63"/>
                  </a:lnTo>
                  <a:lnTo>
                    <a:pt x="94" y="59"/>
                  </a:lnTo>
                  <a:lnTo>
                    <a:pt x="89" y="61"/>
                  </a:lnTo>
                  <a:lnTo>
                    <a:pt x="87" y="59"/>
                  </a:lnTo>
                  <a:lnTo>
                    <a:pt x="85" y="55"/>
                  </a:lnTo>
                  <a:lnTo>
                    <a:pt x="90" y="51"/>
                  </a:lnTo>
                  <a:lnTo>
                    <a:pt x="98" y="44"/>
                  </a:lnTo>
                  <a:lnTo>
                    <a:pt x="101" y="38"/>
                  </a:lnTo>
                  <a:lnTo>
                    <a:pt x="102" y="33"/>
                  </a:lnTo>
                  <a:lnTo>
                    <a:pt x="110" y="23"/>
                  </a:lnTo>
                  <a:lnTo>
                    <a:pt x="116" y="15"/>
                  </a:lnTo>
                  <a:lnTo>
                    <a:pt x="123" y="10"/>
                  </a:lnTo>
                  <a:lnTo>
                    <a:pt x="130" y="8"/>
                  </a:lnTo>
                  <a:lnTo>
                    <a:pt x="141" y="5"/>
                  </a:lnTo>
                  <a:lnTo>
                    <a:pt x="147" y="2"/>
                  </a:lnTo>
                  <a:lnTo>
                    <a:pt x="163" y="0"/>
                  </a:lnTo>
                  <a:lnTo>
                    <a:pt x="163" y="5"/>
                  </a:lnTo>
                  <a:lnTo>
                    <a:pt x="163" y="11"/>
                  </a:lnTo>
                  <a:lnTo>
                    <a:pt x="165" y="16"/>
                  </a:lnTo>
                  <a:lnTo>
                    <a:pt x="168" y="23"/>
                  </a:lnTo>
                  <a:lnTo>
                    <a:pt x="171" y="24"/>
                  </a:lnTo>
                  <a:lnTo>
                    <a:pt x="174" y="32"/>
                  </a:lnTo>
                  <a:lnTo>
                    <a:pt x="171" y="34"/>
                  </a:lnTo>
                  <a:lnTo>
                    <a:pt x="170" y="41"/>
                  </a:lnTo>
                  <a:lnTo>
                    <a:pt x="174" y="48"/>
                  </a:lnTo>
                  <a:lnTo>
                    <a:pt x="177" y="56"/>
                  </a:lnTo>
                  <a:lnTo>
                    <a:pt x="181" y="59"/>
                  </a:lnTo>
                  <a:lnTo>
                    <a:pt x="182" y="70"/>
                  </a:lnTo>
                  <a:lnTo>
                    <a:pt x="184" y="79"/>
                  </a:lnTo>
                  <a:lnTo>
                    <a:pt x="188" y="88"/>
                  </a:lnTo>
                  <a:lnTo>
                    <a:pt x="188" y="89"/>
                  </a:lnTo>
                  <a:lnTo>
                    <a:pt x="188" y="102"/>
                  </a:lnTo>
                  <a:lnTo>
                    <a:pt x="188" y="120"/>
                  </a:lnTo>
                  <a:lnTo>
                    <a:pt x="192" y="139"/>
                  </a:lnTo>
                  <a:lnTo>
                    <a:pt x="192" y="146"/>
                  </a:lnTo>
                  <a:lnTo>
                    <a:pt x="196" y="152"/>
                  </a:lnTo>
                  <a:lnTo>
                    <a:pt x="192" y="158"/>
                  </a:lnTo>
                  <a:lnTo>
                    <a:pt x="193" y="161"/>
                  </a:lnTo>
                  <a:lnTo>
                    <a:pt x="186" y="171"/>
                  </a:lnTo>
                  <a:lnTo>
                    <a:pt x="193" y="168"/>
                  </a:lnTo>
                  <a:lnTo>
                    <a:pt x="198" y="166"/>
                  </a:lnTo>
                  <a:lnTo>
                    <a:pt x="204" y="162"/>
                  </a:lnTo>
                  <a:lnTo>
                    <a:pt x="206" y="160"/>
                  </a:lnTo>
                  <a:lnTo>
                    <a:pt x="212" y="159"/>
                  </a:lnTo>
                  <a:lnTo>
                    <a:pt x="217" y="158"/>
                  </a:lnTo>
                  <a:lnTo>
                    <a:pt x="219" y="156"/>
                  </a:lnTo>
                  <a:lnTo>
                    <a:pt x="225" y="153"/>
                  </a:lnTo>
                  <a:lnTo>
                    <a:pt x="230" y="147"/>
                  </a:lnTo>
                  <a:lnTo>
                    <a:pt x="225" y="157"/>
                  </a:lnTo>
                  <a:lnTo>
                    <a:pt x="230" y="155"/>
                  </a:lnTo>
                  <a:lnTo>
                    <a:pt x="233" y="151"/>
                  </a:lnTo>
                  <a:lnTo>
                    <a:pt x="236" y="150"/>
                  </a:lnTo>
                  <a:lnTo>
                    <a:pt x="240" y="149"/>
                  </a:lnTo>
                  <a:lnTo>
                    <a:pt x="242" y="149"/>
                  </a:lnTo>
                  <a:lnTo>
                    <a:pt x="233" y="157"/>
                  </a:lnTo>
                  <a:lnTo>
                    <a:pt x="225" y="163"/>
                  </a:lnTo>
                  <a:lnTo>
                    <a:pt x="219" y="166"/>
                  </a:lnTo>
                  <a:lnTo>
                    <a:pt x="214" y="171"/>
                  </a:lnTo>
                  <a:lnTo>
                    <a:pt x="206" y="173"/>
                  </a:lnTo>
                  <a:lnTo>
                    <a:pt x="197" y="176"/>
                  </a:lnTo>
                  <a:lnTo>
                    <a:pt x="189" y="178"/>
                  </a:lnTo>
                  <a:lnTo>
                    <a:pt x="184" y="175"/>
                  </a:lnTo>
                  <a:lnTo>
                    <a:pt x="182" y="171"/>
                  </a:lnTo>
                  <a:lnTo>
                    <a:pt x="182" y="167"/>
                  </a:lnTo>
                  <a:lnTo>
                    <a:pt x="180" y="165"/>
                  </a:lnTo>
                  <a:lnTo>
                    <a:pt x="167" y="161"/>
                  </a:lnTo>
                  <a:lnTo>
                    <a:pt x="155" y="158"/>
                  </a:lnTo>
                  <a:lnTo>
                    <a:pt x="157" y="153"/>
                  </a:lnTo>
                  <a:lnTo>
                    <a:pt x="154" y="151"/>
                  </a:lnTo>
                  <a:lnTo>
                    <a:pt x="151" y="151"/>
                  </a:lnTo>
                  <a:lnTo>
                    <a:pt x="148" y="150"/>
                  </a:lnTo>
                  <a:lnTo>
                    <a:pt x="144" y="143"/>
                  </a:lnTo>
                  <a:lnTo>
                    <a:pt x="140" y="138"/>
                  </a:lnTo>
                  <a:lnTo>
                    <a:pt x="132" y="133"/>
                  </a:lnTo>
                  <a:lnTo>
                    <a:pt x="2" y="156"/>
                  </a:lnTo>
                  <a:lnTo>
                    <a:pt x="0" y="14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5" name="Freeform 24">
              <a:extLst>
                <a:ext uri="{FF2B5EF4-FFF2-40B4-BE49-F238E27FC236}">
                  <a16:creationId xmlns:a16="http://schemas.microsoft.com/office/drawing/2014/main" id="{82C47B7D-823A-92A1-D4EA-CEB330526783}"/>
                </a:ext>
              </a:extLst>
            </p:cNvPr>
            <p:cNvSpPr>
              <a:spLocks/>
            </p:cNvSpPr>
            <p:nvPr/>
          </p:nvSpPr>
          <p:spPr bwMode="auto">
            <a:xfrm>
              <a:off x="7792486" y="1982680"/>
              <a:ext cx="94441" cy="170331"/>
            </a:xfrm>
            <a:custGeom>
              <a:avLst/>
              <a:gdLst>
                <a:gd name="T0" fmla="*/ 0 w 56"/>
                <a:gd name="T1" fmla="*/ 23 h 101"/>
                <a:gd name="T2" fmla="*/ 2 w 56"/>
                <a:gd name="T3" fmla="*/ 28 h 101"/>
                <a:gd name="T4" fmla="*/ 5 w 56"/>
                <a:gd name="T5" fmla="*/ 35 h 101"/>
                <a:gd name="T6" fmla="*/ 8 w 56"/>
                <a:gd name="T7" fmla="*/ 36 h 101"/>
                <a:gd name="T8" fmla="*/ 11 w 56"/>
                <a:gd name="T9" fmla="*/ 44 h 101"/>
                <a:gd name="T10" fmla="*/ 8 w 56"/>
                <a:gd name="T11" fmla="*/ 46 h 101"/>
                <a:gd name="T12" fmla="*/ 7 w 56"/>
                <a:gd name="T13" fmla="*/ 53 h 101"/>
                <a:gd name="T14" fmla="*/ 11 w 56"/>
                <a:gd name="T15" fmla="*/ 60 h 101"/>
                <a:gd name="T16" fmla="*/ 14 w 56"/>
                <a:gd name="T17" fmla="*/ 68 h 101"/>
                <a:gd name="T18" fmla="*/ 18 w 56"/>
                <a:gd name="T19" fmla="*/ 71 h 101"/>
                <a:gd name="T20" fmla="*/ 19 w 56"/>
                <a:gd name="T21" fmla="*/ 82 h 101"/>
                <a:gd name="T22" fmla="*/ 21 w 56"/>
                <a:gd name="T23" fmla="*/ 91 h 101"/>
                <a:gd name="T24" fmla="*/ 25 w 56"/>
                <a:gd name="T25" fmla="*/ 100 h 101"/>
                <a:gd name="T26" fmla="*/ 25 w 56"/>
                <a:gd name="T27" fmla="*/ 101 h 101"/>
                <a:gd name="T28" fmla="*/ 47 w 56"/>
                <a:gd name="T29" fmla="*/ 98 h 101"/>
                <a:gd name="T30" fmla="*/ 45 w 56"/>
                <a:gd name="T31" fmla="*/ 91 h 101"/>
                <a:gd name="T32" fmla="*/ 46 w 56"/>
                <a:gd name="T33" fmla="*/ 82 h 101"/>
                <a:gd name="T34" fmla="*/ 45 w 56"/>
                <a:gd name="T35" fmla="*/ 71 h 101"/>
                <a:gd name="T36" fmla="*/ 44 w 56"/>
                <a:gd name="T37" fmla="*/ 60 h 101"/>
                <a:gd name="T38" fmla="*/ 47 w 56"/>
                <a:gd name="T39" fmla="*/ 45 h 101"/>
                <a:gd name="T40" fmla="*/ 47 w 56"/>
                <a:gd name="T41" fmla="*/ 32 h 101"/>
                <a:gd name="T42" fmla="*/ 56 w 56"/>
                <a:gd name="T43" fmla="*/ 25 h 101"/>
                <a:gd name="T44" fmla="*/ 56 w 56"/>
                <a:gd name="T45" fmla="*/ 21 h 101"/>
                <a:gd name="T46" fmla="*/ 53 w 56"/>
                <a:gd name="T47" fmla="*/ 17 h 101"/>
                <a:gd name="T48" fmla="*/ 53 w 56"/>
                <a:gd name="T49" fmla="*/ 12 h 101"/>
                <a:gd name="T50" fmla="*/ 53 w 56"/>
                <a:gd name="T51" fmla="*/ 4 h 101"/>
                <a:gd name="T52" fmla="*/ 50 w 56"/>
                <a:gd name="T53" fmla="*/ 0 h 101"/>
                <a:gd name="T54" fmla="*/ 43 w 56"/>
                <a:gd name="T55" fmla="*/ 2 h 101"/>
                <a:gd name="T56" fmla="*/ 36 w 56"/>
                <a:gd name="T57" fmla="*/ 4 h 101"/>
                <a:gd name="T58" fmla="*/ 22 w 56"/>
                <a:gd name="T59" fmla="*/ 6 h 101"/>
                <a:gd name="T60" fmla="*/ 15 w 56"/>
                <a:gd name="T61" fmla="*/ 8 h 101"/>
                <a:gd name="T62" fmla="*/ 5 w 56"/>
                <a:gd name="T63" fmla="*/ 12 h 101"/>
                <a:gd name="T64" fmla="*/ 0 w 56"/>
                <a:gd name="T65" fmla="*/ 12 h 101"/>
                <a:gd name="T66" fmla="*/ 0 w 56"/>
                <a:gd name="T67" fmla="*/ 17 h 101"/>
                <a:gd name="T68" fmla="*/ 0 w 56"/>
                <a:gd name="T69" fmla="*/ 23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56" h="101">
                  <a:moveTo>
                    <a:pt x="0" y="23"/>
                  </a:moveTo>
                  <a:lnTo>
                    <a:pt x="2" y="28"/>
                  </a:lnTo>
                  <a:lnTo>
                    <a:pt x="5" y="35"/>
                  </a:lnTo>
                  <a:lnTo>
                    <a:pt x="8" y="36"/>
                  </a:lnTo>
                  <a:lnTo>
                    <a:pt x="11" y="44"/>
                  </a:lnTo>
                  <a:lnTo>
                    <a:pt x="8" y="46"/>
                  </a:lnTo>
                  <a:lnTo>
                    <a:pt x="7" y="53"/>
                  </a:lnTo>
                  <a:lnTo>
                    <a:pt x="11" y="60"/>
                  </a:lnTo>
                  <a:lnTo>
                    <a:pt x="14" y="68"/>
                  </a:lnTo>
                  <a:lnTo>
                    <a:pt x="18" y="71"/>
                  </a:lnTo>
                  <a:lnTo>
                    <a:pt x="19" y="82"/>
                  </a:lnTo>
                  <a:lnTo>
                    <a:pt x="21" y="91"/>
                  </a:lnTo>
                  <a:lnTo>
                    <a:pt x="25" y="100"/>
                  </a:lnTo>
                  <a:lnTo>
                    <a:pt x="25" y="101"/>
                  </a:lnTo>
                  <a:lnTo>
                    <a:pt x="47" y="98"/>
                  </a:lnTo>
                  <a:lnTo>
                    <a:pt x="45" y="91"/>
                  </a:lnTo>
                  <a:lnTo>
                    <a:pt x="46" y="82"/>
                  </a:lnTo>
                  <a:lnTo>
                    <a:pt x="45" y="71"/>
                  </a:lnTo>
                  <a:lnTo>
                    <a:pt x="44" y="60"/>
                  </a:lnTo>
                  <a:lnTo>
                    <a:pt x="47" y="45"/>
                  </a:lnTo>
                  <a:lnTo>
                    <a:pt x="47" y="32"/>
                  </a:lnTo>
                  <a:lnTo>
                    <a:pt x="56" y="25"/>
                  </a:lnTo>
                  <a:lnTo>
                    <a:pt x="56" y="21"/>
                  </a:lnTo>
                  <a:lnTo>
                    <a:pt x="53" y="17"/>
                  </a:lnTo>
                  <a:lnTo>
                    <a:pt x="53" y="12"/>
                  </a:lnTo>
                  <a:lnTo>
                    <a:pt x="53" y="4"/>
                  </a:lnTo>
                  <a:lnTo>
                    <a:pt x="50" y="0"/>
                  </a:lnTo>
                  <a:lnTo>
                    <a:pt x="43" y="2"/>
                  </a:lnTo>
                  <a:lnTo>
                    <a:pt x="36" y="4"/>
                  </a:lnTo>
                  <a:lnTo>
                    <a:pt x="22" y="6"/>
                  </a:lnTo>
                  <a:lnTo>
                    <a:pt x="15" y="8"/>
                  </a:lnTo>
                  <a:lnTo>
                    <a:pt x="5" y="12"/>
                  </a:lnTo>
                  <a:lnTo>
                    <a:pt x="0" y="12"/>
                  </a:lnTo>
                  <a:lnTo>
                    <a:pt x="0" y="17"/>
                  </a:lnTo>
                  <a:lnTo>
                    <a:pt x="0" y="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6" name="Freeform 25">
              <a:extLst>
                <a:ext uri="{FF2B5EF4-FFF2-40B4-BE49-F238E27FC236}">
                  <a16:creationId xmlns:a16="http://schemas.microsoft.com/office/drawing/2014/main" id="{21163304-CEDC-A620-0A71-7F87E4DD1AFB}"/>
                </a:ext>
              </a:extLst>
            </p:cNvPr>
            <p:cNvSpPr>
              <a:spLocks/>
            </p:cNvSpPr>
            <p:nvPr/>
          </p:nvSpPr>
          <p:spPr bwMode="auto">
            <a:xfrm>
              <a:off x="7866689" y="1960756"/>
              <a:ext cx="84322" cy="187195"/>
            </a:xfrm>
            <a:custGeom>
              <a:avLst/>
              <a:gdLst>
                <a:gd name="T0" fmla="*/ 18 w 50"/>
                <a:gd name="T1" fmla="*/ 0 h 111"/>
                <a:gd name="T2" fmla="*/ 14 w 50"/>
                <a:gd name="T3" fmla="*/ 1 h 111"/>
                <a:gd name="T4" fmla="*/ 9 w 50"/>
                <a:gd name="T5" fmla="*/ 1 h 111"/>
                <a:gd name="T6" fmla="*/ 9 w 50"/>
                <a:gd name="T7" fmla="*/ 6 h 111"/>
                <a:gd name="T8" fmla="*/ 8 w 50"/>
                <a:gd name="T9" fmla="*/ 9 h 111"/>
                <a:gd name="T10" fmla="*/ 6 w 50"/>
                <a:gd name="T11" fmla="*/ 13 h 111"/>
                <a:gd name="T12" fmla="*/ 9 w 50"/>
                <a:gd name="T13" fmla="*/ 17 h 111"/>
                <a:gd name="T14" fmla="*/ 9 w 50"/>
                <a:gd name="T15" fmla="*/ 25 h 111"/>
                <a:gd name="T16" fmla="*/ 9 w 50"/>
                <a:gd name="T17" fmla="*/ 30 h 111"/>
                <a:gd name="T18" fmla="*/ 12 w 50"/>
                <a:gd name="T19" fmla="*/ 34 h 111"/>
                <a:gd name="T20" fmla="*/ 12 w 50"/>
                <a:gd name="T21" fmla="*/ 38 h 111"/>
                <a:gd name="T22" fmla="*/ 3 w 50"/>
                <a:gd name="T23" fmla="*/ 45 h 111"/>
                <a:gd name="T24" fmla="*/ 3 w 50"/>
                <a:gd name="T25" fmla="*/ 58 h 111"/>
                <a:gd name="T26" fmla="*/ 0 w 50"/>
                <a:gd name="T27" fmla="*/ 73 h 111"/>
                <a:gd name="T28" fmla="*/ 1 w 50"/>
                <a:gd name="T29" fmla="*/ 84 h 111"/>
                <a:gd name="T30" fmla="*/ 2 w 50"/>
                <a:gd name="T31" fmla="*/ 95 h 111"/>
                <a:gd name="T32" fmla="*/ 1 w 50"/>
                <a:gd name="T33" fmla="*/ 104 h 111"/>
                <a:gd name="T34" fmla="*/ 3 w 50"/>
                <a:gd name="T35" fmla="*/ 111 h 111"/>
                <a:gd name="T36" fmla="*/ 40 w 50"/>
                <a:gd name="T37" fmla="*/ 102 h 111"/>
                <a:gd name="T38" fmla="*/ 41 w 50"/>
                <a:gd name="T39" fmla="*/ 97 h 111"/>
                <a:gd name="T40" fmla="*/ 49 w 50"/>
                <a:gd name="T41" fmla="*/ 94 h 111"/>
                <a:gd name="T42" fmla="*/ 48 w 50"/>
                <a:gd name="T43" fmla="*/ 91 h 111"/>
                <a:gd name="T44" fmla="*/ 50 w 50"/>
                <a:gd name="T45" fmla="*/ 83 h 111"/>
                <a:gd name="T46" fmla="*/ 50 w 50"/>
                <a:gd name="T47" fmla="*/ 83 h 111"/>
                <a:gd name="T48" fmla="*/ 41 w 50"/>
                <a:gd name="T49" fmla="*/ 75 h 111"/>
                <a:gd name="T50" fmla="*/ 18 w 50"/>
                <a:gd name="T51" fmla="*/ 0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50" h="111">
                  <a:moveTo>
                    <a:pt x="18" y="0"/>
                  </a:moveTo>
                  <a:lnTo>
                    <a:pt x="14" y="1"/>
                  </a:lnTo>
                  <a:lnTo>
                    <a:pt x="9" y="1"/>
                  </a:lnTo>
                  <a:lnTo>
                    <a:pt x="9" y="6"/>
                  </a:lnTo>
                  <a:lnTo>
                    <a:pt x="8" y="9"/>
                  </a:lnTo>
                  <a:lnTo>
                    <a:pt x="6" y="13"/>
                  </a:lnTo>
                  <a:lnTo>
                    <a:pt x="9" y="17"/>
                  </a:lnTo>
                  <a:lnTo>
                    <a:pt x="9" y="25"/>
                  </a:lnTo>
                  <a:lnTo>
                    <a:pt x="9" y="30"/>
                  </a:lnTo>
                  <a:lnTo>
                    <a:pt x="12" y="34"/>
                  </a:lnTo>
                  <a:lnTo>
                    <a:pt x="12" y="38"/>
                  </a:lnTo>
                  <a:lnTo>
                    <a:pt x="3" y="45"/>
                  </a:lnTo>
                  <a:lnTo>
                    <a:pt x="3" y="58"/>
                  </a:lnTo>
                  <a:lnTo>
                    <a:pt x="0" y="73"/>
                  </a:lnTo>
                  <a:lnTo>
                    <a:pt x="1" y="84"/>
                  </a:lnTo>
                  <a:lnTo>
                    <a:pt x="2" y="95"/>
                  </a:lnTo>
                  <a:lnTo>
                    <a:pt x="1" y="104"/>
                  </a:lnTo>
                  <a:lnTo>
                    <a:pt x="3" y="111"/>
                  </a:lnTo>
                  <a:lnTo>
                    <a:pt x="40" y="102"/>
                  </a:lnTo>
                  <a:lnTo>
                    <a:pt x="41" y="97"/>
                  </a:lnTo>
                  <a:lnTo>
                    <a:pt x="49" y="94"/>
                  </a:lnTo>
                  <a:lnTo>
                    <a:pt x="48" y="91"/>
                  </a:lnTo>
                  <a:lnTo>
                    <a:pt x="50" y="83"/>
                  </a:lnTo>
                  <a:lnTo>
                    <a:pt x="50" y="83"/>
                  </a:lnTo>
                  <a:lnTo>
                    <a:pt x="41" y="75"/>
                  </a:lnTo>
                  <a:lnTo>
                    <a:pt x="18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7" name="Freeform 26">
              <a:extLst>
                <a:ext uri="{FF2B5EF4-FFF2-40B4-BE49-F238E27FC236}">
                  <a16:creationId xmlns:a16="http://schemas.microsoft.com/office/drawing/2014/main" id="{849202FF-DFCD-ECAF-DF64-D4AC0193070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88426"/>
              <a:ext cx="94441" cy="86009"/>
            </a:xfrm>
            <a:custGeom>
              <a:avLst/>
              <a:gdLst>
                <a:gd name="T0" fmla="*/ 4 w 56"/>
                <a:gd name="T1" fmla="*/ 29 h 51"/>
                <a:gd name="T2" fmla="*/ 4 w 56"/>
                <a:gd name="T3" fmla="*/ 36 h 51"/>
                <a:gd name="T4" fmla="*/ 8 w 56"/>
                <a:gd name="T5" fmla="*/ 42 h 51"/>
                <a:gd name="T6" fmla="*/ 4 w 56"/>
                <a:gd name="T7" fmla="*/ 48 h 51"/>
                <a:gd name="T8" fmla="*/ 5 w 56"/>
                <a:gd name="T9" fmla="*/ 51 h 51"/>
                <a:gd name="T10" fmla="*/ 9 w 56"/>
                <a:gd name="T11" fmla="*/ 50 h 51"/>
                <a:gd name="T12" fmla="*/ 13 w 56"/>
                <a:gd name="T13" fmla="*/ 45 h 51"/>
                <a:gd name="T14" fmla="*/ 15 w 56"/>
                <a:gd name="T15" fmla="*/ 44 h 51"/>
                <a:gd name="T16" fmla="*/ 20 w 56"/>
                <a:gd name="T17" fmla="*/ 39 h 51"/>
                <a:gd name="T18" fmla="*/ 25 w 56"/>
                <a:gd name="T19" fmla="*/ 36 h 51"/>
                <a:gd name="T20" fmla="*/ 33 w 56"/>
                <a:gd name="T21" fmla="*/ 36 h 51"/>
                <a:gd name="T22" fmla="*/ 37 w 56"/>
                <a:gd name="T23" fmla="*/ 34 h 51"/>
                <a:gd name="T24" fmla="*/ 39 w 56"/>
                <a:gd name="T25" fmla="*/ 32 h 51"/>
                <a:gd name="T26" fmla="*/ 44 w 56"/>
                <a:gd name="T27" fmla="*/ 30 h 51"/>
                <a:gd name="T28" fmla="*/ 49 w 56"/>
                <a:gd name="T29" fmla="*/ 28 h 51"/>
                <a:gd name="T30" fmla="*/ 55 w 56"/>
                <a:gd name="T31" fmla="*/ 28 h 51"/>
                <a:gd name="T32" fmla="*/ 56 w 56"/>
                <a:gd name="T33" fmla="*/ 26 h 51"/>
                <a:gd name="T34" fmla="*/ 50 w 56"/>
                <a:gd name="T35" fmla="*/ 0 h 51"/>
                <a:gd name="T36" fmla="*/ 24 w 56"/>
                <a:gd name="T37" fmla="*/ 5 h 51"/>
                <a:gd name="T38" fmla="*/ 0 w 56"/>
                <a:gd name="T39" fmla="*/ 9 h 51"/>
                <a:gd name="T40" fmla="*/ 0 w 56"/>
                <a:gd name="T41" fmla="*/ 10 h 51"/>
                <a:gd name="T42" fmla="*/ 4 w 56"/>
                <a:gd name="T43" fmla="*/ 29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56" h="51">
                  <a:moveTo>
                    <a:pt x="4" y="29"/>
                  </a:moveTo>
                  <a:lnTo>
                    <a:pt x="4" y="36"/>
                  </a:lnTo>
                  <a:lnTo>
                    <a:pt x="8" y="42"/>
                  </a:lnTo>
                  <a:lnTo>
                    <a:pt x="4" y="48"/>
                  </a:lnTo>
                  <a:lnTo>
                    <a:pt x="5" y="51"/>
                  </a:lnTo>
                  <a:lnTo>
                    <a:pt x="9" y="50"/>
                  </a:lnTo>
                  <a:lnTo>
                    <a:pt x="13" y="45"/>
                  </a:lnTo>
                  <a:lnTo>
                    <a:pt x="15" y="44"/>
                  </a:lnTo>
                  <a:lnTo>
                    <a:pt x="20" y="39"/>
                  </a:lnTo>
                  <a:lnTo>
                    <a:pt x="25" y="36"/>
                  </a:lnTo>
                  <a:lnTo>
                    <a:pt x="33" y="36"/>
                  </a:lnTo>
                  <a:lnTo>
                    <a:pt x="37" y="34"/>
                  </a:lnTo>
                  <a:lnTo>
                    <a:pt x="39" y="32"/>
                  </a:lnTo>
                  <a:lnTo>
                    <a:pt x="44" y="30"/>
                  </a:lnTo>
                  <a:lnTo>
                    <a:pt x="49" y="28"/>
                  </a:lnTo>
                  <a:lnTo>
                    <a:pt x="55" y="28"/>
                  </a:lnTo>
                  <a:lnTo>
                    <a:pt x="56" y="26"/>
                  </a:lnTo>
                  <a:lnTo>
                    <a:pt x="50" y="0"/>
                  </a:lnTo>
                  <a:lnTo>
                    <a:pt x="24" y="5"/>
                  </a:lnTo>
                  <a:lnTo>
                    <a:pt x="0" y="9"/>
                  </a:lnTo>
                  <a:lnTo>
                    <a:pt x="0" y="10"/>
                  </a:lnTo>
                  <a:lnTo>
                    <a:pt x="4" y="2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8" name="Freeform 27">
              <a:extLst>
                <a:ext uri="{FF2B5EF4-FFF2-40B4-BE49-F238E27FC236}">
                  <a16:creationId xmlns:a16="http://schemas.microsoft.com/office/drawing/2014/main" id="{85095180-9B85-B00A-9AE8-DB9104C20A89}"/>
                </a:ext>
              </a:extLst>
            </p:cNvPr>
            <p:cNvSpPr>
              <a:spLocks/>
            </p:cNvSpPr>
            <p:nvPr/>
          </p:nvSpPr>
          <p:spPr bwMode="auto">
            <a:xfrm>
              <a:off x="7918970" y="2179993"/>
              <a:ext cx="40475" cy="52280"/>
            </a:xfrm>
            <a:custGeom>
              <a:avLst/>
              <a:gdLst>
                <a:gd name="T0" fmla="*/ 23 w 24"/>
                <a:gd name="T1" fmla="*/ 15 h 31"/>
                <a:gd name="T2" fmla="*/ 21 w 24"/>
                <a:gd name="T3" fmla="*/ 13 h 31"/>
                <a:gd name="T4" fmla="*/ 21 w 24"/>
                <a:gd name="T5" fmla="*/ 12 h 31"/>
                <a:gd name="T6" fmla="*/ 18 w 24"/>
                <a:gd name="T7" fmla="*/ 11 h 31"/>
                <a:gd name="T8" fmla="*/ 16 w 24"/>
                <a:gd name="T9" fmla="*/ 10 h 31"/>
                <a:gd name="T10" fmla="*/ 16 w 24"/>
                <a:gd name="T11" fmla="*/ 7 h 31"/>
                <a:gd name="T12" fmla="*/ 13 w 24"/>
                <a:gd name="T13" fmla="*/ 5 h 31"/>
                <a:gd name="T14" fmla="*/ 10 w 24"/>
                <a:gd name="T15" fmla="*/ 0 h 31"/>
                <a:gd name="T16" fmla="*/ 0 w 24"/>
                <a:gd name="T17" fmla="*/ 5 h 31"/>
                <a:gd name="T18" fmla="*/ 6 w 24"/>
                <a:gd name="T19" fmla="*/ 31 h 31"/>
                <a:gd name="T20" fmla="*/ 8 w 24"/>
                <a:gd name="T21" fmla="*/ 29 h 31"/>
                <a:gd name="T22" fmla="*/ 10 w 24"/>
                <a:gd name="T23" fmla="*/ 28 h 31"/>
                <a:gd name="T24" fmla="*/ 14 w 24"/>
                <a:gd name="T25" fmla="*/ 26 h 31"/>
                <a:gd name="T26" fmla="*/ 14 w 24"/>
                <a:gd name="T27" fmla="*/ 23 h 31"/>
                <a:gd name="T28" fmla="*/ 14 w 24"/>
                <a:gd name="T29" fmla="*/ 22 h 31"/>
                <a:gd name="T30" fmla="*/ 14 w 24"/>
                <a:gd name="T31" fmla="*/ 20 h 31"/>
                <a:gd name="T32" fmla="*/ 14 w 24"/>
                <a:gd name="T33" fmla="*/ 17 h 31"/>
                <a:gd name="T34" fmla="*/ 14 w 24"/>
                <a:gd name="T35" fmla="*/ 15 h 31"/>
                <a:gd name="T36" fmla="*/ 14 w 24"/>
                <a:gd name="T37" fmla="*/ 14 h 31"/>
                <a:gd name="T38" fmla="*/ 15 w 24"/>
                <a:gd name="T39" fmla="*/ 13 h 31"/>
                <a:gd name="T40" fmla="*/ 16 w 24"/>
                <a:gd name="T41" fmla="*/ 13 h 31"/>
                <a:gd name="T42" fmla="*/ 19 w 24"/>
                <a:gd name="T43" fmla="*/ 14 h 31"/>
                <a:gd name="T44" fmla="*/ 19 w 24"/>
                <a:gd name="T45" fmla="*/ 16 h 31"/>
                <a:gd name="T46" fmla="*/ 21 w 24"/>
                <a:gd name="T47" fmla="*/ 20 h 31"/>
                <a:gd name="T48" fmla="*/ 21 w 24"/>
                <a:gd name="T49" fmla="*/ 21 h 31"/>
                <a:gd name="T50" fmla="*/ 22 w 24"/>
                <a:gd name="T51" fmla="*/ 22 h 31"/>
                <a:gd name="T52" fmla="*/ 24 w 24"/>
                <a:gd name="T53" fmla="*/ 21 h 31"/>
                <a:gd name="T54" fmla="*/ 24 w 24"/>
                <a:gd name="T55" fmla="*/ 20 h 31"/>
                <a:gd name="T56" fmla="*/ 24 w 24"/>
                <a:gd name="T57" fmla="*/ 19 h 31"/>
                <a:gd name="T58" fmla="*/ 23 w 24"/>
                <a:gd name="T59" fmla="*/ 15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4" h="31">
                  <a:moveTo>
                    <a:pt x="23" y="15"/>
                  </a:moveTo>
                  <a:lnTo>
                    <a:pt x="21" y="13"/>
                  </a:lnTo>
                  <a:lnTo>
                    <a:pt x="21" y="12"/>
                  </a:lnTo>
                  <a:lnTo>
                    <a:pt x="18" y="11"/>
                  </a:lnTo>
                  <a:lnTo>
                    <a:pt x="16" y="10"/>
                  </a:lnTo>
                  <a:lnTo>
                    <a:pt x="16" y="7"/>
                  </a:lnTo>
                  <a:lnTo>
                    <a:pt x="13" y="5"/>
                  </a:lnTo>
                  <a:lnTo>
                    <a:pt x="10" y="0"/>
                  </a:lnTo>
                  <a:lnTo>
                    <a:pt x="0" y="5"/>
                  </a:lnTo>
                  <a:lnTo>
                    <a:pt x="6" y="31"/>
                  </a:lnTo>
                  <a:lnTo>
                    <a:pt x="8" y="29"/>
                  </a:lnTo>
                  <a:lnTo>
                    <a:pt x="10" y="28"/>
                  </a:lnTo>
                  <a:lnTo>
                    <a:pt x="14" y="26"/>
                  </a:lnTo>
                  <a:lnTo>
                    <a:pt x="14" y="23"/>
                  </a:lnTo>
                  <a:lnTo>
                    <a:pt x="14" y="22"/>
                  </a:lnTo>
                  <a:lnTo>
                    <a:pt x="14" y="20"/>
                  </a:lnTo>
                  <a:lnTo>
                    <a:pt x="14" y="17"/>
                  </a:lnTo>
                  <a:lnTo>
                    <a:pt x="14" y="15"/>
                  </a:lnTo>
                  <a:lnTo>
                    <a:pt x="14" y="14"/>
                  </a:lnTo>
                  <a:lnTo>
                    <a:pt x="15" y="13"/>
                  </a:lnTo>
                  <a:lnTo>
                    <a:pt x="16" y="13"/>
                  </a:lnTo>
                  <a:lnTo>
                    <a:pt x="19" y="14"/>
                  </a:lnTo>
                  <a:lnTo>
                    <a:pt x="19" y="16"/>
                  </a:lnTo>
                  <a:lnTo>
                    <a:pt x="21" y="20"/>
                  </a:lnTo>
                  <a:lnTo>
                    <a:pt x="21" y="21"/>
                  </a:lnTo>
                  <a:lnTo>
                    <a:pt x="22" y="22"/>
                  </a:lnTo>
                  <a:lnTo>
                    <a:pt x="24" y="21"/>
                  </a:lnTo>
                  <a:lnTo>
                    <a:pt x="24" y="20"/>
                  </a:lnTo>
                  <a:lnTo>
                    <a:pt x="24" y="19"/>
                  </a:lnTo>
                  <a:lnTo>
                    <a:pt x="23" y="1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9" name="Freeform 28">
              <a:extLst>
                <a:ext uri="{FF2B5EF4-FFF2-40B4-BE49-F238E27FC236}">
                  <a16:creationId xmlns:a16="http://schemas.microsoft.com/office/drawing/2014/main" id="{91E3382C-B310-184D-6F78-1A151B51068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19281"/>
              <a:ext cx="183822" cy="92755"/>
            </a:xfrm>
            <a:custGeom>
              <a:avLst/>
              <a:gdLst>
                <a:gd name="T0" fmla="*/ 105 w 109"/>
                <a:gd name="T1" fmla="*/ 32 h 55"/>
                <a:gd name="T2" fmla="*/ 101 w 109"/>
                <a:gd name="T3" fmla="*/ 29 h 55"/>
                <a:gd name="T4" fmla="*/ 97 w 109"/>
                <a:gd name="T5" fmla="*/ 25 h 55"/>
                <a:gd name="T6" fmla="*/ 97 w 109"/>
                <a:gd name="T7" fmla="*/ 29 h 55"/>
                <a:gd name="T8" fmla="*/ 102 w 109"/>
                <a:gd name="T9" fmla="*/ 35 h 55"/>
                <a:gd name="T10" fmla="*/ 95 w 109"/>
                <a:gd name="T11" fmla="*/ 36 h 55"/>
                <a:gd name="T12" fmla="*/ 88 w 109"/>
                <a:gd name="T13" fmla="*/ 37 h 55"/>
                <a:gd name="T14" fmla="*/ 85 w 109"/>
                <a:gd name="T15" fmla="*/ 35 h 55"/>
                <a:gd name="T16" fmla="*/ 81 w 109"/>
                <a:gd name="T17" fmla="*/ 32 h 55"/>
                <a:gd name="T18" fmla="*/ 81 w 109"/>
                <a:gd name="T19" fmla="*/ 27 h 55"/>
                <a:gd name="T20" fmla="*/ 73 w 109"/>
                <a:gd name="T21" fmla="*/ 22 h 55"/>
                <a:gd name="T22" fmla="*/ 69 w 109"/>
                <a:gd name="T23" fmla="*/ 22 h 55"/>
                <a:gd name="T24" fmla="*/ 68 w 109"/>
                <a:gd name="T25" fmla="*/ 16 h 55"/>
                <a:gd name="T26" fmla="*/ 71 w 109"/>
                <a:gd name="T27" fmla="*/ 13 h 55"/>
                <a:gd name="T28" fmla="*/ 77 w 109"/>
                <a:gd name="T29" fmla="*/ 9 h 55"/>
                <a:gd name="T30" fmla="*/ 76 w 109"/>
                <a:gd name="T31" fmla="*/ 6 h 55"/>
                <a:gd name="T32" fmla="*/ 71 w 109"/>
                <a:gd name="T33" fmla="*/ 6 h 55"/>
                <a:gd name="T34" fmla="*/ 68 w 109"/>
                <a:gd name="T35" fmla="*/ 0 h 55"/>
                <a:gd name="T36" fmla="*/ 59 w 109"/>
                <a:gd name="T37" fmla="*/ 8 h 55"/>
                <a:gd name="T38" fmla="*/ 0 w 109"/>
                <a:gd name="T39" fmla="*/ 20 h 55"/>
                <a:gd name="T40" fmla="*/ 0 w 109"/>
                <a:gd name="T41" fmla="*/ 50 h 55"/>
                <a:gd name="T42" fmla="*/ 50 w 109"/>
                <a:gd name="T43" fmla="*/ 41 h 55"/>
                <a:gd name="T44" fmla="*/ 63 w 109"/>
                <a:gd name="T45" fmla="*/ 41 h 55"/>
                <a:gd name="T46" fmla="*/ 66 w 109"/>
                <a:gd name="T47" fmla="*/ 46 h 55"/>
                <a:gd name="T48" fmla="*/ 71 w 109"/>
                <a:gd name="T49" fmla="*/ 48 h 55"/>
                <a:gd name="T50" fmla="*/ 73 w 109"/>
                <a:gd name="T51" fmla="*/ 51 h 55"/>
                <a:gd name="T52" fmla="*/ 74 w 109"/>
                <a:gd name="T53" fmla="*/ 55 h 55"/>
                <a:gd name="T54" fmla="*/ 77 w 109"/>
                <a:gd name="T55" fmla="*/ 55 h 55"/>
                <a:gd name="T56" fmla="*/ 79 w 109"/>
                <a:gd name="T57" fmla="*/ 49 h 55"/>
                <a:gd name="T58" fmla="*/ 82 w 109"/>
                <a:gd name="T59" fmla="*/ 45 h 55"/>
                <a:gd name="T60" fmla="*/ 86 w 109"/>
                <a:gd name="T61" fmla="*/ 46 h 55"/>
                <a:gd name="T62" fmla="*/ 87 w 109"/>
                <a:gd name="T63" fmla="*/ 51 h 55"/>
                <a:gd name="T64" fmla="*/ 92 w 109"/>
                <a:gd name="T65" fmla="*/ 47 h 55"/>
                <a:gd name="T66" fmla="*/ 94 w 109"/>
                <a:gd name="T67" fmla="*/ 45 h 55"/>
                <a:gd name="T68" fmla="*/ 101 w 109"/>
                <a:gd name="T69" fmla="*/ 43 h 55"/>
                <a:gd name="T70" fmla="*/ 106 w 109"/>
                <a:gd name="T71" fmla="*/ 40 h 55"/>
                <a:gd name="T72" fmla="*/ 109 w 109"/>
                <a:gd name="T73" fmla="*/ 36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09" h="55">
                  <a:moveTo>
                    <a:pt x="107" y="35"/>
                  </a:moveTo>
                  <a:lnTo>
                    <a:pt x="105" y="32"/>
                  </a:lnTo>
                  <a:lnTo>
                    <a:pt x="104" y="31"/>
                  </a:lnTo>
                  <a:lnTo>
                    <a:pt x="101" y="29"/>
                  </a:lnTo>
                  <a:lnTo>
                    <a:pt x="98" y="27"/>
                  </a:lnTo>
                  <a:lnTo>
                    <a:pt x="97" y="25"/>
                  </a:lnTo>
                  <a:lnTo>
                    <a:pt x="96" y="27"/>
                  </a:lnTo>
                  <a:lnTo>
                    <a:pt x="97" y="29"/>
                  </a:lnTo>
                  <a:lnTo>
                    <a:pt x="100" y="32"/>
                  </a:lnTo>
                  <a:lnTo>
                    <a:pt x="102" y="35"/>
                  </a:lnTo>
                  <a:lnTo>
                    <a:pt x="99" y="36"/>
                  </a:lnTo>
                  <a:lnTo>
                    <a:pt x="95" y="36"/>
                  </a:lnTo>
                  <a:lnTo>
                    <a:pt x="89" y="39"/>
                  </a:lnTo>
                  <a:lnTo>
                    <a:pt x="88" y="37"/>
                  </a:lnTo>
                  <a:lnTo>
                    <a:pt x="87" y="36"/>
                  </a:lnTo>
                  <a:lnTo>
                    <a:pt x="85" y="35"/>
                  </a:lnTo>
                  <a:lnTo>
                    <a:pt x="82" y="33"/>
                  </a:lnTo>
                  <a:lnTo>
                    <a:pt x="81" y="32"/>
                  </a:lnTo>
                  <a:lnTo>
                    <a:pt x="82" y="30"/>
                  </a:lnTo>
                  <a:lnTo>
                    <a:pt x="81" y="27"/>
                  </a:lnTo>
                  <a:lnTo>
                    <a:pt x="77" y="24"/>
                  </a:lnTo>
                  <a:lnTo>
                    <a:pt x="73" y="22"/>
                  </a:lnTo>
                  <a:lnTo>
                    <a:pt x="71" y="22"/>
                  </a:lnTo>
                  <a:lnTo>
                    <a:pt x="69" y="22"/>
                  </a:lnTo>
                  <a:lnTo>
                    <a:pt x="68" y="20"/>
                  </a:lnTo>
                  <a:lnTo>
                    <a:pt x="68" y="16"/>
                  </a:lnTo>
                  <a:lnTo>
                    <a:pt x="70" y="14"/>
                  </a:lnTo>
                  <a:lnTo>
                    <a:pt x="71" y="13"/>
                  </a:lnTo>
                  <a:lnTo>
                    <a:pt x="73" y="11"/>
                  </a:lnTo>
                  <a:lnTo>
                    <a:pt x="77" y="9"/>
                  </a:lnTo>
                  <a:lnTo>
                    <a:pt x="77" y="8"/>
                  </a:lnTo>
                  <a:lnTo>
                    <a:pt x="76" y="6"/>
                  </a:lnTo>
                  <a:lnTo>
                    <a:pt x="73" y="6"/>
                  </a:lnTo>
                  <a:lnTo>
                    <a:pt x="71" y="6"/>
                  </a:lnTo>
                  <a:lnTo>
                    <a:pt x="70" y="3"/>
                  </a:lnTo>
                  <a:lnTo>
                    <a:pt x="68" y="0"/>
                  </a:lnTo>
                  <a:lnTo>
                    <a:pt x="60" y="3"/>
                  </a:lnTo>
                  <a:lnTo>
                    <a:pt x="59" y="8"/>
                  </a:lnTo>
                  <a:lnTo>
                    <a:pt x="22" y="17"/>
                  </a:lnTo>
                  <a:lnTo>
                    <a:pt x="0" y="20"/>
                  </a:lnTo>
                  <a:lnTo>
                    <a:pt x="0" y="33"/>
                  </a:lnTo>
                  <a:lnTo>
                    <a:pt x="0" y="50"/>
                  </a:lnTo>
                  <a:lnTo>
                    <a:pt x="24" y="46"/>
                  </a:lnTo>
                  <a:lnTo>
                    <a:pt x="50" y="41"/>
                  </a:lnTo>
                  <a:lnTo>
                    <a:pt x="60" y="36"/>
                  </a:lnTo>
                  <a:lnTo>
                    <a:pt x="63" y="41"/>
                  </a:lnTo>
                  <a:lnTo>
                    <a:pt x="66" y="43"/>
                  </a:lnTo>
                  <a:lnTo>
                    <a:pt x="66" y="46"/>
                  </a:lnTo>
                  <a:lnTo>
                    <a:pt x="68" y="47"/>
                  </a:lnTo>
                  <a:lnTo>
                    <a:pt x="71" y="48"/>
                  </a:lnTo>
                  <a:lnTo>
                    <a:pt x="71" y="49"/>
                  </a:lnTo>
                  <a:lnTo>
                    <a:pt x="73" y="51"/>
                  </a:lnTo>
                  <a:lnTo>
                    <a:pt x="74" y="55"/>
                  </a:lnTo>
                  <a:lnTo>
                    <a:pt x="74" y="55"/>
                  </a:lnTo>
                  <a:lnTo>
                    <a:pt x="76" y="55"/>
                  </a:lnTo>
                  <a:lnTo>
                    <a:pt x="77" y="55"/>
                  </a:lnTo>
                  <a:lnTo>
                    <a:pt x="79" y="53"/>
                  </a:lnTo>
                  <a:lnTo>
                    <a:pt x="79" y="49"/>
                  </a:lnTo>
                  <a:lnTo>
                    <a:pt x="82" y="47"/>
                  </a:lnTo>
                  <a:lnTo>
                    <a:pt x="82" y="45"/>
                  </a:lnTo>
                  <a:lnTo>
                    <a:pt x="85" y="43"/>
                  </a:lnTo>
                  <a:lnTo>
                    <a:pt x="86" y="46"/>
                  </a:lnTo>
                  <a:lnTo>
                    <a:pt x="87" y="49"/>
                  </a:lnTo>
                  <a:lnTo>
                    <a:pt x="87" y="51"/>
                  </a:lnTo>
                  <a:lnTo>
                    <a:pt x="90" y="49"/>
                  </a:lnTo>
                  <a:lnTo>
                    <a:pt x="92" y="47"/>
                  </a:lnTo>
                  <a:lnTo>
                    <a:pt x="92" y="45"/>
                  </a:lnTo>
                  <a:lnTo>
                    <a:pt x="94" y="45"/>
                  </a:lnTo>
                  <a:lnTo>
                    <a:pt x="97" y="43"/>
                  </a:lnTo>
                  <a:lnTo>
                    <a:pt x="101" y="43"/>
                  </a:lnTo>
                  <a:lnTo>
                    <a:pt x="103" y="41"/>
                  </a:lnTo>
                  <a:lnTo>
                    <a:pt x="106" y="40"/>
                  </a:lnTo>
                  <a:lnTo>
                    <a:pt x="108" y="38"/>
                  </a:lnTo>
                  <a:lnTo>
                    <a:pt x="109" y="36"/>
                  </a:lnTo>
                  <a:lnTo>
                    <a:pt x="107" y="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0" name="Freeform 29">
              <a:extLst>
                <a:ext uri="{FF2B5EF4-FFF2-40B4-BE49-F238E27FC236}">
                  <a16:creationId xmlns:a16="http://schemas.microsoft.com/office/drawing/2014/main" id="{3D9AC284-9F46-A532-4043-7455C783E70E}"/>
                </a:ext>
              </a:extLst>
            </p:cNvPr>
            <p:cNvSpPr>
              <a:spLocks/>
            </p:cNvSpPr>
            <p:nvPr/>
          </p:nvSpPr>
          <p:spPr bwMode="auto">
            <a:xfrm>
              <a:off x="7976309" y="2205290"/>
              <a:ext cx="16864" cy="11806"/>
            </a:xfrm>
            <a:custGeom>
              <a:avLst/>
              <a:gdLst>
                <a:gd name="T0" fmla="*/ 3 w 12"/>
                <a:gd name="T1" fmla="*/ 9 h 9"/>
                <a:gd name="T2" fmla="*/ 7 w 12"/>
                <a:gd name="T3" fmla="*/ 9 h 9"/>
                <a:gd name="T4" fmla="*/ 10 w 12"/>
                <a:gd name="T5" fmla="*/ 6 h 9"/>
                <a:gd name="T6" fmla="*/ 12 w 12"/>
                <a:gd name="T7" fmla="*/ 4 h 9"/>
                <a:gd name="T8" fmla="*/ 8 w 12"/>
                <a:gd name="T9" fmla="*/ 2 h 9"/>
                <a:gd name="T10" fmla="*/ 4 w 12"/>
                <a:gd name="T11" fmla="*/ 1 h 9"/>
                <a:gd name="T12" fmla="*/ 0 w 12"/>
                <a:gd name="T13" fmla="*/ 7 h 9"/>
                <a:gd name="T14" fmla="*/ 3 w 12"/>
                <a:gd name="T15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" h="9">
                  <a:moveTo>
                    <a:pt x="3" y="9"/>
                  </a:moveTo>
                  <a:cubicBezTo>
                    <a:pt x="7" y="9"/>
                    <a:pt x="7" y="9"/>
                    <a:pt x="7" y="9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2" y="4"/>
                    <a:pt x="12" y="4"/>
                    <a:pt x="12" y="4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2"/>
                    <a:pt x="5" y="0"/>
                    <a:pt x="4" y="1"/>
                  </a:cubicBezTo>
                  <a:cubicBezTo>
                    <a:pt x="4" y="2"/>
                    <a:pt x="0" y="7"/>
                    <a:pt x="0" y="7"/>
                  </a:cubicBezTo>
                  <a:lnTo>
                    <a:pt x="3" y="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1" name="Freeform 30">
              <a:extLst>
                <a:ext uri="{FF2B5EF4-FFF2-40B4-BE49-F238E27FC236}">
                  <a16:creationId xmlns:a16="http://schemas.microsoft.com/office/drawing/2014/main" id="{65628B36-5302-8B85-9C88-28FA4E0DAD94}"/>
                </a:ext>
              </a:extLst>
            </p:cNvPr>
            <p:cNvSpPr>
              <a:spLocks/>
            </p:cNvSpPr>
            <p:nvPr/>
          </p:nvSpPr>
          <p:spPr bwMode="auto">
            <a:xfrm>
              <a:off x="7763817" y="2269376"/>
              <a:ext cx="70830" cy="158525"/>
            </a:xfrm>
            <a:custGeom>
              <a:avLst/>
              <a:gdLst>
                <a:gd name="T0" fmla="*/ 36 w 42"/>
                <a:gd name="T1" fmla="*/ 13 h 94"/>
                <a:gd name="T2" fmla="*/ 36 w 42"/>
                <a:gd name="T3" fmla="*/ 9 h 94"/>
                <a:gd name="T4" fmla="*/ 34 w 42"/>
                <a:gd name="T5" fmla="*/ 7 h 94"/>
                <a:gd name="T6" fmla="*/ 21 w 42"/>
                <a:gd name="T7" fmla="*/ 3 h 94"/>
                <a:gd name="T8" fmla="*/ 9 w 42"/>
                <a:gd name="T9" fmla="*/ 0 h 94"/>
                <a:gd name="T10" fmla="*/ 8 w 42"/>
                <a:gd name="T11" fmla="*/ 3 h 94"/>
                <a:gd name="T12" fmla="*/ 6 w 42"/>
                <a:gd name="T13" fmla="*/ 7 h 94"/>
                <a:gd name="T14" fmla="*/ 3 w 42"/>
                <a:gd name="T15" fmla="*/ 9 h 94"/>
                <a:gd name="T16" fmla="*/ 2 w 42"/>
                <a:gd name="T17" fmla="*/ 14 h 94"/>
                <a:gd name="T18" fmla="*/ 3 w 42"/>
                <a:gd name="T19" fmla="*/ 20 h 94"/>
                <a:gd name="T20" fmla="*/ 3 w 42"/>
                <a:gd name="T21" fmla="*/ 25 h 94"/>
                <a:gd name="T22" fmla="*/ 2 w 42"/>
                <a:gd name="T23" fmla="*/ 30 h 94"/>
                <a:gd name="T24" fmla="*/ 5 w 42"/>
                <a:gd name="T25" fmla="*/ 32 h 94"/>
                <a:gd name="T26" fmla="*/ 9 w 42"/>
                <a:gd name="T27" fmla="*/ 34 h 94"/>
                <a:gd name="T28" fmla="*/ 11 w 42"/>
                <a:gd name="T29" fmla="*/ 38 h 94"/>
                <a:gd name="T30" fmla="*/ 15 w 42"/>
                <a:gd name="T31" fmla="*/ 42 h 94"/>
                <a:gd name="T32" fmla="*/ 20 w 42"/>
                <a:gd name="T33" fmla="*/ 46 h 94"/>
                <a:gd name="T34" fmla="*/ 20 w 42"/>
                <a:gd name="T35" fmla="*/ 47 h 94"/>
                <a:gd name="T36" fmla="*/ 18 w 42"/>
                <a:gd name="T37" fmla="*/ 53 h 94"/>
                <a:gd name="T38" fmla="*/ 10 w 42"/>
                <a:gd name="T39" fmla="*/ 58 h 94"/>
                <a:gd name="T40" fmla="*/ 3 w 42"/>
                <a:gd name="T41" fmla="*/ 64 h 94"/>
                <a:gd name="T42" fmla="*/ 2 w 42"/>
                <a:gd name="T43" fmla="*/ 67 h 94"/>
                <a:gd name="T44" fmla="*/ 0 w 42"/>
                <a:gd name="T45" fmla="*/ 72 h 94"/>
                <a:gd name="T46" fmla="*/ 1 w 42"/>
                <a:gd name="T47" fmla="*/ 75 h 94"/>
                <a:gd name="T48" fmla="*/ 3 w 42"/>
                <a:gd name="T49" fmla="*/ 79 h 94"/>
                <a:gd name="T50" fmla="*/ 8 w 42"/>
                <a:gd name="T51" fmla="*/ 83 h 94"/>
                <a:gd name="T52" fmla="*/ 12 w 42"/>
                <a:gd name="T53" fmla="*/ 85 h 94"/>
                <a:gd name="T54" fmla="*/ 15 w 42"/>
                <a:gd name="T55" fmla="*/ 86 h 94"/>
                <a:gd name="T56" fmla="*/ 20 w 42"/>
                <a:gd name="T57" fmla="*/ 86 h 94"/>
                <a:gd name="T58" fmla="*/ 24 w 42"/>
                <a:gd name="T59" fmla="*/ 86 h 94"/>
                <a:gd name="T60" fmla="*/ 25 w 42"/>
                <a:gd name="T61" fmla="*/ 86 h 94"/>
                <a:gd name="T62" fmla="*/ 24 w 42"/>
                <a:gd name="T63" fmla="*/ 90 h 94"/>
                <a:gd name="T64" fmla="*/ 24 w 42"/>
                <a:gd name="T65" fmla="*/ 93 h 94"/>
                <a:gd name="T66" fmla="*/ 25 w 42"/>
                <a:gd name="T67" fmla="*/ 94 h 94"/>
                <a:gd name="T68" fmla="*/ 26 w 42"/>
                <a:gd name="T69" fmla="*/ 94 h 94"/>
                <a:gd name="T70" fmla="*/ 27 w 42"/>
                <a:gd name="T71" fmla="*/ 87 h 94"/>
                <a:gd name="T72" fmla="*/ 28 w 42"/>
                <a:gd name="T73" fmla="*/ 86 h 94"/>
                <a:gd name="T74" fmla="*/ 31 w 42"/>
                <a:gd name="T75" fmla="*/ 82 h 94"/>
                <a:gd name="T76" fmla="*/ 36 w 42"/>
                <a:gd name="T77" fmla="*/ 78 h 94"/>
                <a:gd name="T78" fmla="*/ 36 w 42"/>
                <a:gd name="T79" fmla="*/ 69 h 94"/>
                <a:gd name="T80" fmla="*/ 36 w 42"/>
                <a:gd name="T81" fmla="*/ 65 h 94"/>
                <a:gd name="T82" fmla="*/ 40 w 42"/>
                <a:gd name="T83" fmla="*/ 61 h 94"/>
                <a:gd name="T84" fmla="*/ 41 w 42"/>
                <a:gd name="T85" fmla="*/ 53 h 94"/>
                <a:gd name="T86" fmla="*/ 42 w 42"/>
                <a:gd name="T87" fmla="*/ 48 h 94"/>
                <a:gd name="T88" fmla="*/ 42 w 42"/>
                <a:gd name="T89" fmla="*/ 40 h 94"/>
                <a:gd name="T90" fmla="*/ 42 w 42"/>
                <a:gd name="T91" fmla="*/ 36 h 94"/>
                <a:gd name="T92" fmla="*/ 40 w 42"/>
                <a:gd name="T93" fmla="*/ 30 h 94"/>
                <a:gd name="T94" fmla="*/ 36 w 42"/>
                <a:gd name="T95" fmla="*/ 30 h 94"/>
                <a:gd name="T96" fmla="*/ 34 w 42"/>
                <a:gd name="T97" fmla="*/ 30 h 94"/>
                <a:gd name="T98" fmla="*/ 35 w 42"/>
                <a:gd name="T99" fmla="*/ 25 h 94"/>
                <a:gd name="T100" fmla="*/ 37 w 42"/>
                <a:gd name="T101" fmla="*/ 20 h 94"/>
                <a:gd name="T102" fmla="*/ 39 w 42"/>
                <a:gd name="T103" fmla="*/ 18 h 94"/>
                <a:gd name="T104" fmla="*/ 38 w 42"/>
                <a:gd name="T105" fmla="*/ 17 h 94"/>
                <a:gd name="T106" fmla="*/ 36 w 42"/>
                <a:gd name="T107" fmla="*/ 13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42" h="94">
                  <a:moveTo>
                    <a:pt x="36" y="13"/>
                  </a:moveTo>
                  <a:lnTo>
                    <a:pt x="36" y="9"/>
                  </a:lnTo>
                  <a:lnTo>
                    <a:pt x="34" y="7"/>
                  </a:lnTo>
                  <a:lnTo>
                    <a:pt x="21" y="3"/>
                  </a:lnTo>
                  <a:lnTo>
                    <a:pt x="9" y="0"/>
                  </a:lnTo>
                  <a:lnTo>
                    <a:pt x="8" y="3"/>
                  </a:lnTo>
                  <a:lnTo>
                    <a:pt x="6" y="7"/>
                  </a:lnTo>
                  <a:lnTo>
                    <a:pt x="3" y="9"/>
                  </a:lnTo>
                  <a:lnTo>
                    <a:pt x="2" y="14"/>
                  </a:lnTo>
                  <a:lnTo>
                    <a:pt x="3" y="20"/>
                  </a:lnTo>
                  <a:lnTo>
                    <a:pt x="3" y="25"/>
                  </a:lnTo>
                  <a:lnTo>
                    <a:pt x="2" y="30"/>
                  </a:lnTo>
                  <a:lnTo>
                    <a:pt x="5" y="32"/>
                  </a:lnTo>
                  <a:lnTo>
                    <a:pt x="9" y="34"/>
                  </a:lnTo>
                  <a:lnTo>
                    <a:pt x="11" y="38"/>
                  </a:lnTo>
                  <a:lnTo>
                    <a:pt x="15" y="42"/>
                  </a:lnTo>
                  <a:lnTo>
                    <a:pt x="20" y="46"/>
                  </a:lnTo>
                  <a:lnTo>
                    <a:pt x="20" y="47"/>
                  </a:lnTo>
                  <a:lnTo>
                    <a:pt x="18" y="53"/>
                  </a:lnTo>
                  <a:lnTo>
                    <a:pt x="10" y="58"/>
                  </a:lnTo>
                  <a:lnTo>
                    <a:pt x="3" y="64"/>
                  </a:lnTo>
                  <a:lnTo>
                    <a:pt x="2" y="67"/>
                  </a:lnTo>
                  <a:lnTo>
                    <a:pt x="0" y="72"/>
                  </a:lnTo>
                  <a:lnTo>
                    <a:pt x="1" y="75"/>
                  </a:lnTo>
                  <a:lnTo>
                    <a:pt x="3" y="79"/>
                  </a:lnTo>
                  <a:lnTo>
                    <a:pt x="8" y="83"/>
                  </a:lnTo>
                  <a:lnTo>
                    <a:pt x="12" y="85"/>
                  </a:lnTo>
                  <a:lnTo>
                    <a:pt x="15" y="86"/>
                  </a:lnTo>
                  <a:lnTo>
                    <a:pt x="20" y="86"/>
                  </a:lnTo>
                  <a:lnTo>
                    <a:pt x="24" y="86"/>
                  </a:lnTo>
                  <a:lnTo>
                    <a:pt x="25" y="86"/>
                  </a:lnTo>
                  <a:lnTo>
                    <a:pt x="24" y="90"/>
                  </a:lnTo>
                  <a:lnTo>
                    <a:pt x="24" y="93"/>
                  </a:lnTo>
                  <a:lnTo>
                    <a:pt x="25" y="94"/>
                  </a:lnTo>
                  <a:lnTo>
                    <a:pt x="26" y="94"/>
                  </a:lnTo>
                  <a:lnTo>
                    <a:pt x="27" y="87"/>
                  </a:lnTo>
                  <a:lnTo>
                    <a:pt x="28" y="86"/>
                  </a:lnTo>
                  <a:lnTo>
                    <a:pt x="31" y="82"/>
                  </a:lnTo>
                  <a:lnTo>
                    <a:pt x="36" y="78"/>
                  </a:lnTo>
                  <a:lnTo>
                    <a:pt x="36" y="69"/>
                  </a:lnTo>
                  <a:lnTo>
                    <a:pt x="36" y="65"/>
                  </a:lnTo>
                  <a:lnTo>
                    <a:pt x="40" y="61"/>
                  </a:lnTo>
                  <a:lnTo>
                    <a:pt x="41" y="53"/>
                  </a:lnTo>
                  <a:lnTo>
                    <a:pt x="42" y="48"/>
                  </a:lnTo>
                  <a:lnTo>
                    <a:pt x="42" y="40"/>
                  </a:lnTo>
                  <a:lnTo>
                    <a:pt x="42" y="36"/>
                  </a:lnTo>
                  <a:lnTo>
                    <a:pt x="40" y="30"/>
                  </a:lnTo>
                  <a:lnTo>
                    <a:pt x="36" y="30"/>
                  </a:lnTo>
                  <a:lnTo>
                    <a:pt x="34" y="30"/>
                  </a:lnTo>
                  <a:lnTo>
                    <a:pt x="35" y="25"/>
                  </a:lnTo>
                  <a:lnTo>
                    <a:pt x="37" y="20"/>
                  </a:lnTo>
                  <a:lnTo>
                    <a:pt x="39" y="18"/>
                  </a:lnTo>
                  <a:lnTo>
                    <a:pt x="38" y="17"/>
                  </a:lnTo>
                  <a:lnTo>
                    <a:pt x="36" y="1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2" name="Freeform 31">
              <a:extLst>
                <a:ext uri="{FF2B5EF4-FFF2-40B4-BE49-F238E27FC236}">
                  <a16:creationId xmlns:a16="http://schemas.microsoft.com/office/drawing/2014/main" id="{7036F547-9FBF-74B2-8934-26875108E1F5}"/>
                </a:ext>
              </a:extLst>
            </p:cNvPr>
            <p:cNvSpPr>
              <a:spLocks/>
            </p:cNvSpPr>
            <p:nvPr/>
          </p:nvSpPr>
          <p:spPr bwMode="auto">
            <a:xfrm>
              <a:off x="7750326" y="2378994"/>
              <a:ext cx="55652" cy="91068"/>
            </a:xfrm>
            <a:custGeom>
              <a:avLst/>
              <a:gdLst>
                <a:gd name="T0" fmla="*/ 9 w 33"/>
                <a:gd name="T1" fmla="*/ 10 h 54"/>
                <a:gd name="T2" fmla="*/ 8 w 33"/>
                <a:gd name="T3" fmla="*/ 7 h 54"/>
                <a:gd name="T4" fmla="*/ 10 w 33"/>
                <a:gd name="T5" fmla="*/ 2 h 54"/>
                <a:gd name="T6" fmla="*/ 11 w 33"/>
                <a:gd name="T7" fmla="*/ 1 h 54"/>
                <a:gd name="T8" fmla="*/ 9 w 33"/>
                <a:gd name="T9" fmla="*/ 0 h 54"/>
                <a:gd name="T10" fmla="*/ 6 w 33"/>
                <a:gd name="T11" fmla="*/ 0 h 54"/>
                <a:gd name="T12" fmla="*/ 5 w 33"/>
                <a:gd name="T13" fmla="*/ 0 h 54"/>
                <a:gd name="T14" fmla="*/ 2 w 33"/>
                <a:gd name="T15" fmla="*/ 2 h 54"/>
                <a:gd name="T16" fmla="*/ 0 w 33"/>
                <a:gd name="T17" fmla="*/ 5 h 54"/>
                <a:gd name="T18" fmla="*/ 12 w 33"/>
                <a:gd name="T19" fmla="*/ 54 h 54"/>
                <a:gd name="T20" fmla="*/ 33 w 33"/>
                <a:gd name="T21" fmla="*/ 51 h 54"/>
                <a:gd name="T22" fmla="*/ 32 w 33"/>
                <a:gd name="T23" fmla="*/ 43 h 54"/>
                <a:gd name="T24" fmla="*/ 29 w 33"/>
                <a:gd name="T25" fmla="*/ 40 h 54"/>
                <a:gd name="T26" fmla="*/ 28 w 33"/>
                <a:gd name="T27" fmla="*/ 38 h 54"/>
                <a:gd name="T28" fmla="*/ 26 w 33"/>
                <a:gd name="T29" fmla="*/ 37 h 54"/>
                <a:gd name="T30" fmla="*/ 23 w 33"/>
                <a:gd name="T31" fmla="*/ 34 h 54"/>
                <a:gd name="T32" fmla="*/ 20 w 33"/>
                <a:gd name="T33" fmla="*/ 32 h 54"/>
                <a:gd name="T34" fmla="*/ 18 w 33"/>
                <a:gd name="T35" fmla="*/ 28 h 54"/>
                <a:gd name="T36" fmla="*/ 16 w 33"/>
                <a:gd name="T37" fmla="*/ 24 h 54"/>
                <a:gd name="T38" fmla="*/ 14 w 33"/>
                <a:gd name="T39" fmla="*/ 20 h 54"/>
                <a:gd name="T40" fmla="*/ 16 w 33"/>
                <a:gd name="T41" fmla="*/ 17 h 54"/>
                <a:gd name="T42" fmla="*/ 11 w 33"/>
                <a:gd name="T43" fmla="*/ 14 h 54"/>
                <a:gd name="T44" fmla="*/ 9 w 33"/>
                <a:gd name="T45" fmla="*/ 1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3" h="54">
                  <a:moveTo>
                    <a:pt x="9" y="10"/>
                  </a:moveTo>
                  <a:lnTo>
                    <a:pt x="8" y="7"/>
                  </a:lnTo>
                  <a:lnTo>
                    <a:pt x="10" y="2"/>
                  </a:lnTo>
                  <a:lnTo>
                    <a:pt x="11" y="1"/>
                  </a:lnTo>
                  <a:lnTo>
                    <a:pt x="9" y="0"/>
                  </a:lnTo>
                  <a:lnTo>
                    <a:pt x="6" y="0"/>
                  </a:lnTo>
                  <a:lnTo>
                    <a:pt x="5" y="0"/>
                  </a:lnTo>
                  <a:lnTo>
                    <a:pt x="2" y="2"/>
                  </a:lnTo>
                  <a:lnTo>
                    <a:pt x="0" y="5"/>
                  </a:lnTo>
                  <a:lnTo>
                    <a:pt x="12" y="54"/>
                  </a:lnTo>
                  <a:lnTo>
                    <a:pt x="33" y="51"/>
                  </a:lnTo>
                  <a:lnTo>
                    <a:pt x="32" y="43"/>
                  </a:lnTo>
                  <a:lnTo>
                    <a:pt x="29" y="40"/>
                  </a:lnTo>
                  <a:lnTo>
                    <a:pt x="28" y="38"/>
                  </a:lnTo>
                  <a:lnTo>
                    <a:pt x="26" y="37"/>
                  </a:lnTo>
                  <a:lnTo>
                    <a:pt x="23" y="34"/>
                  </a:lnTo>
                  <a:lnTo>
                    <a:pt x="20" y="32"/>
                  </a:lnTo>
                  <a:lnTo>
                    <a:pt x="18" y="28"/>
                  </a:lnTo>
                  <a:lnTo>
                    <a:pt x="16" y="24"/>
                  </a:lnTo>
                  <a:lnTo>
                    <a:pt x="14" y="20"/>
                  </a:lnTo>
                  <a:lnTo>
                    <a:pt x="16" y="17"/>
                  </a:lnTo>
                  <a:lnTo>
                    <a:pt x="11" y="14"/>
                  </a:lnTo>
                  <a:lnTo>
                    <a:pt x="9" y="1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3" name="Freeform 32">
              <a:extLst>
                <a:ext uri="{FF2B5EF4-FFF2-40B4-BE49-F238E27FC236}">
                  <a16:creationId xmlns:a16="http://schemas.microsoft.com/office/drawing/2014/main" id="{9B4AA242-91D3-A28B-8F6F-946292FE626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80495" y="2227213"/>
              <a:ext cx="317051" cy="205746"/>
            </a:xfrm>
            <a:custGeom>
              <a:avLst/>
              <a:gdLst>
                <a:gd name="T0" fmla="*/ 165 w 188"/>
                <a:gd name="T1" fmla="*/ 90 h 122"/>
                <a:gd name="T2" fmla="*/ 166 w 188"/>
                <a:gd name="T3" fmla="*/ 90 h 122"/>
                <a:gd name="T4" fmla="*/ 169 w 188"/>
                <a:gd name="T5" fmla="*/ 90 h 122"/>
                <a:gd name="T6" fmla="*/ 171 w 188"/>
                <a:gd name="T7" fmla="*/ 91 h 122"/>
                <a:gd name="T8" fmla="*/ 171 w 188"/>
                <a:gd name="T9" fmla="*/ 89 h 122"/>
                <a:gd name="T10" fmla="*/ 178 w 188"/>
                <a:gd name="T11" fmla="*/ 83 h 122"/>
                <a:gd name="T12" fmla="*/ 186 w 188"/>
                <a:gd name="T13" fmla="*/ 78 h 122"/>
                <a:gd name="T14" fmla="*/ 188 w 188"/>
                <a:gd name="T15" fmla="*/ 72 h 122"/>
                <a:gd name="T16" fmla="*/ 188 w 188"/>
                <a:gd name="T17" fmla="*/ 71 h 122"/>
                <a:gd name="T18" fmla="*/ 183 w 188"/>
                <a:gd name="T19" fmla="*/ 67 h 122"/>
                <a:gd name="T20" fmla="*/ 179 w 188"/>
                <a:gd name="T21" fmla="*/ 63 h 122"/>
                <a:gd name="T22" fmla="*/ 177 w 188"/>
                <a:gd name="T23" fmla="*/ 59 h 122"/>
                <a:gd name="T24" fmla="*/ 173 w 188"/>
                <a:gd name="T25" fmla="*/ 57 h 122"/>
                <a:gd name="T26" fmla="*/ 170 w 188"/>
                <a:gd name="T27" fmla="*/ 55 h 122"/>
                <a:gd name="T28" fmla="*/ 171 w 188"/>
                <a:gd name="T29" fmla="*/ 50 h 122"/>
                <a:gd name="T30" fmla="*/ 171 w 188"/>
                <a:gd name="T31" fmla="*/ 45 h 122"/>
                <a:gd name="T32" fmla="*/ 170 w 188"/>
                <a:gd name="T33" fmla="*/ 39 h 122"/>
                <a:gd name="T34" fmla="*/ 171 w 188"/>
                <a:gd name="T35" fmla="*/ 34 h 122"/>
                <a:gd name="T36" fmla="*/ 174 w 188"/>
                <a:gd name="T37" fmla="*/ 32 h 122"/>
                <a:gd name="T38" fmla="*/ 176 w 188"/>
                <a:gd name="T39" fmla="*/ 28 h 122"/>
                <a:gd name="T40" fmla="*/ 177 w 188"/>
                <a:gd name="T41" fmla="*/ 25 h 122"/>
                <a:gd name="T42" fmla="*/ 179 w 188"/>
                <a:gd name="T43" fmla="*/ 20 h 122"/>
                <a:gd name="T44" fmla="*/ 176 w 188"/>
                <a:gd name="T45" fmla="*/ 18 h 122"/>
                <a:gd name="T46" fmla="*/ 173 w 188"/>
                <a:gd name="T47" fmla="*/ 18 h 122"/>
                <a:gd name="T48" fmla="*/ 170 w 188"/>
                <a:gd name="T49" fmla="*/ 17 h 122"/>
                <a:gd name="T50" fmla="*/ 166 w 188"/>
                <a:gd name="T51" fmla="*/ 10 h 122"/>
                <a:gd name="T52" fmla="*/ 162 w 188"/>
                <a:gd name="T53" fmla="*/ 5 h 122"/>
                <a:gd name="T54" fmla="*/ 154 w 188"/>
                <a:gd name="T55" fmla="*/ 0 h 122"/>
                <a:gd name="T56" fmla="*/ 24 w 188"/>
                <a:gd name="T57" fmla="*/ 23 h 122"/>
                <a:gd name="T58" fmla="*/ 22 w 188"/>
                <a:gd name="T59" fmla="*/ 13 h 122"/>
                <a:gd name="T60" fmla="*/ 16 w 188"/>
                <a:gd name="T61" fmla="*/ 17 h 122"/>
                <a:gd name="T62" fmla="*/ 11 w 188"/>
                <a:gd name="T63" fmla="*/ 21 h 122"/>
                <a:gd name="T64" fmla="*/ 6 w 188"/>
                <a:gd name="T65" fmla="*/ 24 h 122"/>
                <a:gd name="T66" fmla="*/ 0 w 188"/>
                <a:gd name="T67" fmla="*/ 28 h 122"/>
                <a:gd name="T68" fmla="*/ 16 w 188"/>
                <a:gd name="T69" fmla="*/ 122 h 122"/>
                <a:gd name="T70" fmla="*/ 160 w 188"/>
                <a:gd name="T71" fmla="*/ 95 h 122"/>
                <a:gd name="T72" fmla="*/ 162 w 188"/>
                <a:gd name="T73" fmla="*/ 92 h 122"/>
                <a:gd name="T74" fmla="*/ 165 w 188"/>
                <a:gd name="T75" fmla="*/ 90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88" h="122">
                  <a:moveTo>
                    <a:pt x="165" y="90"/>
                  </a:moveTo>
                  <a:lnTo>
                    <a:pt x="166" y="90"/>
                  </a:lnTo>
                  <a:lnTo>
                    <a:pt x="169" y="90"/>
                  </a:lnTo>
                  <a:lnTo>
                    <a:pt x="171" y="91"/>
                  </a:lnTo>
                  <a:lnTo>
                    <a:pt x="171" y="89"/>
                  </a:lnTo>
                  <a:lnTo>
                    <a:pt x="178" y="83"/>
                  </a:lnTo>
                  <a:lnTo>
                    <a:pt x="186" y="78"/>
                  </a:lnTo>
                  <a:lnTo>
                    <a:pt x="188" y="72"/>
                  </a:lnTo>
                  <a:lnTo>
                    <a:pt x="188" y="71"/>
                  </a:lnTo>
                  <a:lnTo>
                    <a:pt x="183" y="67"/>
                  </a:lnTo>
                  <a:lnTo>
                    <a:pt x="179" y="63"/>
                  </a:lnTo>
                  <a:lnTo>
                    <a:pt x="177" y="59"/>
                  </a:lnTo>
                  <a:lnTo>
                    <a:pt x="173" y="57"/>
                  </a:lnTo>
                  <a:lnTo>
                    <a:pt x="170" y="55"/>
                  </a:lnTo>
                  <a:lnTo>
                    <a:pt x="171" y="50"/>
                  </a:lnTo>
                  <a:lnTo>
                    <a:pt x="171" y="45"/>
                  </a:lnTo>
                  <a:lnTo>
                    <a:pt x="170" y="39"/>
                  </a:lnTo>
                  <a:lnTo>
                    <a:pt x="171" y="34"/>
                  </a:lnTo>
                  <a:lnTo>
                    <a:pt x="174" y="32"/>
                  </a:lnTo>
                  <a:lnTo>
                    <a:pt x="176" y="28"/>
                  </a:lnTo>
                  <a:lnTo>
                    <a:pt x="177" y="25"/>
                  </a:lnTo>
                  <a:lnTo>
                    <a:pt x="179" y="20"/>
                  </a:lnTo>
                  <a:lnTo>
                    <a:pt x="176" y="18"/>
                  </a:lnTo>
                  <a:lnTo>
                    <a:pt x="173" y="18"/>
                  </a:lnTo>
                  <a:lnTo>
                    <a:pt x="170" y="17"/>
                  </a:lnTo>
                  <a:lnTo>
                    <a:pt x="166" y="10"/>
                  </a:lnTo>
                  <a:lnTo>
                    <a:pt x="162" y="5"/>
                  </a:lnTo>
                  <a:lnTo>
                    <a:pt x="154" y="0"/>
                  </a:lnTo>
                  <a:lnTo>
                    <a:pt x="24" y="23"/>
                  </a:lnTo>
                  <a:lnTo>
                    <a:pt x="22" y="13"/>
                  </a:lnTo>
                  <a:lnTo>
                    <a:pt x="16" y="17"/>
                  </a:lnTo>
                  <a:lnTo>
                    <a:pt x="11" y="21"/>
                  </a:lnTo>
                  <a:lnTo>
                    <a:pt x="6" y="24"/>
                  </a:lnTo>
                  <a:lnTo>
                    <a:pt x="0" y="28"/>
                  </a:lnTo>
                  <a:lnTo>
                    <a:pt x="16" y="122"/>
                  </a:lnTo>
                  <a:lnTo>
                    <a:pt x="160" y="95"/>
                  </a:lnTo>
                  <a:lnTo>
                    <a:pt x="162" y="92"/>
                  </a:lnTo>
                  <a:lnTo>
                    <a:pt x="165" y="9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4" name="Freeform 33">
              <a:extLst>
                <a:ext uri="{FF2B5EF4-FFF2-40B4-BE49-F238E27FC236}">
                  <a16:creationId xmlns:a16="http://schemas.microsoft.com/office/drawing/2014/main" id="{3646BC1F-7D38-E9D0-FC91-4640575ABFE4}"/>
                </a:ext>
              </a:extLst>
            </p:cNvPr>
            <p:cNvSpPr>
              <a:spLocks/>
            </p:cNvSpPr>
            <p:nvPr/>
          </p:nvSpPr>
          <p:spPr bwMode="auto">
            <a:xfrm>
              <a:off x="7183681" y="3051885"/>
              <a:ext cx="490754" cy="384509"/>
            </a:xfrm>
            <a:custGeom>
              <a:avLst/>
              <a:gdLst>
                <a:gd name="T0" fmla="*/ 200 w 291"/>
                <a:gd name="T1" fmla="*/ 0 h 228"/>
                <a:gd name="T2" fmla="*/ 211 w 291"/>
                <a:gd name="T3" fmla="*/ 10 h 228"/>
                <a:gd name="T4" fmla="*/ 223 w 291"/>
                <a:gd name="T5" fmla="*/ 30 h 228"/>
                <a:gd name="T6" fmla="*/ 241 w 291"/>
                <a:gd name="T7" fmla="*/ 62 h 228"/>
                <a:gd name="T8" fmla="*/ 259 w 291"/>
                <a:gd name="T9" fmla="*/ 84 h 228"/>
                <a:gd name="T10" fmla="*/ 256 w 291"/>
                <a:gd name="T11" fmla="*/ 86 h 228"/>
                <a:gd name="T12" fmla="*/ 268 w 291"/>
                <a:gd name="T13" fmla="*/ 116 h 228"/>
                <a:gd name="T14" fmla="*/ 286 w 291"/>
                <a:gd name="T15" fmla="*/ 144 h 228"/>
                <a:gd name="T16" fmla="*/ 291 w 291"/>
                <a:gd name="T17" fmla="*/ 176 h 228"/>
                <a:gd name="T18" fmla="*/ 288 w 291"/>
                <a:gd name="T19" fmla="*/ 196 h 228"/>
                <a:gd name="T20" fmla="*/ 287 w 291"/>
                <a:gd name="T21" fmla="*/ 211 h 228"/>
                <a:gd name="T22" fmla="*/ 280 w 291"/>
                <a:gd name="T23" fmla="*/ 227 h 228"/>
                <a:gd name="T24" fmla="*/ 281 w 291"/>
                <a:gd name="T25" fmla="*/ 222 h 228"/>
                <a:gd name="T26" fmla="*/ 274 w 291"/>
                <a:gd name="T27" fmla="*/ 221 h 228"/>
                <a:gd name="T28" fmla="*/ 264 w 291"/>
                <a:gd name="T29" fmla="*/ 222 h 228"/>
                <a:gd name="T30" fmla="*/ 255 w 291"/>
                <a:gd name="T31" fmla="*/ 222 h 228"/>
                <a:gd name="T32" fmla="*/ 255 w 291"/>
                <a:gd name="T33" fmla="*/ 217 h 228"/>
                <a:gd name="T34" fmla="*/ 263 w 291"/>
                <a:gd name="T35" fmla="*/ 216 h 228"/>
                <a:gd name="T36" fmla="*/ 253 w 291"/>
                <a:gd name="T37" fmla="*/ 212 h 228"/>
                <a:gd name="T38" fmla="*/ 245 w 291"/>
                <a:gd name="T39" fmla="*/ 200 h 228"/>
                <a:gd name="T40" fmla="*/ 233 w 291"/>
                <a:gd name="T41" fmla="*/ 193 h 228"/>
                <a:gd name="T42" fmla="*/ 223 w 291"/>
                <a:gd name="T43" fmla="*/ 177 h 228"/>
                <a:gd name="T44" fmla="*/ 216 w 291"/>
                <a:gd name="T45" fmla="*/ 169 h 228"/>
                <a:gd name="T46" fmla="*/ 215 w 291"/>
                <a:gd name="T47" fmla="*/ 161 h 228"/>
                <a:gd name="T48" fmla="*/ 209 w 291"/>
                <a:gd name="T49" fmla="*/ 158 h 228"/>
                <a:gd name="T50" fmla="*/ 205 w 291"/>
                <a:gd name="T51" fmla="*/ 161 h 228"/>
                <a:gd name="T52" fmla="*/ 194 w 291"/>
                <a:gd name="T53" fmla="*/ 147 h 228"/>
                <a:gd name="T54" fmla="*/ 192 w 291"/>
                <a:gd name="T55" fmla="*/ 140 h 228"/>
                <a:gd name="T56" fmla="*/ 194 w 291"/>
                <a:gd name="T57" fmla="*/ 130 h 228"/>
                <a:gd name="T58" fmla="*/ 194 w 291"/>
                <a:gd name="T59" fmla="*/ 121 h 228"/>
                <a:gd name="T60" fmla="*/ 191 w 291"/>
                <a:gd name="T61" fmla="*/ 122 h 228"/>
                <a:gd name="T62" fmla="*/ 187 w 291"/>
                <a:gd name="T63" fmla="*/ 119 h 228"/>
                <a:gd name="T64" fmla="*/ 189 w 291"/>
                <a:gd name="T65" fmla="*/ 127 h 228"/>
                <a:gd name="T66" fmla="*/ 186 w 291"/>
                <a:gd name="T67" fmla="*/ 129 h 228"/>
                <a:gd name="T68" fmla="*/ 180 w 291"/>
                <a:gd name="T69" fmla="*/ 120 h 228"/>
                <a:gd name="T70" fmla="*/ 182 w 291"/>
                <a:gd name="T71" fmla="*/ 106 h 228"/>
                <a:gd name="T72" fmla="*/ 182 w 291"/>
                <a:gd name="T73" fmla="*/ 86 h 228"/>
                <a:gd name="T74" fmla="*/ 174 w 291"/>
                <a:gd name="T75" fmla="*/ 72 h 228"/>
                <a:gd name="T76" fmla="*/ 163 w 291"/>
                <a:gd name="T77" fmla="*/ 67 h 228"/>
                <a:gd name="T78" fmla="*/ 152 w 291"/>
                <a:gd name="T79" fmla="*/ 60 h 228"/>
                <a:gd name="T80" fmla="*/ 143 w 291"/>
                <a:gd name="T81" fmla="*/ 48 h 228"/>
                <a:gd name="T82" fmla="*/ 130 w 291"/>
                <a:gd name="T83" fmla="*/ 39 h 228"/>
                <a:gd name="T84" fmla="*/ 117 w 291"/>
                <a:gd name="T85" fmla="*/ 39 h 228"/>
                <a:gd name="T86" fmla="*/ 116 w 291"/>
                <a:gd name="T87" fmla="*/ 47 h 228"/>
                <a:gd name="T88" fmla="*/ 107 w 291"/>
                <a:gd name="T89" fmla="*/ 49 h 228"/>
                <a:gd name="T90" fmla="*/ 83 w 291"/>
                <a:gd name="T91" fmla="*/ 59 h 228"/>
                <a:gd name="T92" fmla="*/ 77 w 291"/>
                <a:gd name="T93" fmla="*/ 49 h 228"/>
                <a:gd name="T94" fmla="*/ 77 w 291"/>
                <a:gd name="T95" fmla="*/ 43 h 228"/>
                <a:gd name="T96" fmla="*/ 72 w 291"/>
                <a:gd name="T97" fmla="*/ 39 h 228"/>
                <a:gd name="T98" fmla="*/ 72 w 291"/>
                <a:gd name="T99" fmla="*/ 35 h 228"/>
                <a:gd name="T100" fmla="*/ 69 w 291"/>
                <a:gd name="T101" fmla="*/ 38 h 228"/>
                <a:gd name="T102" fmla="*/ 64 w 291"/>
                <a:gd name="T103" fmla="*/ 39 h 228"/>
                <a:gd name="T104" fmla="*/ 65 w 291"/>
                <a:gd name="T105" fmla="*/ 43 h 228"/>
                <a:gd name="T106" fmla="*/ 53 w 291"/>
                <a:gd name="T107" fmla="*/ 37 h 228"/>
                <a:gd name="T108" fmla="*/ 39 w 291"/>
                <a:gd name="T109" fmla="*/ 33 h 228"/>
                <a:gd name="T110" fmla="*/ 19 w 291"/>
                <a:gd name="T111" fmla="*/ 35 h 228"/>
                <a:gd name="T112" fmla="*/ 7 w 291"/>
                <a:gd name="T113" fmla="*/ 32 h 228"/>
                <a:gd name="T114" fmla="*/ 0 w 291"/>
                <a:gd name="T115" fmla="*/ 20 h 228"/>
                <a:gd name="T116" fmla="*/ 10 w 291"/>
                <a:gd name="T117" fmla="*/ 14 h 228"/>
                <a:gd name="T118" fmla="*/ 98 w 291"/>
                <a:gd name="T119" fmla="*/ 16 h 228"/>
                <a:gd name="T120" fmla="*/ 197 w 291"/>
                <a:gd name="T121" fmla="*/ 19 h 2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291" h="228">
                  <a:moveTo>
                    <a:pt x="194" y="0"/>
                  </a:moveTo>
                  <a:lnTo>
                    <a:pt x="194" y="0"/>
                  </a:lnTo>
                  <a:lnTo>
                    <a:pt x="200" y="0"/>
                  </a:lnTo>
                  <a:lnTo>
                    <a:pt x="209" y="2"/>
                  </a:lnTo>
                  <a:lnTo>
                    <a:pt x="210" y="7"/>
                  </a:lnTo>
                  <a:lnTo>
                    <a:pt x="211" y="10"/>
                  </a:lnTo>
                  <a:lnTo>
                    <a:pt x="215" y="12"/>
                  </a:lnTo>
                  <a:lnTo>
                    <a:pt x="218" y="17"/>
                  </a:lnTo>
                  <a:lnTo>
                    <a:pt x="223" y="30"/>
                  </a:lnTo>
                  <a:lnTo>
                    <a:pt x="229" y="40"/>
                  </a:lnTo>
                  <a:lnTo>
                    <a:pt x="237" y="55"/>
                  </a:lnTo>
                  <a:lnTo>
                    <a:pt x="241" y="62"/>
                  </a:lnTo>
                  <a:lnTo>
                    <a:pt x="251" y="77"/>
                  </a:lnTo>
                  <a:lnTo>
                    <a:pt x="256" y="81"/>
                  </a:lnTo>
                  <a:lnTo>
                    <a:pt x="259" y="84"/>
                  </a:lnTo>
                  <a:lnTo>
                    <a:pt x="259" y="87"/>
                  </a:lnTo>
                  <a:lnTo>
                    <a:pt x="259" y="96"/>
                  </a:lnTo>
                  <a:lnTo>
                    <a:pt x="256" y="86"/>
                  </a:lnTo>
                  <a:lnTo>
                    <a:pt x="255" y="96"/>
                  </a:lnTo>
                  <a:lnTo>
                    <a:pt x="261" y="106"/>
                  </a:lnTo>
                  <a:lnTo>
                    <a:pt x="268" y="116"/>
                  </a:lnTo>
                  <a:lnTo>
                    <a:pt x="275" y="129"/>
                  </a:lnTo>
                  <a:lnTo>
                    <a:pt x="280" y="137"/>
                  </a:lnTo>
                  <a:lnTo>
                    <a:pt x="286" y="144"/>
                  </a:lnTo>
                  <a:lnTo>
                    <a:pt x="289" y="153"/>
                  </a:lnTo>
                  <a:lnTo>
                    <a:pt x="291" y="168"/>
                  </a:lnTo>
                  <a:lnTo>
                    <a:pt x="291" y="176"/>
                  </a:lnTo>
                  <a:lnTo>
                    <a:pt x="291" y="185"/>
                  </a:lnTo>
                  <a:lnTo>
                    <a:pt x="291" y="193"/>
                  </a:lnTo>
                  <a:lnTo>
                    <a:pt x="288" y="196"/>
                  </a:lnTo>
                  <a:lnTo>
                    <a:pt x="286" y="200"/>
                  </a:lnTo>
                  <a:lnTo>
                    <a:pt x="286" y="205"/>
                  </a:lnTo>
                  <a:lnTo>
                    <a:pt x="287" y="211"/>
                  </a:lnTo>
                  <a:lnTo>
                    <a:pt x="286" y="218"/>
                  </a:lnTo>
                  <a:lnTo>
                    <a:pt x="283" y="225"/>
                  </a:lnTo>
                  <a:lnTo>
                    <a:pt x="280" y="227"/>
                  </a:lnTo>
                  <a:lnTo>
                    <a:pt x="277" y="228"/>
                  </a:lnTo>
                  <a:lnTo>
                    <a:pt x="279" y="224"/>
                  </a:lnTo>
                  <a:lnTo>
                    <a:pt x="281" y="222"/>
                  </a:lnTo>
                  <a:lnTo>
                    <a:pt x="281" y="217"/>
                  </a:lnTo>
                  <a:lnTo>
                    <a:pt x="280" y="217"/>
                  </a:lnTo>
                  <a:lnTo>
                    <a:pt x="274" y="221"/>
                  </a:lnTo>
                  <a:lnTo>
                    <a:pt x="270" y="222"/>
                  </a:lnTo>
                  <a:lnTo>
                    <a:pt x="267" y="221"/>
                  </a:lnTo>
                  <a:lnTo>
                    <a:pt x="264" y="222"/>
                  </a:lnTo>
                  <a:lnTo>
                    <a:pt x="261" y="224"/>
                  </a:lnTo>
                  <a:lnTo>
                    <a:pt x="259" y="223"/>
                  </a:lnTo>
                  <a:lnTo>
                    <a:pt x="255" y="222"/>
                  </a:lnTo>
                  <a:lnTo>
                    <a:pt x="253" y="219"/>
                  </a:lnTo>
                  <a:lnTo>
                    <a:pt x="254" y="217"/>
                  </a:lnTo>
                  <a:lnTo>
                    <a:pt x="255" y="217"/>
                  </a:lnTo>
                  <a:lnTo>
                    <a:pt x="262" y="218"/>
                  </a:lnTo>
                  <a:lnTo>
                    <a:pt x="264" y="217"/>
                  </a:lnTo>
                  <a:lnTo>
                    <a:pt x="263" y="216"/>
                  </a:lnTo>
                  <a:lnTo>
                    <a:pt x="260" y="214"/>
                  </a:lnTo>
                  <a:lnTo>
                    <a:pt x="256" y="215"/>
                  </a:lnTo>
                  <a:lnTo>
                    <a:pt x="253" y="212"/>
                  </a:lnTo>
                  <a:lnTo>
                    <a:pt x="250" y="207"/>
                  </a:lnTo>
                  <a:lnTo>
                    <a:pt x="246" y="203"/>
                  </a:lnTo>
                  <a:lnTo>
                    <a:pt x="245" y="200"/>
                  </a:lnTo>
                  <a:lnTo>
                    <a:pt x="242" y="196"/>
                  </a:lnTo>
                  <a:lnTo>
                    <a:pt x="237" y="195"/>
                  </a:lnTo>
                  <a:lnTo>
                    <a:pt x="233" y="193"/>
                  </a:lnTo>
                  <a:lnTo>
                    <a:pt x="229" y="192"/>
                  </a:lnTo>
                  <a:lnTo>
                    <a:pt x="225" y="181"/>
                  </a:lnTo>
                  <a:lnTo>
                    <a:pt x="223" y="177"/>
                  </a:lnTo>
                  <a:lnTo>
                    <a:pt x="220" y="174"/>
                  </a:lnTo>
                  <a:lnTo>
                    <a:pt x="219" y="172"/>
                  </a:lnTo>
                  <a:lnTo>
                    <a:pt x="216" y="169"/>
                  </a:lnTo>
                  <a:lnTo>
                    <a:pt x="213" y="167"/>
                  </a:lnTo>
                  <a:lnTo>
                    <a:pt x="214" y="163"/>
                  </a:lnTo>
                  <a:lnTo>
                    <a:pt x="215" y="161"/>
                  </a:lnTo>
                  <a:lnTo>
                    <a:pt x="212" y="155"/>
                  </a:lnTo>
                  <a:lnTo>
                    <a:pt x="209" y="156"/>
                  </a:lnTo>
                  <a:lnTo>
                    <a:pt x="209" y="158"/>
                  </a:lnTo>
                  <a:lnTo>
                    <a:pt x="209" y="163"/>
                  </a:lnTo>
                  <a:lnTo>
                    <a:pt x="207" y="163"/>
                  </a:lnTo>
                  <a:lnTo>
                    <a:pt x="205" y="161"/>
                  </a:lnTo>
                  <a:lnTo>
                    <a:pt x="202" y="158"/>
                  </a:lnTo>
                  <a:lnTo>
                    <a:pt x="197" y="150"/>
                  </a:lnTo>
                  <a:lnTo>
                    <a:pt x="194" y="147"/>
                  </a:lnTo>
                  <a:lnTo>
                    <a:pt x="193" y="146"/>
                  </a:lnTo>
                  <a:lnTo>
                    <a:pt x="194" y="144"/>
                  </a:lnTo>
                  <a:lnTo>
                    <a:pt x="192" y="140"/>
                  </a:lnTo>
                  <a:lnTo>
                    <a:pt x="189" y="139"/>
                  </a:lnTo>
                  <a:lnTo>
                    <a:pt x="192" y="133"/>
                  </a:lnTo>
                  <a:lnTo>
                    <a:pt x="194" y="130"/>
                  </a:lnTo>
                  <a:lnTo>
                    <a:pt x="195" y="127"/>
                  </a:lnTo>
                  <a:lnTo>
                    <a:pt x="196" y="124"/>
                  </a:lnTo>
                  <a:lnTo>
                    <a:pt x="194" y="121"/>
                  </a:lnTo>
                  <a:lnTo>
                    <a:pt x="193" y="125"/>
                  </a:lnTo>
                  <a:lnTo>
                    <a:pt x="191" y="124"/>
                  </a:lnTo>
                  <a:lnTo>
                    <a:pt x="191" y="122"/>
                  </a:lnTo>
                  <a:lnTo>
                    <a:pt x="188" y="118"/>
                  </a:lnTo>
                  <a:lnTo>
                    <a:pt x="187" y="118"/>
                  </a:lnTo>
                  <a:lnTo>
                    <a:pt x="187" y="119"/>
                  </a:lnTo>
                  <a:lnTo>
                    <a:pt x="188" y="121"/>
                  </a:lnTo>
                  <a:lnTo>
                    <a:pt x="189" y="124"/>
                  </a:lnTo>
                  <a:lnTo>
                    <a:pt x="189" y="127"/>
                  </a:lnTo>
                  <a:lnTo>
                    <a:pt x="189" y="128"/>
                  </a:lnTo>
                  <a:lnTo>
                    <a:pt x="187" y="130"/>
                  </a:lnTo>
                  <a:lnTo>
                    <a:pt x="186" y="129"/>
                  </a:lnTo>
                  <a:lnTo>
                    <a:pt x="184" y="127"/>
                  </a:lnTo>
                  <a:lnTo>
                    <a:pt x="181" y="122"/>
                  </a:lnTo>
                  <a:lnTo>
                    <a:pt x="180" y="120"/>
                  </a:lnTo>
                  <a:lnTo>
                    <a:pt x="180" y="116"/>
                  </a:lnTo>
                  <a:lnTo>
                    <a:pt x="180" y="110"/>
                  </a:lnTo>
                  <a:lnTo>
                    <a:pt x="182" y="106"/>
                  </a:lnTo>
                  <a:lnTo>
                    <a:pt x="183" y="98"/>
                  </a:lnTo>
                  <a:lnTo>
                    <a:pt x="183" y="93"/>
                  </a:lnTo>
                  <a:lnTo>
                    <a:pt x="182" y="86"/>
                  </a:lnTo>
                  <a:lnTo>
                    <a:pt x="180" y="79"/>
                  </a:lnTo>
                  <a:lnTo>
                    <a:pt x="177" y="77"/>
                  </a:lnTo>
                  <a:lnTo>
                    <a:pt x="174" y="72"/>
                  </a:lnTo>
                  <a:lnTo>
                    <a:pt x="168" y="71"/>
                  </a:lnTo>
                  <a:lnTo>
                    <a:pt x="165" y="71"/>
                  </a:lnTo>
                  <a:lnTo>
                    <a:pt x="163" y="67"/>
                  </a:lnTo>
                  <a:lnTo>
                    <a:pt x="160" y="66"/>
                  </a:lnTo>
                  <a:lnTo>
                    <a:pt x="156" y="61"/>
                  </a:lnTo>
                  <a:lnTo>
                    <a:pt x="152" y="60"/>
                  </a:lnTo>
                  <a:lnTo>
                    <a:pt x="151" y="55"/>
                  </a:lnTo>
                  <a:lnTo>
                    <a:pt x="149" y="53"/>
                  </a:lnTo>
                  <a:lnTo>
                    <a:pt x="143" y="48"/>
                  </a:lnTo>
                  <a:lnTo>
                    <a:pt x="138" y="44"/>
                  </a:lnTo>
                  <a:lnTo>
                    <a:pt x="134" y="42"/>
                  </a:lnTo>
                  <a:lnTo>
                    <a:pt x="130" y="39"/>
                  </a:lnTo>
                  <a:lnTo>
                    <a:pt x="127" y="38"/>
                  </a:lnTo>
                  <a:lnTo>
                    <a:pt x="122" y="38"/>
                  </a:lnTo>
                  <a:lnTo>
                    <a:pt x="117" y="39"/>
                  </a:lnTo>
                  <a:lnTo>
                    <a:pt x="116" y="42"/>
                  </a:lnTo>
                  <a:lnTo>
                    <a:pt x="117" y="45"/>
                  </a:lnTo>
                  <a:lnTo>
                    <a:pt x="116" y="47"/>
                  </a:lnTo>
                  <a:lnTo>
                    <a:pt x="114" y="47"/>
                  </a:lnTo>
                  <a:lnTo>
                    <a:pt x="112" y="45"/>
                  </a:lnTo>
                  <a:lnTo>
                    <a:pt x="107" y="49"/>
                  </a:lnTo>
                  <a:lnTo>
                    <a:pt x="101" y="54"/>
                  </a:lnTo>
                  <a:lnTo>
                    <a:pt x="94" y="56"/>
                  </a:lnTo>
                  <a:lnTo>
                    <a:pt x="83" y="59"/>
                  </a:lnTo>
                  <a:lnTo>
                    <a:pt x="83" y="53"/>
                  </a:lnTo>
                  <a:lnTo>
                    <a:pt x="80" y="50"/>
                  </a:lnTo>
                  <a:lnTo>
                    <a:pt x="77" y="49"/>
                  </a:lnTo>
                  <a:lnTo>
                    <a:pt x="72" y="46"/>
                  </a:lnTo>
                  <a:lnTo>
                    <a:pt x="76" y="44"/>
                  </a:lnTo>
                  <a:lnTo>
                    <a:pt x="77" y="43"/>
                  </a:lnTo>
                  <a:lnTo>
                    <a:pt x="70" y="42"/>
                  </a:lnTo>
                  <a:lnTo>
                    <a:pt x="70" y="39"/>
                  </a:lnTo>
                  <a:lnTo>
                    <a:pt x="72" y="39"/>
                  </a:lnTo>
                  <a:lnTo>
                    <a:pt x="73" y="37"/>
                  </a:lnTo>
                  <a:lnTo>
                    <a:pt x="73" y="35"/>
                  </a:lnTo>
                  <a:lnTo>
                    <a:pt x="72" y="35"/>
                  </a:lnTo>
                  <a:lnTo>
                    <a:pt x="70" y="36"/>
                  </a:lnTo>
                  <a:lnTo>
                    <a:pt x="70" y="37"/>
                  </a:lnTo>
                  <a:lnTo>
                    <a:pt x="69" y="38"/>
                  </a:lnTo>
                  <a:lnTo>
                    <a:pt x="67" y="36"/>
                  </a:lnTo>
                  <a:lnTo>
                    <a:pt x="62" y="36"/>
                  </a:lnTo>
                  <a:lnTo>
                    <a:pt x="64" y="39"/>
                  </a:lnTo>
                  <a:lnTo>
                    <a:pt x="65" y="39"/>
                  </a:lnTo>
                  <a:lnTo>
                    <a:pt x="66" y="43"/>
                  </a:lnTo>
                  <a:lnTo>
                    <a:pt x="65" y="43"/>
                  </a:lnTo>
                  <a:lnTo>
                    <a:pt x="61" y="41"/>
                  </a:lnTo>
                  <a:lnTo>
                    <a:pt x="57" y="38"/>
                  </a:lnTo>
                  <a:lnTo>
                    <a:pt x="53" y="37"/>
                  </a:lnTo>
                  <a:lnTo>
                    <a:pt x="44" y="37"/>
                  </a:lnTo>
                  <a:lnTo>
                    <a:pt x="41" y="35"/>
                  </a:lnTo>
                  <a:lnTo>
                    <a:pt x="39" y="33"/>
                  </a:lnTo>
                  <a:lnTo>
                    <a:pt x="36" y="33"/>
                  </a:lnTo>
                  <a:lnTo>
                    <a:pt x="26" y="35"/>
                  </a:lnTo>
                  <a:lnTo>
                    <a:pt x="19" y="35"/>
                  </a:lnTo>
                  <a:lnTo>
                    <a:pt x="14" y="38"/>
                  </a:lnTo>
                  <a:lnTo>
                    <a:pt x="11" y="39"/>
                  </a:lnTo>
                  <a:lnTo>
                    <a:pt x="7" y="32"/>
                  </a:lnTo>
                  <a:lnTo>
                    <a:pt x="6" y="27"/>
                  </a:lnTo>
                  <a:lnTo>
                    <a:pt x="2" y="22"/>
                  </a:lnTo>
                  <a:lnTo>
                    <a:pt x="0" y="20"/>
                  </a:lnTo>
                  <a:lnTo>
                    <a:pt x="0" y="17"/>
                  </a:lnTo>
                  <a:lnTo>
                    <a:pt x="3" y="16"/>
                  </a:lnTo>
                  <a:lnTo>
                    <a:pt x="10" y="14"/>
                  </a:lnTo>
                  <a:lnTo>
                    <a:pt x="18" y="12"/>
                  </a:lnTo>
                  <a:lnTo>
                    <a:pt x="93" y="6"/>
                  </a:lnTo>
                  <a:lnTo>
                    <a:pt x="98" y="16"/>
                  </a:lnTo>
                  <a:lnTo>
                    <a:pt x="189" y="11"/>
                  </a:lnTo>
                  <a:lnTo>
                    <a:pt x="190" y="19"/>
                  </a:lnTo>
                  <a:lnTo>
                    <a:pt x="197" y="19"/>
                  </a:lnTo>
                  <a:lnTo>
                    <a:pt x="19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5" name="Freeform 34">
              <a:extLst>
                <a:ext uri="{FF2B5EF4-FFF2-40B4-BE49-F238E27FC236}">
                  <a16:creationId xmlns:a16="http://schemas.microsoft.com/office/drawing/2014/main" id="{FA7D885A-12AA-5412-716E-E14D0B38B1B7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2545" y="2950697"/>
              <a:ext cx="306933" cy="271518"/>
            </a:xfrm>
            <a:custGeom>
              <a:avLst/>
              <a:gdLst>
                <a:gd name="T0" fmla="*/ 176 w 182"/>
                <a:gd name="T1" fmla="*/ 147 h 161"/>
                <a:gd name="T2" fmla="*/ 171 w 182"/>
                <a:gd name="T3" fmla="*/ 146 h 161"/>
                <a:gd name="T4" fmla="*/ 160 w 182"/>
                <a:gd name="T5" fmla="*/ 139 h 161"/>
                <a:gd name="T6" fmla="*/ 152 w 182"/>
                <a:gd name="T7" fmla="*/ 134 h 161"/>
                <a:gd name="T8" fmla="*/ 155 w 182"/>
                <a:gd name="T9" fmla="*/ 130 h 161"/>
                <a:gd name="T10" fmla="*/ 166 w 182"/>
                <a:gd name="T11" fmla="*/ 128 h 161"/>
                <a:gd name="T12" fmla="*/ 162 w 182"/>
                <a:gd name="T13" fmla="*/ 118 h 161"/>
                <a:gd name="T14" fmla="*/ 148 w 182"/>
                <a:gd name="T15" fmla="*/ 122 h 161"/>
                <a:gd name="T16" fmla="*/ 148 w 182"/>
                <a:gd name="T17" fmla="*/ 119 h 161"/>
                <a:gd name="T18" fmla="*/ 154 w 182"/>
                <a:gd name="T19" fmla="*/ 114 h 161"/>
                <a:gd name="T20" fmla="*/ 150 w 182"/>
                <a:gd name="T21" fmla="*/ 99 h 161"/>
                <a:gd name="T22" fmla="*/ 84 w 182"/>
                <a:gd name="T23" fmla="*/ 82 h 161"/>
                <a:gd name="T24" fmla="*/ 84 w 182"/>
                <a:gd name="T25" fmla="*/ 73 h 161"/>
                <a:gd name="T26" fmla="*/ 87 w 182"/>
                <a:gd name="T27" fmla="*/ 64 h 161"/>
                <a:gd name="T28" fmla="*/ 90 w 182"/>
                <a:gd name="T29" fmla="*/ 58 h 161"/>
                <a:gd name="T30" fmla="*/ 97 w 182"/>
                <a:gd name="T31" fmla="*/ 43 h 161"/>
                <a:gd name="T32" fmla="*/ 99 w 182"/>
                <a:gd name="T33" fmla="*/ 37 h 161"/>
                <a:gd name="T34" fmla="*/ 102 w 182"/>
                <a:gd name="T35" fmla="*/ 23 h 161"/>
                <a:gd name="T36" fmla="*/ 98 w 182"/>
                <a:gd name="T37" fmla="*/ 14 h 161"/>
                <a:gd name="T38" fmla="*/ 94 w 182"/>
                <a:gd name="T39" fmla="*/ 9 h 161"/>
                <a:gd name="T40" fmla="*/ 97 w 182"/>
                <a:gd name="T41" fmla="*/ 2 h 161"/>
                <a:gd name="T42" fmla="*/ 0 w 182"/>
                <a:gd name="T43" fmla="*/ 47 h 161"/>
                <a:gd name="T44" fmla="*/ 11 w 182"/>
                <a:gd name="T45" fmla="*/ 64 h 161"/>
                <a:gd name="T46" fmla="*/ 13 w 182"/>
                <a:gd name="T47" fmla="*/ 75 h 161"/>
                <a:gd name="T48" fmla="*/ 13 w 182"/>
                <a:gd name="T49" fmla="*/ 94 h 161"/>
                <a:gd name="T50" fmla="*/ 9 w 182"/>
                <a:gd name="T51" fmla="*/ 110 h 161"/>
                <a:gd name="T52" fmla="*/ 9 w 182"/>
                <a:gd name="T53" fmla="*/ 131 h 161"/>
                <a:gd name="T54" fmla="*/ 15 w 182"/>
                <a:gd name="T55" fmla="*/ 136 h 161"/>
                <a:gd name="T56" fmla="*/ 25 w 182"/>
                <a:gd name="T57" fmla="*/ 134 h 161"/>
                <a:gd name="T58" fmla="*/ 44 w 182"/>
                <a:gd name="T59" fmla="*/ 139 h 161"/>
                <a:gd name="T60" fmla="*/ 72 w 182"/>
                <a:gd name="T61" fmla="*/ 142 h 161"/>
                <a:gd name="T62" fmla="*/ 78 w 182"/>
                <a:gd name="T63" fmla="*/ 138 h 161"/>
                <a:gd name="T64" fmla="*/ 70 w 182"/>
                <a:gd name="T65" fmla="*/ 137 h 161"/>
                <a:gd name="T66" fmla="*/ 77 w 182"/>
                <a:gd name="T67" fmla="*/ 132 h 161"/>
                <a:gd name="T68" fmla="*/ 97 w 182"/>
                <a:gd name="T69" fmla="*/ 142 h 161"/>
                <a:gd name="T70" fmla="*/ 98 w 182"/>
                <a:gd name="T71" fmla="*/ 150 h 161"/>
                <a:gd name="T72" fmla="*/ 111 w 182"/>
                <a:gd name="T73" fmla="*/ 155 h 161"/>
                <a:gd name="T74" fmla="*/ 121 w 182"/>
                <a:gd name="T75" fmla="*/ 154 h 161"/>
                <a:gd name="T76" fmla="*/ 132 w 182"/>
                <a:gd name="T77" fmla="*/ 150 h 161"/>
                <a:gd name="T78" fmla="*/ 142 w 182"/>
                <a:gd name="T79" fmla="*/ 153 h 161"/>
                <a:gd name="T80" fmla="*/ 142 w 182"/>
                <a:gd name="T81" fmla="*/ 141 h 161"/>
                <a:gd name="T82" fmla="*/ 150 w 182"/>
                <a:gd name="T83" fmla="*/ 147 h 161"/>
                <a:gd name="T84" fmla="*/ 168 w 182"/>
                <a:gd name="T85" fmla="*/ 154 h 161"/>
                <a:gd name="T86" fmla="*/ 169 w 182"/>
                <a:gd name="T87" fmla="*/ 161 h 161"/>
                <a:gd name="T88" fmla="*/ 176 w 182"/>
                <a:gd name="T89" fmla="*/ 158 h 161"/>
                <a:gd name="T90" fmla="*/ 181 w 182"/>
                <a:gd name="T91" fmla="*/ 154 h 1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82" h="161">
                  <a:moveTo>
                    <a:pt x="181" y="149"/>
                  </a:moveTo>
                  <a:lnTo>
                    <a:pt x="179" y="149"/>
                  </a:lnTo>
                  <a:lnTo>
                    <a:pt x="176" y="147"/>
                  </a:lnTo>
                  <a:lnTo>
                    <a:pt x="175" y="147"/>
                  </a:lnTo>
                  <a:lnTo>
                    <a:pt x="173" y="147"/>
                  </a:lnTo>
                  <a:lnTo>
                    <a:pt x="171" y="146"/>
                  </a:lnTo>
                  <a:lnTo>
                    <a:pt x="166" y="143"/>
                  </a:lnTo>
                  <a:lnTo>
                    <a:pt x="165" y="143"/>
                  </a:lnTo>
                  <a:lnTo>
                    <a:pt x="160" y="139"/>
                  </a:lnTo>
                  <a:lnTo>
                    <a:pt x="158" y="137"/>
                  </a:lnTo>
                  <a:lnTo>
                    <a:pt x="155" y="136"/>
                  </a:lnTo>
                  <a:lnTo>
                    <a:pt x="152" y="134"/>
                  </a:lnTo>
                  <a:lnTo>
                    <a:pt x="150" y="132"/>
                  </a:lnTo>
                  <a:lnTo>
                    <a:pt x="153" y="132"/>
                  </a:lnTo>
                  <a:lnTo>
                    <a:pt x="155" y="130"/>
                  </a:lnTo>
                  <a:lnTo>
                    <a:pt x="160" y="130"/>
                  </a:lnTo>
                  <a:lnTo>
                    <a:pt x="161" y="128"/>
                  </a:lnTo>
                  <a:lnTo>
                    <a:pt x="166" y="128"/>
                  </a:lnTo>
                  <a:lnTo>
                    <a:pt x="168" y="126"/>
                  </a:lnTo>
                  <a:lnTo>
                    <a:pt x="165" y="121"/>
                  </a:lnTo>
                  <a:lnTo>
                    <a:pt x="162" y="118"/>
                  </a:lnTo>
                  <a:lnTo>
                    <a:pt x="161" y="118"/>
                  </a:lnTo>
                  <a:lnTo>
                    <a:pt x="151" y="121"/>
                  </a:lnTo>
                  <a:lnTo>
                    <a:pt x="148" y="122"/>
                  </a:lnTo>
                  <a:lnTo>
                    <a:pt x="145" y="122"/>
                  </a:lnTo>
                  <a:lnTo>
                    <a:pt x="145" y="121"/>
                  </a:lnTo>
                  <a:lnTo>
                    <a:pt x="148" y="119"/>
                  </a:lnTo>
                  <a:lnTo>
                    <a:pt x="151" y="118"/>
                  </a:lnTo>
                  <a:lnTo>
                    <a:pt x="154" y="116"/>
                  </a:lnTo>
                  <a:lnTo>
                    <a:pt x="154" y="114"/>
                  </a:lnTo>
                  <a:lnTo>
                    <a:pt x="154" y="110"/>
                  </a:lnTo>
                  <a:lnTo>
                    <a:pt x="153" y="103"/>
                  </a:lnTo>
                  <a:lnTo>
                    <a:pt x="150" y="99"/>
                  </a:lnTo>
                  <a:lnTo>
                    <a:pt x="148" y="95"/>
                  </a:lnTo>
                  <a:lnTo>
                    <a:pt x="149" y="79"/>
                  </a:lnTo>
                  <a:lnTo>
                    <a:pt x="84" y="82"/>
                  </a:lnTo>
                  <a:lnTo>
                    <a:pt x="83" y="78"/>
                  </a:lnTo>
                  <a:lnTo>
                    <a:pt x="83" y="75"/>
                  </a:lnTo>
                  <a:lnTo>
                    <a:pt x="84" y="73"/>
                  </a:lnTo>
                  <a:lnTo>
                    <a:pt x="87" y="71"/>
                  </a:lnTo>
                  <a:lnTo>
                    <a:pt x="87" y="66"/>
                  </a:lnTo>
                  <a:lnTo>
                    <a:pt x="87" y="64"/>
                  </a:lnTo>
                  <a:lnTo>
                    <a:pt x="88" y="61"/>
                  </a:lnTo>
                  <a:lnTo>
                    <a:pt x="89" y="60"/>
                  </a:lnTo>
                  <a:lnTo>
                    <a:pt x="90" y="58"/>
                  </a:lnTo>
                  <a:lnTo>
                    <a:pt x="91" y="51"/>
                  </a:lnTo>
                  <a:lnTo>
                    <a:pt x="93" y="49"/>
                  </a:lnTo>
                  <a:lnTo>
                    <a:pt x="97" y="43"/>
                  </a:lnTo>
                  <a:lnTo>
                    <a:pt x="98" y="41"/>
                  </a:lnTo>
                  <a:lnTo>
                    <a:pt x="98" y="37"/>
                  </a:lnTo>
                  <a:lnTo>
                    <a:pt x="99" y="37"/>
                  </a:lnTo>
                  <a:lnTo>
                    <a:pt x="102" y="34"/>
                  </a:lnTo>
                  <a:lnTo>
                    <a:pt x="103" y="26"/>
                  </a:lnTo>
                  <a:lnTo>
                    <a:pt x="102" y="23"/>
                  </a:lnTo>
                  <a:lnTo>
                    <a:pt x="99" y="21"/>
                  </a:lnTo>
                  <a:lnTo>
                    <a:pt x="99" y="19"/>
                  </a:lnTo>
                  <a:lnTo>
                    <a:pt x="98" y="14"/>
                  </a:lnTo>
                  <a:lnTo>
                    <a:pt x="98" y="13"/>
                  </a:lnTo>
                  <a:lnTo>
                    <a:pt x="97" y="11"/>
                  </a:lnTo>
                  <a:lnTo>
                    <a:pt x="94" y="9"/>
                  </a:lnTo>
                  <a:lnTo>
                    <a:pt x="98" y="7"/>
                  </a:lnTo>
                  <a:lnTo>
                    <a:pt x="98" y="5"/>
                  </a:lnTo>
                  <a:lnTo>
                    <a:pt x="97" y="2"/>
                  </a:lnTo>
                  <a:lnTo>
                    <a:pt x="94" y="0"/>
                  </a:lnTo>
                  <a:lnTo>
                    <a:pt x="0" y="3"/>
                  </a:lnTo>
                  <a:lnTo>
                    <a:pt x="0" y="47"/>
                  </a:lnTo>
                  <a:lnTo>
                    <a:pt x="7" y="53"/>
                  </a:lnTo>
                  <a:lnTo>
                    <a:pt x="7" y="55"/>
                  </a:lnTo>
                  <a:lnTo>
                    <a:pt x="11" y="64"/>
                  </a:lnTo>
                  <a:lnTo>
                    <a:pt x="12" y="66"/>
                  </a:lnTo>
                  <a:lnTo>
                    <a:pt x="12" y="72"/>
                  </a:lnTo>
                  <a:lnTo>
                    <a:pt x="13" y="75"/>
                  </a:lnTo>
                  <a:lnTo>
                    <a:pt x="15" y="83"/>
                  </a:lnTo>
                  <a:lnTo>
                    <a:pt x="17" y="89"/>
                  </a:lnTo>
                  <a:lnTo>
                    <a:pt x="13" y="94"/>
                  </a:lnTo>
                  <a:lnTo>
                    <a:pt x="11" y="102"/>
                  </a:lnTo>
                  <a:lnTo>
                    <a:pt x="11" y="105"/>
                  </a:lnTo>
                  <a:lnTo>
                    <a:pt x="9" y="110"/>
                  </a:lnTo>
                  <a:lnTo>
                    <a:pt x="12" y="117"/>
                  </a:lnTo>
                  <a:lnTo>
                    <a:pt x="12" y="121"/>
                  </a:lnTo>
                  <a:lnTo>
                    <a:pt x="9" y="131"/>
                  </a:lnTo>
                  <a:lnTo>
                    <a:pt x="6" y="136"/>
                  </a:lnTo>
                  <a:lnTo>
                    <a:pt x="10" y="136"/>
                  </a:lnTo>
                  <a:lnTo>
                    <a:pt x="15" y="136"/>
                  </a:lnTo>
                  <a:lnTo>
                    <a:pt x="18" y="134"/>
                  </a:lnTo>
                  <a:lnTo>
                    <a:pt x="22" y="134"/>
                  </a:lnTo>
                  <a:lnTo>
                    <a:pt x="25" y="134"/>
                  </a:lnTo>
                  <a:lnTo>
                    <a:pt x="34" y="136"/>
                  </a:lnTo>
                  <a:lnTo>
                    <a:pt x="39" y="137"/>
                  </a:lnTo>
                  <a:lnTo>
                    <a:pt x="44" y="139"/>
                  </a:lnTo>
                  <a:lnTo>
                    <a:pt x="51" y="142"/>
                  </a:lnTo>
                  <a:lnTo>
                    <a:pt x="64" y="142"/>
                  </a:lnTo>
                  <a:lnTo>
                    <a:pt x="72" y="142"/>
                  </a:lnTo>
                  <a:lnTo>
                    <a:pt x="79" y="142"/>
                  </a:lnTo>
                  <a:lnTo>
                    <a:pt x="80" y="141"/>
                  </a:lnTo>
                  <a:lnTo>
                    <a:pt x="78" y="138"/>
                  </a:lnTo>
                  <a:lnTo>
                    <a:pt x="73" y="138"/>
                  </a:lnTo>
                  <a:lnTo>
                    <a:pt x="72" y="138"/>
                  </a:lnTo>
                  <a:lnTo>
                    <a:pt x="70" y="137"/>
                  </a:lnTo>
                  <a:lnTo>
                    <a:pt x="71" y="134"/>
                  </a:lnTo>
                  <a:lnTo>
                    <a:pt x="72" y="132"/>
                  </a:lnTo>
                  <a:lnTo>
                    <a:pt x="77" y="132"/>
                  </a:lnTo>
                  <a:lnTo>
                    <a:pt x="84" y="135"/>
                  </a:lnTo>
                  <a:lnTo>
                    <a:pt x="91" y="141"/>
                  </a:lnTo>
                  <a:lnTo>
                    <a:pt x="97" y="142"/>
                  </a:lnTo>
                  <a:lnTo>
                    <a:pt x="101" y="140"/>
                  </a:lnTo>
                  <a:lnTo>
                    <a:pt x="100" y="144"/>
                  </a:lnTo>
                  <a:lnTo>
                    <a:pt x="98" y="150"/>
                  </a:lnTo>
                  <a:lnTo>
                    <a:pt x="100" y="153"/>
                  </a:lnTo>
                  <a:lnTo>
                    <a:pt x="106" y="155"/>
                  </a:lnTo>
                  <a:lnTo>
                    <a:pt x="111" y="155"/>
                  </a:lnTo>
                  <a:lnTo>
                    <a:pt x="115" y="158"/>
                  </a:lnTo>
                  <a:lnTo>
                    <a:pt x="119" y="158"/>
                  </a:lnTo>
                  <a:lnTo>
                    <a:pt x="121" y="154"/>
                  </a:lnTo>
                  <a:lnTo>
                    <a:pt x="125" y="150"/>
                  </a:lnTo>
                  <a:lnTo>
                    <a:pt x="128" y="149"/>
                  </a:lnTo>
                  <a:lnTo>
                    <a:pt x="132" y="150"/>
                  </a:lnTo>
                  <a:lnTo>
                    <a:pt x="136" y="155"/>
                  </a:lnTo>
                  <a:lnTo>
                    <a:pt x="140" y="155"/>
                  </a:lnTo>
                  <a:lnTo>
                    <a:pt x="142" y="153"/>
                  </a:lnTo>
                  <a:lnTo>
                    <a:pt x="140" y="145"/>
                  </a:lnTo>
                  <a:lnTo>
                    <a:pt x="140" y="143"/>
                  </a:lnTo>
                  <a:lnTo>
                    <a:pt x="142" y="141"/>
                  </a:lnTo>
                  <a:lnTo>
                    <a:pt x="146" y="141"/>
                  </a:lnTo>
                  <a:lnTo>
                    <a:pt x="150" y="143"/>
                  </a:lnTo>
                  <a:lnTo>
                    <a:pt x="150" y="147"/>
                  </a:lnTo>
                  <a:lnTo>
                    <a:pt x="158" y="148"/>
                  </a:lnTo>
                  <a:lnTo>
                    <a:pt x="165" y="151"/>
                  </a:lnTo>
                  <a:lnTo>
                    <a:pt x="168" y="154"/>
                  </a:lnTo>
                  <a:lnTo>
                    <a:pt x="166" y="157"/>
                  </a:lnTo>
                  <a:lnTo>
                    <a:pt x="165" y="161"/>
                  </a:lnTo>
                  <a:lnTo>
                    <a:pt x="169" y="161"/>
                  </a:lnTo>
                  <a:lnTo>
                    <a:pt x="171" y="158"/>
                  </a:lnTo>
                  <a:lnTo>
                    <a:pt x="173" y="156"/>
                  </a:lnTo>
                  <a:lnTo>
                    <a:pt x="176" y="158"/>
                  </a:lnTo>
                  <a:lnTo>
                    <a:pt x="176" y="160"/>
                  </a:lnTo>
                  <a:lnTo>
                    <a:pt x="178" y="157"/>
                  </a:lnTo>
                  <a:lnTo>
                    <a:pt x="181" y="154"/>
                  </a:lnTo>
                  <a:lnTo>
                    <a:pt x="182" y="153"/>
                  </a:lnTo>
                  <a:lnTo>
                    <a:pt x="181" y="14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6" name="Freeform 35">
              <a:extLst>
                <a:ext uri="{FF2B5EF4-FFF2-40B4-BE49-F238E27FC236}">
                  <a16:creationId xmlns:a16="http://schemas.microsoft.com/office/drawing/2014/main" id="{539E386F-176F-7EAB-C4F9-7D203909C53E}"/>
                </a:ext>
              </a:extLst>
            </p:cNvPr>
            <p:cNvSpPr>
              <a:spLocks/>
            </p:cNvSpPr>
            <p:nvPr/>
          </p:nvSpPr>
          <p:spPr bwMode="auto">
            <a:xfrm>
              <a:off x="6765443" y="2707850"/>
              <a:ext cx="274890" cy="247908"/>
            </a:xfrm>
            <a:custGeom>
              <a:avLst/>
              <a:gdLst>
                <a:gd name="T0" fmla="*/ 6 w 163"/>
                <a:gd name="T1" fmla="*/ 123 h 147"/>
                <a:gd name="T2" fmla="*/ 4 w 163"/>
                <a:gd name="T3" fmla="*/ 121 h 147"/>
                <a:gd name="T4" fmla="*/ 7 w 163"/>
                <a:gd name="T5" fmla="*/ 124 h 147"/>
                <a:gd name="T6" fmla="*/ 10 w 163"/>
                <a:gd name="T7" fmla="*/ 125 h 147"/>
                <a:gd name="T8" fmla="*/ 12 w 163"/>
                <a:gd name="T9" fmla="*/ 123 h 147"/>
                <a:gd name="T10" fmla="*/ 22 w 163"/>
                <a:gd name="T11" fmla="*/ 124 h 147"/>
                <a:gd name="T12" fmla="*/ 22 w 163"/>
                <a:gd name="T13" fmla="*/ 147 h 147"/>
                <a:gd name="T14" fmla="*/ 116 w 163"/>
                <a:gd name="T15" fmla="*/ 144 h 147"/>
                <a:gd name="T16" fmla="*/ 117 w 163"/>
                <a:gd name="T17" fmla="*/ 144 h 147"/>
                <a:gd name="T18" fmla="*/ 119 w 163"/>
                <a:gd name="T19" fmla="*/ 139 h 147"/>
                <a:gd name="T20" fmla="*/ 120 w 163"/>
                <a:gd name="T21" fmla="*/ 136 h 147"/>
                <a:gd name="T22" fmla="*/ 119 w 163"/>
                <a:gd name="T23" fmla="*/ 133 h 147"/>
                <a:gd name="T24" fmla="*/ 119 w 163"/>
                <a:gd name="T25" fmla="*/ 127 h 147"/>
                <a:gd name="T26" fmla="*/ 119 w 163"/>
                <a:gd name="T27" fmla="*/ 125 h 147"/>
                <a:gd name="T28" fmla="*/ 117 w 163"/>
                <a:gd name="T29" fmla="*/ 122 h 147"/>
                <a:gd name="T30" fmla="*/ 116 w 163"/>
                <a:gd name="T31" fmla="*/ 121 h 147"/>
                <a:gd name="T32" fmla="*/ 116 w 163"/>
                <a:gd name="T33" fmla="*/ 119 h 147"/>
                <a:gd name="T34" fmla="*/ 117 w 163"/>
                <a:gd name="T35" fmla="*/ 117 h 147"/>
                <a:gd name="T36" fmla="*/ 116 w 163"/>
                <a:gd name="T37" fmla="*/ 116 h 147"/>
                <a:gd name="T38" fmla="*/ 118 w 163"/>
                <a:gd name="T39" fmla="*/ 113 h 147"/>
                <a:gd name="T40" fmla="*/ 121 w 163"/>
                <a:gd name="T41" fmla="*/ 109 h 147"/>
                <a:gd name="T42" fmla="*/ 122 w 163"/>
                <a:gd name="T43" fmla="*/ 109 h 147"/>
                <a:gd name="T44" fmla="*/ 121 w 163"/>
                <a:gd name="T45" fmla="*/ 107 h 147"/>
                <a:gd name="T46" fmla="*/ 123 w 163"/>
                <a:gd name="T47" fmla="*/ 103 h 147"/>
                <a:gd name="T48" fmla="*/ 125 w 163"/>
                <a:gd name="T49" fmla="*/ 100 h 147"/>
                <a:gd name="T50" fmla="*/ 123 w 163"/>
                <a:gd name="T51" fmla="*/ 99 h 147"/>
                <a:gd name="T52" fmla="*/ 124 w 163"/>
                <a:gd name="T53" fmla="*/ 95 h 147"/>
                <a:gd name="T54" fmla="*/ 127 w 163"/>
                <a:gd name="T55" fmla="*/ 92 h 147"/>
                <a:gd name="T56" fmla="*/ 132 w 163"/>
                <a:gd name="T57" fmla="*/ 86 h 147"/>
                <a:gd name="T58" fmla="*/ 135 w 163"/>
                <a:gd name="T59" fmla="*/ 81 h 147"/>
                <a:gd name="T60" fmla="*/ 135 w 163"/>
                <a:gd name="T61" fmla="*/ 77 h 147"/>
                <a:gd name="T62" fmla="*/ 137 w 163"/>
                <a:gd name="T63" fmla="*/ 72 h 147"/>
                <a:gd name="T64" fmla="*/ 138 w 163"/>
                <a:gd name="T65" fmla="*/ 72 h 147"/>
                <a:gd name="T66" fmla="*/ 140 w 163"/>
                <a:gd name="T67" fmla="*/ 70 h 147"/>
                <a:gd name="T68" fmla="*/ 141 w 163"/>
                <a:gd name="T69" fmla="*/ 67 h 147"/>
                <a:gd name="T70" fmla="*/ 143 w 163"/>
                <a:gd name="T71" fmla="*/ 65 h 147"/>
                <a:gd name="T72" fmla="*/ 147 w 163"/>
                <a:gd name="T73" fmla="*/ 63 h 147"/>
                <a:gd name="T74" fmla="*/ 146 w 163"/>
                <a:gd name="T75" fmla="*/ 60 h 147"/>
                <a:gd name="T76" fmla="*/ 148 w 163"/>
                <a:gd name="T77" fmla="*/ 58 h 147"/>
                <a:gd name="T78" fmla="*/ 150 w 163"/>
                <a:gd name="T79" fmla="*/ 54 h 147"/>
                <a:gd name="T80" fmla="*/ 150 w 163"/>
                <a:gd name="T81" fmla="*/ 48 h 147"/>
                <a:gd name="T82" fmla="*/ 150 w 163"/>
                <a:gd name="T83" fmla="*/ 43 h 147"/>
                <a:gd name="T84" fmla="*/ 153 w 163"/>
                <a:gd name="T85" fmla="*/ 39 h 147"/>
                <a:gd name="T86" fmla="*/ 156 w 163"/>
                <a:gd name="T87" fmla="*/ 37 h 147"/>
                <a:gd name="T88" fmla="*/ 156 w 163"/>
                <a:gd name="T89" fmla="*/ 35 h 147"/>
                <a:gd name="T90" fmla="*/ 157 w 163"/>
                <a:gd name="T91" fmla="*/ 33 h 147"/>
                <a:gd name="T92" fmla="*/ 157 w 163"/>
                <a:gd name="T93" fmla="*/ 29 h 147"/>
                <a:gd name="T94" fmla="*/ 160 w 163"/>
                <a:gd name="T95" fmla="*/ 28 h 147"/>
                <a:gd name="T96" fmla="*/ 161 w 163"/>
                <a:gd name="T97" fmla="*/ 26 h 147"/>
                <a:gd name="T98" fmla="*/ 162 w 163"/>
                <a:gd name="T99" fmla="*/ 24 h 147"/>
                <a:gd name="T100" fmla="*/ 163 w 163"/>
                <a:gd name="T101" fmla="*/ 22 h 147"/>
                <a:gd name="T102" fmla="*/ 163 w 163"/>
                <a:gd name="T103" fmla="*/ 19 h 147"/>
                <a:gd name="T104" fmla="*/ 138 w 163"/>
                <a:gd name="T105" fmla="*/ 20 h 147"/>
                <a:gd name="T106" fmla="*/ 148 w 163"/>
                <a:gd name="T107" fmla="*/ 5 h 147"/>
                <a:gd name="T108" fmla="*/ 147 w 163"/>
                <a:gd name="T109" fmla="*/ 0 h 147"/>
                <a:gd name="T110" fmla="*/ 0 w 163"/>
                <a:gd name="T111" fmla="*/ 4 h 147"/>
                <a:gd name="T112" fmla="*/ 7 w 163"/>
                <a:gd name="T113" fmla="*/ 47 h 147"/>
                <a:gd name="T114" fmla="*/ 6 w 163"/>
                <a:gd name="T115" fmla="*/ 123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63" h="147">
                  <a:moveTo>
                    <a:pt x="6" y="123"/>
                  </a:moveTo>
                  <a:lnTo>
                    <a:pt x="4" y="121"/>
                  </a:lnTo>
                  <a:lnTo>
                    <a:pt x="7" y="124"/>
                  </a:lnTo>
                  <a:lnTo>
                    <a:pt x="10" y="125"/>
                  </a:lnTo>
                  <a:lnTo>
                    <a:pt x="12" y="123"/>
                  </a:lnTo>
                  <a:lnTo>
                    <a:pt x="22" y="124"/>
                  </a:lnTo>
                  <a:lnTo>
                    <a:pt x="22" y="147"/>
                  </a:lnTo>
                  <a:lnTo>
                    <a:pt x="116" y="144"/>
                  </a:lnTo>
                  <a:lnTo>
                    <a:pt x="117" y="144"/>
                  </a:lnTo>
                  <a:lnTo>
                    <a:pt x="119" y="139"/>
                  </a:lnTo>
                  <a:lnTo>
                    <a:pt x="120" y="136"/>
                  </a:lnTo>
                  <a:lnTo>
                    <a:pt x="119" y="133"/>
                  </a:lnTo>
                  <a:lnTo>
                    <a:pt x="119" y="127"/>
                  </a:lnTo>
                  <a:lnTo>
                    <a:pt x="119" y="125"/>
                  </a:lnTo>
                  <a:lnTo>
                    <a:pt x="117" y="122"/>
                  </a:lnTo>
                  <a:lnTo>
                    <a:pt x="116" y="121"/>
                  </a:lnTo>
                  <a:lnTo>
                    <a:pt x="116" y="119"/>
                  </a:lnTo>
                  <a:lnTo>
                    <a:pt x="117" y="117"/>
                  </a:lnTo>
                  <a:lnTo>
                    <a:pt x="116" y="116"/>
                  </a:lnTo>
                  <a:lnTo>
                    <a:pt x="118" y="113"/>
                  </a:lnTo>
                  <a:lnTo>
                    <a:pt x="121" y="109"/>
                  </a:lnTo>
                  <a:lnTo>
                    <a:pt x="122" y="109"/>
                  </a:lnTo>
                  <a:lnTo>
                    <a:pt x="121" y="107"/>
                  </a:lnTo>
                  <a:lnTo>
                    <a:pt x="123" y="103"/>
                  </a:lnTo>
                  <a:lnTo>
                    <a:pt x="125" y="100"/>
                  </a:lnTo>
                  <a:lnTo>
                    <a:pt x="123" y="99"/>
                  </a:lnTo>
                  <a:lnTo>
                    <a:pt x="124" y="95"/>
                  </a:lnTo>
                  <a:lnTo>
                    <a:pt x="127" y="92"/>
                  </a:lnTo>
                  <a:lnTo>
                    <a:pt x="132" y="86"/>
                  </a:lnTo>
                  <a:lnTo>
                    <a:pt x="135" y="81"/>
                  </a:lnTo>
                  <a:lnTo>
                    <a:pt x="135" y="77"/>
                  </a:lnTo>
                  <a:lnTo>
                    <a:pt x="137" y="72"/>
                  </a:lnTo>
                  <a:lnTo>
                    <a:pt x="138" y="72"/>
                  </a:lnTo>
                  <a:lnTo>
                    <a:pt x="140" y="70"/>
                  </a:lnTo>
                  <a:lnTo>
                    <a:pt x="141" y="67"/>
                  </a:lnTo>
                  <a:lnTo>
                    <a:pt x="143" y="65"/>
                  </a:lnTo>
                  <a:lnTo>
                    <a:pt x="147" y="63"/>
                  </a:lnTo>
                  <a:lnTo>
                    <a:pt x="146" y="60"/>
                  </a:lnTo>
                  <a:lnTo>
                    <a:pt x="148" y="58"/>
                  </a:lnTo>
                  <a:lnTo>
                    <a:pt x="150" y="54"/>
                  </a:lnTo>
                  <a:lnTo>
                    <a:pt x="150" y="48"/>
                  </a:lnTo>
                  <a:lnTo>
                    <a:pt x="150" y="43"/>
                  </a:lnTo>
                  <a:lnTo>
                    <a:pt x="153" y="39"/>
                  </a:lnTo>
                  <a:lnTo>
                    <a:pt x="156" y="37"/>
                  </a:lnTo>
                  <a:lnTo>
                    <a:pt x="156" y="35"/>
                  </a:lnTo>
                  <a:lnTo>
                    <a:pt x="157" y="33"/>
                  </a:lnTo>
                  <a:lnTo>
                    <a:pt x="157" y="29"/>
                  </a:lnTo>
                  <a:lnTo>
                    <a:pt x="160" y="28"/>
                  </a:lnTo>
                  <a:lnTo>
                    <a:pt x="161" y="26"/>
                  </a:lnTo>
                  <a:lnTo>
                    <a:pt x="162" y="24"/>
                  </a:lnTo>
                  <a:lnTo>
                    <a:pt x="163" y="22"/>
                  </a:lnTo>
                  <a:lnTo>
                    <a:pt x="163" y="19"/>
                  </a:lnTo>
                  <a:lnTo>
                    <a:pt x="138" y="20"/>
                  </a:lnTo>
                  <a:lnTo>
                    <a:pt x="148" y="5"/>
                  </a:lnTo>
                  <a:lnTo>
                    <a:pt x="147" y="0"/>
                  </a:lnTo>
                  <a:lnTo>
                    <a:pt x="0" y="4"/>
                  </a:lnTo>
                  <a:lnTo>
                    <a:pt x="7" y="47"/>
                  </a:lnTo>
                  <a:lnTo>
                    <a:pt x="6" y="1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7" name="Freeform 36">
              <a:extLst>
                <a:ext uri="{FF2B5EF4-FFF2-40B4-BE49-F238E27FC236}">
                  <a16:creationId xmlns:a16="http://schemas.microsoft.com/office/drawing/2014/main" id="{07E74BFF-78F4-D6E3-0705-4016D324341F}"/>
                </a:ext>
              </a:extLst>
            </p:cNvPr>
            <p:cNvSpPr>
              <a:spLocks/>
            </p:cNvSpPr>
            <p:nvPr/>
          </p:nvSpPr>
          <p:spPr bwMode="auto">
            <a:xfrm>
              <a:off x="7011664" y="2657257"/>
              <a:ext cx="465458" cy="151779"/>
            </a:xfrm>
            <a:custGeom>
              <a:avLst/>
              <a:gdLst>
                <a:gd name="T0" fmla="*/ 193 w 326"/>
                <a:gd name="T1" fmla="*/ 14 h 107"/>
                <a:gd name="T2" fmla="*/ 83 w 326"/>
                <a:gd name="T3" fmla="*/ 21 h 107"/>
                <a:gd name="T4" fmla="*/ 85 w 326"/>
                <a:gd name="T5" fmla="*/ 31 h 107"/>
                <a:gd name="T6" fmla="*/ 26 w 326"/>
                <a:gd name="T7" fmla="*/ 32 h 107"/>
                <a:gd name="T8" fmla="*/ 24 w 326"/>
                <a:gd name="T9" fmla="*/ 33 h 107"/>
                <a:gd name="T10" fmla="*/ 24 w 326"/>
                <a:gd name="T11" fmla="*/ 36 h 107"/>
                <a:gd name="T12" fmla="*/ 24 w 326"/>
                <a:gd name="T13" fmla="*/ 39 h 107"/>
                <a:gd name="T14" fmla="*/ 23 w 326"/>
                <a:gd name="T15" fmla="*/ 42 h 107"/>
                <a:gd name="T16" fmla="*/ 21 w 326"/>
                <a:gd name="T17" fmla="*/ 43 h 107"/>
                <a:gd name="T18" fmla="*/ 20 w 326"/>
                <a:gd name="T19" fmla="*/ 45 h 107"/>
                <a:gd name="T20" fmla="*/ 21 w 326"/>
                <a:gd name="T21" fmla="*/ 46 h 107"/>
                <a:gd name="T22" fmla="*/ 23 w 326"/>
                <a:gd name="T23" fmla="*/ 50 h 107"/>
                <a:gd name="T24" fmla="*/ 22 w 326"/>
                <a:gd name="T25" fmla="*/ 52 h 107"/>
                <a:gd name="T26" fmla="*/ 20 w 326"/>
                <a:gd name="T27" fmla="*/ 55 h 107"/>
                <a:gd name="T28" fmla="*/ 19 w 326"/>
                <a:gd name="T29" fmla="*/ 58 h 107"/>
                <a:gd name="T30" fmla="*/ 20 w 326"/>
                <a:gd name="T31" fmla="*/ 58 h 107"/>
                <a:gd name="T32" fmla="*/ 20 w 326"/>
                <a:gd name="T33" fmla="*/ 62 h 107"/>
                <a:gd name="T34" fmla="*/ 19 w 326"/>
                <a:gd name="T35" fmla="*/ 64 h 107"/>
                <a:gd name="T36" fmla="*/ 18 w 326"/>
                <a:gd name="T37" fmla="*/ 66 h 107"/>
                <a:gd name="T38" fmla="*/ 16 w 326"/>
                <a:gd name="T39" fmla="*/ 69 h 107"/>
                <a:gd name="T40" fmla="*/ 13 w 326"/>
                <a:gd name="T41" fmla="*/ 70 h 107"/>
                <a:gd name="T42" fmla="*/ 13 w 326"/>
                <a:gd name="T43" fmla="*/ 75 h 107"/>
                <a:gd name="T44" fmla="*/ 12 w 326"/>
                <a:gd name="T45" fmla="*/ 77 h 107"/>
                <a:gd name="T46" fmla="*/ 12 w 326"/>
                <a:gd name="T47" fmla="*/ 79 h 107"/>
                <a:gd name="T48" fmla="*/ 8 w 326"/>
                <a:gd name="T49" fmla="*/ 82 h 107"/>
                <a:gd name="T50" fmla="*/ 5 w 326"/>
                <a:gd name="T51" fmla="*/ 87 h 107"/>
                <a:gd name="T52" fmla="*/ 5 w 326"/>
                <a:gd name="T53" fmla="*/ 92 h 107"/>
                <a:gd name="T54" fmla="*/ 5 w 326"/>
                <a:gd name="T55" fmla="*/ 99 h 107"/>
                <a:gd name="T56" fmla="*/ 2 w 326"/>
                <a:gd name="T57" fmla="*/ 104 h 107"/>
                <a:gd name="T58" fmla="*/ 0 w 326"/>
                <a:gd name="T59" fmla="*/ 107 h 107"/>
                <a:gd name="T60" fmla="*/ 0 w 326"/>
                <a:gd name="T61" fmla="*/ 107 h 107"/>
                <a:gd name="T62" fmla="*/ 232 w 326"/>
                <a:gd name="T63" fmla="*/ 89 h 107"/>
                <a:gd name="T64" fmla="*/ 232 w 326"/>
                <a:gd name="T65" fmla="*/ 89 h 107"/>
                <a:gd name="T66" fmla="*/ 232 w 326"/>
                <a:gd name="T67" fmla="*/ 88 h 107"/>
                <a:gd name="T68" fmla="*/ 233 w 326"/>
                <a:gd name="T69" fmla="*/ 82 h 107"/>
                <a:gd name="T70" fmla="*/ 233 w 326"/>
                <a:gd name="T71" fmla="*/ 79 h 107"/>
                <a:gd name="T72" fmla="*/ 237 w 326"/>
                <a:gd name="T73" fmla="*/ 75 h 107"/>
                <a:gd name="T74" fmla="*/ 240 w 326"/>
                <a:gd name="T75" fmla="*/ 75 h 107"/>
                <a:gd name="T76" fmla="*/ 244 w 326"/>
                <a:gd name="T77" fmla="*/ 72 h 107"/>
                <a:gd name="T78" fmla="*/ 243 w 326"/>
                <a:gd name="T79" fmla="*/ 68 h 107"/>
                <a:gd name="T80" fmla="*/ 246 w 326"/>
                <a:gd name="T81" fmla="*/ 64 h 107"/>
                <a:gd name="T82" fmla="*/ 280 w 326"/>
                <a:gd name="T83" fmla="*/ 44 h 107"/>
                <a:gd name="T84" fmla="*/ 285 w 326"/>
                <a:gd name="T85" fmla="*/ 41 h 107"/>
                <a:gd name="T86" fmla="*/ 287 w 326"/>
                <a:gd name="T87" fmla="*/ 37 h 107"/>
                <a:gd name="T88" fmla="*/ 291 w 326"/>
                <a:gd name="T89" fmla="*/ 31 h 107"/>
                <a:gd name="T90" fmla="*/ 294 w 326"/>
                <a:gd name="T91" fmla="*/ 31 h 107"/>
                <a:gd name="T92" fmla="*/ 297 w 326"/>
                <a:gd name="T93" fmla="*/ 35 h 107"/>
                <a:gd name="T94" fmla="*/ 301 w 326"/>
                <a:gd name="T95" fmla="*/ 31 h 107"/>
                <a:gd name="T96" fmla="*/ 306 w 326"/>
                <a:gd name="T97" fmla="*/ 25 h 107"/>
                <a:gd name="T98" fmla="*/ 317 w 326"/>
                <a:gd name="T99" fmla="*/ 23 h 107"/>
                <a:gd name="T100" fmla="*/ 318 w 326"/>
                <a:gd name="T101" fmla="*/ 19 h 107"/>
                <a:gd name="T102" fmla="*/ 321 w 326"/>
                <a:gd name="T103" fmla="*/ 14 h 107"/>
                <a:gd name="T104" fmla="*/ 325 w 326"/>
                <a:gd name="T105" fmla="*/ 12 h 107"/>
                <a:gd name="T106" fmla="*/ 326 w 326"/>
                <a:gd name="T107" fmla="*/ 12 h 107"/>
                <a:gd name="T108" fmla="*/ 326 w 326"/>
                <a:gd name="T109" fmla="*/ 0 h 107"/>
                <a:gd name="T110" fmla="*/ 193 w 326"/>
                <a:gd name="T111" fmla="*/ 14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26" h="107">
                  <a:moveTo>
                    <a:pt x="193" y="14"/>
                  </a:moveTo>
                  <a:cubicBezTo>
                    <a:pt x="83" y="21"/>
                    <a:pt x="83" y="21"/>
                    <a:pt x="83" y="21"/>
                  </a:cubicBezTo>
                  <a:cubicBezTo>
                    <a:pt x="85" y="31"/>
                    <a:pt x="85" y="31"/>
                    <a:pt x="85" y="31"/>
                  </a:cubicBezTo>
                  <a:cubicBezTo>
                    <a:pt x="26" y="32"/>
                    <a:pt x="26" y="32"/>
                    <a:pt x="26" y="32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6"/>
                    <a:pt x="24" y="36"/>
                    <a:pt x="24" y="36"/>
                  </a:cubicBezTo>
                  <a:cubicBezTo>
                    <a:pt x="24" y="39"/>
                    <a:pt x="24" y="39"/>
                    <a:pt x="24" y="39"/>
                  </a:cubicBezTo>
                  <a:cubicBezTo>
                    <a:pt x="23" y="42"/>
                    <a:pt x="23" y="42"/>
                    <a:pt x="23" y="42"/>
                  </a:cubicBezTo>
                  <a:cubicBezTo>
                    <a:pt x="21" y="43"/>
                    <a:pt x="21" y="43"/>
                    <a:pt x="21" y="43"/>
                  </a:cubicBezTo>
                  <a:cubicBezTo>
                    <a:pt x="20" y="45"/>
                    <a:pt x="20" y="45"/>
                    <a:pt x="20" y="45"/>
                  </a:cubicBezTo>
                  <a:cubicBezTo>
                    <a:pt x="21" y="46"/>
                    <a:pt x="21" y="46"/>
                    <a:pt x="21" y="46"/>
                  </a:cubicBezTo>
                  <a:cubicBezTo>
                    <a:pt x="21" y="46"/>
                    <a:pt x="23" y="49"/>
                    <a:pt x="23" y="50"/>
                  </a:cubicBezTo>
                  <a:cubicBezTo>
                    <a:pt x="24" y="51"/>
                    <a:pt x="22" y="52"/>
                    <a:pt x="22" y="52"/>
                  </a:cubicBezTo>
                  <a:cubicBezTo>
                    <a:pt x="20" y="55"/>
                    <a:pt x="20" y="55"/>
                    <a:pt x="20" y="55"/>
                  </a:cubicBezTo>
                  <a:cubicBezTo>
                    <a:pt x="19" y="58"/>
                    <a:pt x="19" y="58"/>
                    <a:pt x="19" y="58"/>
                  </a:cubicBezTo>
                  <a:cubicBezTo>
                    <a:pt x="20" y="58"/>
                    <a:pt x="20" y="58"/>
                    <a:pt x="20" y="58"/>
                  </a:cubicBezTo>
                  <a:cubicBezTo>
                    <a:pt x="20" y="62"/>
                    <a:pt x="20" y="62"/>
                    <a:pt x="20" y="62"/>
                  </a:cubicBezTo>
                  <a:cubicBezTo>
                    <a:pt x="19" y="64"/>
                    <a:pt x="19" y="64"/>
                    <a:pt x="19" y="64"/>
                  </a:cubicBezTo>
                  <a:cubicBezTo>
                    <a:pt x="18" y="66"/>
                    <a:pt x="18" y="66"/>
                    <a:pt x="18" y="66"/>
                  </a:cubicBezTo>
                  <a:cubicBezTo>
                    <a:pt x="16" y="69"/>
                    <a:pt x="16" y="69"/>
                    <a:pt x="16" y="69"/>
                  </a:cubicBezTo>
                  <a:cubicBezTo>
                    <a:pt x="13" y="70"/>
                    <a:pt x="13" y="70"/>
                    <a:pt x="13" y="70"/>
                  </a:cubicBezTo>
                  <a:cubicBezTo>
                    <a:pt x="13" y="75"/>
                    <a:pt x="13" y="75"/>
                    <a:pt x="13" y="75"/>
                  </a:cubicBezTo>
                  <a:cubicBezTo>
                    <a:pt x="12" y="77"/>
                    <a:pt x="12" y="77"/>
                    <a:pt x="12" y="77"/>
                  </a:cubicBezTo>
                  <a:cubicBezTo>
                    <a:pt x="12" y="79"/>
                    <a:pt x="12" y="79"/>
                    <a:pt x="12" y="79"/>
                  </a:cubicBezTo>
                  <a:cubicBezTo>
                    <a:pt x="8" y="82"/>
                    <a:pt x="8" y="82"/>
                    <a:pt x="8" y="82"/>
                  </a:cubicBezTo>
                  <a:cubicBezTo>
                    <a:pt x="5" y="87"/>
                    <a:pt x="5" y="87"/>
                    <a:pt x="5" y="87"/>
                  </a:cubicBezTo>
                  <a:cubicBezTo>
                    <a:pt x="5" y="92"/>
                    <a:pt x="5" y="92"/>
                    <a:pt x="5" y="92"/>
                  </a:cubicBezTo>
                  <a:cubicBezTo>
                    <a:pt x="5" y="99"/>
                    <a:pt x="5" y="99"/>
                    <a:pt x="5" y="99"/>
                  </a:cubicBezTo>
                  <a:cubicBezTo>
                    <a:pt x="2" y="104"/>
                    <a:pt x="2" y="104"/>
                    <a:pt x="2" y="104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8"/>
                    <a:pt x="232" y="88"/>
                    <a:pt x="232" y="88"/>
                  </a:cubicBezTo>
                  <a:cubicBezTo>
                    <a:pt x="233" y="82"/>
                    <a:pt x="233" y="82"/>
                    <a:pt x="233" y="82"/>
                  </a:cubicBezTo>
                  <a:cubicBezTo>
                    <a:pt x="233" y="79"/>
                    <a:pt x="233" y="79"/>
                    <a:pt x="233" y="79"/>
                  </a:cubicBezTo>
                  <a:cubicBezTo>
                    <a:pt x="237" y="75"/>
                    <a:pt x="237" y="75"/>
                    <a:pt x="237" y="75"/>
                  </a:cubicBezTo>
                  <a:cubicBezTo>
                    <a:pt x="240" y="75"/>
                    <a:pt x="240" y="75"/>
                    <a:pt x="240" y="75"/>
                  </a:cubicBezTo>
                  <a:cubicBezTo>
                    <a:pt x="244" y="72"/>
                    <a:pt x="244" y="72"/>
                    <a:pt x="244" y="72"/>
                  </a:cubicBezTo>
                  <a:cubicBezTo>
                    <a:pt x="243" y="68"/>
                    <a:pt x="243" y="68"/>
                    <a:pt x="243" y="68"/>
                  </a:cubicBezTo>
                  <a:cubicBezTo>
                    <a:pt x="246" y="64"/>
                    <a:pt x="246" y="64"/>
                    <a:pt x="246" y="64"/>
                  </a:cubicBezTo>
                  <a:cubicBezTo>
                    <a:pt x="280" y="44"/>
                    <a:pt x="280" y="44"/>
                    <a:pt x="280" y="44"/>
                  </a:cubicBezTo>
                  <a:cubicBezTo>
                    <a:pt x="285" y="41"/>
                    <a:pt x="285" y="41"/>
                    <a:pt x="285" y="41"/>
                  </a:cubicBezTo>
                  <a:cubicBezTo>
                    <a:pt x="287" y="37"/>
                    <a:pt x="287" y="37"/>
                    <a:pt x="287" y="37"/>
                  </a:cubicBezTo>
                  <a:cubicBezTo>
                    <a:pt x="291" y="31"/>
                    <a:pt x="291" y="31"/>
                    <a:pt x="291" y="31"/>
                  </a:cubicBezTo>
                  <a:cubicBezTo>
                    <a:pt x="294" y="31"/>
                    <a:pt x="294" y="31"/>
                    <a:pt x="294" y="31"/>
                  </a:cubicBezTo>
                  <a:cubicBezTo>
                    <a:pt x="297" y="35"/>
                    <a:pt x="297" y="35"/>
                    <a:pt x="297" y="35"/>
                  </a:cubicBezTo>
                  <a:cubicBezTo>
                    <a:pt x="301" y="31"/>
                    <a:pt x="301" y="31"/>
                    <a:pt x="301" y="31"/>
                  </a:cubicBezTo>
                  <a:cubicBezTo>
                    <a:pt x="306" y="25"/>
                    <a:pt x="306" y="25"/>
                    <a:pt x="306" y="25"/>
                  </a:cubicBezTo>
                  <a:cubicBezTo>
                    <a:pt x="317" y="23"/>
                    <a:pt x="317" y="23"/>
                    <a:pt x="317" y="23"/>
                  </a:cubicBezTo>
                  <a:cubicBezTo>
                    <a:pt x="318" y="19"/>
                    <a:pt x="318" y="19"/>
                    <a:pt x="318" y="19"/>
                  </a:cubicBezTo>
                  <a:cubicBezTo>
                    <a:pt x="321" y="14"/>
                    <a:pt x="321" y="14"/>
                    <a:pt x="321" y="14"/>
                  </a:cubicBezTo>
                  <a:cubicBezTo>
                    <a:pt x="325" y="12"/>
                    <a:pt x="325" y="12"/>
                    <a:pt x="325" y="12"/>
                  </a:cubicBezTo>
                  <a:cubicBezTo>
                    <a:pt x="326" y="12"/>
                    <a:pt x="326" y="12"/>
                    <a:pt x="326" y="12"/>
                  </a:cubicBezTo>
                  <a:cubicBezTo>
                    <a:pt x="326" y="0"/>
                    <a:pt x="326" y="0"/>
                    <a:pt x="326" y="0"/>
                  </a:cubicBezTo>
                  <a:lnTo>
                    <a:pt x="193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8" name="Freeform 37">
              <a:extLst>
                <a:ext uri="{FF2B5EF4-FFF2-40B4-BE49-F238E27FC236}">
                  <a16:creationId xmlns:a16="http://schemas.microsoft.com/office/drawing/2014/main" id="{2BB1BEB0-0D9F-24B8-4E82-7758E7EB96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342207" y="2606663"/>
              <a:ext cx="465458" cy="205746"/>
            </a:xfrm>
            <a:custGeom>
              <a:avLst/>
              <a:gdLst>
                <a:gd name="T0" fmla="*/ 320 w 326"/>
                <a:gd name="T1" fmla="*/ 28 h 144"/>
                <a:gd name="T2" fmla="*/ 315 w 326"/>
                <a:gd name="T3" fmla="*/ 38 h 144"/>
                <a:gd name="T4" fmla="*/ 311 w 326"/>
                <a:gd name="T5" fmla="*/ 32 h 144"/>
                <a:gd name="T6" fmla="*/ 300 w 326"/>
                <a:gd name="T7" fmla="*/ 30 h 144"/>
                <a:gd name="T8" fmla="*/ 289 w 326"/>
                <a:gd name="T9" fmla="*/ 35 h 144"/>
                <a:gd name="T10" fmla="*/ 285 w 326"/>
                <a:gd name="T11" fmla="*/ 32 h 144"/>
                <a:gd name="T12" fmla="*/ 282 w 326"/>
                <a:gd name="T13" fmla="*/ 25 h 144"/>
                <a:gd name="T14" fmla="*/ 281 w 326"/>
                <a:gd name="T15" fmla="*/ 18 h 144"/>
                <a:gd name="T16" fmla="*/ 284 w 326"/>
                <a:gd name="T17" fmla="*/ 20 h 144"/>
                <a:gd name="T18" fmla="*/ 290 w 326"/>
                <a:gd name="T19" fmla="*/ 29 h 144"/>
                <a:gd name="T20" fmla="*/ 295 w 326"/>
                <a:gd name="T21" fmla="*/ 26 h 144"/>
                <a:gd name="T22" fmla="*/ 305 w 326"/>
                <a:gd name="T23" fmla="*/ 22 h 144"/>
                <a:gd name="T24" fmla="*/ 306 w 326"/>
                <a:gd name="T25" fmla="*/ 16 h 144"/>
                <a:gd name="T26" fmla="*/ 303 w 326"/>
                <a:gd name="T27" fmla="*/ 12 h 144"/>
                <a:gd name="T28" fmla="*/ 312 w 326"/>
                <a:gd name="T29" fmla="*/ 14 h 144"/>
                <a:gd name="T30" fmla="*/ 308 w 326"/>
                <a:gd name="T31" fmla="*/ 4 h 144"/>
                <a:gd name="T32" fmla="*/ 155 w 326"/>
                <a:gd name="T33" fmla="*/ 28 h 144"/>
                <a:gd name="T34" fmla="*/ 93 w 326"/>
                <a:gd name="T35" fmla="*/ 47 h 144"/>
                <a:gd name="T36" fmla="*/ 85 w 326"/>
                <a:gd name="T37" fmla="*/ 58 h 144"/>
                <a:gd name="T38" fmla="*/ 65 w 326"/>
                <a:gd name="T39" fmla="*/ 70 h 144"/>
                <a:gd name="T40" fmla="*/ 55 w 326"/>
                <a:gd name="T41" fmla="*/ 72 h 144"/>
                <a:gd name="T42" fmla="*/ 14 w 326"/>
                <a:gd name="T43" fmla="*/ 99 h 144"/>
                <a:gd name="T44" fmla="*/ 8 w 326"/>
                <a:gd name="T45" fmla="*/ 110 h 144"/>
                <a:gd name="T46" fmla="*/ 1 w 326"/>
                <a:gd name="T47" fmla="*/ 117 h 144"/>
                <a:gd name="T48" fmla="*/ 0 w 326"/>
                <a:gd name="T49" fmla="*/ 124 h 144"/>
                <a:gd name="T50" fmla="*/ 83 w 326"/>
                <a:gd name="T51" fmla="*/ 104 h 144"/>
                <a:gd name="T52" fmla="*/ 108 w 326"/>
                <a:gd name="T53" fmla="*/ 105 h 144"/>
                <a:gd name="T54" fmla="*/ 123 w 326"/>
                <a:gd name="T55" fmla="*/ 100 h 144"/>
                <a:gd name="T56" fmla="*/ 142 w 326"/>
                <a:gd name="T57" fmla="*/ 114 h 144"/>
                <a:gd name="T58" fmla="*/ 243 w 326"/>
                <a:gd name="T59" fmla="*/ 140 h 144"/>
                <a:gd name="T60" fmla="*/ 256 w 326"/>
                <a:gd name="T61" fmla="*/ 136 h 144"/>
                <a:gd name="T62" fmla="*/ 263 w 326"/>
                <a:gd name="T63" fmla="*/ 117 h 144"/>
                <a:gd name="T64" fmla="*/ 271 w 326"/>
                <a:gd name="T65" fmla="*/ 106 h 144"/>
                <a:gd name="T66" fmla="*/ 270 w 326"/>
                <a:gd name="T67" fmla="*/ 100 h 144"/>
                <a:gd name="T68" fmla="*/ 272 w 326"/>
                <a:gd name="T69" fmla="*/ 97 h 144"/>
                <a:gd name="T70" fmla="*/ 278 w 326"/>
                <a:gd name="T71" fmla="*/ 100 h 144"/>
                <a:gd name="T72" fmla="*/ 281 w 326"/>
                <a:gd name="T73" fmla="*/ 95 h 144"/>
                <a:gd name="T74" fmla="*/ 285 w 326"/>
                <a:gd name="T75" fmla="*/ 95 h 144"/>
                <a:gd name="T76" fmla="*/ 296 w 326"/>
                <a:gd name="T77" fmla="*/ 91 h 144"/>
                <a:gd name="T78" fmla="*/ 301 w 326"/>
                <a:gd name="T79" fmla="*/ 87 h 144"/>
                <a:gd name="T80" fmla="*/ 308 w 326"/>
                <a:gd name="T81" fmla="*/ 81 h 144"/>
                <a:gd name="T82" fmla="*/ 308 w 326"/>
                <a:gd name="T83" fmla="*/ 75 h 144"/>
                <a:gd name="T84" fmla="*/ 301 w 326"/>
                <a:gd name="T85" fmla="*/ 78 h 144"/>
                <a:gd name="T86" fmla="*/ 291 w 326"/>
                <a:gd name="T87" fmla="*/ 83 h 144"/>
                <a:gd name="T88" fmla="*/ 283 w 326"/>
                <a:gd name="T89" fmla="*/ 77 h 144"/>
                <a:gd name="T90" fmla="*/ 288 w 326"/>
                <a:gd name="T91" fmla="*/ 77 h 144"/>
                <a:gd name="T92" fmla="*/ 296 w 326"/>
                <a:gd name="T93" fmla="*/ 73 h 144"/>
                <a:gd name="T94" fmla="*/ 297 w 326"/>
                <a:gd name="T95" fmla="*/ 68 h 144"/>
                <a:gd name="T96" fmla="*/ 296 w 326"/>
                <a:gd name="T97" fmla="*/ 64 h 144"/>
                <a:gd name="T98" fmla="*/ 280 w 326"/>
                <a:gd name="T99" fmla="*/ 58 h 144"/>
                <a:gd name="T100" fmla="*/ 290 w 326"/>
                <a:gd name="T101" fmla="*/ 57 h 144"/>
                <a:gd name="T102" fmla="*/ 294 w 326"/>
                <a:gd name="T103" fmla="*/ 55 h 144"/>
                <a:gd name="T104" fmla="*/ 294 w 326"/>
                <a:gd name="T105" fmla="*/ 51 h 144"/>
                <a:gd name="T106" fmla="*/ 300 w 326"/>
                <a:gd name="T107" fmla="*/ 58 h 144"/>
                <a:gd name="T108" fmla="*/ 306 w 326"/>
                <a:gd name="T109" fmla="*/ 58 h 144"/>
                <a:gd name="T110" fmla="*/ 317 w 326"/>
                <a:gd name="T111" fmla="*/ 57 h 144"/>
                <a:gd name="T112" fmla="*/ 319 w 326"/>
                <a:gd name="T113" fmla="*/ 48 h 144"/>
                <a:gd name="T114" fmla="*/ 322 w 326"/>
                <a:gd name="T115" fmla="*/ 42 h 144"/>
                <a:gd name="T116" fmla="*/ 325 w 326"/>
                <a:gd name="T117" fmla="*/ 39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326" h="144">
                  <a:moveTo>
                    <a:pt x="324" y="34"/>
                  </a:moveTo>
                  <a:cubicBezTo>
                    <a:pt x="322" y="31"/>
                    <a:pt x="322" y="31"/>
                    <a:pt x="322" y="31"/>
                  </a:cubicBezTo>
                  <a:cubicBezTo>
                    <a:pt x="320" y="28"/>
                    <a:pt x="320" y="28"/>
                    <a:pt x="320" y="28"/>
                  </a:cubicBezTo>
                  <a:cubicBezTo>
                    <a:pt x="317" y="28"/>
                    <a:pt x="317" y="28"/>
                    <a:pt x="317" y="28"/>
                  </a:cubicBezTo>
                  <a:cubicBezTo>
                    <a:pt x="316" y="29"/>
                    <a:pt x="316" y="29"/>
                    <a:pt x="316" y="29"/>
                  </a:cubicBezTo>
                  <a:cubicBezTo>
                    <a:pt x="315" y="38"/>
                    <a:pt x="315" y="38"/>
                    <a:pt x="315" y="38"/>
                  </a:cubicBezTo>
                  <a:cubicBezTo>
                    <a:pt x="315" y="40"/>
                    <a:pt x="315" y="40"/>
                    <a:pt x="315" y="40"/>
                  </a:cubicBezTo>
                  <a:cubicBezTo>
                    <a:pt x="312" y="38"/>
                    <a:pt x="312" y="38"/>
                    <a:pt x="312" y="38"/>
                  </a:cubicBezTo>
                  <a:cubicBezTo>
                    <a:pt x="311" y="32"/>
                    <a:pt x="311" y="32"/>
                    <a:pt x="311" y="32"/>
                  </a:cubicBezTo>
                  <a:cubicBezTo>
                    <a:pt x="309" y="28"/>
                    <a:pt x="309" y="28"/>
                    <a:pt x="309" y="28"/>
                  </a:cubicBezTo>
                  <a:cubicBezTo>
                    <a:pt x="306" y="27"/>
                    <a:pt x="306" y="27"/>
                    <a:pt x="306" y="27"/>
                  </a:cubicBezTo>
                  <a:cubicBezTo>
                    <a:pt x="300" y="30"/>
                    <a:pt x="300" y="30"/>
                    <a:pt x="300" y="30"/>
                  </a:cubicBezTo>
                  <a:cubicBezTo>
                    <a:pt x="298" y="30"/>
                    <a:pt x="298" y="30"/>
                    <a:pt x="298" y="30"/>
                  </a:cubicBezTo>
                  <a:cubicBezTo>
                    <a:pt x="292" y="32"/>
                    <a:pt x="292" y="32"/>
                    <a:pt x="292" y="32"/>
                  </a:cubicBezTo>
                  <a:cubicBezTo>
                    <a:pt x="289" y="35"/>
                    <a:pt x="289" y="35"/>
                    <a:pt x="289" y="35"/>
                  </a:cubicBezTo>
                  <a:cubicBezTo>
                    <a:pt x="286" y="39"/>
                    <a:pt x="286" y="39"/>
                    <a:pt x="286" y="39"/>
                  </a:cubicBezTo>
                  <a:cubicBezTo>
                    <a:pt x="285" y="37"/>
                    <a:pt x="285" y="37"/>
                    <a:pt x="285" y="37"/>
                  </a:cubicBezTo>
                  <a:cubicBezTo>
                    <a:pt x="285" y="32"/>
                    <a:pt x="285" y="32"/>
                    <a:pt x="285" y="32"/>
                  </a:cubicBezTo>
                  <a:cubicBezTo>
                    <a:pt x="285" y="30"/>
                    <a:pt x="285" y="30"/>
                    <a:pt x="285" y="30"/>
                  </a:cubicBezTo>
                  <a:cubicBezTo>
                    <a:pt x="283" y="27"/>
                    <a:pt x="283" y="27"/>
                    <a:pt x="283" y="27"/>
                  </a:cubicBezTo>
                  <a:cubicBezTo>
                    <a:pt x="282" y="25"/>
                    <a:pt x="282" y="25"/>
                    <a:pt x="282" y="25"/>
                  </a:cubicBezTo>
                  <a:cubicBezTo>
                    <a:pt x="281" y="23"/>
                    <a:pt x="281" y="23"/>
                    <a:pt x="281" y="23"/>
                  </a:cubicBezTo>
                  <a:cubicBezTo>
                    <a:pt x="281" y="20"/>
                    <a:pt x="281" y="20"/>
                    <a:pt x="281" y="20"/>
                  </a:cubicBezTo>
                  <a:cubicBezTo>
                    <a:pt x="281" y="18"/>
                    <a:pt x="281" y="18"/>
                    <a:pt x="281" y="18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4" y="20"/>
                    <a:pt x="284" y="20"/>
                    <a:pt x="284" y="20"/>
                  </a:cubicBezTo>
                  <a:cubicBezTo>
                    <a:pt x="285" y="26"/>
                    <a:pt x="285" y="26"/>
                    <a:pt x="285" y="26"/>
                  </a:cubicBezTo>
                  <a:cubicBezTo>
                    <a:pt x="287" y="31"/>
                    <a:pt x="287" y="31"/>
                    <a:pt x="287" y="31"/>
                  </a:cubicBezTo>
                  <a:cubicBezTo>
                    <a:pt x="290" y="29"/>
                    <a:pt x="290" y="29"/>
                    <a:pt x="290" y="29"/>
                  </a:cubicBezTo>
                  <a:cubicBezTo>
                    <a:pt x="291" y="28"/>
                    <a:pt x="291" y="28"/>
                    <a:pt x="291" y="28"/>
                  </a:cubicBezTo>
                  <a:cubicBezTo>
                    <a:pt x="294" y="26"/>
                    <a:pt x="294" y="26"/>
                    <a:pt x="294" y="26"/>
                  </a:cubicBezTo>
                  <a:cubicBezTo>
                    <a:pt x="295" y="26"/>
                    <a:pt x="295" y="26"/>
                    <a:pt x="295" y="26"/>
                  </a:cubicBezTo>
                  <a:cubicBezTo>
                    <a:pt x="299" y="24"/>
                    <a:pt x="299" y="24"/>
                    <a:pt x="299" y="24"/>
                  </a:cubicBezTo>
                  <a:cubicBezTo>
                    <a:pt x="300" y="22"/>
                    <a:pt x="300" y="22"/>
                    <a:pt x="300" y="22"/>
                  </a:cubicBezTo>
                  <a:cubicBezTo>
                    <a:pt x="305" y="22"/>
                    <a:pt x="305" y="22"/>
                    <a:pt x="305" y="22"/>
                  </a:cubicBezTo>
                  <a:cubicBezTo>
                    <a:pt x="306" y="19"/>
                    <a:pt x="306" y="19"/>
                    <a:pt x="306" y="19"/>
                  </a:cubicBezTo>
                  <a:cubicBezTo>
                    <a:pt x="307" y="18"/>
                    <a:pt x="307" y="18"/>
                    <a:pt x="307" y="18"/>
                  </a:cubicBezTo>
                  <a:cubicBezTo>
                    <a:pt x="307" y="18"/>
                    <a:pt x="306" y="17"/>
                    <a:pt x="306" y="16"/>
                  </a:cubicBezTo>
                  <a:cubicBezTo>
                    <a:pt x="305" y="16"/>
                    <a:pt x="305" y="16"/>
                    <a:pt x="305" y="16"/>
                  </a:cubicBezTo>
                  <a:cubicBezTo>
                    <a:pt x="303" y="13"/>
                    <a:pt x="303" y="13"/>
                    <a:pt x="303" y="13"/>
                  </a:cubicBezTo>
                  <a:cubicBezTo>
                    <a:pt x="303" y="12"/>
                    <a:pt x="303" y="12"/>
                    <a:pt x="303" y="12"/>
                  </a:cubicBezTo>
                  <a:cubicBezTo>
                    <a:pt x="304" y="12"/>
                    <a:pt x="304" y="12"/>
                    <a:pt x="304" y="12"/>
                  </a:cubicBezTo>
                  <a:cubicBezTo>
                    <a:pt x="309" y="14"/>
                    <a:pt x="309" y="14"/>
                    <a:pt x="309" y="14"/>
                  </a:cubicBezTo>
                  <a:cubicBezTo>
                    <a:pt x="312" y="14"/>
                    <a:pt x="312" y="14"/>
                    <a:pt x="312" y="14"/>
                  </a:cubicBezTo>
                  <a:cubicBezTo>
                    <a:pt x="312" y="11"/>
                    <a:pt x="312" y="11"/>
                    <a:pt x="312" y="11"/>
                  </a:cubicBezTo>
                  <a:cubicBezTo>
                    <a:pt x="309" y="7"/>
                    <a:pt x="309" y="7"/>
                    <a:pt x="309" y="7"/>
                  </a:cubicBezTo>
                  <a:cubicBezTo>
                    <a:pt x="308" y="4"/>
                    <a:pt x="308" y="4"/>
                    <a:pt x="308" y="4"/>
                  </a:cubicBezTo>
                  <a:cubicBezTo>
                    <a:pt x="305" y="0"/>
                    <a:pt x="305" y="0"/>
                    <a:pt x="305" y="0"/>
                  </a:cubicBezTo>
                  <a:cubicBezTo>
                    <a:pt x="218" y="18"/>
                    <a:pt x="218" y="18"/>
                    <a:pt x="218" y="18"/>
                  </a:cubicBezTo>
                  <a:cubicBezTo>
                    <a:pt x="155" y="28"/>
                    <a:pt x="155" y="28"/>
                    <a:pt x="155" y="28"/>
                  </a:cubicBezTo>
                  <a:cubicBezTo>
                    <a:pt x="94" y="35"/>
                    <a:pt x="94" y="35"/>
                    <a:pt x="94" y="35"/>
                  </a:cubicBezTo>
                  <a:cubicBezTo>
                    <a:pt x="94" y="47"/>
                    <a:pt x="94" y="47"/>
                    <a:pt x="94" y="47"/>
                  </a:cubicBezTo>
                  <a:cubicBezTo>
                    <a:pt x="93" y="47"/>
                    <a:pt x="93" y="47"/>
                    <a:pt x="93" y="47"/>
                  </a:cubicBezTo>
                  <a:cubicBezTo>
                    <a:pt x="89" y="49"/>
                    <a:pt x="89" y="49"/>
                    <a:pt x="89" y="49"/>
                  </a:cubicBezTo>
                  <a:cubicBezTo>
                    <a:pt x="86" y="54"/>
                    <a:pt x="86" y="54"/>
                    <a:pt x="86" y="54"/>
                  </a:cubicBezTo>
                  <a:cubicBezTo>
                    <a:pt x="85" y="58"/>
                    <a:pt x="85" y="58"/>
                    <a:pt x="85" y="58"/>
                  </a:cubicBezTo>
                  <a:cubicBezTo>
                    <a:pt x="74" y="60"/>
                    <a:pt x="74" y="60"/>
                    <a:pt x="74" y="60"/>
                  </a:cubicBezTo>
                  <a:cubicBezTo>
                    <a:pt x="69" y="66"/>
                    <a:pt x="69" y="66"/>
                    <a:pt x="69" y="66"/>
                  </a:cubicBezTo>
                  <a:cubicBezTo>
                    <a:pt x="65" y="70"/>
                    <a:pt x="65" y="70"/>
                    <a:pt x="65" y="70"/>
                  </a:cubicBezTo>
                  <a:cubicBezTo>
                    <a:pt x="62" y="66"/>
                    <a:pt x="62" y="66"/>
                    <a:pt x="62" y="66"/>
                  </a:cubicBezTo>
                  <a:cubicBezTo>
                    <a:pt x="59" y="66"/>
                    <a:pt x="59" y="66"/>
                    <a:pt x="59" y="66"/>
                  </a:cubicBezTo>
                  <a:cubicBezTo>
                    <a:pt x="55" y="72"/>
                    <a:pt x="55" y="72"/>
                    <a:pt x="55" y="72"/>
                  </a:cubicBezTo>
                  <a:cubicBezTo>
                    <a:pt x="53" y="76"/>
                    <a:pt x="53" y="76"/>
                    <a:pt x="53" y="76"/>
                  </a:cubicBezTo>
                  <a:cubicBezTo>
                    <a:pt x="48" y="79"/>
                    <a:pt x="48" y="79"/>
                    <a:pt x="48" y="79"/>
                  </a:cubicBezTo>
                  <a:cubicBezTo>
                    <a:pt x="14" y="99"/>
                    <a:pt x="14" y="99"/>
                    <a:pt x="14" y="99"/>
                  </a:cubicBezTo>
                  <a:cubicBezTo>
                    <a:pt x="11" y="103"/>
                    <a:pt x="11" y="103"/>
                    <a:pt x="11" y="103"/>
                  </a:cubicBezTo>
                  <a:cubicBezTo>
                    <a:pt x="12" y="107"/>
                    <a:pt x="12" y="107"/>
                    <a:pt x="12" y="107"/>
                  </a:cubicBezTo>
                  <a:cubicBezTo>
                    <a:pt x="8" y="110"/>
                    <a:pt x="8" y="110"/>
                    <a:pt x="8" y="110"/>
                  </a:cubicBezTo>
                  <a:cubicBezTo>
                    <a:pt x="5" y="110"/>
                    <a:pt x="5" y="110"/>
                    <a:pt x="5" y="110"/>
                  </a:cubicBezTo>
                  <a:cubicBezTo>
                    <a:pt x="1" y="114"/>
                    <a:pt x="1" y="114"/>
                    <a:pt x="1" y="114"/>
                  </a:cubicBezTo>
                  <a:cubicBezTo>
                    <a:pt x="1" y="117"/>
                    <a:pt x="1" y="117"/>
                    <a:pt x="1" y="117"/>
                  </a:cubicBezTo>
                  <a:cubicBezTo>
                    <a:pt x="0" y="123"/>
                    <a:pt x="0" y="123"/>
                    <a:pt x="0" y="123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56" y="118"/>
                    <a:pt x="56" y="118"/>
                    <a:pt x="56" y="118"/>
                  </a:cubicBezTo>
                  <a:cubicBezTo>
                    <a:pt x="73" y="105"/>
                    <a:pt x="73" y="105"/>
                    <a:pt x="73" y="105"/>
                  </a:cubicBezTo>
                  <a:cubicBezTo>
                    <a:pt x="83" y="104"/>
                    <a:pt x="83" y="104"/>
                    <a:pt x="83" y="104"/>
                  </a:cubicBezTo>
                  <a:cubicBezTo>
                    <a:pt x="90" y="104"/>
                    <a:pt x="90" y="104"/>
                    <a:pt x="90" y="104"/>
                  </a:cubicBezTo>
                  <a:cubicBezTo>
                    <a:pt x="102" y="106"/>
                    <a:pt x="102" y="106"/>
                    <a:pt x="102" y="106"/>
                  </a:cubicBezTo>
                  <a:cubicBezTo>
                    <a:pt x="108" y="105"/>
                    <a:pt x="108" y="105"/>
                    <a:pt x="108" y="105"/>
                  </a:cubicBezTo>
                  <a:cubicBezTo>
                    <a:pt x="111" y="104"/>
                    <a:pt x="111" y="104"/>
                    <a:pt x="111" y="104"/>
                  </a:cubicBezTo>
                  <a:cubicBezTo>
                    <a:pt x="116" y="101"/>
                    <a:pt x="116" y="101"/>
                    <a:pt x="116" y="101"/>
                  </a:cubicBezTo>
                  <a:cubicBezTo>
                    <a:pt x="123" y="100"/>
                    <a:pt x="123" y="100"/>
                    <a:pt x="123" y="100"/>
                  </a:cubicBezTo>
                  <a:cubicBezTo>
                    <a:pt x="132" y="101"/>
                    <a:pt x="132" y="101"/>
                    <a:pt x="132" y="101"/>
                  </a:cubicBezTo>
                  <a:cubicBezTo>
                    <a:pt x="138" y="104"/>
                    <a:pt x="138" y="104"/>
                    <a:pt x="138" y="104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82" y="106"/>
                    <a:pt x="182" y="106"/>
                    <a:pt x="182" y="106"/>
                  </a:cubicBezTo>
                  <a:cubicBezTo>
                    <a:pt x="234" y="144"/>
                    <a:pt x="234" y="144"/>
                    <a:pt x="234" y="144"/>
                  </a:cubicBezTo>
                  <a:cubicBezTo>
                    <a:pt x="243" y="140"/>
                    <a:pt x="243" y="140"/>
                    <a:pt x="243" y="140"/>
                  </a:cubicBezTo>
                  <a:cubicBezTo>
                    <a:pt x="245" y="140"/>
                    <a:pt x="245" y="140"/>
                    <a:pt x="245" y="140"/>
                  </a:cubicBezTo>
                  <a:cubicBezTo>
                    <a:pt x="254" y="139"/>
                    <a:pt x="254" y="139"/>
                    <a:pt x="254" y="139"/>
                  </a:cubicBezTo>
                  <a:cubicBezTo>
                    <a:pt x="256" y="136"/>
                    <a:pt x="256" y="136"/>
                    <a:pt x="256" y="136"/>
                  </a:cubicBezTo>
                  <a:cubicBezTo>
                    <a:pt x="259" y="133"/>
                    <a:pt x="259" y="133"/>
                    <a:pt x="259" y="133"/>
                  </a:cubicBezTo>
                  <a:cubicBezTo>
                    <a:pt x="260" y="124"/>
                    <a:pt x="260" y="124"/>
                    <a:pt x="260" y="124"/>
                  </a:cubicBezTo>
                  <a:cubicBezTo>
                    <a:pt x="263" y="117"/>
                    <a:pt x="263" y="117"/>
                    <a:pt x="263" y="117"/>
                  </a:cubicBezTo>
                  <a:cubicBezTo>
                    <a:pt x="267" y="111"/>
                    <a:pt x="267" y="111"/>
                    <a:pt x="267" y="111"/>
                  </a:cubicBezTo>
                  <a:cubicBezTo>
                    <a:pt x="271" y="108"/>
                    <a:pt x="271" y="108"/>
                    <a:pt x="271" y="108"/>
                  </a:cubicBezTo>
                  <a:cubicBezTo>
                    <a:pt x="271" y="106"/>
                    <a:pt x="271" y="106"/>
                    <a:pt x="271" y="106"/>
                  </a:cubicBezTo>
                  <a:cubicBezTo>
                    <a:pt x="270" y="103"/>
                    <a:pt x="270" y="103"/>
                    <a:pt x="270" y="103"/>
                  </a:cubicBezTo>
                  <a:cubicBezTo>
                    <a:pt x="269" y="101"/>
                    <a:pt x="269" y="101"/>
                    <a:pt x="269" y="101"/>
                  </a:cubicBezTo>
                  <a:cubicBezTo>
                    <a:pt x="270" y="100"/>
                    <a:pt x="270" y="100"/>
                    <a:pt x="270" y="100"/>
                  </a:cubicBezTo>
                  <a:cubicBezTo>
                    <a:pt x="270" y="98"/>
                    <a:pt x="270" y="98"/>
                    <a:pt x="270" y="98"/>
                  </a:cubicBezTo>
                  <a:cubicBezTo>
                    <a:pt x="271" y="97"/>
                    <a:pt x="271" y="97"/>
                    <a:pt x="271" y="97"/>
                  </a:cubicBezTo>
                  <a:cubicBezTo>
                    <a:pt x="272" y="97"/>
                    <a:pt x="272" y="97"/>
                    <a:pt x="272" y="97"/>
                  </a:cubicBezTo>
                  <a:cubicBezTo>
                    <a:pt x="273" y="98"/>
                    <a:pt x="273" y="98"/>
                    <a:pt x="273" y="98"/>
                  </a:cubicBezTo>
                  <a:cubicBezTo>
                    <a:pt x="274" y="102"/>
                    <a:pt x="274" y="102"/>
                    <a:pt x="274" y="102"/>
                  </a:cubicBezTo>
                  <a:cubicBezTo>
                    <a:pt x="278" y="100"/>
                    <a:pt x="278" y="100"/>
                    <a:pt x="278" y="100"/>
                  </a:cubicBezTo>
                  <a:cubicBezTo>
                    <a:pt x="281" y="99"/>
                    <a:pt x="281" y="99"/>
                    <a:pt x="281" y="99"/>
                  </a:cubicBezTo>
                  <a:cubicBezTo>
                    <a:pt x="281" y="97"/>
                    <a:pt x="281" y="97"/>
                    <a:pt x="281" y="97"/>
                  </a:cubicBezTo>
                  <a:cubicBezTo>
                    <a:pt x="281" y="95"/>
                    <a:pt x="281" y="95"/>
                    <a:pt x="281" y="95"/>
                  </a:cubicBezTo>
                  <a:cubicBezTo>
                    <a:pt x="283" y="94"/>
                    <a:pt x="283" y="94"/>
                    <a:pt x="283" y="94"/>
                  </a:cubicBezTo>
                  <a:cubicBezTo>
                    <a:pt x="283" y="93"/>
                    <a:pt x="283" y="93"/>
                    <a:pt x="283" y="93"/>
                  </a:cubicBezTo>
                  <a:cubicBezTo>
                    <a:pt x="285" y="95"/>
                    <a:pt x="285" y="95"/>
                    <a:pt x="285" y="95"/>
                  </a:cubicBezTo>
                  <a:cubicBezTo>
                    <a:pt x="290" y="93"/>
                    <a:pt x="290" y="93"/>
                    <a:pt x="290" y="93"/>
                  </a:cubicBezTo>
                  <a:cubicBezTo>
                    <a:pt x="294" y="91"/>
                    <a:pt x="294" y="91"/>
                    <a:pt x="294" y="91"/>
                  </a:cubicBezTo>
                  <a:cubicBezTo>
                    <a:pt x="296" y="91"/>
                    <a:pt x="296" y="91"/>
                    <a:pt x="296" y="91"/>
                  </a:cubicBezTo>
                  <a:cubicBezTo>
                    <a:pt x="299" y="89"/>
                    <a:pt x="299" y="89"/>
                    <a:pt x="299" y="89"/>
                  </a:cubicBezTo>
                  <a:cubicBezTo>
                    <a:pt x="301" y="88"/>
                    <a:pt x="301" y="88"/>
                    <a:pt x="301" y="88"/>
                  </a:cubicBezTo>
                  <a:cubicBezTo>
                    <a:pt x="301" y="87"/>
                    <a:pt x="301" y="87"/>
                    <a:pt x="301" y="87"/>
                  </a:cubicBezTo>
                  <a:cubicBezTo>
                    <a:pt x="305" y="90"/>
                    <a:pt x="305" y="90"/>
                    <a:pt x="305" y="90"/>
                  </a:cubicBezTo>
                  <a:cubicBezTo>
                    <a:pt x="307" y="86"/>
                    <a:pt x="307" y="86"/>
                    <a:pt x="307" y="86"/>
                  </a:cubicBezTo>
                  <a:cubicBezTo>
                    <a:pt x="308" y="81"/>
                    <a:pt x="308" y="81"/>
                    <a:pt x="308" y="81"/>
                  </a:cubicBezTo>
                  <a:cubicBezTo>
                    <a:pt x="309" y="79"/>
                    <a:pt x="309" y="79"/>
                    <a:pt x="309" y="79"/>
                  </a:cubicBezTo>
                  <a:cubicBezTo>
                    <a:pt x="310" y="77"/>
                    <a:pt x="310" y="77"/>
                    <a:pt x="310" y="77"/>
                  </a:cubicBezTo>
                  <a:cubicBezTo>
                    <a:pt x="310" y="77"/>
                    <a:pt x="309" y="74"/>
                    <a:pt x="308" y="75"/>
                  </a:cubicBezTo>
                  <a:cubicBezTo>
                    <a:pt x="307" y="75"/>
                    <a:pt x="304" y="76"/>
                    <a:pt x="304" y="76"/>
                  </a:cubicBezTo>
                  <a:cubicBezTo>
                    <a:pt x="303" y="78"/>
                    <a:pt x="303" y="78"/>
                    <a:pt x="303" y="78"/>
                  </a:cubicBezTo>
                  <a:cubicBezTo>
                    <a:pt x="301" y="78"/>
                    <a:pt x="301" y="78"/>
                    <a:pt x="301" y="78"/>
                  </a:cubicBezTo>
                  <a:cubicBezTo>
                    <a:pt x="299" y="80"/>
                    <a:pt x="299" y="80"/>
                    <a:pt x="299" y="80"/>
                  </a:cubicBezTo>
                  <a:cubicBezTo>
                    <a:pt x="294" y="83"/>
                    <a:pt x="294" y="83"/>
                    <a:pt x="294" y="83"/>
                  </a:cubicBezTo>
                  <a:cubicBezTo>
                    <a:pt x="291" y="83"/>
                    <a:pt x="291" y="83"/>
                    <a:pt x="291" y="83"/>
                  </a:cubicBezTo>
                  <a:cubicBezTo>
                    <a:pt x="283" y="81"/>
                    <a:pt x="283" y="81"/>
                    <a:pt x="283" y="81"/>
                  </a:cubicBezTo>
                  <a:cubicBezTo>
                    <a:pt x="283" y="79"/>
                    <a:pt x="283" y="79"/>
                    <a:pt x="283" y="79"/>
                  </a:cubicBezTo>
                  <a:cubicBezTo>
                    <a:pt x="283" y="77"/>
                    <a:pt x="283" y="77"/>
                    <a:pt x="283" y="77"/>
                  </a:cubicBezTo>
                  <a:cubicBezTo>
                    <a:pt x="284" y="76"/>
                    <a:pt x="284" y="76"/>
                    <a:pt x="284" y="76"/>
                  </a:cubicBezTo>
                  <a:cubicBezTo>
                    <a:pt x="286" y="76"/>
                    <a:pt x="286" y="76"/>
                    <a:pt x="286" y="76"/>
                  </a:cubicBezTo>
                  <a:cubicBezTo>
                    <a:pt x="288" y="77"/>
                    <a:pt x="288" y="77"/>
                    <a:pt x="288" y="77"/>
                  </a:cubicBezTo>
                  <a:cubicBezTo>
                    <a:pt x="293" y="77"/>
                    <a:pt x="293" y="77"/>
                    <a:pt x="293" y="77"/>
                  </a:cubicBezTo>
                  <a:cubicBezTo>
                    <a:pt x="296" y="75"/>
                    <a:pt x="296" y="75"/>
                    <a:pt x="296" y="75"/>
                  </a:cubicBezTo>
                  <a:cubicBezTo>
                    <a:pt x="296" y="73"/>
                    <a:pt x="296" y="73"/>
                    <a:pt x="296" y="73"/>
                  </a:cubicBezTo>
                  <a:cubicBezTo>
                    <a:pt x="295" y="71"/>
                    <a:pt x="295" y="71"/>
                    <a:pt x="295" y="71"/>
                  </a:cubicBezTo>
                  <a:cubicBezTo>
                    <a:pt x="296" y="68"/>
                    <a:pt x="296" y="68"/>
                    <a:pt x="296" y="68"/>
                  </a:cubicBezTo>
                  <a:cubicBezTo>
                    <a:pt x="297" y="68"/>
                    <a:pt x="297" y="68"/>
                    <a:pt x="297" y="68"/>
                  </a:cubicBezTo>
                  <a:cubicBezTo>
                    <a:pt x="299" y="66"/>
                    <a:pt x="299" y="66"/>
                    <a:pt x="299" y="66"/>
                  </a:cubicBezTo>
                  <a:cubicBezTo>
                    <a:pt x="299" y="64"/>
                    <a:pt x="299" y="64"/>
                    <a:pt x="299" y="64"/>
                  </a:cubicBezTo>
                  <a:cubicBezTo>
                    <a:pt x="296" y="64"/>
                    <a:pt x="296" y="64"/>
                    <a:pt x="296" y="64"/>
                  </a:cubicBezTo>
                  <a:cubicBezTo>
                    <a:pt x="290" y="61"/>
                    <a:pt x="290" y="61"/>
                    <a:pt x="290" y="61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0" y="58"/>
                    <a:pt x="280" y="58"/>
                    <a:pt x="280" y="58"/>
                  </a:cubicBezTo>
                  <a:cubicBezTo>
                    <a:pt x="280" y="57"/>
                    <a:pt x="280" y="57"/>
                    <a:pt x="280" y="57"/>
                  </a:cubicBezTo>
                  <a:cubicBezTo>
                    <a:pt x="284" y="57"/>
                    <a:pt x="284" y="57"/>
                    <a:pt x="284" y="57"/>
                  </a:cubicBezTo>
                  <a:cubicBezTo>
                    <a:pt x="290" y="57"/>
                    <a:pt x="290" y="57"/>
                    <a:pt x="290" y="57"/>
                  </a:cubicBezTo>
                  <a:cubicBezTo>
                    <a:pt x="294" y="59"/>
                    <a:pt x="294" y="59"/>
                    <a:pt x="294" y="59"/>
                  </a:cubicBezTo>
                  <a:cubicBezTo>
                    <a:pt x="295" y="57"/>
                    <a:pt x="295" y="57"/>
                    <a:pt x="295" y="57"/>
                  </a:cubicBezTo>
                  <a:cubicBezTo>
                    <a:pt x="294" y="55"/>
                    <a:pt x="294" y="55"/>
                    <a:pt x="294" y="55"/>
                  </a:cubicBezTo>
                  <a:cubicBezTo>
                    <a:pt x="293" y="54"/>
                    <a:pt x="293" y="54"/>
                    <a:pt x="293" y="54"/>
                  </a:cubicBezTo>
                  <a:cubicBezTo>
                    <a:pt x="292" y="52"/>
                    <a:pt x="292" y="52"/>
                    <a:pt x="292" y="52"/>
                  </a:cubicBezTo>
                  <a:cubicBezTo>
                    <a:pt x="294" y="51"/>
                    <a:pt x="294" y="51"/>
                    <a:pt x="294" y="51"/>
                  </a:cubicBezTo>
                  <a:cubicBezTo>
                    <a:pt x="297" y="51"/>
                    <a:pt x="297" y="51"/>
                    <a:pt x="297" y="51"/>
                  </a:cubicBezTo>
                  <a:cubicBezTo>
                    <a:pt x="298" y="56"/>
                    <a:pt x="298" y="56"/>
                    <a:pt x="298" y="56"/>
                  </a:cubicBezTo>
                  <a:cubicBezTo>
                    <a:pt x="300" y="58"/>
                    <a:pt x="300" y="58"/>
                    <a:pt x="300" y="58"/>
                  </a:cubicBezTo>
                  <a:cubicBezTo>
                    <a:pt x="303" y="58"/>
                    <a:pt x="303" y="58"/>
                    <a:pt x="303" y="58"/>
                  </a:cubicBezTo>
                  <a:cubicBezTo>
                    <a:pt x="304" y="57"/>
                    <a:pt x="304" y="57"/>
                    <a:pt x="304" y="57"/>
                  </a:cubicBezTo>
                  <a:cubicBezTo>
                    <a:pt x="306" y="58"/>
                    <a:pt x="306" y="58"/>
                    <a:pt x="306" y="58"/>
                  </a:cubicBezTo>
                  <a:cubicBezTo>
                    <a:pt x="310" y="58"/>
                    <a:pt x="310" y="58"/>
                    <a:pt x="310" y="58"/>
                  </a:cubicBezTo>
                  <a:cubicBezTo>
                    <a:pt x="316" y="58"/>
                    <a:pt x="316" y="58"/>
                    <a:pt x="316" y="58"/>
                  </a:cubicBezTo>
                  <a:cubicBezTo>
                    <a:pt x="317" y="57"/>
                    <a:pt x="317" y="57"/>
                    <a:pt x="317" y="57"/>
                  </a:cubicBezTo>
                  <a:cubicBezTo>
                    <a:pt x="317" y="53"/>
                    <a:pt x="317" y="53"/>
                    <a:pt x="317" y="53"/>
                  </a:cubicBezTo>
                  <a:cubicBezTo>
                    <a:pt x="318" y="51"/>
                    <a:pt x="318" y="51"/>
                    <a:pt x="318" y="51"/>
                  </a:cubicBezTo>
                  <a:cubicBezTo>
                    <a:pt x="319" y="48"/>
                    <a:pt x="319" y="48"/>
                    <a:pt x="319" y="48"/>
                  </a:cubicBezTo>
                  <a:cubicBezTo>
                    <a:pt x="319" y="46"/>
                    <a:pt x="319" y="46"/>
                    <a:pt x="319" y="46"/>
                  </a:cubicBezTo>
                  <a:cubicBezTo>
                    <a:pt x="320" y="42"/>
                    <a:pt x="320" y="42"/>
                    <a:pt x="320" y="42"/>
                  </a:cubicBezTo>
                  <a:cubicBezTo>
                    <a:pt x="322" y="42"/>
                    <a:pt x="322" y="42"/>
                    <a:pt x="322" y="42"/>
                  </a:cubicBezTo>
                  <a:cubicBezTo>
                    <a:pt x="323" y="44"/>
                    <a:pt x="323" y="44"/>
                    <a:pt x="323" y="44"/>
                  </a:cubicBezTo>
                  <a:cubicBezTo>
                    <a:pt x="325" y="42"/>
                    <a:pt x="325" y="42"/>
                    <a:pt x="325" y="42"/>
                  </a:cubicBezTo>
                  <a:cubicBezTo>
                    <a:pt x="325" y="39"/>
                    <a:pt x="325" y="39"/>
                    <a:pt x="325" y="39"/>
                  </a:cubicBezTo>
                  <a:cubicBezTo>
                    <a:pt x="326" y="37"/>
                    <a:pt x="326" y="37"/>
                    <a:pt x="326" y="37"/>
                  </a:cubicBezTo>
                  <a:lnTo>
                    <a:pt x="324" y="3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9" name="Freeform 38">
              <a:extLst>
                <a:ext uri="{FF2B5EF4-FFF2-40B4-BE49-F238E27FC236}">
                  <a16:creationId xmlns:a16="http://schemas.microsoft.com/office/drawing/2014/main" id="{073CD6F2-71B8-04DC-A91F-038411E6EE6D}"/>
                </a:ext>
              </a:extLst>
            </p:cNvPr>
            <p:cNvSpPr>
              <a:spLocks/>
            </p:cNvSpPr>
            <p:nvPr/>
          </p:nvSpPr>
          <p:spPr bwMode="auto">
            <a:xfrm>
              <a:off x="7274749" y="2775308"/>
              <a:ext cx="286695" cy="308620"/>
            </a:xfrm>
            <a:custGeom>
              <a:avLst/>
              <a:gdLst>
                <a:gd name="T0" fmla="*/ 196 w 201"/>
                <a:gd name="T1" fmla="*/ 127 h 216"/>
                <a:gd name="T2" fmla="*/ 195 w 201"/>
                <a:gd name="T3" fmla="*/ 120 h 216"/>
                <a:gd name="T4" fmla="*/ 191 w 201"/>
                <a:gd name="T5" fmla="*/ 115 h 216"/>
                <a:gd name="T6" fmla="*/ 190 w 201"/>
                <a:gd name="T7" fmla="*/ 110 h 216"/>
                <a:gd name="T8" fmla="*/ 187 w 201"/>
                <a:gd name="T9" fmla="*/ 107 h 216"/>
                <a:gd name="T10" fmla="*/ 183 w 201"/>
                <a:gd name="T11" fmla="*/ 106 h 216"/>
                <a:gd name="T12" fmla="*/ 181 w 201"/>
                <a:gd name="T13" fmla="*/ 101 h 216"/>
                <a:gd name="T14" fmla="*/ 179 w 201"/>
                <a:gd name="T15" fmla="*/ 96 h 216"/>
                <a:gd name="T16" fmla="*/ 174 w 201"/>
                <a:gd name="T17" fmla="*/ 89 h 216"/>
                <a:gd name="T18" fmla="*/ 168 w 201"/>
                <a:gd name="T19" fmla="*/ 84 h 216"/>
                <a:gd name="T20" fmla="*/ 158 w 201"/>
                <a:gd name="T21" fmla="*/ 78 h 216"/>
                <a:gd name="T22" fmla="*/ 147 w 201"/>
                <a:gd name="T23" fmla="*/ 63 h 216"/>
                <a:gd name="T24" fmla="*/ 126 w 201"/>
                <a:gd name="T25" fmla="*/ 46 h 216"/>
                <a:gd name="T26" fmla="*/ 116 w 201"/>
                <a:gd name="T27" fmla="*/ 35 h 216"/>
                <a:gd name="T28" fmla="*/ 111 w 201"/>
                <a:gd name="T29" fmla="*/ 27 h 216"/>
                <a:gd name="T30" fmla="*/ 96 w 201"/>
                <a:gd name="T31" fmla="*/ 19 h 216"/>
                <a:gd name="T32" fmla="*/ 92 w 201"/>
                <a:gd name="T33" fmla="*/ 14 h 216"/>
                <a:gd name="T34" fmla="*/ 97 w 201"/>
                <a:gd name="T35" fmla="*/ 8 h 216"/>
                <a:gd name="T36" fmla="*/ 103 w 201"/>
                <a:gd name="T37" fmla="*/ 4 h 216"/>
                <a:gd name="T38" fmla="*/ 104 w 201"/>
                <a:gd name="T39" fmla="*/ 0 h 216"/>
                <a:gd name="T40" fmla="*/ 48 w 201"/>
                <a:gd name="T41" fmla="*/ 6 h 216"/>
                <a:gd name="T42" fmla="*/ 0 w 201"/>
                <a:gd name="T43" fmla="*/ 10 h 216"/>
                <a:gd name="T44" fmla="*/ 11 w 201"/>
                <a:gd name="T45" fmla="*/ 58 h 216"/>
                <a:gd name="T46" fmla="*/ 25 w 201"/>
                <a:gd name="T47" fmla="*/ 107 h 216"/>
                <a:gd name="T48" fmla="*/ 38 w 201"/>
                <a:gd name="T49" fmla="*/ 128 h 216"/>
                <a:gd name="T50" fmla="*/ 39 w 201"/>
                <a:gd name="T51" fmla="*/ 137 h 216"/>
                <a:gd name="T52" fmla="*/ 40 w 201"/>
                <a:gd name="T53" fmla="*/ 144 h 216"/>
                <a:gd name="T54" fmla="*/ 39 w 201"/>
                <a:gd name="T55" fmla="*/ 150 h 216"/>
                <a:gd name="T56" fmla="*/ 35 w 201"/>
                <a:gd name="T57" fmla="*/ 157 h 216"/>
                <a:gd name="T58" fmla="*/ 37 w 201"/>
                <a:gd name="T59" fmla="*/ 172 h 216"/>
                <a:gd name="T60" fmla="*/ 40 w 201"/>
                <a:gd name="T61" fmla="*/ 182 h 216"/>
                <a:gd name="T62" fmla="*/ 37 w 201"/>
                <a:gd name="T63" fmla="*/ 186 h 216"/>
                <a:gd name="T64" fmla="*/ 41 w 201"/>
                <a:gd name="T65" fmla="*/ 193 h 216"/>
                <a:gd name="T66" fmla="*/ 46 w 201"/>
                <a:gd name="T67" fmla="*/ 201 h 216"/>
                <a:gd name="T68" fmla="*/ 160 w 201"/>
                <a:gd name="T69" fmla="*/ 207 h 216"/>
                <a:gd name="T70" fmla="*/ 169 w 201"/>
                <a:gd name="T71" fmla="*/ 216 h 216"/>
                <a:gd name="T72" fmla="*/ 166 w 201"/>
                <a:gd name="T73" fmla="*/ 193 h 216"/>
                <a:gd name="T74" fmla="*/ 183 w 201"/>
                <a:gd name="T75" fmla="*/ 196 h 216"/>
                <a:gd name="T76" fmla="*/ 185 w 201"/>
                <a:gd name="T77" fmla="*/ 189 h 216"/>
                <a:gd name="T78" fmla="*/ 182 w 201"/>
                <a:gd name="T79" fmla="*/ 187 h 216"/>
                <a:gd name="T80" fmla="*/ 180 w 201"/>
                <a:gd name="T81" fmla="*/ 183 h 216"/>
                <a:gd name="T82" fmla="*/ 185 w 201"/>
                <a:gd name="T83" fmla="*/ 183 h 216"/>
                <a:gd name="T84" fmla="*/ 183 w 201"/>
                <a:gd name="T85" fmla="*/ 177 h 216"/>
                <a:gd name="T86" fmla="*/ 188 w 201"/>
                <a:gd name="T87" fmla="*/ 174 h 216"/>
                <a:gd name="T88" fmla="*/ 187 w 201"/>
                <a:gd name="T89" fmla="*/ 168 h 216"/>
                <a:gd name="T90" fmla="*/ 188 w 201"/>
                <a:gd name="T91" fmla="*/ 165 h 216"/>
                <a:gd name="T92" fmla="*/ 189 w 201"/>
                <a:gd name="T93" fmla="*/ 161 h 216"/>
                <a:gd name="T94" fmla="*/ 189 w 201"/>
                <a:gd name="T95" fmla="*/ 151 h 216"/>
                <a:gd name="T96" fmla="*/ 194 w 201"/>
                <a:gd name="T97" fmla="*/ 152 h 216"/>
                <a:gd name="T98" fmla="*/ 193 w 201"/>
                <a:gd name="T99" fmla="*/ 149 h 216"/>
                <a:gd name="T100" fmla="*/ 189 w 201"/>
                <a:gd name="T101" fmla="*/ 144 h 216"/>
                <a:gd name="T102" fmla="*/ 196 w 201"/>
                <a:gd name="T103" fmla="*/ 144 h 216"/>
                <a:gd name="T104" fmla="*/ 193 w 201"/>
                <a:gd name="T105" fmla="*/ 141 h 216"/>
                <a:gd name="T106" fmla="*/ 192 w 201"/>
                <a:gd name="T107" fmla="*/ 137 h 216"/>
                <a:gd name="T108" fmla="*/ 197 w 201"/>
                <a:gd name="T109" fmla="*/ 138 h 216"/>
                <a:gd name="T110" fmla="*/ 199 w 201"/>
                <a:gd name="T111" fmla="*/ 134 h 216"/>
                <a:gd name="T112" fmla="*/ 201 w 201"/>
                <a:gd name="T113" fmla="*/ 130 h 216"/>
                <a:gd name="T114" fmla="*/ 198 w 201"/>
                <a:gd name="T115" fmla="*/ 128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201" h="216">
                  <a:moveTo>
                    <a:pt x="198" y="128"/>
                  </a:moveTo>
                  <a:cubicBezTo>
                    <a:pt x="196" y="127"/>
                    <a:pt x="196" y="127"/>
                    <a:pt x="196" y="127"/>
                  </a:cubicBezTo>
                  <a:cubicBezTo>
                    <a:pt x="195" y="124"/>
                    <a:pt x="195" y="124"/>
                    <a:pt x="195" y="124"/>
                  </a:cubicBezTo>
                  <a:cubicBezTo>
                    <a:pt x="195" y="120"/>
                    <a:pt x="195" y="120"/>
                    <a:pt x="195" y="120"/>
                  </a:cubicBezTo>
                  <a:cubicBezTo>
                    <a:pt x="195" y="119"/>
                    <a:pt x="195" y="119"/>
                    <a:pt x="195" y="119"/>
                  </a:cubicBezTo>
                  <a:cubicBezTo>
                    <a:pt x="191" y="115"/>
                    <a:pt x="191" y="115"/>
                    <a:pt x="191" y="115"/>
                  </a:cubicBezTo>
                  <a:cubicBezTo>
                    <a:pt x="190" y="112"/>
                    <a:pt x="190" y="112"/>
                    <a:pt x="190" y="112"/>
                  </a:cubicBezTo>
                  <a:cubicBezTo>
                    <a:pt x="190" y="110"/>
                    <a:pt x="190" y="110"/>
                    <a:pt x="190" y="110"/>
                  </a:cubicBezTo>
                  <a:cubicBezTo>
                    <a:pt x="190" y="109"/>
                    <a:pt x="190" y="109"/>
                    <a:pt x="190" y="109"/>
                  </a:cubicBezTo>
                  <a:cubicBezTo>
                    <a:pt x="187" y="107"/>
                    <a:pt x="187" y="107"/>
                    <a:pt x="187" y="107"/>
                  </a:cubicBezTo>
                  <a:cubicBezTo>
                    <a:pt x="184" y="106"/>
                    <a:pt x="184" y="106"/>
                    <a:pt x="184" y="106"/>
                  </a:cubicBezTo>
                  <a:cubicBezTo>
                    <a:pt x="183" y="106"/>
                    <a:pt x="183" y="106"/>
                    <a:pt x="183" y="106"/>
                  </a:cubicBezTo>
                  <a:cubicBezTo>
                    <a:pt x="182" y="104"/>
                    <a:pt x="182" y="104"/>
                    <a:pt x="182" y="104"/>
                  </a:cubicBezTo>
                  <a:cubicBezTo>
                    <a:pt x="181" y="101"/>
                    <a:pt x="181" y="101"/>
                    <a:pt x="181" y="101"/>
                  </a:cubicBezTo>
                  <a:cubicBezTo>
                    <a:pt x="181" y="99"/>
                    <a:pt x="181" y="99"/>
                    <a:pt x="181" y="99"/>
                  </a:cubicBezTo>
                  <a:cubicBezTo>
                    <a:pt x="179" y="96"/>
                    <a:pt x="179" y="96"/>
                    <a:pt x="179" y="96"/>
                  </a:cubicBezTo>
                  <a:cubicBezTo>
                    <a:pt x="176" y="91"/>
                    <a:pt x="176" y="91"/>
                    <a:pt x="176" y="91"/>
                  </a:cubicBezTo>
                  <a:cubicBezTo>
                    <a:pt x="174" y="89"/>
                    <a:pt x="174" y="89"/>
                    <a:pt x="174" y="89"/>
                  </a:cubicBezTo>
                  <a:cubicBezTo>
                    <a:pt x="171" y="87"/>
                    <a:pt x="171" y="87"/>
                    <a:pt x="171" y="87"/>
                  </a:cubicBezTo>
                  <a:cubicBezTo>
                    <a:pt x="168" y="84"/>
                    <a:pt x="168" y="84"/>
                    <a:pt x="168" y="84"/>
                  </a:cubicBezTo>
                  <a:cubicBezTo>
                    <a:pt x="165" y="81"/>
                    <a:pt x="165" y="81"/>
                    <a:pt x="165" y="81"/>
                  </a:cubicBezTo>
                  <a:cubicBezTo>
                    <a:pt x="158" y="78"/>
                    <a:pt x="158" y="78"/>
                    <a:pt x="158" y="78"/>
                  </a:cubicBezTo>
                  <a:cubicBezTo>
                    <a:pt x="153" y="71"/>
                    <a:pt x="153" y="71"/>
                    <a:pt x="153" y="71"/>
                  </a:cubicBezTo>
                  <a:cubicBezTo>
                    <a:pt x="147" y="63"/>
                    <a:pt x="147" y="63"/>
                    <a:pt x="147" y="63"/>
                  </a:cubicBezTo>
                  <a:cubicBezTo>
                    <a:pt x="142" y="59"/>
                    <a:pt x="142" y="59"/>
                    <a:pt x="142" y="59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1" y="40"/>
                    <a:pt x="121" y="40"/>
                    <a:pt x="121" y="40"/>
                  </a:cubicBezTo>
                  <a:cubicBezTo>
                    <a:pt x="116" y="35"/>
                    <a:pt x="116" y="35"/>
                    <a:pt x="116" y="35"/>
                  </a:cubicBezTo>
                  <a:cubicBezTo>
                    <a:pt x="114" y="31"/>
                    <a:pt x="114" y="31"/>
                    <a:pt x="114" y="31"/>
                  </a:cubicBezTo>
                  <a:cubicBezTo>
                    <a:pt x="111" y="27"/>
                    <a:pt x="111" y="27"/>
                    <a:pt x="111" y="27"/>
                  </a:cubicBezTo>
                  <a:cubicBezTo>
                    <a:pt x="108" y="24"/>
                    <a:pt x="108" y="24"/>
                    <a:pt x="108" y="24"/>
                  </a:cubicBezTo>
                  <a:cubicBezTo>
                    <a:pt x="96" y="19"/>
                    <a:pt x="96" y="19"/>
                    <a:pt x="96" y="19"/>
                  </a:cubicBezTo>
                  <a:cubicBezTo>
                    <a:pt x="94" y="16"/>
                    <a:pt x="94" y="16"/>
                    <a:pt x="94" y="16"/>
                  </a:cubicBezTo>
                  <a:cubicBezTo>
                    <a:pt x="92" y="14"/>
                    <a:pt x="92" y="14"/>
                    <a:pt x="92" y="14"/>
                  </a:cubicBezTo>
                  <a:cubicBezTo>
                    <a:pt x="92" y="11"/>
                    <a:pt x="92" y="11"/>
                    <a:pt x="92" y="11"/>
                  </a:cubicBezTo>
                  <a:cubicBezTo>
                    <a:pt x="97" y="8"/>
                    <a:pt x="97" y="8"/>
                    <a:pt x="97" y="8"/>
                  </a:cubicBezTo>
                  <a:cubicBezTo>
                    <a:pt x="101" y="5"/>
                    <a:pt x="101" y="5"/>
                    <a:pt x="101" y="5"/>
                  </a:cubicBezTo>
                  <a:cubicBezTo>
                    <a:pt x="103" y="4"/>
                    <a:pt x="103" y="4"/>
                    <a:pt x="103" y="4"/>
                  </a:cubicBezTo>
                  <a:cubicBezTo>
                    <a:pt x="103" y="2"/>
                    <a:pt x="103" y="2"/>
                    <a:pt x="103" y="2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3" y="24"/>
                    <a:pt x="3" y="24"/>
                    <a:pt x="3" y="24"/>
                  </a:cubicBezTo>
                  <a:cubicBezTo>
                    <a:pt x="11" y="58"/>
                    <a:pt x="11" y="58"/>
                    <a:pt x="11" y="58"/>
                  </a:cubicBezTo>
                  <a:cubicBezTo>
                    <a:pt x="23" y="98"/>
                    <a:pt x="23" y="98"/>
                    <a:pt x="23" y="98"/>
                  </a:cubicBezTo>
                  <a:cubicBezTo>
                    <a:pt x="25" y="107"/>
                    <a:pt x="25" y="107"/>
                    <a:pt x="25" y="107"/>
                  </a:cubicBezTo>
                  <a:cubicBezTo>
                    <a:pt x="33" y="122"/>
                    <a:pt x="33" y="122"/>
                    <a:pt x="33" y="122"/>
                  </a:cubicBezTo>
                  <a:cubicBezTo>
                    <a:pt x="38" y="128"/>
                    <a:pt x="38" y="128"/>
                    <a:pt x="38" y="128"/>
                  </a:cubicBezTo>
                  <a:cubicBezTo>
                    <a:pt x="38" y="132"/>
                    <a:pt x="38" y="132"/>
                    <a:pt x="38" y="132"/>
                  </a:cubicBezTo>
                  <a:cubicBezTo>
                    <a:pt x="39" y="137"/>
                    <a:pt x="39" y="137"/>
                    <a:pt x="39" y="137"/>
                  </a:cubicBezTo>
                  <a:cubicBezTo>
                    <a:pt x="42" y="139"/>
                    <a:pt x="42" y="139"/>
                    <a:pt x="42" y="139"/>
                  </a:cubicBezTo>
                  <a:cubicBezTo>
                    <a:pt x="40" y="144"/>
                    <a:pt x="40" y="144"/>
                    <a:pt x="40" y="144"/>
                  </a:cubicBezTo>
                  <a:cubicBezTo>
                    <a:pt x="35" y="147"/>
                    <a:pt x="35" y="147"/>
                    <a:pt x="35" y="147"/>
                  </a:cubicBezTo>
                  <a:cubicBezTo>
                    <a:pt x="39" y="150"/>
                    <a:pt x="39" y="150"/>
                    <a:pt x="39" y="150"/>
                  </a:cubicBezTo>
                  <a:cubicBezTo>
                    <a:pt x="38" y="155"/>
                    <a:pt x="38" y="155"/>
                    <a:pt x="38" y="155"/>
                  </a:cubicBezTo>
                  <a:cubicBezTo>
                    <a:pt x="35" y="157"/>
                    <a:pt x="35" y="157"/>
                    <a:pt x="35" y="157"/>
                  </a:cubicBezTo>
                  <a:cubicBezTo>
                    <a:pt x="35" y="163"/>
                    <a:pt x="35" y="163"/>
                    <a:pt x="35" y="163"/>
                  </a:cubicBezTo>
                  <a:cubicBezTo>
                    <a:pt x="37" y="172"/>
                    <a:pt x="37" y="172"/>
                    <a:pt x="37" y="172"/>
                  </a:cubicBezTo>
                  <a:cubicBezTo>
                    <a:pt x="39" y="176"/>
                    <a:pt x="39" y="176"/>
                    <a:pt x="39" y="176"/>
                  </a:cubicBezTo>
                  <a:cubicBezTo>
                    <a:pt x="40" y="182"/>
                    <a:pt x="40" y="182"/>
                    <a:pt x="40" y="182"/>
                  </a:cubicBezTo>
                  <a:cubicBezTo>
                    <a:pt x="38" y="184"/>
                    <a:pt x="38" y="184"/>
                    <a:pt x="38" y="184"/>
                  </a:cubicBezTo>
                  <a:cubicBezTo>
                    <a:pt x="37" y="186"/>
                    <a:pt x="37" y="186"/>
                    <a:pt x="37" y="186"/>
                  </a:cubicBezTo>
                  <a:cubicBezTo>
                    <a:pt x="39" y="190"/>
                    <a:pt x="39" y="190"/>
                    <a:pt x="39" y="190"/>
                  </a:cubicBezTo>
                  <a:cubicBezTo>
                    <a:pt x="41" y="193"/>
                    <a:pt x="41" y="193"/>
                    <a:pt x="41" y="193"/>
                  </a:cubicBezTo>
                  <a:cubicBezTo>
                    <a:pt x="45" y="199"/>
                    <a:pt x="45" y="199"/>
                    <a:pt x="45" y="199"/>
                  </a:cubicBezTo>
                  <a:cubicBezTo>
                    <a:pt x="46" y="201"/>
                    <a:pt x="46" y="201"/>
                    <a:pt x="46" y="201"/>
                  </a:cubicBezTo>
                  <a:cubicBezTo>
                    <a:pt x="52" y="213"/>
                    <a:pt x="52" y="213"/>
                    <a:pt x="52" y="213"/>
                  </a:cubicBezTo>
                  <a:cubicBezTo>
                    <a:pt x="160" y="207"/>
                    <a:pt x="160" y="207"/>
                    <a:pt x="160" y="207"/>
                  </a:cubicBezTo>
                  <a:cubicBezTo>
                    <a:pt x="161" y="216"/>
                    <a:pt x="161" y="216"/>
                    <a:pt x="161" y="216"/>
                  </a:cubicBezTo>
                  <a:cubicBezTo>
                    <a:pt x="169" y="216"/>
                    <a:pt x="169" y="216"/>
                    <a:pt x="169" y="216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73" y="194"/>
                    <a:pt x="173" y="194"/>
                    <a:pt x="173" y="194"/>
                  </a:cubicBezTo>
                  <a:cubicBezTo>
                    <a:pt x="183" y="196"/>
                    <a:pt x="183" y="196"/>
                    <a:pt x="183" y="196"/>
                  </a:cubicBezTo>
                  <a:cubicBezTo>
                    <a:pt x="184" y="193"/>
                    <a:pt x="184" y="193"/>
                    <a:pt x="184" y="193"/>
                  </a:cubicBezTo>
                  <a:cubicBezTo>
                    <a:pt x="184" y="193"/>
                    <a:pt x="185" y="189"/>
                    <a:pt x="185" y="189"/>
                  </a:cubicBezTo>
                  <a:cubicBezTo>
                    <a:pt x="185" y="188"/>
                    <a:pt x="184" y="188"/>
                    <a:pt x="184" y="188"/>
                  </a:cubicBezTo>
                  <a:cubicBezTo>
                    <a:pt x="184" y="188"/>
                    <a:pt x="183" y="187"/>
                    <a:pt x="182" y="187"/>
                  </a:cubicBezTo>
                  <a:cubicBezTo>
                    <a:pt x="181" y="186"/>
                    <a:pt x="181" y="185"/>
                    <a:pt x="180" y="184"/>
                  </a:cubicBezTo>
                  <a:cubicBezTo>
                    <a:pt x="179" y="183"/>
                    <a:pt x="180" y="183"/>
                    <a:pt x="180" y="183"/>
                  </a:cubicBezTo>
                  <a:cubicBezTo>
                    <a:pt x="182" y="183"/>
                    <a:pt x="182" y="183"/>
                    <a:pt x="182" y="183"/>
                  </a:cubicBezTo>
                  <a:cubicBezTo>
                    <a:pt x="185" y="183"/>
                    <a:pt x="185" y="183"/>
                    <a:pt x="185" y="183"/>
                  </a:cubicBezTo>
                  <a:cubicBezTo>
                    <a:pt x="185" y="183"/>
                    <a:pt x="184" y="181"/>
                    <a:pt x="184" y="179"/>
                  </a:cubicBezTo>
                  <a:cubicBezTo>
                    <a:pt x="183" y="177"/>
                    <a:pt x="183" y="177"/>
                    <a:pt x="183" y="177"/>
                  </a:cubicBezTo>
                  <a:cubicBezTo>
                    <a:pt x="186" y="176"/>
                    <a:pt x="186" y="176"/>
                    <a:pt x="186" y="176"/>
                  </a:cubicBezTo>
                  <a:cubicBezTo>
                    <a:pt x="188" y="174"/>
                    <a:pt x="188" y="174"/>
                    <a:pt x="188" y="174"/>
                  </a:cubicBezTo>
                  <a:cubicBezTo>
                    <a:pt x="190" y="169"/>
                    <a:pt x="190" y="169"/>
                    <a:pt x="190" y="169"/>
                  </a:cubicBezTo>
                  <a:cubicBezTo>
                    <a:pt x="187" y="168"/>
                    <a:pt x="187" y="168"/>
                    <a:pt x="187" y="168"/>
                  </a:cubicBezTo>
                  <a:cubicBezTo>
                    <a:pt x="187" y="168"/>
                    <a:pt x="187" y="167"/>
                    <a:pt x="187" y="167"/>
                  </a:cubicBezTo>
                  <a:cubicBezTo>
                    <a:pt x="187" y="166"/>
                    <a:pt x="188" y="166"/>
                    <a:pt x="188" y="165"/>
                  </a:cubicBezTo>
                  <a:cubicBezTo>
                    <a:pt x="188" y="165"/>
                    <a:pt x="189" y="164"/>
                    <a:pt x="189" y="164"/>
                  </a:cubicBezTo>
                  <a:cubicBezTo>
                    <a:pt x="189" y="161"/>
                    <a:pt x="189" y="161"/>
                    <a:pt x="189" y="161"/>
                  </a:cubicBezTo>
                  <a:cubicBezTo>
                    <a:pt x="189" y="154"/>
                    <a:pt x="189" y="154"/>
                    <a:pt x="189" y="154"/>
                  </a:cubicBezTo>
                  <a:cubicBezTo>
                    <a:pt x="189" y="151"/>
                    <a:pt x="189" y="151"/>
                    <a:pt x="189" y="151"/>
                  </a:cubicBezTo>
                  <a:cubicBezTo>
                    <a:pt x="189" y="151"/>
                    <a:pt x="191" y="151"/>
                    <a:pt x="192" y="151"/>
                  </a:cubicBezTo>
                  <a:cubicBezTo>
                    <a:pt x="192" y="151"/>
                    <a:pt x="194" y="152"/>
                    <a:pt x="194" y="152"/>
                  </a:cubicBezTo>
                  <a:cubicBezTo>
                    <a:pt x="194" y="152"/>
                    <a:pt x="195" y="151"/>
                    <a:pt x="195" y="150"/>
                  </a:cubicBezTo>
                  <a:cubicBezTo>
                    <a:pt x="195" y="150"/>
                    <a:pt x="195" y="150"/>
                    <a:pt x="193" y="149"/>
                  </a:cubicBezTo>
                  <a:cubicBezTo>
                    <a:pt x="192" y="148"/>
                    <a:pt x="190" y="147"/>
                    <a:pt x="190" y="147"/>
                  </a:cubicBezTo>
                  <a:cubicBezTo>
                    <a:pt x="190" y="146"/>
                    <a:pt x="189" y="144"/>
                    <a:pt x="189" y="144"/>
                  </a:cubicBezTo>
                  <a:cubicBezTo>
                    <a:pt x="191" y="144"/>
                    <a:pt x="191" y="144"/>
                    <a:pt x="191" y="144"/>
                  </a:cubicBezTo>
                  <a:cubicBezTo>
                    <a:pt x="196" y="144"/>
                    <a:pt x="196" y="144"/>
                    <a:pt x="196" y="144"/>
                  </a:cubicBezTo>
                  <a:cubicBezTo>
                    <a:pt x="197" y="141"/>
                    <a:pt x="197" y="141"/>
                    <a:pt x="197" y="141"/>
                  </a:cubicBezTo>
                  <a:cubicBezTo>
                    <a:pt x="197" y="141"/>
                    <a:pt x="193" y="141"/>
                    <a:pt x="193" y="141"/>
                  </a:cubicBezTo>
                  <a:cubicBezTo>
                    <a:pt x="193" y="141"/>
                    <a:pt x="191" y="139"/>
                    <a:pt x="191" y="139"/>
                  </a:cubicBezTo>
                  <a:cubicBezTo>
                    <a:pt x="192" y="137"/>
                    <a:pt x="192" y="137"/>
                    <a:pt x="192" y="137"/>
                  </a:cubicBezTo>
                  <a:cubicBezTo>
                    <a:pt x="193" y="138"/>
                    <a:pt x="193" y="138"/>
                    <a:pt x="193" y="138"/>
                  </a:cubicBezTo>
                  <a:cubicBezTo>
                    <a:pt x="197" y="138"/>
                    <a:pt x="197" y="138"/>
                    <a:pt x="197" y="138"/>
                  </a:cubicBezTo>
                  <a:cubicBezTo>
                    <a:pt x="199" y="137"/>
                    <a:pt x="199" y="137"/>
                    <a:pt x="199" y="137"/>
                  </a:cubicBezTo>
                  <a:cubicBezTo>
                    <a:pt x="199" y="134"/>
                    <a:pt x="199" y="134"/>
                    <a:pt x="199" y="134"/>
                  </a:cubicBezTo>
                  <a:cubicBezTo>
                    <a:pt x="199" y="132"/>
                    <a:pt x="199" y="132"/>
                    <a:pt x="199" y="132"/>
                  </a:cubicBezTo>
                  <a:cubicBezTo>
                    <a:pt x="201" y="130"/>
                    <a:pt x="201" y="130"/>
                    <a:pt x="201" y="130"/>
                  </a:cubicBezTo>
                  <a:cubicBezTo>
                    <a:pt x="200" y="129"/>
                    <a:pt x="200" y="129"/>
                    <a:pt x="200" y="129"/>
                  </a:cubicBezTo>
                  <a:lnTo>
                    <a:pt x="198" y="12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0" name="Freeform 39">
              <a:extLst>
                <a:ext uri="{FF2B5EF4-FFF2-40B4-BE49-F238E27FC236}">
                  <a16:creationId xmlns:a16="http://schemas.microsoft.com/office/drawing/2014/main" id="{468A7158-A563-0D17-F3A0-16FC3560DEDE}"/>
                </a:ext>
              </a:extLst>
            </p:cNvPr>
            <p:cNvSpPr>
              <a:spLocks/>
            </p:cNvSpPr>
            <p:nvPr/>
          </p:nvSpPr>
          <p:spPr bwMode="auto">
            <a:xfrm>
              <a:off x="7369190" y="2432960"/>
              <a:ext cx="418238" cy="234416"/>
            </a:xfrm>
            <a:custGeom>
              <a:avLst/>
              <a:gdLst>
                <a:gd name="T0" fmla="*/ 169 w 248"/>
                <a:gd name="T1" fmla="*/ 118 h 139"/>
                <a:gd name="T2" fmla="*/ 248 w 248"/>
                <a:gd name="T3" fmla="*/ 101 h 139"/>
                <a:gd name="T4" fmla="*/ 246 w 248"/>
                <a:gd name="T5" fmla="*/ 93 h 139"/>
                <a:gd name="T6" fmla="*/ 239 w 248"/>
                <a:gd name="T7" fmla="*/ 86 h 139"/>
                <a:gd name="T8" fmla="*/ 232 w 248"/>
                <a:gd name="T9" fmla="*/ 83 h 139"/>
                <a:gd name="T10" fmla="*/ 228 w 248"/>
                <a:gd name="T11" fmla="*/ 78 h 139"/>
                <a:gd name="T12" fmla="*/ 224 w 248"/>
                <a:gd name="T13" fmla="*/ 72 h 139"/>
                <a:gd name="T14" fmla="*/ 226 w 248"/>
                <a:gd name="T15" fmla="*/ 68 h 139"/>
                <a:gd name="T16" fmla="*/ 228 w 248"/>
                <a:gd name="T17" fmla="*/ 67 h 139"/>
                <a:gd name="T18" fmla="*/ 224 w 248"/>
                <a:gd name="T19" fmla="*/ 63 h 139"/>
                <a:gd name="T20" fmla="*/ 211 w 248"/>
                <a:gd name="T21" fmla="*/ 54 h 139"/>
                <a:gd name="T22" fmla="*/ 215 w 248"/>
                <a:gd name="T23" fmla="*/ 55 h 139"/>
                <a:gd name="T24" fmla="*/ 221 w 248"/>
                <a:gd name="T25" fmla="*/ 59 h 139"/>
                <a:gd name="T26" fmla="*/ 225 w 248"/>
                <a:gd name="T27" fmla="*/ 56 h 139"/>
                <a:gd name="T28" fmla="*/ 225 w 248"/>
                <a:gd name="T29" fmla="*/ 48 h 139"/>
                <a:gd name="T30" fmla="*/ 215 w 248"/>
                <a:gd name="T31" fmla="*/ 45 h 139"/>
                <a:gd name="T32" fmla="*/ 211 w 248"/>
                <a:gd name="T33" fmla="*/ 41 h 139"/>
                <a:gd name="T34" fmla="*/ 207 w 248"/>
                <a:gd name="T35" fmla="*/ 43 h 139"/>
                <a:gd name="T36" fmla="*/ 199 w 248"/>
                <a:gd name="T37" fmla="*/ 37 h 139"/>
                <a:gd name="T38" fmla="*/ 193 w 248"/>
                <a:gd name="T39" fmla="*/ 37 h 139"/>
                <a:gd name="T40" fmla="*/ 188 w 248"/>
                <a:gd name="T41" fmla="*/ 36 h 139"/>
                <a:gd name="T42" fmla="*/ 191 w 248"/>
                <a:gd name="T43" fmla="*/ 24 h 139"/>
                <a:gd name="T44" fmla="*/ 192 w 248"/>
                <a:gd name="T45" fmla="*/ 17 h 139"/>
                <a:gd name="T46" fmla="*/ 183 w 248"/>
                <a:gd name="T47" fmla="*/ 10 h 139"/>
                <a:gd name="T48" fmla="*/ 171 w 248"/>
                <a:gd name="T49" fmla="*/ 5 h 139"/>
                <a:gd name="T50" fmla="*/ 166 w 248"/>
                <a:gd name="T51" fmla="*/ 8 h 139"/>
                <a:gd name="T52" fmla="*/ 151 w 248"/>
                <a:gd name="T53" fmla="*/ 0 h 139"/>
                <a:gd name="T54" fmla="*/ 149 w 248"/>
                <a:gd name="T55" fmla="*/ 15 h 139"/>
                <a:gd name="T56" fmla="*/ 144 w 248"/>
                <a:gd name="T57" fmla="*/ 21 h 139"/>
                <a:gd name="T58" fmla="*/ 138 w 248"/>
                <a:gd name="T59" fmla="*/ 28 h 139"/>
                <a:gd name="T60" fmla="*/ 134 w 248"/>
                <a:gd name="T61" fmla="*/ 28 h 139"/>
                <a:gd name="T62" fmla="*/ 131 w 248"/>
                <a:gd name="T63" fmla="*/ 36 h 139"/>
                <a:gd name="T64" fmla="*/ 127 w 248"/>
                <a:gd name="T65" fmla="*/ 46 h 139"/>
                <a:gd name="T66" fmla="*/ 120 w 248"/>
                <a:gd name="T67" fmla="*/ 43 h 139"/>
                <a:gd name="T68" fmla="*/ 115 w 248"/>
                <a:gd name="T69" fmla="*/ 48 h 139"/>
                <a:gd name="T70" fmla="*/ 109 w 248"/>
                <a:gd name="T71" fmla="*/ 68 h 139"/>
                <a:gd name="T72" fmla="*/ 103 w 248"/>
                <a:gd name="T73" fmla="*/ 78 h 139"/>
                <a:gd name="T74" fmla="*/ 100 w 248"/>
                <a:gd name="T75" fmla="*/ 89 h 139"/>
                <a:gd name="T76" fmla="*/ 82 w 248"/>
                <a:gd name="T77" fmla="*/ 101 h 139"/>
                <a:gd name="T78" fmla="*/ 69 w 248"/>
                <a:gd name="T79" fmla="*/ 100 h 139"/>
                <a:gd name="T80" fmla="*/ 61 w 248"/>
                <a:gd name="T81" fmla="*/ 107 h 139"/>
                <a:gd name="T82" fmla="*/ 50 w 248"/>
                <a:gd name="T83" fmla="*/ 100 h 139"/>
                <a:gd name="T84" fmla="*/ 46 w 248"/>
                <a:gd name="T85" fmla="*/ 97 h 139"/>
                <a:gd name="T86" fmla="*/ 43 w 248"/>
                <a:gd name="T87" fmla="*/ 103 h 139"/>
                <a:gd name="T88" fmla="*/ 28 w 248"/>
                <a:gd name="T89" fmla="*/ 113 h 139"/>
                <a:gd name="T90" fmla="*/ 22 w 248"/>
                <a:gd name="T91" fmla="*/ 127 h 139"/>
                <a:gd name="T92" fmla="*/ 15 w 248"/>
                <a:gd name="T93" fmla="*/ 130 h 139"/>
                <a:gd name="T94" fmla="*/ 6 w 248"/>
                <a:gd name="T95" fmla="*/ 136 h 139"/>
                <a:gd name="T96" fmla="*/ 64 w 248"/>
                <a:gd name="T97" fmla="*/ 133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248" h="139">
                  <a:moveTo>
                    <a:pt x="116" y="127"/>
                  </a:moveTo>
                  <a:lnTo>
                    <a:pt x="169" y="118"/>
                  </a:lnTo>
                  <a:lnTo>
                    <a:pt x="243" y="103"/>
                  </a:lnTo>
                  <a:lnTo>
                    <a:pt x="248" y="101"/>
                  </a:lnTo>
                  <a:lnTo>
                    <a:pt x="248" y="98"/>
                  </a:lnTo>
                  <a:lnTo>
                    <a:pt x="246" y="93"/>
                  </a:lnTo>
                  <a:lnTo>
                    <a:pt x="243" y="89"/>
                  </a:lnTo>
                  <a:lnTo>
                    <a:pt x="239" y="86"/>
                  </a:lnTo>
                  <a:lnTo>
                    <a:pt x="237" y="86"/>
                  </a:lnTo>
                  <a:lnTo>
                    <a:pt x="232" y="83"/>
                  </a:lnTo>
                  <a:lnTo>
                    <a:pt x="231" y="80"/>
                  </a:lnTo>
                  <a:lnTo>
                    <a:pt x="228" y="78"/>
                  </a:lnTo>
                  <a:lnTo>
                    <a:pt x="226" y="74"/>
                  </a:lnTo>
                  <a:lnTo>
                    <a:pt x="224" y="72"/>
                  </a:lnTo>
                  <a:lnTo>
                    <a:pt x="224" y="70"/>
                  </a:lnTo>
                  <a:lnTo>
                    <a:pt x="226" y="68"/>
                  </a:lnTo>
                  <a:lnTo>
                    <a:pt x="230" y="70"/>
                  </a:lnTo>
                  <a:lnTo>
                    <a:pt x="228" y="67"/>
                  </a:lnTo>
                  <a:lnTo>
                    <a:pt x="226" y="64"/>
                  </a:lnTo>
                  <a:lnTo>
                    <a:pt x="224" y="63"/>
                  </a:lnTo>
                  <a:lnTo>
                    <a:pt x="215" y="60"/>
                  </a:lnTo>
                  <a:lnTo>
                    <a:pt x="211" y="54"/>
                  </a:lnTo>
                  <a:lnTo>
                    <a:pt x="211" y="53"/>
                  </a:lnTo>
                  <a:lnTo>
                    <a:pt x="215" y="55"/>
                  </a:lnTo>
                  <a:lnTo>
                    <a:pt x="220" y="56"/>
                  </a:lnTo>
                  <a:lnTo>
                    <a:pt x="221" y="59"/>
                  </a:lnTo>
                  <a:lnTo>
                    <a:pt x="227" y="60"/>
                  </a:lnTo>
                  <a:lnTo>
                    <a:pt x="225" y="56"/>
                  </a:lnTo>
                  <a:lnTo>
                    <a:pt x="225" y="51"/>
                  </a:lnTo>
                  <a:lnTo>
                    <a:pt x="225" y="48"/>
                  </a:lnTo>
                  <a:lnTo>
                    <a:pt x="221" y="49"/>
                  </a:lnTo>
                  <a:lnTo>
                    <a:pt x="215" y="45"/>
                  </a:lnTo>
                  <a:lnTo>
                    <a:pt x="212" y="41"/>
                  </a:lnTo>
                  <a:lnTo>
                    <a:pt x="211" y="41"/>
                  </a:lnTo>
                  <a:lnTo>
                    <a:pt x="210" y="43"/>
                  </a:lnTo>
                  <a:lnTo>
                    <a:pt x="207" y="43"/>
                  </a:lnTo>
                  <a:lnTo>
                    <a:pt x="203" y="39"/>
                  </a:lnTo>
                  <a:lnTo>
                    <a:pt x="199" y="37"/>
                  </a:lnTo>
                  <a:lnTo>
                    <a:pt x="195" y="36"/>
                  </a:lnTo>
                  <a:lnTo>
                    <a:pt x="193" y="37"/>
                  </a:lnTo>
                  <a:lnTo>
                    <a:pt x="190" y="38"/>
                  </a:lnTo>
                  <a:lnTo>
                    <a:pt x="188" y="36"/>
                  </a:lnTo>
                  <a:lnTo>
                    <a:pt x="188" y="25"/>
                  </a:lnTo>
                  <a:lnTo>
                    <a:pt x="191" y="24"/>
                  </a:lnTo>
                  <a:lnTo>
                    <a:pt x="193" y="21"/>
                  </a:lnTo>
                  <a:lnTo>
                    <a:pt x="192" y="17"/>
                  </a:lnTo>
                  <a:lnTo>
                    <a:pt x="188" y="14"/>
                  </a:lnTo>
                  <a:lnTo>
                    <a:pt x="183" y="10"/>
                  </a:lnTo>
                  <a:lnTo>
                    <a:pt x="173" y="4"/>
                  </a:lnTo>
                  <a:lnTo>
                    <a:pt x="171" y="5"/>
                  </a:lnTo>
                  <a:lnTo>
                    <a:pt x="168" y="8"/>
                  </a:lnTo>
                  <a:lnTo>
                    <a:pt x="166" y="8"/>
                  </a:lnTo>
                  <a:lnTo>
                    <a:pt x="160" y="5"/>
                  </a:lnTo>
                  <a:lnTo>
                    <a:pt x="151" y="0"/>
                  </a:lnTo>
                  <a:lnTo>
                    <a:pt x="151" y="8"/>
                  </a:lnTo>
                  <a:lnTo>
                    <a:pt x="149" y="15"/>
                  </a:lnTo>
                  <a:lnTo>
                    <a:pt x="147" y="18"/>
                  </a:lnTo>
                  <a:lnTo>
                    <a:pt x="144" y="21"/>
                  </a:lnTo>
                  <a:lnTo>
                    <a:pt x="139" y="30"/>
                  </a:lnTo>
                  <a:lnTo>
                    <a:pt x="138" y="28"/>
                  </a:lnTo>
                  <a:lnTo>
                    <a:pt x="135" y="28"/>
                  </a:lnTo>
                  <a:lnTo>
                    <a:pt x="134" y="28"/>
                  </a:lnTo>
                  <a:lnTo>
                    <a:pt x="133" y="32"/>
                  </a:lnTo>
                  <a:lnTo>
                    <a:pt x="131" y="36"/>
                  </a:lnTo>
                  <a:lnTo>
                    <a:pt x="128" y="44"/>
                  </a:lnTo>
                  <a:lnTo>
                    <a:pt x="127" y="46"/>
                  </a:lnTo>
                  <a:lnTo>
                    <a:pt x="125" y="45"/>
                  </a:lnTo>
                  <a:lnTo>
                    <a:pt x="120" y="43"/>
                  </a:lnTo>
                  <a:lnTo>
                    <a:pt x="116" y="41"/>
                  </a:lnTo>
                  <a:lnTo>
                    <a:pt x="115" y="48"/>
                  </a:lnTo>
                  <a:lnTo>
                    <a:pt x="112" y="60"/>
                  </a:lnTo>
                  <a:lnTo>
                    <a:pt x="109" y="68"/>
                  </a:lnTo>
                  <a:lnTo>
                    <a:pt x="104" y="73"/>
                  </a:lnTo>
                  <a:lnTo>
                    <a:pt x="103" y="78"/>
                  </a:lnTo>
                  <a:lnTo>
                    <a:pt x="104" y="86"/>
                  </a:lnTo>
                  <a:lnTo>
                    <a:pt x="100" y="89"/>
                  </a:lnTo>
                  <a:lnTo>
                    <a:pt x="89" y="95"/>
                  </a:lnTo>
                  <a:lnTo>
                    <a:pt x="82" y="101"/>
                  </a:lnTo>
                  <a:lnTo>
                    <a:pt x="73" y="103"/>
                  </a:lnTo>
                  <a:lnTo>
                    <a:pt x="69" y="100"/>
                  </a:lnTo>
                  <a:lnTo>
                    <a:pt x="63" y="107"/>
                  </a:lnTo>
                  <a:lnTo>
                    <a:pt x="61" y="107"/>
                  </a:lnTo>
                  <a:lnTo>
                    <a:pt x="56" y="105"/>
                  </a:lnTo>
                  <a:lnTo>
                    <a:pt x="50" y="100"/>
                  </a:lnTo>
                  <a:lnTo>
                    <a:pt x="49" y="97"/>
                  </a:lnTo>
                  <a:lnTo>
                    <a:pt x="46" y="97"/>
                  </a:lnTo>
                  <a:lnTo>
                    <a:pt x="45" y="99"/>
                  </a:lnTo>
                  <a:lnTo>
                    <a:pt x="43" y="103"/>
                  </a:lnTo>
                  <a:lnTo>
                    <a:pt x="39" y="109"/>
                  </a:lnTo>
                  <a:lnTo>
                    <a:pt x="28" y="113"/>
                  </a:lnTo>
                  <a:lnTo>
                    <a:pt x="25" y="118"/>
                  </a:lnTo>
                  <a:lnTo>
                    <a:pt x="22" y="127"/>
                  </a:lnTo>
                  <a:lnTo>
                    <a:pt x="18" y="128"/>
                  </a:lnTo>
                  <a:lnTo>
                    <a:pt x="15" y="130"/>
                  </a:lnTo>
                  <a:lnTo>
                    <a:pt x="10" y="133"/>
                  </a:lnTo>
                  <a:lnTo>
                    <a:pt x="6" y="136"/>
                  </a:lnTo>
                  <a:lnTo>
                    <a:pt x="0" y="139"/>
                  </a:lnTo>
                  <a:lnTo>
                    <a:pt x="64" y="133"/>
                  </a:lnTo>
                  <a:lnTo>
                    <a:pt x="116" y="1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1" name="Freeform 40">
              <a:extLst>
                <a:ext uri="{FF2B5EF4-FFF2-40B4-BE49-F238E27FC236}">
                  <a16:creationId xmlns:a16="http://schemas.microsoft.com/office/drawing/2014/main" id="{832B7E41-38A0-5A4E-F25F-F7EC691226F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06291" y="2750011"/>
              <a:ext cx="269831" cy="209119"/>
            </a:xfrm>
            <a:custGeom>
              <a:avLst/>
              <a:gdLst>
                <a:gd name="T0" fmla="*/ 94 w 189"/>
                <a:gd name="T1" fmla="*/ 4 h 147"/>
                <a:gd name="T2" fmla="*/ 79 w 189"/>
                <a:gd name="T3" fmla="*/ 0 h 147"/>
                <a:gd name="T4" fmla="*/ 67 w 189"/>
                <a:gd name="T5" fmla="*/ 4 h 147"/>
                <a:gd name="T6" fmla="*/ 58 w 189"/>
                <a:gd name="T7" fmla="*/ 6 h 147"/>
                <a:gd name="T8" fmla="*/ 39 w 189"/>
                <a:gd name="T9" fmla="*/ 4 h 147"/>
                <a:gd name="T10" fmla="*/ 26 w 189"/>
                <a:gd name="T11" fmla="*/ 7 h 147"/>
                <a:gd name="T12" fmla="*/ 12 w 189"/>
                <a:gd name="T13" fmla="*/ 18 h 147"/>
                <a:gd name="T14" fmla="*/ 11 w 189"/>
                <a:gd name="T15" fmla="*/ 22 h 147"/>
                <a:gd name="T16" fmla="*/ 5 w 189"/>
                <a:gd name="T17" fmla="*/ 26 h 147"/>
                <a:gd name="T18" fmla="*/ 0 w 189"/>
                <a:gd name="T19" fmla="*/ 32 h 147"/>
                <a:gd name="T20" fmla="*/ 4 w 189"/>
                <a:gd name="T21" fmla="*/ 37 h 147"/>
                <a:gd name="T22" fmla="*/ 19 w 189"/>
                <a:gd name="T23" fmla="*/ 45 h 147"/>
                <a:gd name="T24" fmla="*/ 24 w 189"/>
                <a:gd name="T25" fmla="*/ 53 h 147"/>
                <a:gd name="T26" fmla="*/ 34 w 189"/>
                <a:gd name="T27" fmla="*/ 64 h 147"/>
                <a:gd name="T28" fmla="*/ 55 w 189"/>
                <a:gd name="T29" fmla="*/ 81 h 147"/>
                <a:gd name="T30" fmla="*/ 66 w 189"/>
                <a:gd name="T31" fmla="*/ 96 h 147"/>
                <a:gd name="T32" fmla="*/ 76 w 189"/>
                <a:gd name="T33" fmla="*/ 102 h 147"/>
                <a:gd name="T34" fmla="*/ 82 w 189"/>
                <a:gd name="T35" fmla="*/ 107 h 147"/>
                <a:gd name="T36" fmla="*/ 87 w 189"/>
                <a:gd name="T37" fmla="*/ 114 h 147"/>
                <a:gd name="T38" fmla="*/ 89 w 189"/>
                <a:gd name="T39" fmla="*/ 119 h 147"/>
                <a:gd name="T40" fmla="*/ 91 w 189"/>
                <a:gd name="T41" fmla="*/ 124 h 147"/>
                <a:gd name="T42" fmla="*/ 95 w 189"/>
                <a:gd name="T43" fmla="*/ 125 h 147"/>
                <a:gd name="T44" fmla="*/ 98 w 189"/>
                <a:gd name="T45" fmla="*/ 128 h 147"/>
                <a:gd name="T46" fmla="*/ 99 w 189"/>
                <a:gd name="T47" fmla="*/ 133 h 147"/>
                <a:gd name="T48" fmla="*/ 103 w 189"/>
                <a:gd name="T49" fmla="*/ 138 h 147"/>
                <a:gd name="T50" fmla="*/ 104 w 189"/>
                <a:gd name="T51" fmla="*/ 145 h 147"/>
                <a:gd name="T52" fmla="*/ 108 w 189"/>
                <a:gd name="T53" fmla="*/ 147 h 147"/>
                <a:gd name="T54" fmla="*/ 110 w 189"/>
                <a:gd name="T55" fmla="*/ 140 h 147"/>
                <a:gd name="T56" fmla="*/ 116 w 189"/>
                <a:gd name="T57" fmla="*/ 140 h 147"/>
                <a:gd name="T58" fmla="*/ 117 w 189"/>
                <a:gd name="T59" fmla="*/ 137 h 147"/>
                <a:gd name="T60" fmla="*/ 112 w 189"/>
                <a:gd name="T61" fmla="*/ 136 h 147"/>
                <a:gd name="T62" fmla="*/ 110 w 189"/>
                <a:gd name="T63" fmla="*/ 133 h 147"/>
                <a:gd name="T64" fmla="*/ 115 w 189"/>
                <a:gd name="T65" fmla="*/ 132 h 147"/>
                <a:gd name="T66" fmla="*/ 119 w 189"/>
                <a:gd name="T67" fmla="*/ 135 h 147"/>
                <a:gd name="T68" fmla="*/ 124 w 189"/>
                <a:gd name="T69" fmla="*/ 128 h 147"/>
                <a:gd name="T70" fmla="*/ 123 w 189"/>
                <a:gd name="T71" fmla="*/ 123 h 147"/>
                <a:gd name="T72" fmla="*/ 130 w 189"/>
                <a:gd name="T73" fmla="*/ 123 h 147"/>
                <a:gd name="T74" fmla="*/ 135 w 189"/>
                <a:gd name="T75" fmla="*/ 119 h 147"/>
                <a:gd name="T76" fmla="*/ 131 w 189"/>
                <a:gd name="T77" fmla="*/ 118 h 147"/>
                <a:gd name="T78" fmla="*/ 129 w 189"/>
                <a:gd name="T79" fmla="*/ 115 h 147"/>
                <a:gd name="T80" fmla="*/ 133 w 189"/>
                <a:gd name="T81" fmla="*/ 115 h 147"/>
                <a:gd name="T82" fmla="*/ 138 w 189"/>
                <a:gd name="T83" fmla="*/ 117 h 147"/>
                <a:gd name="T84" fmla="*/ 145 w 189"/>
                <a:gd name="T85" fmla="*/ 110 h 147"/>
                <a:gd name="T86" fmla="*/ 141 w 189"/>
                <a:gd name="T87" fmla="*/ 105 h 147"/>
                <a:gd name="T88" fmla="*/ 143 w 189"/>
                <a:gd name="T89" fmla="*/ 103 h 147"/>
                <a:gd name="T90" fmla="*/ 149 w 189"/>
                <a:gd name="T91" fmla="*/ 103 h 147"/>
                <a:gd name="T92" fmla="*/ 155 w 189"/>
                <a:gd name="T93" fmla="*/ 93 h 147"/>
                <a:gd name="T94" fmla="*/ 164 w 189"/>
                <a:gd name="T95" fmla="*/ 89 h 147"/>
                <a:gd name="T96" fmla="*/ 169 w 189"/>
                <a:gd name="T97" fmla="*/ 81 h 147"/>
                <a:gd name="T98" fmla="*/ 165 w 189"/>
                <a:gd name="T99" fmla="*/ 75 h 147"/>
                <a:gd name="T100" fmla="*/ 169 w 189"/>
                <a:gd name="T101" fmla="*/ 75 h 147"/>
                <a:gd name="T102" fmla="*/ 170 w 189"/>
                <a:gd name="T103" fmla="*/ 70 h 147"/>
                <a:gd name="T104" fmla="*/ 175 w 189"/>
                <a:gd name="T105" fmla="*/ 60 h 147"/>
                <a:gd name="T106" fmla="*/ 178 w 189"/>
                <a:gd name="T107" fmla="*/ 54 h 147"/>
                <a:gd name="T108" fmla="*/ 187 w 189"/>
                <a:gd name="T109" fmla="*/ 46 h 147"/>
                <a:gd name="T110" fmla="*/ 138 w 189"/>
                <a:gd name="T111" fmla="*/ 6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189" h="147">
                  <a:moveTo>
                    <a:pt x="98" y="14"/>
                  </a:moveTo>
                  <a:cubicBezTo>
                    <a:pt x="94" y="4"/>
                    <a:pt x="94" y="4"/>
                    <a:pt x="94" y="4"/>
                  </a:cubicBezTo>
                  <a:cubicBezTo>
                    <a:pt x="88" y="1"/>
                    <a:pt x="88" y="1"/>
                    <a:pt x="88" y="1"/>
                  </a:cubicBezTo>
                  <a:cubicBezTo>
                    <a:pt x="79" y="0"/>
                    <a:pt x="79" y="0"/>
                    <a:pt x="79" y="0"/>
                  </a:cubicBezTo>
                  <a:cubicBezTo>
                    <a:pt x="72" y="1"/>
                    <a:pt x="72" y="1"/>
                    <a:pt x="72" y="1"/>
                  </a:cubicBezTo>
                  <a:cubicBezTo>
                    <a:pt x="67" y="4"/>
                    <a:pt x="67" y="4"/>
                    <a:pt x="67" y="4"/>
                  </a:cubicBezTo>
                  <a:cubicBezTo>
                    <a:pt x="64" y="5"/>
                    <a:pt x="64" y="5"/>
                    <a:pt x="64" y="5"/>
                  </a:cubicBezTo>
                  <a:cubicBezTo>
                    <a:pt x="58" y="6"/>
                    <a:pt x="58" y="6"/>
                    <a:pt x="58" y="6"/>
                  </a:cubicBezTo>
                  <a:cubicBezTo>
                    <a:pt x="46" y="4"/>
                    <a:pt x="46" y="4"/>
                    <a:pt x="46" y="4"/>
                  </a:cubicBezTo>
                  <a:cubicBezTo>
                    <a:pt x="39" y="4"/>
                    <a:pt x="39" y="4"/>
                    <a:pt x="39" y="4"/>
                  </a:cubicBezTo>
                  <a:cubicBezTo>
                    <a:pt x="31" y="5"/>
                    <a:pt x="31" y="5"/>
                    <a:pt x="31" y="5"/>
                  </a:cubicBezTo>
                  <a:cubicBezTo>
                    <a:pt x="26" y="7"/>
                    <a:pt x="26" y="7"/>
                    <a:pt x="26" y="7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1" y="20"/>
                    <a:pt x="11" y="20"/>
                    <a:pt x="11" y="20"/>
                  </a:cubicBezTo>
                  <a:cubicBezTo>
                    <a:pt x="11" y="22"/>
                    <a:pt x="11" y="22"/>
                    <a:pt x="11" y="22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5" y="26"/>
                    <a:pt x="5" y="26"/>
                    <a:pt x="5" y="26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32"/>
                    <a:pt x="0" y="32"/>
                    <a:pt x="0" y="32"/>
                  </a:cubicBezTo>
                  <a:cubicBezTo>
                    <a:pt x="2" y="34"/>
                    <a:pt x="2" y="34"/>
                    <a:pt x="2" y="34"/>
                  </a:cubicBezTo>
                  <a:cubicBezTo>
                    <a:pt x="4" y="37"/>
                    <a:pt x="4" y="37"/>
                    <a:pt x="4" y="37"/>
                  </a:cubicBezTo>
                  <a:cubicBezTo>
                    <a:pt x="16" y="42"/>
                    <a:pt x="16" y="42"/>
                    <a:pt x="16" y="42"/>
                  </a:cubicBezTo>
                  <a:cubicBezTo>
                    <a:pt x="19" y="45"/>
                    <a:pt x="19" y="45"/>
                    <a:pt x="19" y="45"/>
                  </a:cubicBezTo>
                  <a:cubicBezTo>
                    <a:pt x="22" y="49"/>
                    <a:pt x="22" y="49"/>
                    <a:pt x="22" y="49"/>
                  </a:cubicBezTo>
                  <a:cubicBezTo>
                    <a:pt x="24" y="53"/>
                    <a:pt x="24" y="53"/>
                    <a:pt x="24" y="53"/>
                  </a:cubicBezTo>
                  <a:cubicBezTo>
                    <a:pt x="29" y="58"/>
                    <a:pt x="29" y="58"/>
                    <a:pt x="29" y="58"/>
                  </a:cubicBezTo>
                  <a:cubicBezTo>
                    <a:pt x="34" y="64"/>
                    <a:pt x="34" y="64"/>
                    <a:pt x="34" y="64"/>
                  </a:cubicBezTo>
                  <a:cubicBezTo>
                    <a:pt x="50" y="77"/>
                    <a:pt x="50" y="77"/>
                    <a:pt x="50" y="77"/>
                  </a:cubicBezTo>
                  <a:cubicBezTo>
                    <a:pt x="55" y="81"/>
                    <a:pt x="55" y="81"/>
                    <a:pt x="55" y="81"/>
                  </a:cubicBezTo>
                  <a:cubicBezTo>
                    <a:pt x="61" y="89"/>
                    <a:pt x="61" y="89"/>
                    <a:pt x="61" y="89"/>
                  </a:cubicBezTo>
                  <a:cubicBezTo>
                    <a:pt x="66" y="96"/>
                    <a:pt x="66" y="96"/>
                    <a:pt x="66" y="96"/>
                  </a:cubicBezTo>
                  <a:cubicBezTo>
                    <a:pt x="73" y="99"/>
                    <a:pt x="73" y="99"/>
                    <a:pt x="73" y="99"/>
                  </a:cubicBezTo>
                  <a:cubicBezTo>
                    <a:pt x="76" y="102"/>
                    <a:pt x="76" y="102"/>
                    <a:pt x="76" y="102"/>
                  </a:cubicBezTo>
                  <a:cubicBezTo>
                    <a:pt x="79" y="105"/>
                    <a:pt x="79" y="105"/>
                    <a:pt x="79" y="105"/>
                  </a:cubicBezTo>
                  <a:cubicBezTo>
                    <a:pt x="82" y="107"/>
                    <a:pt x="82" y="107"/>
                    <a:pt x="82" y="107"/>
                  </a:cubicBezTo>
                  <a:cubicBezTo>
                    <a:pt x="84" y="109"/>
                    <a:pt x="84" y="109"/>
                    <a:pt x="84" y="109"/>
                  </a:cubicBezTo>
                  <a:cubicBezTo>
                    <a:pt x="87" y="114"/>
                    <a:pt x="87" y="114"/>
                    <a:pt x="87" y="114"/>
                  </a:cubicBezTo>
                  <a:cubicBezTo>
                    <a:pt x="89" y="117"/>
                    <a:pt x="89" y="117"/>
                    <a:pt x="89" y="117"/>
                  </a:cubicBezTo>
                  <a:cubicBezTo>
                    <a:pt x="89" y="119"/>
                    <a:pt x="89" y="119"/>
                    <a:pt x="89" y="119"/>
                  </a:cubicBezTo>
                  <a:cubicBezTo>
                    <a:pt x="90" y="122"/>
                    <a:pt x="90" y="122"/>
                    <a:pt x="90" y="122"/>
                  </a:cubicBezTo>
                  <a:cubicBezTo>
                    <a:pt x="91" y="124"/>
                    <a:pt x="91" y="124"/>
                    <a:pt x="91" y="124"/>
                  </a:cubicBezTo>
                  <a:cubicBezTo>
                    <a:pt x="92" y="124"/>
                    <a:pt x="92" y="124"/>
                    <a:pt x="92" y="124"/>
                  </a:cubicBezTo>
                  <a:cubicBezTo>
                    <a:pt x="95" y="125"/>
                    <a:pt x="95" y="125"/>
                    <a:pt x="95" y="125"/>
                  </a:cubicBezTo>
                  <a:cubicBezTo>
                    <a:pt x="98" y="127"/>
                    <a:pt x="98" y="127"/>
                    <a:pt x="98" y="127"/>
                  </a:cubicBezTo>
                  <a:cubicBezTo>
                    <a:pt x="98" y="128"/>
                    <a:pt x="98" y="128"/>
                    <a:pt x="98" y="128"/>
                  </a:cubicBezTo>
                  <a:cubicBezTo>
                    <a:pt x="98" y="130"/>
                    <a:pt x="98" y="130"/>
                    <a:pt x="98" y="130"/>
                  </a:cubicBezTo>
                  <a:cubicBezTo>
                    <a:pt x="99" y="133"/>
                    <a:pt x="99" y="133"/>
                    <a:pt x="99" y="133"/>
                  </a:cubicBezTo>
                  <a:cubicBezTo>
                    <a:pt x="103" y="137"/>
                    <a:pt x="103" y="137"/>
                    <a:pt x="103" y="137"/>
                  </a:cubicBezTo>
                  <a:cubicBezTo>
                    <a:pt x="103" y="138"/>
                    <a:pt x="103" y="138"/>
                    <a:pt x="103" y="138"/>
                  </a:cubicBezTo>
                  <a:cubicBezTo>
                    <a:pt x="103" y="142"/>
                    <a:pt x="103" y="142"/>
                    <a:pt x="103" y="142"/>
                  </a:cubicBezTo>
                  <a:cubicBezTo>
                    <a:pt x="104" y="145"/>
                    <a:pt x="104" y="145"/>
                    <a:pt x="104" y="145"/>
                  </a:cubicBezTo>
                  <a:cubicBezTo>
                    <a:pt x="106" y="146"/>
                    <a:pt x="106" y="146"/>
                    <a:pt x="106" y="146"/>
                  </a:cubicBezTo>
                  <a:cubicBezTo>
                    <a:pt x="108" y="147"/>
                    <a:pt x="108" y="147"/>
                    <a:pt x="108" y="147"/>
                  </a:cubicBezTo>
                  <a:cubicBezTo>
                    <a:pt x="108" y="141"/>
                    <a:pt x="108" y="141"/>
                    <a:pt x="108" y="141"/>
                  </a:cubicBezTo>
                  <a:cubicBezTo>
                    <a:pt x="110" y="140"/>
                    <a:pt x="110" y="140"/>
                    <a:pt x="110" y="140"/>
                  </a:cubicBezTo>
                  <a:cubicBezTo>
                    <a:pt x="115" y="140"/>
                    <a:pt x="115" y="140"/>
                    <a:pt x="115" y="140"/>
                  </a:cubicBezTo>
                  <a:cubicBezTo>
                    <a:pt x="116" y="140"/>
                    <a:pt x="116" y="140"/>
                    <a:pt x="116" y="140"/>
                  </a:cubicBezTo>
                  <a:cubicBezTo>
                    <a:pt x="116" y="140"/>
                    <a:pt x="118" y="139"/>
                    <a:pt x="118" y="139"/>
                  </a:cubicBezTo>
                  <a:cubicBezTo>
                    <a:pt x="118" y="138"/>
                    <a:pt x="117" y="137"/>
                    <a:pt x="117" y="137"/>
                  </a:cubicBezTo>
                  <a:cubicBezTo>
                    <a:pt x="116" y="137"/>
                    <a:pt x="116" y="137"/>
                    <a:pt x="116" y="137"/>
                  </a:cubicBezTo>
                  <a:cubicBezTo>
                    <a:pt x="116" y="137"/>
                    <a:pt x="112" y="136"/>
                    <a:pt x="112" y="136"/>
                  </a:cubicBezTo>
                  <a:cubicBezTo>
                    <a:pt x="111" y="136"/>
                    <a:pt x="110" y="134"/>
                    <a:pt x="110" y="134"/>
                  </a:cubicBezTo>
                  <a:cubicBezTo>
                    <a:pt x="110" y="133"/>
                    <a:pt x="110" y="133"/>
                    <a:pt x="110" y="133"/>
                  </a:cubicBezTo>
                  <a:cubicBezTo>
                    <a:pt x="111" y="129"/>
                    <a:pt x="111" y="129"/>
                    <a:pt x="111" y="129"/>
                  </a:cubicBezTo>
                  <a:cubicBezTo>
                    <a:pt x="115" y="132"/>
                    <a:pt x="115" y="132"/>
                    <a:pt x="115" y="132"/>
                  </a:cubicBezTo>
                  <a:cubicBezTo>
                    <a:pt x="116" y="133"/>
                    <a:pt x="116" y="133"/>
                    <a:pt x="116" y="133"/>
                  </a:cubicBezTo>
                  <a:cubicBezTo>
                    <a:pt x="119" y="135"/>
                    <a:pt x="119" y="135"/>
                    <a:pt x="119" y="135"/>
                  </a:cubicBezTo>
                  <a:cubicBezTo>
                    <a:pt x="123" y="134"/>
                    <a:pt x="123" y="134"/>
                    <a:pt x="123" y="134"/>
                  </a:cubicBezTo>
                  <a:cubicBezTo>
                    <a:pt x="124" y="128"/>
                    <a:pt x="124" y="128"/>
                    <a:pt x="124" y="128"/>
                  </a:cubicBezTo>
                  <a:cubicBezTo>
                    <a:pt x="124" y="127"/>
                    <a:pt x="124" y="127"/>
                    <a:pt x="124" y="127"/>
                  </a:cubicBezTo>
                  <a:cubicBezTo>
                    <a:pt x="123" y="123"/>
                    <a:pt x="123" y="123"/>
                    <a:pt x="123" y="123"/>
                  </a:cubicBezTo>
                  <a:cubicBezTo>
                    <a:pt x="126" y="123"/>
                    <a:pt x="126" y="123"/>
                    <a:pt x="126" y="123"/>
                  </a:cubicBezTo>
                  <a:cubicBezTo>
                    <a:pt x="130" y="123"/>
                    <a:pt x="130" y="123"/>
                    <a:pt x="130" y="123"/>
                  </a:cubicBezTo>
                  <a:cubicBezTo>
                    <a:pt x="135" y="120"/>
                    <a:pt x="135" y="120"/>
                    <a:pt x="135" y="120"/>
                  </a:cubicBezTo>
                  <a:cubicBezTo>
                    <a:pt x="135" y="119"/>
                    <a:pt x="135" y="119"/>
                    <a:pt x="135" y="119"/>
                  </a:cubicBezTo>
                  <a:cubicBezTo>
                    <a:pt x="133" y="118"/>
                    <a:pt x="133" y="118"/>
                    <a:pt x="133" y="118"/>
                  </a:cubicBezTo>
                  <a:cubicBezTo>
                    <a:pt x="131" y="118"/>
                    <a:pt x="131" y="118"/>
                    <a:pt x="131" y="118"/>
                  </a:cubicBezTo>
                  <a:cubicBezTo>
                    <a:pt x="129" y="117"/>
                    <a:pt x="129" y="117"/>
                    <a:pt x="129" y="117"/>
                  </a:cubicBezTo>
                  <a:cubicBezTo>
                    <a:pt x="129" y="115"/>
                    <a:pt x="129" y="115"/>
                    <a:pt x="129" y="115"/>
                  </a:cubicBezTo>
                  <a:cubicBezTo>
                    <a:pt x="132" y="114"/>
                    <a:pt x="132" y="114"/>
                    <a:pt x="132" y="114"/>
                  </a:cubicBezTo>
                  <a:cubicBezTo>
                    <a:pt x="133" y="115"/>
                    <a:pt x="133" y="115"/>
                    <a:pt x="133" y="115"/>
                  </a:cubicBezTo>
                  <a:cubicBezTo>
                    <a:pt x="136" y="117"/>
                    <a:pt x="136" y="117"/>
                    <a:pt x="136" y="117"/>
                  </a:cubicBezTo>
                  <a:cubicBezTo>
                    <a:pt x="138" y="117"/>
                    <a:pt x="138" y="117"/>
                    <a:pt x="138" y="117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45" y="110"/>
                    <a:pt x="145" y="110"/>
                    <a:pt x="145" y="110"/>
                  </a:cubicBezTo>
                  <a:cubicBezTo>
                    <a:pt x="144" y="107"/>
                    <a:pt x="144" y="107"/>
                    <a:pt x="144" y="107"/>
                  </a:cubicBezTo>
                  <a:cubicBezTo>
                    <a:pt x="141" y="105"/>
                    <a:pt x="141" y="105"/>
                    <a:pt x="141" y="105"/>
                  </a:cubicBezTo>
                  <a:cubicBezTo>
                    <a:pt x="141" y="104"/>
                    <a:pt x="141" y="104"/>
                    <a:pt x="141" y="104"/>
                  </a:cubicBezTo>
                  <a:cubicBezTo>
                    <a:pt x="143" y="103"/>
                    <a:pt x="143" y="103"/>
                    <a:pt x="143" y="103"/>
                  </a:cubicBezTo>
                  <a:cubicBezTo>
                    <a:pt x="147" y="105"/>
                    <a:pt x="147" y="105"/>
                    <a:pt x="147" y="105"/>
                  </a:cubicBezTo>
                  <a:cubicBezTo>
                    <a:pt x="149" y="103"/>
                    <a:pt x="149" y="103"/>
                    <a:pt x="149" y="103"/>
                  </a:cubicBezTo>
                  <a:cubicBezTo>
                    <a:pt x="151" y="100"/>
                    <a:pt x="151" y="100"/>
                    <a:pt x="151" y="100"/>
                  </a:cubicBezTo>
                  <a:cubicBezTo>
                    <a:pt x="155" y="93"/>
                    <a:pt x="155" y="93"/>
                    <a:pt x="155" y="93"/>
                  </a:cubicBezTo>
                  <a:cubicBezTo>
                    <a:pt x="159" y="90"/>
                    <a:pt x="159" y="90"/>
                    <a:pt x="159" y="90"/>
                  </a:cubicBezTo>
                  <a:cubicBezTo>
                    <a:pt x="164" y="89"/>
                    <a:pt x="164" y="89"/>
                    <a:pt x="164" y="89"/>
                  </a:cubicBezTo>
                  <a:cubicBezTo>
                    <a:pt x="167" y="84"/>
                    <a:pt x="167" y="84"/>
                    <a:pt x="167" y="84"/>
                  </a:cubicBezTo>
                  <a:cubicBezTo>
                    <a:pt x="169" y="81"/>
                    <a:pt x="169" y="81"/>
                    <a:pt x="169" y="81"/>
                  </a:cubicBezTo>
                  <a:cubicBezTo>
                    <a:pt x="167" y="79"/>
                    <a:pt x="167" y="79"/>
                    <a:pt x="167" y="79"/>
                  </a:cubicBezTo>
                  <a:cubicBezTo>
                    <a:pt x="165" y="75"/>
                    <a:pt x="165" y="75"/>
                    <a:pt x="165" y="75"/>
                  </a:cubicBezTo>
                  <a:cubicBezTo>
                    <a:pt x="167" y="75"/>
                    <a:pt x="167" y="75"/>
                    <a:pt x="167" y="75"/>
                  </a:cubicBezTo>
                  <a:cubicBezTo>
                    <a:pt x="169" y="75"/>
                    <a:pt x="169" y="75"/>
                    <a:pt x="169" y="75"/>
                  </a:cubicBezTo>
                  <a:cubicBezTo>
                    <a:pt x="169" y="72"/>
                    <a:pt x="169" y="72"/>
                    <a:pt x="169" y="72"/>
                  </a:cubicBezTo>
                  <a:cubicBezTo>
                    <a:pt x="170" y="70"/>
                    <a:pt x="170" y="70"/>
                    <a:pt x="170" y="70"/>
                  </a:cubicBezTo>
                  <a:cubicBezTo>
                    <a:pt x="173" y="66"/>
                    <a:pt x="173" y="66"/>
                    <a:pt x="173" y="66"/>
                  </a:cubicBezTo>
                  <a:cubicBezTo>
                    <a:pt x="175" y="60"/>
                    <a:pt x="175" y="60"/>
                    <a:pt x="175" y="60"/>
                  </a:cubicBezTo>
                  <a:cubicBezTo>
                    <a:pt x="177" y="56"/>
                    <a:pt x="177" y="56"/>
                    <a:pt x="177" y="56"/>
                  </a:cubicBezTo>
                  <a:cubicBezTo>
                    <a:pt x="178" y="54"/>
                    <a:pt x="178" y="54"/>
                    <a:pt x="178" y="54"/>
                  </a:cubicBezTo>
                  <a:cubicBezTo>
                    <a:pt x="180" y="52"/>
                    <a:pt x="180" y="52"/>
                    <a:pt x="180" y="52"/>
                  </a:cubicBezTo>
                  <a:cubicBezTo>
                    <a:pt x="187" y="46"/>
                    <a:pt x="187" y="46"/>
                    <a:pt x="187" y="46"/>
                  </a:cubicBezTo>
                  <a:cubicBezTo>
                    <a:pt x="189" y="44"/>
                    <a:pt x="189" y="44"/>
                    <a:pt x="189" y="44"/>
                  </a:cubicBezTo>
                  <a:cubicBezTo>
                    <a:pt x="138" y="6"/>
                    <a:pt x="138" y="6"/>
                    <a:pt x="138" y="6"/>
                  </a:cubicBezTo>
                  <a:lnTo>
                    <a:pt x="98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2" name="Freeform 41">
              <a:extLst>
                <a:ext uri="{FF2B5EF4-FFF2-40B4-BE49-F238E27FC236}">
                  <a16:creationId xmlns:a16="http://schemas.microsoft.com/office/drawing/2014/main" id="{520879BE-96D6-C631-E09A-AAE4263F4FC9}"/>
                </a:ext>
              </a:extLst>
            </p:cNvPr>
            <p:cNvSpPr>
              <a:spLocks/>
            </p:cNvSpPr>
            <p:nvPr/>
          </p:nvSpPr>
          <p:spPr bwMode="auto">
            <a:xfrm>
              <a:off x="7128028" y="2788799"/>
              <a:ext cx="212492" cy="340661"/>
            </a:xfrm>
            <a:custGeom>
              <a:avLst/>
              <a:gdLst>
                <a:gd name="T0" fmla="*/ 39 w 126"/>
                <a:gd name="T1" fmla="*/ 183 h 202"/>
                <a:gd name="T2" fmla="*/ 33 w 126"/>
                <a:gd name="T3" fmla="*/ 176 h 202"/>
                <a:gd name="T4" fmla="*/ 36 w 126"/>
                <a:gd name="T5" fmla="*/ 172 h 202"/>
                <a:gd name="T6" fmla="*/ 51 w 126"/>
                <a:gd name="T7" fmla="*/ 168 h 202"/>
                <a:gd name="T8" fmla="*/ 125 w 126"/>
                <a:gd name="T9" fmla="*/ 161 h 202"/>
                <a:gd name="T10" fmla="*/ 120 w 126"/>
                <a:gd name="T11" fmla="*/ 153 h 202"/>
                <a:gd name="T12" fmla="*/ 119 w 126"/>
                <a:gd name="T13" fmla="*/ 148 h 202"/>
                <a:gd name="T14" fmla="*/ 120 w 126"/>
                <a:gd name="T15" fmla="*/ 141 h 202"/>
                <a:gd name="T16" fmla="*/ 116 w 126"/>
                <a:gd name="T17" fmla="*/ 130 h 202"/>
                <a:gd name="T18" fmla="*/ 119 w 126"/>
                <a:gd name="T19" fmla="*/ 123 h 202"/>
                <a:gd name="T20" fmla="*/ 116 w 126"/>
                <a:gd name="T21" fmla="*/ 117 h 202"/>
                <a:gd name="T22" fmla="*/ 122 w 126"/>
                <a:gd name="T23" fmla="*/ 110 h 202"/>
                <a:gd name="T24" fmla="*/ 119 w 126"/>
                <a:gd name="T25" fmla="*/ 104 h 202"/>
                <a:gd name="T26" fmla="*/ 115 w 126"/>
                <a:gd name="T27" fmla="*/ 95 h 202"/>
                <a:gd name="T28" fmla="*/ 106 w 126"/>
                <a:gd name="T29" fmla="*/ 75 h 202"/>
                <a:gd name="T30" fmla="*/ 89 w 126"/>
                <a:gd name="T31" fmla="*/ 12 h 202"/>
                <a:gd name="T32" fmla="*/ 94 w 126"/>
                <a:gd name="T33" fmla="*/ 0 h 202"/>
                <a:gd name="T34" fmla="*/ 1 w 126"/>
                <a:gd name="T35" fmla="*/ 7 h 202"/>
                <a:gd name="T36" fmla="*/ 0 w 126"/>
                <a:gd name="T37" fmla="*/ 106 h 202"/>
                <a:gd name="T38" fmla="*/ 6 w 126"/>
                <a:gd name="T39" fmla="*/ 196 h 202"/>
                <a:gd name="T40" fmla="*/ 11 w 126"/>
                <a:gd name="T41" fmla="*/ 197 h 202"/>
                <a:gd name="T42" fmla="*/ 16 w 126"/>
                <a:gd name="T43" fmla="*/ 195 h 202"/>
                <a:gd name="T44" fmla="*/ 16 w 126"/>
                <a:gd name="T45" fmla="*/ 187 h 202"/>
                <a:gd name="T46" fmla="*/ 21 w 126"/>
                <a:gd name="T47" fmla="*/ 184 h 202"/>
                <a:gd name="T48" fmla="*/ 22 w 126"/>
                <a:gd name="T49" fmla="*/ 189 h 202"/>
                <a:gd name="T50" fmla="*/ 22 w 126"/>
                <a:gd name="T51" fmla="*/ 193 h 202"/>
                <a:gd name="T52" fmla="*/ 25 w 126"/>
                <a:gd name="T53" fmla="*/ 195 h 202"/>
                <a:gd name="T54" fmla="*/ 27 w 126"/>
                <a:gd name="T55" fmla="*/ 199 h 202"/>
                <a:gd name="T56" fmla="*/ 25 w 126"/>
                <a:gd name="T57" fmla="*/ 202 h 202"/>
                <a:gd name="T58" fmla="*/ 31 w 126"/>
                <a:gd name="T59" fmla="*/ 200 h 202"/>
                <a:gd name="T60" fmla="*/ 38 w 126"/>
                <a:gd name="T61" fmla="*/ 197 h 202"/>
                <a:gd name="T62" fmla="*/ 43 w 126"/>
                <a:gd name="T63" fmla="*/ 196 h 202"/>
                <a:gd name="T64" fmla="*/ 44 w 126"/>
                <a:gd name="T65" fmla="*/ 195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26" h="202">
                  <a:moveTo>
                    <a:pt x="40" y="188"/>
                  </a:moveTo>
                  <a:lnTo>
                    <a:pt x="39" y="183"/>
                  </a:lnTo>
                  <a:lnTo>
                    <a:pt x="35" y="178"/>
                  </a:lnTo>
                  <a:lnTo>
                    <a:pt x="33" y="176"/>
                  </a:lnTo>
                  <a:lnTo>
                    <a:pt x="33" y="173"/>
                  </a:lnTo>
                  <a:lnTo>
                    <a:pt x="36" y="172"/>
                  </a:lnTo>
                  <a:lnTo>
                    <a:pt x="43" y="170"/>
                  </a:lnTo>
                  <a:lnTo>
                    <a:pt x="51" y="168"/>
                  </a:lnTo>
                  <a:lnTo>
                    <a:pt x="126" y="162"/>
                  </a:lnTo>
                  <a:lnTo>
                    <a:pt x="125" y="161"/>
                  </a:lnTo>
                  <a:lnTo>
                    <a:pt x="121" y="156"/>
                  </a:lnTo>
                  <a:lnTo>
                    <a:pt x="120" y="153"/>
                  </a:lnTo>
                  <a:lnTo>
                    <a:pt x="118" y="150"/>
                  </a:lnTo>
                  <a:lnTo>
                    <a:pt x="119" y="148"/>
                  </a:lnTo>
                  <a:lnTo>
                    <a:pt x="121" y="146"/>
                  </a:lnTo>
                  <a:lnTo>
                    <a:pt x="120" y="141"/>
                  </a:lnTo>
                  <a:lnTo>
                    <a:pt x="118" y="138"/>
                  </a:lnTo>
                  <a:lnTo>
                    <a:pt x="116" y="130"/>
                  </a:lnTo>
                  <a:lnTo>
                    <a:pt x="116" y="125"/>
                  </a:lnTo>
                  <a:lnTo>
                    <a:pt x="119" y="123"/>
                  </a:lnTo>
                  <a:lnTo>
                    <a:pt x="120" y="119"/>
                  </a:lnTo>
                  <a:lnTo>
                    <a:pt x="116" y="117"/>
                  </a:lnTo>
                  <a:lnTo>
                    <a:pt x="121" y="114"/>
                  </a:lnTo>
                  <a:lnTo>
                    <a:pt x="122" y="110"/>
                  </a:lnTo>
                  <a:lnTo>
                    <a:pt x="120" y="108"/>
                  </a:lnTo>
                  <a:lnTo>
                    <a:pt x="119" y="104"/>
                  </a:lnTo>
                  <a:lnTo>
                    <a:pt x="119" y="100"/>
                  </a:lnTo>
                  <a:lnTo>
                    <a:pt x="115" y="95"/>
                  </a:lnTo>
                  <a:lnTo>
                    <a:pt x="108" y="83"/>
                  </a:lnTo>
                  <a:lnTo>
                    <a:pt x="106" y="75"/>
                  </a:lnTo>
                  <a:lnTo>
                    <a:pt x="96" y="41"/>
                  </a:lnTo>
                  <a:lnTo>
                    <a:pt x="89" y="12"/>
                  </a:lnTo>
                  <a:lnTo>
                    <a:pt x="87" y="0"/>
                  </a:lnTo>
                  <a:lnTo>
                    <a:pt x="94" y="0"/>
                  </a:lnTo>
                  <a:lnTo>
                    <a:pt x="94" y="0"/>
                  </a:lnTo>
                  <a:lnTo>
                    <a:pt x="1" y="7"/>
                  </a:lnTo>
                  <a:lnTo>
                    <a:pt x="1" y="14"/>
                  </a:lnTo>
                  <a:lnTo>
                    <a:pt x="0" y="106"/>
                  </a:lnTo>
                  <a:lnTo>
                    <a:pt x="0" y="155"/>
                  </a:lnTo>
                  <a:lnTo>
                    <a:pt x="6" y="196"/>
                  </a:lnTo>
                  <a:lnTo>
                    <a:pt x="8" y="196"/>
                  </a:lnTo>
                  <a:lnTo>
                    <a:pt x="11" y="197"/>
                  </a:lnTo>
                  <a:lnTo>
                    <a:pt x="15" y="198"/>
                  </a:lnTo>
                  <a:lnTo>
                    <a:pt x="16" y="195"/>
                  </a:lnTo>
                  <a:lnTo>
                    <a:pt x="15" y="191"/>
                  </a:lnTo>
                  <a:lnTo>
                    <a:pt x="16" y="187"/>
                  </a:lnTo>
                  <a:lnTo>
                    <a:pt x="18" y="185"/>
                  </a:lnTo>
                  <a:lnTo>
                    <a:pt x="21" y="184"/>
                  </a:lnTo>
                  <a:lnTo>
                    <a:pt x="22" y="186"/>
                  </a:lnTo>
                  <a:lnTo>
                    <a:pt x="22" y="189"/>
                  </a:lnTo>
                  <a:lnTo>
                    <a:pt x="21" y="191"/>
                  </a:lnTo>
                  <a:lnTo>
                    <a:pt x="22" y="193"/>
                  </a:lnTo>
                  <a:lnTo>
                    <a:pt x="23" y="194"/>
                  </a:lnTo>
                  <a:lnTo>
                    <a:pt x="25" y="195"/>
                  </a:lnTo>
                  <a:lnTo>
                    <a:pt x="27" y="197"/>
                  </a:lnTo>
                  <a:lnTo>
                    <a:pt x="27" y="199"/>
                  </a:lnTo>
                  <a:lnTo>
                    <a:pt x="27" y="200"/>
                  </a:lnTo>
                  <a:lnTo>
                    <a:pt x="25" y="202"/>
                  </a:lnTo>
                  <a:lnTo>
                    <a:pt x="27" y="201"/>
                  </a:lnTo>
                  <a:lnTo>
                    <a:pt x="31" y="200"/>
                  </a:lnTo>
                  <a:lnTo>
                    <a:pt x="36" y="199"/>
                  </a:lnTo>
                  <a:lnTo>
                    <a:pt x="38" y="197"/>
                  </a:lnTo>
                  <a:lnTo>
                    <a:pt x="39" y="197"/>
                  </a:lnTo>
                  <a:lnTo>
                    <a:pt x="43" y="196"/>
                  </a:lnTo>
                  <a:lnTo>
                    <a:pt x="44" y="195"/>
                  </a:lnTo>
                  <a:lnTo>
                    <a:pt x="44" y="195"/>
                  </a:lnTo>
                  <a:lnTo>
                    <a:pt x="40" y="18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3" name="Freeform 42">
              <a:extLst>
                <a:ext uri="{FF2B5EF4-FFF2-40B4-BE49-F238E27FC236}">
                  <a16:creationId xmlns:a16="http://schemas.microsoft.com/office/drawing/2014/main" id="{26DCF7B7-C97A-3457-8D59-EB8A3744563B}"/>
                </a:ext>
              </a:extLst>
            </p:cNvPr>
            <p:cNvSpPr>
              <a:spLocks/>
            </p:cNvSpPr>
            <p:nvPr/>
          </p:nvSpPr>
          <p:spPr bwMode="auto">
            <a:xfrm>
              <a:off x="6942519" y="2800604"/>
              <a:ext cx="195628" cy="342348"/>
            </a:xfrm>
            <a:custGeom>
              <a:avLst/>
              <a:gdLst>
                <a:gd name="T0" fmla="*/ 110 w 116"/>
                <a:gd name="T1" fmla="*/ 99 h 203"/>
                <a:gd name="T2" fmla="*/ 111 w 116"/>
                <a:gd name="T3" fmla="*/ 0 h 203"/>
                <a:gd name="T4" fmla="*/ 41 w 116"/>
                <a:gd name="T5" fmla="*/ 5 h 203"/>
                <a:gd name="T6" fmla="*/ 38 w 116"/>
                <a:gd name="T7" fmla="*/ 10 h 203"/>
                <a:gd name="T8" fmla="*/ 35 w 116"/>
                <a:gd name="T9" fmla="*/ 15 h 203"/>
                <a:gd name="T10" fmla="*/ 32 w 116"/>
                <a:gd name="T11" fmla="*/ 17 h 203"/>
                <a:gd name="T12" fmla="*/ 30 w 116"/>
                <a:gd name="T13" fmla="*/ 26 h 203"/>
                <a:gd name="T14" fmla="*/ 22 w 116"/>
                <a:gd name="T15" fmla="*/ 37 h 203"/>
                <a:gd name="T16" fmla="*/ 18 w 116"/>
                <a:gd name="T17" fmla="*/ 44 h 203"/>
                <a:gd name="T18" fmla="*/ 18 w 116"/>
                <a:gd name="T19" fmla="*/ 48 h 203"/>
                <a:gd name="T20" fmla="*/ 17 w 116"/>
                <a:gd name="T21" fmla="*/ 54 h 203"/>
                <a:gd name="T22" fmla="*/ 13 w 116"/>
                <a:gd name="T23" fmla="*/ 58 h 203"/>
                <a:gd name="T24" fmla="*/ 12 w 116"/>
                <a:gd name="T25" fmla="*/ 62 h 203"/>
                <a:gd name="T26" fmla="*/ 11 w 116"/>
                <a:gd name="T27" fmla="*/ 66 h 203"/>
                <a:gd name="T28" fmla="*/ 14 w 116"/>
                <a:gd name="T29" fmla="*/ 70 h 203"/>
                <a:gd name="T30" fmla="*/ 14 w 116"/>
                <a:gd name="T31" fmla="*/ 78 h 203"/>
                <a:gd name="T32" fmla="*/ 14 w 116"/>
                <a:gd name="T33" fmla="*/ 84 h 203"/>
                <a:gd name="T34" fmla="*/ 11 w 116"/>
                <a:gd name="T35" fmla="*/ 89 h 203"/>
                <a:gd name="T36" fmla="*/ 15 w 116"/>
                <a:gd name="T37" fmla="*/ 94 h 203"/>
                <a:gd name="T38" fmla="*/ 11 w 116"/>
                <a:gd name="T39" fmla="*/ 98 h 203"/>
                <a:gd name="T40" fmla="*/ 15 w 116"/>
                <a:gd name="T41" fmla="*/ 102 h 203"/>
                <a:gd name="T42" fmla="*/ 16 w 116"/>
                <a:gd name="T43" fmla="*/ 108 h 203"/>
                <a:gd name="T44" fmla="*/ 19 w 116"/>
                <a:gd name="T45" fmla="*/ 112 h 203"/>
                <a:gd name="T46" fmla="*/ 19 w 116"/>
                <a:gd name="T47" fmla="*/ 123 h 203"/>
                <a:gd name="T48" fmla="*/ 15 w 116"/>
                <a:gd name="T49" fmla="*/ 126 h 203"/>
                <a:gd name="T50" fmla="*/ 14 w 116"/>
                <a:gd name="T51" fmla="*/ 132 h 203"/>
                <a:gd name="T52" fmla="*/ 8 w 116"/>
                <a:gd name="T53" fmla="*/ 140 h 203"/>
                <a:gd name="T54" fmla="*/ 6 w 116"/>
                <a:gd name="T55" fmla="*/ 149 h 203"/>
                <a:gd name="T56" fmla="*/ 4 w 116"/>
                <a:gd name="T57" fmla="*/ 153 h 203"/>
                <a:gd name="T58" fmla="*/ 4 w 116"/>
                <a:gd name="T59" fmla="*/ 160 h 203"/>
                <a:gd name="T60" fmla="*/ 0 w 116"/>
                <a:gd name="T61" fmla="*/ 164 h 203"/>
                <a:gd name="T62" fmla="*/ 1 w 116"/>
                <a:gd name="T63" fmla="*/ 171 h 203"/>
                <a:gd name="T64" fmla="*/ 65 w 116"/>
                <a:gd name="T65" fmla="*/ 184 h 203"/>
                <a:gd name="T66" fmla="*/ 70 w 116"/>
                <a:gd name="T67" fmla="*/ 192 h 203"/>
                <a:gd name="T68" fmla="*/ 71 w 116"/>
                <a:gd name="T69" fmla="*/ 203 h 203"/>
                <a:gd name="T70" fmla="*/ 72 w 116"/>
                <a:gd name="T71" fmla="*/ 203 h 203"/>
                <a:gd name="T72" fmla="*/ 79 w 116"/>
                <a:gd name="T73" fmla="*/ 199 h 203"/>
                <a:gd name="T74" fmla="*/ 82 w 116"/>
                <a:gd name="T75" fmla="*/ 193 h 203"/>
                <a:gd name="T76" fmla="*/ 89 w 116"/>
                <a:gd name="T77" fmla="*/ 193 h 203"/>
                <a:gd name="T78" fmla="*/ 98 w 116"/>
                <a:gd name="T79" fmla="*/ 190 h 203"/>
                <a:gd name="T80" fmla="*/ 104 w 116"/>
                <a:gd name="T81" fmla="*/ 190 h 203"/>
                <a:gd name="T82" fmla="*/ 109 w 116"/>
                <a:gd name="T83" fmla="*/ 190 h 203"/>
                <a:gd name="T84" fmla="*/ 115 w 116"/>
                <a:gd name="T85" fmla="*/ 190 h 203"/>
                <a:gd name="T86" fmla="*/ 116 w 116"/>
                <a:gd name="T87" fmla="*/ 189 h 203"/>
                <a:gd name="T88" fmla="*/ 110 w 116"/>
                <a:gd name="T89" fmla="*/ 148 h 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6" h="203">
                  <a:moveTo>
                    <a:pt x="110" y="148"/>
                  </a:moveTo>
                  <a:lnTo>
                    <a:pt x="110" y="99"/>
                  </a:lnTo>
                  <a:lnTo>
                    <a:pt x="111" y="7"/>
                  </a:lnTo>
                  <a:lnTo>
                    <a:pt x="111" y="0"/>
                  </a:lnTo>
                  <a:lnTo>
                    <a:pt x="41" y="5"/>
                  </a:lnTo>
                  <a:lnTo>
                    <a:pt x="41" y="5"/>
                  </a:lnTo>
                  <a:lnTo>
                    <a:pt x="42" y="8"/>
                  </a:lnTo>
                  <a:lnTo>
                    <a:pt x="38" y="10"/>
                  </a:lnTo>
                  <a:lnTo>
                    <a:pt x="36" y="12"/>
                  </a:lnTo>
                  <a:lnTo>
                    <a:pt x="35" y="15"/>
                  </a:lnTo>
                  <a:lnTo>
                    <a:pt x="33" y="17"/>
                  </a:lnTo>
                  <a:lnTo>
                    <a:pt x="32" y="17"/>
                  </a:lnTo>
                  <a:lnTo>
                    <a:pt x="30" y="22"/>
                  </a:lnTo>
                  <a:lnTo>
                    <a:pt x="30" y="26"/>
                  </a:lnTo>
                  <a:lnTo>
                    <a:pt x="27" y="31"/>
                  </a:lnTo>
                  <a:lnTo>
                    <a:pt x="22" y="37"/>
                  </a:lnTo>
                  <a:lnTo>
                    <a:pt x="19" y="40"/>
                  </a:lnTo>
                  <a:lnTo>
                    <a:pt x="18" y="44"/>
                  </a:lnTo>
                  <a:lnTo>
                    <a:pt x="20" y="45"/>
                  </a:lnTo>
                  <a:lnTo>
                    <a:pt x="18" y="48"/>
                  </a:lnTo>
                  <a:lnTo>
                    <a:pt x="16" y="52"/>
                  </a:lnTo>
                  <a:lnTo>
                    <a:pt x="17" y="54"/>
                  </a:lnTo>
                  <a:lnTo>
                    <a:pt x="16" y="54"/>
                  </a:lnTo>
                  <a:lnTo>
                    <a:pt x="13" y="58"/>
                  </a:lnTo>
                  <a:lnTo>
                    <a:pt x="11" y="61"/>
                  </a:lnTo>
                  <a:lnTo>
                    <a:pt x="12" y="62"/>
                  </a:lnTo>
                  <a:lnTo>
                    <a:pt x="11" y="64"/>
                  </a:lnTo>
                  <a:lnTo>
                    <a:pt x="11" y="66"/>
                  </a:lnTo>
                  <a:lnTo>
                    <a:pt x="12" y="67"/>
                  </a:lnTo>
                  <a:lnTo>
                    <a:pt x="14" y="70"/>
                  </a:lnTo>
                  <a:lnTo>
                    <a:pt x="14" y="72"/>
                  </a:lnTo>
                  <a:lnTo>
                    <a:pt x="14" y="78"/>
                  </a:lnTo>
                  <a:lnTo>
                    <a:pt x="15" y="81"/>
                  </a:lnTo>
                  <a:lnTo>
                    <a:pt x="14" y="84"/>
                  </a:lnTo>
                  <a:lnTo>
                    <a:pt x="12" y="89"/>
                  </a:lnTo>
                  <a:lnTo>
                    <a:pt x="11" y="89"/>
                  </a:lnTo>
                  <a:lnTo>
                    <a:pt x="14" y="91"/>
                  </a:lnTo>
                  <a:lnTo>
                    <a:pt x="15" y="94"/>
                  </a:lnTo>
                  <a:lnTo>
                    <a:pt x="15" y="96"/>
                  </a:lnTo>
                  <a:lnTo>
                    <a:pt x="11" y="98"/>
                  </a:lnTo>
                  <a:lnTo>
                    <a:pt x="14" y="100"/>
                  </a:lnTo>
                  <a:lnTo>
                    <a:pt x="15" y="102"/>
                  </a:lnTo>
                  <a:lnTo>
                    <a:pt x="15" y="103"/>
                  </a:lnTo>
                  <a:lnTo>
                    <a:pt x="16" y="108"/>
                  </a:lnTo>
                  <a:lnTo>
                    <a:pt x="16" y="110"/>
                  </a:lnTo>
                  <a:lnTo>
                    <a:pt x="19" y="112"/>
                  </a:lnTo>
                  <a:lnTo>
                    <a:pt x="20" y="115"/>
                  </a:lnTo>
                  <a:lnTo>
                    <a:pt x="19" y="123"/>
                  </a:lnTo>
                  <a:lnTo>
                    <a:pt x="16" y="126"/>
                  </a:lnTo>
                  <a:lnTo>
                    <a:pt x="15" y="126"/>
                  </a:lnTo>
                  <a:lnTo>
                    <a:pt x="15" y="130"/>
                  </a:lnTo>
                  <a:lnTo>
                    <a:pt x="14" y="132"/>
                  </a:lnTo>
                  <a:lnTo>
                    <a:pt x="10" y="138"/>
                  </a:lnTo>
                  <a:lnTo>
                    <a:pt x="8" y="140"/>
                  </a:lnTo>
                  <a:lnTo>
                    <a:pt x="7" y="147"/>
                  </a:lnTo>
                  <a:lnTo>
                    <a:pt x="6" y="149"/>
                  </a:lnTo>
                  <a:lnTo>
                    <a:pt x="5" y="150"/>
                  </a:lnTo>
                  <a:lnTo>
                    <a:pt x="4" y="153"/>
                  </a:lnTo>
                  <a:lnTo>
                    <a:pt x="4" y="155"/>
                  </a:lnTo>
                  <a:lnTo>
                    <a:pt x="4" y="160"/>
                  </a:lnTo>
                  <a:lnTo>
                    <a:pt x="1" y="162"/>
                  </a:lnTo>
                  <a:lnTo>
                    <a:pt x="0" y="164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66" y="168"/>
                  </a:lnTo>
                  <a:lnTo>
                    <a:pt x="65" y="184"/>
                  </a:lnTo>
                  <a:lnTo>
                    <a:pt x="67" y="188"/>
                  </a:lnTo>
                  <a:lnTo>
                    <a:pt x="70" y="192"/>
                  </a:lnTo>
                  <a:lnTo>
                    <a:pt x="71" y="199"/>
                  </a:lnTo>
                  <a:lnTo>
                    <a:pt x="71" y="203"/>
                  </a:lnTo>
                  <a:lnTo>
                    <a:pt x="71" y="203"/>
                  </a:lnTo>
                  <a:lnTo>
                    <a:pt x="72" y="203"/>
                  </a:lnTo>
                  <a:lnTo>
                    <a:pt x="77" y="200"/>
                  </a:lnTo>
                  <a:lnTo>
                    <a:pt x="79" y="199"/>
                  </a:lnTo>
                  <a:lnTo>
                    <a:pt x="82" y="197"/>
                  </a:lnTo>
                  <a:lnTo>
                    <a:pt x="82" y="193"/>
                  </a:lnTo>
                  <a:lnTo>
                    <a:pt x="86" y="193"/>
                  </a:lnTo>
                  <a:lnTo>
                    <a:pt x="89" y="193"/>
                  </a:lnTo>
                  <a:lnTo>
                    <a:pt x="93" y="192"/>
                  </a:lnTo>
                  <a:lnTo>
                    <a:pt x="98" y="190"/>
                  </a:lnTo>
                  <a:lnTo>
                    <a:pt x="102" y="190"/>
                  </a:lnTo>
                  <a:lnTo>
                    <a:pt x="104" y="190"/>
                  </a:lnTo>
                  <a:lnTo>
                    <a:pt x="107" y="190"/>
                  </a:lnTo>
                  <a:lnTo>
                    <a:pt x="109" y="190"/>
                  </a:lnTo>
                  <a:lnTo>
                    <a:pt x="113" y="192"/>
                  </a:lnTo>
                  <a:lnTo>
                    <a:pt x="115" y="190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0" y="14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4" name="Freeform 43">
              <a:extLst>
                <a:ext uri="{FF2B5EF4-FFF2-40B4-BE49-F238E27FC236}">
                  <a16:creationId xmlns:a16="http://schemas.microsoft.com/office/drawing/2014/main" id="{747092CB-E8F4-E332-884F-8CCF1556B31D}"/>
                </a:ext>
              </a:extLst>
            </p:cNvPr>
            <p:cNvSpPr>
              <a:spLocks/>
            </p:cNvSpPr>
            <p:nvPr/>
          </p:nvSpPr>
          <p:spPr bwMode="auto">
            <a:xfrm>
              <a:off x="7559758" y="2387426"/>
              <a:ext cx="242848" cy="177077"/>
            </a:xfrm>
            <a:custGeom>
              <a:avLst/>
              <a:gdLst>
                <a:gd name="T0" fmla="*/ 0 w 170"/>
                <a:gd name="T1" fmla="*/ 24 h 123"/>
                <a:gd name="T2" fmla="*/ 3 w 170"/>
                <a:gd name="T3" fmla="*/ 44 h 123"/>
                <a:gd name="T4" fmla="*/ 16 w 170"/>
                <a:gd name="T5" fmla="*/ 33 h 123"/>
                <a:gd name="T6" fmla="*/ 28 w 170"/>
                <a:gd name="T7" fmla="*/ 25 h 123"/>
                <a:gd name="T8" fmla="*/ 31 w 170"/>
                <a:gd name="T9" fmla="*/ 27 h 123"/>
                <a:gd name="T10" fmla="*/ 41 w 170"/>
                <a:gd name="T11" fmla="*/ 22 h 123"/>
                <a:gd name="T12" fmla="*/ 63 w 170"/>
                <a:gd name="T13" fmla="*/ 22 h 123"/>
                <a:gd name="T14" fmla="*/ 70 w 170"/>
                <a:gd name="T15" fmla="*/ 36 h 123"/>
                <a:gd name="T16" fmla="*/ 83 w 170"/>
                <a:gd name="T17" fmla="*/ 43 h 123"/>
                <a:gd name="T18" fmla="*/ 93 w 170"/>
                <a:gd name="T19" fmla="*/ 51 h 123"/>
                <a:gd name="T20" fmla="*/ 92 w 170"/>
                <a:gd name="T21" fmla="*/ 60 h 123"/>
                <a:gd name="T22" fmla="*/ 89 w 170"/>
                <a:gd name="T23" fmla="*/ 74 h 123"/>
                <a:gd name="T24" fmla="*/ 94 w 170"/>
                <a:gd name="T25" fmla="*/ 75 h 123"/>
                <a:gd name="T26" fmla="*/ 101 w 170"/>
                <a:gd name="T27" fmla="*/ 75 h 123"/>
                <a:gd name="T28" fmla="*/ 106 w 170"/>
                <a:gd name="T29" fmla="*/ 75 h 123"/>
                <a:gd name="T30" fmla="*/ 122 w 170"/>
                <a:gd name="T31" fmla="*/ 78 h 123"/>
                <a:gd name="T32" fmla="*/ 129 w 170"/>
                <a:gd name="T33" fmla="*/ 79 h 123"/>
                <a:gd name="T34" fmla="*/ 124 w 170"/>
                <a:gd name="T35" fmla="*/ 72 h 123"/>
                <a:gd name="T36" fmla="*/ 124 w 170"/>
                <a:gd name="T37" fmla="*/ 68 h 123"/>
                <a:gd name="T38" fmla="*/ 116 w 170"/>
                <a:gd name="T39" fmla="*/ 57 h 123"/>
                <a:gd name="T40" fmla="*/ 115 w 170"/>
                <a:gd name="T41" fmla="*/ 43 h 123"/>
                <a:gd name="T42" fmla="*/ 113 w 170"/>
                <a:gd name="T43" fmla="*/ 31 h 123"/>
                <a:gd name="T44" fmla="*/ 115 w 170"/>
                <a:gd name="T45" fmla="*/ 28 h 123"/>
                <a:gd name="T46" fmla="*/ 124 w 170"/>
                <a:gd name="T47" fmla="*/ 18 h 123"/>
                <a:gd name="T48" fmla="*/ 129 w 170"/>
                <a:gd name="T49" fmla="*/ 13 h 123"/>
                <a:gd name="T50" fmla="*/ 125 w 170"/>
                <a:gd name="T51" fmla="*/ 21 h 123"/>
                <a:gd name="T52" fmla="*/ 123 w 170"/>
                <a:gd name="T53" fmla="*/ 31 h 123"/>
                <a:gd name="T54" fmla="*/ 122 w 170"/>
                <a:gd name="T55" fmla="*/ 36 h 123"/>
                <a:gd name="T56" fmla="*/ 126 w 170"/>
                <a:gd name="T57" fmla="*/ 41 h 123"/>
                <a:gd name="T58" fmla="*/ 131 w 170"/>
                <a:gd name="T59" fmla="*/ 46 h 123"/>
                <a:gd name="T60" fmla="*/ 134 w 170"/>
                <a:gd name="T61" fmla="*/ 51 h 123"/>
                <a:gd name="T62" fmla="*/ 130 w 170"/>
                <a:gd name="T63" fmla="*/ 57 h 123"/>
                <a:gd name="T64" fmla="*/ 128 w 170"/>
                <a:gd name="T65" fmla="*/ 61 h 123"/>
                <a:gd name="T66" fmla="*/ 129 w 170"/>
                <a:gd name="T67" fmla="*/ 65 h 123"/>
                <a:gd name="T68" fmla="*/ 139 w 170"/>
                <a:gd name="T69" fmla="*/ 66 h 123"/>
                <a:gd name="T70" fmla="*/ 146 w 170"/>
                <a:gd name="T71" fmla="*/ 75 h 123"/>
                <a:gd name="T72" fmla="*/ 147 w 170"/>
                <a:gd name="T73" fmla="*/ 81 h 123"/>
                <a:gd name="T74" fmla="*/ 152 w 170"/>
                <a:gd name="T75" fmla="*/ 89 h 123"/>
                <a:gd name="T76" fmla="*/ 148 w 170"/>
                <a:gd name="T77" fmla="*/ 104 h 123"/>
                <a:gd name="T78" fmla="*/ 149 w 170"/>
                <a:gd name="T79" fmla="*/ 120 h 123"/>
                <a:gd name="T80" fmla="*/ 153 w 170"/>
                <a:gd name="T81" fmla="*/ 116 h 123"/>
                <a:gd name="T82" fmla="*/ 157 w 170"/>
                <a:gd name="T83" fmla="*/ 102 h 123"/>
                <a:gd name="T84" fmla="*/ 157 w 170"/>
                <a:gd name="T85" fmla="*/ 97 h 123"/>
                <a:gd name="T86" fmla="*/ 163 w 170"/>
                <a:gd name="T87" fmla="*/ 91 h 123"/>
                <a:gd name="T88" fmla="*/ 163 w 170"/>
                <a:gd name="T89" fmla="*/ 79 h 123"/>
                <a:gd name="T90" fmla="*/ 167 w 170"/>
                <a:gd name="T91" fmla="*/ 71 h 123"/>
                <a:gd name="T92" fmla="*/ 167 w 170"/>
                <a:gd name="T93" fmla="*/ 77 h 123"/>
                <a:gd name="T94" fmla="*/ 168 w 170"/>
                <a:gd name="T95" fmla="*/ 82 h 123"/>
                <a:gd name="T96" fmla="*/ 170 w 170"/>
                <a:gd name="T97" fmla="*/ 68 h 123"/>
                <a:gd name="T98" fmla="*/ 169 w 170"/>
                <a:gd name="T99" fmla="*/ 54 h 123"/>
                <a:gd name="T100" fmla="*/ 134 w 170"/>
                <a:gd name="T101" fmla="*/ 0 h 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70" h="123">
                  <a:moveTo>
                    <a:pt x="134" y="0"/>
                  </a:moveTo>
                  <a:cubicBezTo>
                    <a:pt x="0" y="24"/>
                    <a:pt x="0" y="24"/>
                    <a:pt x="0" y="24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3" y="44"/>
                    <a:pt x="3" y="44"/>
                    <a:pt x="3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22" y="33"/>
                    <a:pt x="22" y="33"/>
                    <a:pt x="22" y="33"/>
                  </a:cubicBezTo>
                  <a:cubicBezTo>
                    <a:pt x="28" y="25"/>
                    <a:pt x="28" y="25"/>
                    <a:pt x="28" y="25"/>
                  </a:cubicBezTo>
                  <a:cubicBezTo>
                    <a:pt x="30" y="25"/>
                    <a:pt x="30" y="25"/>
                    <a:pt x="30" y="25"/>
                  </a:cubicBezTo>
                  <a:cubicBezTo>
                    <a:pt x="31" y="27"/>
                    <a:pt x="31" y="27"/>
                    <a:pt x="31" y="27"/>
                  </a:cubicBezTo>
                  <a:cubicBezTo>
                    <a:pt x="38" y="22"/>
                    <a:pt x="38" y="22"/>
                    <a:pt x="38" y="22"/>
                  </a:cubicBezTo>
                  <a:cubicBezTo>
                    <a:pt x="41" y="22"/>
                    <a:pt x="41" y="22"/>
                    <a:pt x="41" y="22"/>
                  </a:cubicBezTo>
                  <a:cubicBezTo>
                    <a:pt x="49" y="18"/>
                    <a:pt x="49" y="18"/>
                    <a:pt x="49" y="18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7" y="28"/>
                    <a:pt x="67" y="28"/>
                    <a:pt x="67" y="28"/>
                  </a:cubicBezTo>
                  <a:cubicBezTo>
                    <a:pt x="70" y="36"/>
                    <a:pt x="70" y="36"/>
                    <a:pt x="70" y="36"/>
                  </a:cubicBezTo>
                  <a:cubicBezTo>
                    <a:pt x="71" y="36"/>
                    <a:pt x="71" y="36"/>
                    <a:pt x="71" y="36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88" y="48"/>
                    <a:pt x="88" y="48"/>
                    <a:pt x="88" y="48"/>
                  </a:cubicBezTo>
                  <a:cubicBezTo>
                    <a:pt x="93" y="51"/>
                    <a:pt x="93" y="51"/>
                    <a:pt x="93" y="51"/>
                  </a:cubicBezTo>
                  <a:cubicBezTo>
                    <a:pt x="94" y="56"/>
                    <a:pt x="94" y="56"/>
                    <a:pt x="94" y="56"/>
                  </a:cubicBezTo>
                  <a:cubicBezTo>
                    <a:pt x="92" y="60"/>
                    <a:pt x="92" y="60"/>
                    <a:pt x="92" y="60"/>
                  </a:cubicBezTo>
                  <a:cubicBezTo>
                    <a:pt x="88" y="61"/>
                    <a:pt x="88" y="61"/>
                    <a:pt x="88" y="61"/>
                  </a:cubicBezTo>
                  <a:cubicBezTo>
                    <a:pt x="89" y="74"/>
                    <a:pt x="89" y="74"/>
                    <a:pt x="89" y="74"/>
                  </a:cubicBezTo>
                  <a:cubicBezTo>
                    <a:pt x="91" y="76"/>
                    <a:pt x="91" y="76"/>
                    <a:pt x="91" y="76"/>
                  </a:cubicBezTo>
                  <a:cubicBezTo>
                    <a:pt x="94" y="75"/>
                    <a:pt x="94" y="75"/>
                    <a:pt x="94" y="75"/>
                  </a:cubicBezTo>
                  <a:cubicBezTo>
                    <a:pt x="97" y="74"/>
                    <a:pt x="97" y="74"/>
                    <a:pt x="97" y="74"/>
                  </a:cubicBezTo>
                  <a:cubicBezTo>
                    <a:pt x="101" y="75"/>
                    <a:pt x="101" y="75"/>
                    <a:pt x="101" y="75"/>
                  </a:cubicBezTo>
                  <a:cubicBezTo>
                    <a:pt x="102" y="76"/>
                    <a:pt x="102" y="76"/>
                    <a:pt x="102" y="76"/>
                  </a:cubicBezTo>
                  <a:cubicBezTo>
                    <a:pt x="106" y="75"/>
                    <a:pt x="106" y="75"/>
                    <a:pt x="106" y="75"/>
                  </a:cubicBezTo>
                  <a:cubicBezTo>
                    <a:pt x="119" y="76"/>
                    <a:pt x="119" y="76"/>
                    <a:pt x="119" y="76"/>
                  </a:cubicBezTo>
                  <a:cubicBezTo>
                    <a:pt x="122" y="78"/>
                    <a:pt x="122" y="78"/>
                    <a:pt x="122" y="78"/>
                  </a:cubicBezTo>
                  <a:cubicBezTo>
                    <a:pt x="126" y="80"/>
                    <a:pt x="126" y="80"/>
                    <a:pt x="126" y="80"/>
                  </a:cubicBezTo>
                  <a:cubicBezTo>
                    <a:pt x="129" y="79"/>
                    <a:pt x="129" y="79"/>
                    <a:pt x="129" y="79"/>
                  </a:cubicBezTo>
                  <a:cubicBezTo>
                    <a:pt x="127" y="75"/>
                    <a:pt x="127" y="75"/>
                    <a:pt x="127" y="75"/>
                  </a:cubicBezTo>
                  <a:cubicBezTo>
                    <a:pt x="124" y="72"/>
                    <a:pt x="124" y="72"/>
                    <a:pt x="124" y="72"/>
                  </a:cubicBezTo>
                  <a:cubicBezTo>
                    <a:pt x="124" y="69"/>
                    <a:pt x="124" y="69"/>
                    <a:pt x="124" y="69"/>
                  </a:cubicBezTo>
                  <a:cubicBezTo>
                    <a:pt x="124" y="68"/>
                    <a:pt x="124" y="68"/>
                    <a:pt x="124" y="68"/>
                  </a:cubicBezTo>
                  <a:cubicBezTo>
                    <a:pt x="118" y="60"/>
                    <a:pt x="118" y="60"/>
                    <a:pt x="118" y="60"/>
                  </a:cubicBezTo>
                  <a:cubicBezTo>
                    <a:pt x="116" y="57"/>
                    <a:pt x="116" y="57"/>
                    <a:pt x="116" y="57"/>
                  </a:cubicBezTo>
                  <a:cubicBezTo>
                    <a:pt x="116" y="50"/>
                    <a:pt x="116" y="50"/>
                    <a:pt x="116" y="50"/>
                  </a:cubicBezTo>
                  <a:cubicBezTo>
                    <a:pt x="115" y="43"/>
                    <a:pt x="115" y="43"/>
                    <a:pt x="115" y="43"/>
                  </a:cubicBezTo>
                  <a:cubicBezTo>
                    <a:pt x="116" y="36"/>
                    <a:pt x="116" y="36"/>
                    <a:pt x="116" y="36"/>
                  </a:cubicBezTo>
                  <a:cubicBezTo>
                    <a:pt x="113" y="31"/>
                    <a:pt x="113" y="31"/>
                    <a:pt x="113" y="31"/>
                  </a:cubicBezTo>
                  <a:cubicBezTo>
                    <a:pt x="111" y="28"/>
                    <a:pt x="111" y="28"/>
                    <a:pt x="111" y="28"/>
                  </a:cubicBezTo>
                  <a:cubicBezTo>
                    <a:pt x="115" y="28"/>
                    <a:pt x="115" y="28"/>
                    <a:pt x="115" y="28"/>
                  </a:cubicBezTo>
                  <a:cubicBezTo>
                    <a:pt x="118" y="22"/>
                    <a:pt x="118" y="22"/>
                    <a:pt x="118" y="22"/>
                  </a:cubicBezTo>
                  <a:cubicBezTo>
                    <a:pt x="124" y="18"/>
                    <a:pt x="124" y="18"/>
                    <a:pt x="124" y="18"/>
                  </a:cubicBezTo>
                  <a:cubicBezTo>
                    <a:pt x="127" y="12"/>
                    <a:pt x="127" y="12"/>
                    <a:pt x="127" y="12"/>
                  </a:cubicBezTo>
                  <a:cubicBezTo>
                    <a:pt x="129" y="13"/>
                    <a:pt x="129" y="13"/>
                    <a:pt x="129" y="13"/>
                  </a:cubicBezTo>
                  <a:cubicBezTo>
                    <a:pt x="128" y="20"/>
                    <a:pt x="128" y="20"/>
                    <a:pt x="128" y="20"/>
                  </a:cubicBezTo>
                  <a:cubicBezTo>
                    <a:pt x="125" y="21"/>
                    <a:pt x="125" y="21"/>
                    <a:pt x="125" y="21"/>
                  </a:cubicBezTo>
                  <a:cubicBezTo>
                    <a:pt x="123" y="27"/>
                    <a:pt x="123" y="27"/>
                    <a:pt x="123" y="27"/>
                  </a:cubicBezTo>
                  <a:cubicBezTo>
                    <a:pt x="123" y="31"/>
                    <a:pt x="123" y="31"/>
                    <a:pt x="123" y="31"/>
                  </a:cubicBezTo>
                  <a:cubicBezTo>
                    <a:pt x="127" y="31"/>
                    <a:pt x="127" y="31"/>
                    <a:pt x="127" y="31"/>
                  </a:cubicBezTo>
                  <a:cubicBezTo>
                    <a:pt x="122" y="36"/>
                    <a:pt x="122" y="36"/>
                    <a:pt x="122" y="36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6" y="41"/>
                    <a:pt x="126" y="41"/>
                    <a:pt x="126" y="41"/>
                  </a:cubicBezTo>
                  <a:cubicBezTo>
                    <a:pt x="128" y="42"/>
                    <a:pt x="128" y="42"/>
                    <a:pt x="128" y="42"/>
                  </a:cubicBezTo>
                  <a:cubicBezTo>
                    <a:pt x="131" y="46"/>
                    <a:pt x="131" y="46"/>
                    <a:pt x="131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34" y="51"/>
                    <a:pt x="134" y="51"/>
                    <a:pt x="134" y="51"/>
                  </a:cubicBezTo>
                  <a:cubicBezTo>
                    <a:pt x="134" y="53"/>
                    <a:pt x="134" y="53"/>
                    <a:pt x="134" y="53"/>
                  </a:cubicBezTo>
                  <a:cubicBezTo>
                    <a:pt x="130" y="57"/>
                    <a:pt x="130" y="57"/>
                    <a:pt x="130" y="57"/>
                  </a:cubicBezTo>
                  <a:cubicBezTo>
                    <a:pt x="127" y="57"/>
                    <a:pt x="127" y="57"/>
                    <a:pt x="127" y="57"/>
                  </a:cubicBezTo>
                  <a:cubicBezTo>
                    <a:pt x="128" y="61"/>
                    <a:pt x="128" y="61"/>
                    <a:pt x="128" y="61"/>
                  </a:cubicBezTo>
                  <a:cubicBezTo>
                    <a:pt x="127" y="63"/>
                    <a:pt x="127" y="63"/>
                    <a:pt x="127" y="63"/>
                  </a:cubicBezTo>
                  <a:cubicBezTo>
                    <a:pt x="129" y="65"/>
                    <a:pt x="129" y="65"/>
                    <a:pt x="129" y="65"/>
                  </a:cubicBezTo>
                  <a:cubicBezTo>
                    <a:pt x="133" y="66"/>
                    <a:pt x="133" y="66"/>
                    <a:pt x="133" y="66"/>
                  </a:cubicBezTo>
                  <a:cubicBezTo>
                    <a:pt x="139" y="66"/>
                    <a:pt x="139" y="66"/>
                    <a:pt x="139" y="66"/>
                  </a:cubicBezTo>
                  <a:cubicBezTo>
                    <a:pt x="143" y="69"/>
                    <a:pt x="143" y="69"/>
                    <a:pt x="143" y="69"/>
                  </a:cubicBezTo>
                  <a:cubicBezTo>
                    <a:pt x="146" y="75"/>
                    <a:pt x="146" y="75"/>
                    <a:pt x="146" y="75"/>
                  </a:cubicBezTo>
                  <a:cubicBezTo>
                    <a:pt x="148" y="80"/>
                    <a:pt x="148" y="80"/>
                    <a:pt x="148" y="80"/>
                  </a:cubicBezTo>
                  <a:cubicBezTo>
                    <a:pt x="147" y="81"/>
                    <a:pt x="147" y="81"/>
                    <a:pt x="147" y="81"/>
                  </a:cubicBezTo>
                  <a:cubicBezTo>
                    <a:pt x="150" y="84"/>
                    <a:pt x="150" y="84"/>
                    <a:pt x="150" y="84"/>
                  </a:cubicBezTo>
                  <a:cubicBezTo>
                    <a:pt x="152" y="89"/>
                    <a:pt x="152" y="89"/>
                    <a:pt x="152" y="89"/>
                  </a:cubicBezTo>
                  <a:cubicBezTo>
                    <a:pt x="149" y="98"/>
                    <a:pt x="149" y="98"/>
                    <a:pt x="149" y="98"/>
                  </a:cubicBezTo>
                  <a:cubicBezTo>
                    <a:pt x="148" y="104"/>
                    <a:pt x="148" y="104"/>
                    <a:pt x="148" y="104"/>
                  </a:cubicBezTo>
                  <a:cubicBezTo>
                    <a:pt x="148" y="114"/>
                    <a:pt x="148" y="114"/>
                    <a:pt x="148" y="114"/>
                  </a:cubicBezTo>
                  <a:cubicBezTo>
                    <a:pt x="149" y="120"/>
                    <a:pt x="149" y="120"/>
                    <a:pt x="149" y="120"/>
                  </a:cubicBezTo>
                  <a:cubicBezTo>
                    <a:pt x="151" y="123"/>
                    <a:pt x="151" y="123"/>
                    <a:pt x="151" y="123"/>
                  </a:cubicBezTo>
                  <a:cubicBezTo>
                    <a:pt x="153" y="116"/>
                    <a:pt x="153" y="116"/>
                    <a:pt x="153" y="116"/>
                  </a:cubicBezTo>
                  <a:cubicBezTo>
                    <a:pt x="154" y="105"/>
                    <a:pt x="154" y="105"/>
                    <a:pt x="154" y="105"/>
                  </a:cubicBezTo>
                  <a:cubicBezTo>
                    <a:pt x="157" y="102"/>
                    <a:pt x="157" y="102"/>
                    <a:pt x="157" y="102"/>
                  </a:cubicBezTo>
                  <a:cubicBezTo>
                    <a:pt x="157" y="99"/>
                    <a:pt x="157" y="99"/>
                    <a:pt x="157" y="99"/>
                  </a:cubicBezTo>
                  <a:cubicBezTo>
                    <a:pt x="157" y="97"/>
                    <a:pt x="157" y="97"/>
                    <a:pt x="157" y="97"/>
                  </a:cubicBezTo>
                  <a:cubicBezTo>
                    <a:pt x="160" y="95"/>
                    <a:pt x="160" y="95"/>
                    <a:pt x="160" y="95"/>
                  </a:cubicBezTo>
                  <a:cubicBezTo>
                    <a:pt x="163" y="91"/>
                    <a:pt x="163" y="91"/>
                    <a:pt x="163" y="91"/>
                  </a:cubicBezTo>
                  <a:cubicBezTo>
                    <a:pt x="163" y="82"/>
                    <a:pt x="163" y="82"/>
                    <a:pt x="163" y="82"/>
                  </a:cubicBezTo>
                  <a:cubicBezTo>
                    <a:pt x="163" y="79"/>
                    <a:pt x="163" y="79"/>
                    <a:pt x="163" y="79"/>
                  </a:cubicBezTo>
                  <a:cubicBezTo>
                    <a:pt x="163" y="75"/>
                    <a:pt x="163" y="75"/>
                    <a:pt x="163" y="75"/>
                  </a:cubicBezTo>
                  <a:cubicBezTo>
                    <a:pt x="167" y="71"/>
                    <a:pt x="167" y="71"/>
                    <a:pt x="167" y="71"/>
                  </a:cubicBezTo>
                  <a:cubicBezTo>
                    <a:pt x="168" y="74"/>
                    <a:pt x="168" y="74"/>
                    <a:pt x="168" y="74"/>
                  </a:cubicBezTo>
                  <a:cubicBezTo>
                    <a:pt x="167" y="77"/>
                    <a:pt x="167" y="77"/>
                    <a:pt x="167" y="77"/>
                  </a:cubicBezTo>
                  <a:cubicBezTo>
                    <a:pt x="167" y="77"/>
                    <a:pt x="165" y="80"/>
                    <a:pt x="165" y="80"/>
                  </a:cubicBezTo>
                  <a:cubicBezTo>
                    <a:pt x="166" y="81"/>
                    <a:pt x="168" y="82"/>
                    <a:pt x="168" y="82"/>
                  </a:cubicBezTo>
                  <a:cubicBezTo>
                    <a:pt x="170" y="77"/>
                    <a:pt x="170" y="77"/>
                    <a:pt x="170" y="77"/>
                  </a:cubicBezTo>
                  <a:cubicBezTo>
                    <a:pt x="170" y="68"/>
                    <a:pt x="170" y="68"/>
                    <a:pt x="170" y="68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48" y="57"/>
                    <a:pt x="148" y="57"/>
                    <a:pt x="148" y="57"/>
                  </a:cubicBezTo>
                  <a:lnTo>
                    <a:pt x="1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5" name="Freeform 44">
              <a:extLst>
                <a:ext uri="{FF2B5EF4-FFF2-40B4-BE49-F238E27FC236}">
                  <a16:creationId xmlns:a16="http://schemas.microsoft.com/office/drawing/2014/main" id="{DAAFF7B4-0DE1-4C13-8A45-60FB0CE367DC}"/>
                </a:ext>
              </a:extLst>
            </p:cNvPr>
            <p:cNvSpPr>
              <a:spLocks/>
            </p:cNvSpPr>
            <p:nvPr/>
          </p:nvSpPr>
          <p:spPr bwMode="auto">
            <a:xfrm>
              <a:off x="7411350" y="2367189"/>
              <a:ext cx="249594" cy="246221"/>
            </a:xfrm>
            <a:custGeom>
              <a:avLst/>
              <a:gdLst>
                <a:gd name="T0" fmla="*/ 24 w 148"/>
                <a:gd name="T1" fmla="*/ 136 h 146"/>
                <a:gd name="T2" fmla="*/ 31 w 148"/>
                <a:gd name="T3" fmla="*/ 144 h 146"/>
                <a:gd name="T4" fmla="*/ 38 w 148"/>
                <a:gd name="T5" fmla="*/ 146 h 146"/>
                <a:gd name="T6" fmla="*/ 48 w 148"/>
                <a:gd name="T7" fmla="*/ 142 h 146"/>
                <a:gd name="T8" fmla="*/ 64 w 148"/>
                <a:gd name="T9" fmla="*/ 134 h 146"/>
                <a:gd name="T10" fmla="*/ 79 w 148"/>
                <a:gd name="T11" fmla="*/ 125 h 146"/>
                <a:gd name="T12" fmla="*/ 79 w 148"/>
                <a:gd name="T13" fmla="*/ 112 h 146"/>
                <a:gd name="T14" fmla="*/ 87 w 148"/>
                <a:gd name="T15" fmla="*/ 99 h 146"/>
                <a:gd name="T16" fmla="*/ 91 w 148"/>
                <a:gd name="T17" fmla="*/ 80 h 146"/>
                <a:gd name="T18" fmla="*/ 100 w 148"/>
                <a:gd name="T19" fmla="*/ 84 h 146"/>
                <a:gd name="T20" fmla="*/ 103 w 148"/>
                <a:gd name="T21" fmla="*/ 83 h 146"/>
                <a:gd name="T22" fmla="*/ 108 w 148"/>
                <a:gd name="T23" fmla="*/ 71 h 146"/>
                <a:gd name="T24" fmla="*/ 110 w 148"/>
                <a:gd name="T25" fmla="*/ 67 h 146"/>
                <a:gd name="T26" fmla="*/ 114 w 148"/>
                <a:gd name="T27" fmla="*/ 69 h 146"/>
                <a:gd name="T28" fmla="*/ 122 w 148"/>
                <a:gd name="T29" fmla="*/ 57 h 146"/>
                <a:gd name="T30" fmla="*/ 126 w 148"/>
                <a:gd name="T31" fmla="*/ 47 h 146"/>
                <a:gd name="T32" fmla="*/ 135 w 148"/>
                <a:gd name="T33" fmla="*/ 44 h 146"/>
                <a:gd name="T34" fmla="*/ 143 w 148"/>
                <a:gd name="T35" fmla="*/ 47 h 146"/>
                <a:gd name="T36" fmla="*/ 148 w 148"/>
                <a:gd name="T37" fmla="*/ 43 h 146"/>
                <a:gd name="T38" fmla="*/ 145 w 148"/>
                <a:gd name="T39" fmla="*/ 36 h 146"/>
                <a:gd name="T40" fmla="*/ 130 w 148"/>
                <a:gd name="T41" fmla="*/ 28 h 146"/>
                <a:gd name="T42" fmla="*/ 120 w 148"/>
                <a:gd name="T43" fmla="*/ 31 h 146"/>
                <a:gd name="T44" fmla="*/ 113 w 148"/>
                <a:gd name="T45" fmla="*/ 34 h 146"/>
                <a:gd name="T46" fmla="*/ 107 w 148"/>
                <a:gd name="T47" fmla="*/ 40 h 146"/>
                <a:gd name="T48" fmla="*/ 94 w 148"/>
                <a:gd name="T49" fmla="*/ 50 h 146"/>
                <a:gd name="T50" fmla="*/ 88 w 148"/>
                <a:gd name="T51" fmla="*/ 33 h 146"/>
                <a:gd name="T52" fmla="*/ 51 w 148"/>
                <a:gd name="T53" fmla="*/ 0 h 146"/>
                <a:gd name="T54" fmla="*/ 47 w 148"/>
                <a:gd name="T55" fmla="*/ 3 h 146"/>
                <a:gd name="T56" fmla="*/ 48 w 148"/>
                <a:gd name="T57" fmla="*/ 7 h 146"/>
                <a:gd name="T58" fmla="*/ 48 w 148"/>
                <a:gd name="T59" fmla="*/ 19 h 146"/>
                <a:gd name="T60" fmla="*/ 47 w 148"/>
                <a:gd name="T61" fmla="*/ 28 h 146"/>
                <a:gd name="T62" fmla="*/ 46 w 148"/>
                <a:gd name="T63" fmla="*/ 39 h 146"/>
                <a:gd name="T64" fmla="*/ 36 w 148"/>
                <a:gd name="T65" fmla="*/ 51 h 146"/>
                <a:gd name="T66" fmla="*/ 28 w 148"/>
                <a:gd name="T67" fmla="*/ 55 h 146"/>
                <a:gd name="T68" fmla="*/ 21 w 148"/>
                <a:gd name="T69" fmla="*/ 65 h 146"/>
                <a:gd name="T70" fmla="*/ 19 w 148"/>
                <a:gd name="T71" fmla="*/ 76 h 146"/>
                <a:gd name="T72" fmla="*/ 12 w 148"/>
                <a:gd name="T73" fmla="*/ 76 h 146"/>
                <a:gd name="T74" fmla="*/ 9 w 148"/>
                <a:gd name="T75" fmla="*/ 91 h 146"/>
                <a:gd name="T76" fmla="*/ 3 w 148"/>
                <a:gd name="T77" fmla="*/ 98 h 146"/>
                <a:gd name="T78" fmla="*/ 3 w 148"/>
                <a:gd name="T79" fmla="*/ 114 h 146"/>
                <a:gd name="T80" fmla="*/ 10 w 148"/>
                <a:gd name="T81" fmla="*/ 127 h 146"/>
                <a:gd name="T82" fmla="*/ 19 w 148"/>
                <a:gd name="T83" fmla="*/ 138 h 146"/>
                <a:gd name="T84" fmla="*/ 21 w 148"/>
                <a:gd name="T85" fmla="*/ 136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48" h="146">
                  <a:moveTo>
                    <a:pt x="21" y="136"/>
                  </a:moveTo>
                  <a:lnTo>
                    <a:pt x="24" y="136"/>
                  </a:lnTo>
                  <a:lnTo>
                    <a:pt x="25" y="139"/>
                  </a:lnTo>
                  <a:lnTo>
                    <a:pt x="31" y="144"/>
                  </a:lnTo>
                  <a:lnTo>
                    <a:pt x="36" y="146"/>
                  </a:lnTo>
                  <a:lnTo>
                    <a:pt x="38" y="146"/>
                  </a:lnTo>
                  <a:lnTo>
                    <a:pt x="44" y="139"/>
                  </a:lnTo>
                  <a:lnTo>
                    <a:pt x="48" y="142"/>
                  </a:lnTo>
                  <a:lnTo>
                    <a:pt x="57" y="140"/>
                  </a:lnTo>
                  <a:lnTo>
                    <a:pt x="64" y="134"/>
                  </a:lnTo>
                  <a:lnTo>
                    <a:pt x="75" y="128"/>
                  </a:lnTo>
                  <a:lnTo>
                    <a:pt x="79" y="125"/>
                  </a:lnTo>
                  <a:lnTo>
                    <a:pt x="78" y="117"/>
                  </a:lnTo>
                  <a:lnTo>
                    <a:pt x="79" y="112"/>
                  </a:lnTo>
                  <a:lnTo>
                    <a:pt x="84" y="107"/>
                  </a:lnTo>
                  <a:lnTo>
                    <a:pt x="87" y="99"/>
                  </a:lnTo>
                  <a:lnTo>
                    <a:pt x="90" y="87"/>
                  </a:lnTo>
                  <a:lnTo>
                    <a:pt x="91" y="80"/>
                  </a:lnTo>
                  <a:lnTo>
                    <a:pt x="95" y="82"/>
                  </a:lnTo>
                  <a:lnTo>
                    <a:pt x="100" y="84"/>
                  </a:lnTo>
                  <a:lnTo>
                    <a:pt x="102" y="85"/>
                  </a:lnTo>
                  <a:lnTo>
                    <a:pt x="103" y="83"/>
                  </a:lnTo>
                  <a:lnTo>
                    <a:pt x="106" y="75"/>
                  </a:lnTo>
                  <a:lnTo>
                    <a:pt x="108" y="71"/>
                  </a:lnTo>
                  <a:lnTo>
                    <a:pt x="109" y="67"/>
                  </a:lnTo>
                  <a:lnTo>
                    <a:pt x="110" y="67"/>
                  </a:lnTo>
                  <a:lnTo>
                    <a:pt x="113" y="67"/>
                  </a:lnTo>
                  <a:lnTo>
                    <a:pt x="114" y="69"/>
                  </a:lnTo>
                  <a:lnTo>
                    <a:pt x="119" y="60"/>
                  </a:lnTo>
                  <a:lnTo>
                    <a:pt x="122" y="57"/>
                  </a:lnTo>
                  <a:lnTo>
                    <a:pt x="124" y="54"/>
                  </a:lnTo>
                  <a:lnTo>
                    <a:pt x="126" y="47"/>
                  </a:lnTo>
                  <a:lnTo>
                    <a:pt x="126" y="39"/>
                  </a:lnTo>
                  <a:lnTo>
                    <a:pt x="135" y="44"/>
                  </a:lnTo>
                  <a:lnTo>
                    <a:pt x="141" y="47"/>
                  </a:lnTo>
                  <a:lnTo>
                    <a:pt x="143" y="47"/>
                  </a:lnTo>
                  <a:lnTo>
                    <a:pt x="146" y="44"/>
                  </a:lnTo>
                  <a:lnTo>
                    <a:pt x="148" y="43"/>
                  </a:lnTo>
                  <a:lnTo>
                    <a:pt x="147" y="43"/>
                  </a:lnTo>
                  <a:lnTo>
                    <a:pt x="145" y="36"/>
                  </a:lnTo>
                  <a:lnTo>
                    <a:pt x="141" y="31"/>
                  </a:lnTo>
                  <a:lnTo>
                    <a:pt x="130" y="28"/>
                  </a:lnTo>
                  <a:lnTo>
                    <a:pt x="123" y="31"/>
                  </a:lnTo>
                  <a:lnTo>
                    <a:pt x="120" y="31"/>
                  </a:lnTo>
                  <a:lnTo>
                    <a:pt x="114" y="35"/>
                  </a:lnTo>
                  <a:lnTo>
                    <a:pt x="113" y="34"/>
                  </a:lnTo>
                  <a:lnTo>
                    <a:pt x="112" y="34"/>
                  </a:lnTo>
                  <a:lnTo>
                    <a:pt x="107" y="40"/>
                  </a:lnTo>
                  <a:lnTo>
                    <a:pt x="102" y="40"/>
                  </a:lnTo>
                  <a:lnTo>
                    <a:pt x="94" y="50"/>
                  </a:lnTo>
                  <a:lnTo>
                    <a:pt x="91" y="50"/>
                  </a:lnTo>
                  <a:lnTo>
                    <a:pt x="88" y="33"/>
                  </a:lnTo>
                  <a:lnTo>
                    <a:pt x="57" y="39"/>
                  </a:lnTo>
                  <a:lnTo>
                    <a:pt x="51" y="0"/>
                  </a:lnTo>
                  <a:lnTo>
                    <a:pt x="48" y="0"/>
                  </a:lnTo>
                  <a:lnTo>
                    <a:pt x="47" y="3"/>
                  </a:lnTo>
                  <a:lnTo>
                    <a:pt x="48" y="6"/>
                  </a:lnTo>
                  <a:lnTo>
                    <a:pt x="48" y="7"/>
                  </a:lnTo>
                  <a:lnTo>
                    <a:pt x="48" y="15"/>
                  </a:lnTo>
                  <a:lnTo>
                    <a:pt x="48" y="19"/>
                  </a:lnTo>
                  <a:lnTo>
                    <a:pt x="47" y="22"/>
                  </a:lnTo>
                  <a:lnTo>
                    <a:pt x="47" y="28"/>
                  </a:lnTo>
                  <a:lnTo>
                    <a:pt x="46" y="36"/>
                  </a:lnTo>
                  <a:lnTo>
                    <a:pt x="46" y="39"/>
                  </a:lnTo>
                  <a:lnTo>
                    <a:pt x="44" y="44"/>
                  </a:lnTo>
                  <a:lnTo>
                    <a:pt x="36" y="51"/>
                  </a:lnTo>
                  <a:lnTo>
                    <a:pt x="33" y="55"/>
                  </a:lnTo>
                  <a:lnTo>
                    <a:pt x="28" y="55"/>
                  </a:lnTo>
                  <a:lnTo>
                    <a:pt x="24" y="61"/>
                  </a:lnTo>
                  <a:lnTo>
                    <a:pt x="21" y="65"/>
                  </a:lnTo>
                  <a:lnTo>
                    <a:pt x="20" y="75"/>
                  </a:lnTo>
                  <a:lnTo>
                    <a:pt x="19" y="76"/>
                  </a:lnTo>
                  <a:lnTo>
                    <a:pt x="15" y="73"/>
                  </a:lnTo>
                  <a:lnTo>
                    <a:pt x="12" y="76"/>
                  </a:lnTo>
                  <a:lnTo>
                    <a:pt x="9" y="87"/>
                  </a:lnTo>
                  <a:lnTo>
                    <a:pt x="9" y="91"/>
                  </a:lnTo>
                  <a:lnTo>
                    <a:pt x="7" y="94"/>
                  </a:lnTo>
                  <a:lnTo>
                    <a:pt x="3" y="98"/>
                  </a:lnTo>
                  <a:lnTo>
                    <a:pt x="0" y="101"/>
                  </a:lnTo>
                  <a:lnTo>
                    <a:pt x="3" y="114"/>
                  </a:lnTo>
                  <a:lnTo>
                    <a:pt x="5" y="120"/>
                  </a:lnTo>
                  <a:lnTo>
                    <a:pt x="10" y="127"/>
                  </a:lnTo>
                  <a:lnTo>
                    <a:pt x="15" y="132"/>
                  </a:lnTo>
                  <a:lnTo>
                    <a:pt x="19" y="138"/>
                  </a:lnTo>
                  <a:lnTo>
                    <a:pt x="20" y="138"/>
                  </a:lnTo>
                  <a:lnTo>
                    <a:pt x="21" y="13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6" name="Freeform 45">
              <a:extLst>
                <a:ext uri="{FF2B5EF4-FFF2-40B4-BE49-F238E27FC236}">
                  <a16:creationId xmlns:a16="http://schemas.microsoft.com/office/drawing/2014/main" id="{9F72C186-2BA8-2F4F-3A0C-240D17B12130}"/>
                </a:ext>
              </a:extLst>
            </p:cNvPr>
            <p:cNvSpPr>
              <a:spLocks/>
            </p:cNvSpPr>
            <p:nvPr/>
          </p:nvSpPr>
          <p:spPr bwMode="auto">
            <a:xfrm>
              <a:off x="7045393" y="2498731"/>
              <a:ext cx="398000" cy="205746"/>
            </a:xfrm>
            <a:custGeom>
              <a:avLst/>
              <a:gdLst>
                <a:gd name="T0" fmla="*/ 207 w 236"/>
                <a:gd name="T1" fmla="*/ 91 h 122"/>
                <a:gd name="T2" fmla="*/ 214 w 236"/>
                <a:gd name="T3" fmla="*/ 88 h 122"/>
                <a:gd name="T4" fmla="*/ 220 w 236"/>
                <a:gd name="T5" fmla="*/ 74 h 122"/>
                <a:gd name="T6" fmla="*/ 235 w 236"/>
                <a:gd name="T7" fmla="*/ 64 h 122"/>
                <a:gd name="T8" fmla="*/ 232 w 236"/>
                <a:gd name="T9" fmla="*/ 54 h 122"/>
                <a:gd name="T10" fmla="*/ 222 w 236"/>
                <a:gd name="T11" fmla="*/ 42 h 122"/>
                <a:gd name="T12" fmla="*/ 217 w 236"/>
                <a:gd name="T13" fmla="*/ 23 h 122"/>
                <a:gd name="T14" fmla="*/ 215 w 236"/>
                <a:gd name="T15" fmla="*/ 22 h 122"/>
                <a:gd name="T16" fmla="*/ 207 w 236"/>
                <a:gd name="T17" fmla="*/ 13 h 122"/>
                <a:gd name="T18" fmla="*/ 203 w 236"/>
                <a:gd name="T19" fmla="*/ 11 h 122"/>
                <a:gd name="T20" fmla="*/ 199 w 236"/>
                <a:gd name="T21" fmla="*/ 15 h 122"/>
                <a:gd name="T22" fmla="*/ 192 w 236"/>
                <a:gd name="T23" fmla="*/ 17 h 122"/>
                <a:gd name="T24" fmla="*/ 184 w 236"/>
                <a:gd name="T25" fmla="*/ 13 h 122"/>
                <a:gd name="T26" fmla="*/ 181 w 236"/>
                <a:gd name="T27" fmla="*/ 16 h 122"/>
                <a:gd name="T28" fmla="*/ 178 w 236"/>
                <a:gd name="T29" fmla="*/ 18 h 122"/>
                <a:gd name="T30" fmla="*/ 174 w 236"/>
                <a:gd name="T31" fmla="*/ 15 h 122"/>
                <a:gd name="T32" fmla="*/ 166 w 236"/>
                <a:gd name="T33" fmla="*/ 13 h 122"/>
                <a:gd name="T34" fmla="*/ 163 w 236"/>
                <a:gd name="T35" fmla="*/ 7 h 122"/>
                <a:gd name="T36" fmla="*/ 154 w 236"/>
                <a:gd name="T37" fmla="*/ 0 h 122"/>
                <a:gd name="T38" fmla="*/ 148 w 236"/>
                <a:gd name="T39" fmla="*/ 3 h 122"/>
                <a:gd name="T40" fmla="*/ 141 w 236"/>
                <a:gd name="T41" fmla="*/ 2 h 122"/>
                <a:gd name="T42" fmla="*/ 144 w 236"/>
                <a:gd name="T43" fmla="*/ 7 h 122"/>
                <a:gd name="T44" fmla="*/ 144 w 236"/>
                <a:gd name="T45" fmla="*/ 15 h 122"/>
                <a:gd name="T46" fmla="*/ 138 w 236"/>
                <a:gd name="T47" fmla="*/ 17 h 122"/>
                <a:gd name="T48" fmla="*/ 126 w 236"/>
                <a:gd name="T49" fmla="*/ 20 h 122"/>
                <a:gd name="T50" fmla="*/ 125 w 236"/>
                <a:gd name="T51" fmla="*/ 23 h 122"/>
                <a:gd name="T52" fmla="*/ 124 w 236"/>
                <a:gd name="T53" fmla="*/ 29 h 122"/>
                <a:gd name="T54" fmla="*/ 120 w 236"/>
                <a:gd name="T55" fmla="*/ 37 h 122"/>
                <a:gd name="T56" fmla="*/ 115 w 236"/>
                <a:gd name="T57" fmla="*/ 39 h 122"/>
                <a:gd name="T58" fmla="*/ 112 w 236"/>
                <a:gd name="T59" fmla="*/ 47 h 122"/>
                <a:gd name="T60" fmla="*/ 104 w 236"/>
                <a:gd name="T61" fmla="*/ 52 h 122"/>
                <a:gd name="T62" fmla="*/ 100 w 236"/>
                <a:gd name="T63" fmla="*/ 48 h 122"/>
                <a:gd name="T64" fmla="*/ 97 w 236"/>
                <a:gd name="T65" fmla="*/ 44 h 122"/>
                <a:gd name="T66" fmla="*/ 93 w 236"/>
                <a:gd name="T67" fmla="*/ 51 h 122"/>
                <a:gd name="T68" fmla="*/ 92 w 236"/>
                <a:gd name="T69" fmla="*/ 58 h 122"/>
                <a:gd name="T70" fmla="*/ 86 w 236"/>
                <a:gd name="T71" fmla="*/ 55 h 122"/>
                <a:gd name="T72" fmla="*/ 80 w 236"/>
                <a:gd name="T73" fmla="*/ 56 h 122"/>
                <a:gd name="T74" fmla="*/ 76 w 236"/>
                <a:gd name="T75" fmla="*/ 61 h 122"/>
                <a:gd name="T76" fmla="*/ 71 w 236"/>
                <a:gd name="T77" fmla="*/ 60 h 122"/>
                <a:gd name="T78" fmla="*/ 63 w 236"/>
                <a:gd name="T79" fmla="*/ 57 h 122"/>
                <a:gd name="T80" fmla="*/ 57 w 236"/>
                <a:gd name="T81" fmla="*/ 61 h 122"/>
                <a:gd name="T82" fmla="*/ 49 w 236"/>
                <a:gd name="T83" fmla="*/ 66 h 122"/>
                <a:gd name="T84" fmla="*/ 43 w 236"/>
                <a:gd name="T85" fmla="*/ 67 h 122"/>
                <a:gd name="T86" fmla="*/ 43 w 236"/>
                <a:gd name="T87" fmla="*/ 72 h 122"/>
                <a:gd name="T88" fmla="*/ 44 w 236"/>
                <a:gd name="T89" fmla="*/ 78 h 122"/>
                <a:gd name="T90" fmla="*/ 36 w 236"/>
                <a:gd name="T91" fmla="*/ 81 h 122"/>
                <a:gd name="T92" fmla="*/ 33 w 236"/>
                <a:gd name="T93" fmla="*/ 88 h 122"/>
                <a:gd name="T94" fmla="*/ 33 w 236"/>
                <a:gd name="T95" fmla="*/ 94 h 122"/>
                <a:gd name="T96" fmla="*/ 27 w 236"/>
                <a:gd name="T97" fmla="*/ 94 h 122"/>
                <a:gd name="T98" fmla="*/ 19 w 236"/>
                <a:gd name="T99" fmla="*/ 89 h 122"/>
                <a:gd name="T100" fmla="*/ 14 w 236"/>
                <a:gd name="T101" fmla="*/ 93 h 122"/>
                <a:gd name="T102" fmla="*/ 10 w 236"/>
                <a:gd name="T103" fmla="*/ 97 h 122"/>
                <a:gd name="T104" fmla="*/ 14 w 236"/>
                <a:gd name="T105" fmla="*/ 102 h 122"/>
                <a:gd name="T106" fmla="*/ 14 w 236"/>
                <a:gd name="T107" fmla="*/ 107 h 122"/>
                <a:gd name="T108" fmla="*/ 12 w 236"/>
                <a:gd name="T109" fmla="*/ 115 h 122"/>
                <a:gd name="T110" fmla="*/ 7 w 236"/>
                <a:gd name="T111" fmla="*/ 116 h 122"/>
                <a:gd name="T112" fmla="*/ 5 w 236"/>
                <a:gd name="T113" fmla="*/ 117 h 122"/>
                <a:gd name="T114" fmla="*/ 0 w 236"/>
                <a:gd name="T115" fmla="*/ 117 h 122"/>
                <a:gd name="T116" fmla="*/ 0 w 236"/>
                <a:gd name="T117" fmla="*/ 121 h 122"/>
                <a:gd name="T118" fmla="*/ 2 w 236"/>
                <a:gd name="T119" fmla="*/ 121 h 122"/>
                <a:gd name="T120" fmla="*/ 50 w 236"/>
                <a:gd name="T121" fmla="*/ 111 h 122"/>
                <a:gd name="T122" fmla="*/ 192 w 236"/>
                <a:gd name="T123" fmla="*/ 100 h 122"/>
                <a:gd name="T124" fmla="*/ 202 w 236"/>
                <a:gd name="T125" fmla="*/ 94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36" h="122">
                  <a:moveTo>
                    <a:pt x="202" y="94"/>
                  </a:moveTo>
                  <a:lnTo>
                    <a:pt x="207" y="91"/>
                  </a:lnTo>
                  <a:lnTo>
                    <a:pt x="210" y="89"/>
                  </a:lnTo>
                  <a:lnTo>
                    <a:pt x="214" y="88"/>
                  </a:lnTo>
                  <a:lnTo>
                    <a:pt x="217" y="79"/>
                  </a:lnTo>
                  <a:lnTo>
                    <a:pt x="220" y="74"/>
                  </a:lnTo>
                  <a:lnTo>
                    <a:pt x="231" y="70"/>
                  </a:lnTo>
                  <a:lnTo>
                    <a:pt x="235" y="64"/>
                  </a:lnTo>
                  <a:lnTo>
                    <a:pt x="236" y="60"/>
                  </a:lnTo>
                  <a:lnTo>
                    <a:pt x="232" y="54"/>
                  </a:lnTo>
                  <a:lnTo>
                    <a:pt x="227" y="49"/>
                  </a:lnTo>
                  <a:lnTo>
                    <a:pt x="222" y="42"/>
                  </a:lnTo>
                  <a:lnTo>
                    <a:pt x="220" y="36"/>
                  </a:lnTo>
                  <a:lnTo>
                    <a:pt x="217" y="23"/>
                  </a:lnTo>
                  <a:lnTo>
                    <a:pt x="218" y="22"/>
                  </a:lnTo>
                  <a:lnTo>
                    <a:pt x="215" y="22"/>
                  </a:lnTo>
                  <a:lnTo>
                    <a:pt x="211" y="18"/>
                  </a:lnTo>
                  <a:lnTo>
                    <a:pt x="207" y="13"/>
                  </a:lnTo>
                  <a:lnTo>
                    <a:pt x="204" y="10"/>
                  </a:lnTo>
                  <a:lnTo>
                    <a:pt x="203" y="11"/>
                  </a:lnTo>
                  <a:lnTo>
                    <a:pt x="201" y="12"/>
                  </a:lnTo>
                  <a:lnTo>
                    <a:pt x="199" y="15"/>
                  </a:lnTo>
                  <a:lnTo>
                    <a:pt x="198" y="16"/>
                  </a:lnTo>
                  <a:lnTo>
                    <a:pt x="192" y="17"/>
                  </a:lnTo>
                  <a:lnTo>
                    <a:pt x="187" y="15"/>
                  </a:lnTo>
                  <a:lnTo>
                    <a:pt x="184" y="13"/>
                  </a:lnTo>
                  <a:lnTo>
                    <a:pt x="183" y="14"/>
                  </a:lnTo>
                  <a:lnTo>
                    <a:pt x="181" y="16"/>
                  </a:lnTo>
                  <a:lnTo>
                    <a:pt x="181" y="17"/>
                  </a:lnTo>
                  <a:lnTo>
                    <a:pt x="178" y="18"/>
                  </a:lnTo>
                  <a:lnTo>
                    <a:pt x="176" y="16"/>
                  </a:lnTo>
                  <a:lnTo>
                    <a:pt x="174" y="15"/>
                  </a:lnTo>
                  <a:lnTo>
                    <a:pt x="171" y="14"/>
                  </a:lnTo>
                  <a:lnTo>
                    <a:pt x="166" y="13"/>
                  </a:lnTo>
                  <a:lnTo>
                    <a:pt x="165" y="11"/>
                  </a:lnTo>
                  <a:lnTo>
                    <a:pt x="163" y="7"/>
                  </a:lnTo>
                  <a:lnTo>
                    <a:pt x="159" y="4"/>
                  </a:lnTo>
                  <a:lnTo>
                    <a:pt x="154" y="0"/>
                  </a:lnTo>
                  <a:lnTo>
                    <a:pt x="153" y="1"/>
                  </a:lnTo>
                  <a:lnTo>
                    <a:pt x="148" y="3"/>
                  </a:lnTo>
                  <a:lnTo>
                    <a:pt x="143" y="1"/>
                  </a:lnTo>
                  <a:lnTo>
                    <a:pt x="141" y="2"/>
                  </a:lnTo>
                  <a:lnTo>
                    <a:pt x="142" y="6"/>
                  </a:lnTo>
                  <a:lnTo>
                    <a:pt x="144" y="7"/>
                  </a:lnTo>
                  <a:lnTo>
                    <a:pt x="143" y="9"/>
                  </a:lnTo>
                  <a:lnTo>
                    <a:pt x="144" y="15"/>
                  </a:lnTo>
                  <a:lnTo>
                    <a:pt x="142" y="17"/>
                  </a:lnTo>
                  <a:lnTo>
                    <a:pt x="138" y="17"/>
                  </a:lnTo>
                  <a:lnTo>
                    <a:pt x="134" y="19"/>
                  </a:lnTo>
                  <a:lnTo>
                    <a:pt x="126" y="20"/>
                  </a:lnTo>
                  <a:lnTo>
                    <a:pt x="125" y="21"/>
                  </a:lnTo>
                  <a:lnTo>
                    <a:pt x="125" y="23"/>
                  </a:lnTo>
                  <a:lnTo>
                    <a:pt x="124" y="25"/>
                  </a:lnTo>
                  <a:lnTo>
                    <a:pt x="124" y="29"/>
                  </a:lnTo>
                  <a:lnTo>
                    <a:pt x="122" y="33"/>
                  </a:lnTo>
                  <a:lnTo>
                    <a:pt x="120" y="37"/>
                  </a:lnTo>
                  <a:lnTo>
                    <a:pt x="118" y="39"/>
                  </a:lnTo>
                  <a:lnTo>
                    <a:pt x="115" y="39"/>
                  </a:lnTo>
                  <a:lnTo>
                    <a:pt x="112" y="44"/>
                  </a:lnTo>
                  <a:lnTo>
                    <a:pt x="112" y="47"/>
                  </a:lnTo>
                  <a:lnTo>
                    <a:pt x="110" y="51"/>
                  </a:lnTo>
                  <a:lnTo>
                    <a:pt x="104" y="52"/>
                  </a:lnTo>
                  <a:lnTo>
                    <a:pt x="103" y="51"/>
                  </a:lnTo>
                  <a:lnTo>
                    <a:pt x="100" y="48"/>
                  </a:lnTo>
                  <a:lnTo>
                    <a:pt x="99" y="44"/>
                  </a:lnTo>
                  <a:lnTo>
                    <a:pt x="97" y="44"/>
                  </a:lnTo>
                  <a:lnTo>
                    <a:pt x="96" y="48"/>
                  </a:lnTo>
                  <a:lnTo>
                    <a:pt x="93" y="51"/>
                  </a:lnTo>
                  <a:lnTo>
                    <a:pt x="93" y="55"/>
                  </a:lnTo>
                  <a:lnTo>
                    <a:pt x="92" y="58"/>
                  </a:lnTo>
                  <a:lnTo>
                    <a:pt x="88" y="57"/>
                  </a:lnTo>
                  <a:lnTo>
                    <a:pt x="86" y="55"/>
                  </a:lnTo>
                  <a:lnTo>
                    <a:pt x="82" y="55"/>
                  </a:lnTo>
                  <a:lnTo>
                    <a:pt x="80" y="56"/>
                  </a:lnTo>
                  <a:lnTo>
                    <a:pt x="76" y="57"/>
                  </a:lnTo>
                  <a:lnTo>
                    <a:pt x="76" y="61"/>
                  </a:lnTo>
                  <a:lnTo>
                    <a:pt x="75" y="62"/>
                  </a:lnTo>
                  <a:lnTo>
                    <a:pt x="71" y="60"/>
                  </a:lnTo>
                  <a:lnTo>
                    <a:pt x="68" y="57"/>
                  </a:lnTo>
                  <a:lnTo>
                    <a:pt x="63" y="57"/>
                  </a:lnTo>
                  <a:lnTo>
                    <a:pt x="60" y="57"/>
                  </a:lnTo>
                  <a:lnTo>
                    <a:pt x="57" y="61"/>
                  </a:lnTo>
                  <a:lnTo>
                    <a:pt x="49" y="61"/>
                  </a:lnTo>
                  <a:lnTo>
                    <a:pt x="49" y="66"/>
                  </a:lnTo>
                  <a:lnTo>
                    <a:pt x="46" y="66"/>
                  </a:lnTo>
                  <a:lnTo>
                    <a:pt x="43" y="67"/>
                  </a:lnTo>
                  <a:lnTo>
                    <a:pt x="43" y="71"/>
                  </a:lnTo>
                  <a:lnTo>
                    <a:pt x="43" y="72"/>
                  </a:lnTo>
                  <a:lnTo>
                    <a:pt x="43" y="75"/>
                  </a:lnTo>
                  <a:lnTo>
                    <a:pt x="44" y="78"/>
                  </a:lnTo>
                  <a:lnTo>
                    <a:pt x="42" y="79"/>
                  </a:lnTo>
                  <a:lnTo>
                    <a:pt x="36" y="81"/>
                  </a:lnTo>
                  <a:lnTo>
                    <a:pt x="33" y="83"/>
                  </a:lnTo>
                  <a:lnTo>
                    <a:pt x="33" y="88"/>
                  </a:lnTo>
                  <a:lnTo>
                    <a:pt x="35" y="93"/>
                  </a:lnTo>
                  <a:lnTo>
                    <a:pt x="33" y="94"/>
                  </a:lnTo>
                  <a:lnTo>
                    <a:pt x="30" y="94"/>
                  </a:lnTo>
                  <a:lnTo>
                    <a:pt x="27" y="94"/>
                  </a:lnTo>
                  <a:lnTo>
                    <a:pt x="23" y="91"/>
                  </a:lnTo>
                  <a:lnTo>
                    <a:pt x="19" y="89"/>
                  </a:lnTo>
                  <a:lnTo>
                    <a:pt x="17" y="90"/>
                  </a:lnTo>
                  <a:lnTo>
                    <a:pt x="14" y="93"/>
                  </a:lnTo>
                  <a:lnTo>
                    <a:pt x="11" y="94"/>
                  </a:lnTo>
                  <a:lnTo>
                    <a:pt x="10" y="97"/>
                  </a:lnTo>
                  <a:lnTo>
                    <a:pt x="10" y="100"/>
                  </a:lnTo>
                  <a:lnTo>
                    <a:pt x="14" y="102"/>
                  </a:lnTo>
                  <a:lnTo>
                    <a:pt x="14" y="104"/>
                  </a:lnTo>
                  <a:lnTo>
                    <a:pt x="14" y="107"/>
                  </a:lnTo>
                  <a:lnTo>
                    <a:pt x="14" y="112"/>
                  </a:lnTo>
                  <a:lnTo>
                    <a:pt x="12" y="115"/>
                  </a:lnTo>
                  <a:lnTo>
                    <a:pt x="10" y="116"/>
                  </a:lnTo>
                  <a:lnTo>
                    <a:pt x="7" y="116"/>
                  </a:lnTo>
                  <a:lnTo>
                    <a:pt x="5" y="117"/>
                  </a:lnTo>
                  <a:lnTo>
                    <a:pt x="5" y="117"/>
                  </a:lnTo>
                  <a:lnTo>
                    <a:pt x="4" y="117"/>
                  </a:lnTo>
                  <a:lnTo>
                    <a:pt x="0" y="117"/>
                  </a:lnTo>
                  <a:lnTo>
                    <a:pt x="0" y="118"/>
                  </a:lnTo>
                  <a:lnTo>
                    <a:pt x="0" y="121"/>
                  </a:lnTo>
                  <a:lnTo>
                    <a:pt x="0" y="122"/>
                  </a:lnTo>
                  <a:lnTo>
                    <a:pt x="2" y="121"/>
                  </a:lnTo>
                  <a:lnTo>
                    <a:pt x="52" y="120"/>
                  </a:lnTo>
                  <a:lnTo>
                    <a:pt x="50" y="111"/>
                  </a:lnTo>
                  <a:lnTo>
                    <a:pt x="143" y="105"/>
                  </a:lnTo>
                  <a:lnTo>
                    <a:pt x="192" y="100"/>
                  </a:lnTo>
                  <a:lnTo>
                    <a:pt x="198" y="97"/>
                  </a:lnTo>
                  <a:lnTo>
                    <a:pt x="202" y="9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7" name="Freeform 46">
              <a:extLst>
                <a:ext uri="{FF2B5EF4-FFF2-40B4-BE49-F238E27FC236}">
                  <a16:creationId xmlns:a16="http://schemas.microsoft.com/office/drawing/2014/main" id="{EE5C6F0F-8D0C-3E2C-2280-24296D90DAAB}"/>
                </a:ext>
              </a:extLst>
            </p:cNvPr>
            <p:cNvSpPr>
              <a:spLocks/>
            </p:cNvSpPr>
            <p:nvPr/>
          </p:nvSpPr>
          <p:spPr bwMode="auto">
            <a:xfrm>
              <a:off x="6706417" y="2426214"/>
              <a:ext cx="362585" cy="315365"/>
            </a:xfrm>
            <a:custGeom>
              <a:avLst/>
              <a:gdLst>
                <a:gd name="T0" fmla="*/ 238 w 254"/>
                <a:gd name="T1" fmla="*/ 190 h 221"/>
                <a:gd name="T2" fmla="*/ 242 w 254"/>
                <a:gd name="T3" fmla="*/ 189 h 221"/>
                <a:gd name="T4" fmla="*/ 244 w 254"/>
                <a:gd name="T5" fmla="*/ 188 h 221"/>
                <a:gd name="T6" fmla="*/ 249 w 254"/>
                <a:gd name="T7" fmla="*/ 187 h 221"/>
                <a:gd name="T8" fmla="*/ 254 w 254"/>
                <a:gd name="T9" fmla="*/ 183 h 221"/>
                <a:gd name="T10" fmla="*/ 254 w 254"/>
                <a:gd name="T11" fmla="*/ 173 h 221"/>
                <a:gd name="T12" fmla="*/ 250 w 254"/>
                <a:gd name="T13" fmla="*/ 168 h 221"/>
                <a:gd name="T14" fmla="*/ 251 w 254"/>
                <a:gd name="T15" fmla="*/ 161 h 221"/>
                <a:gd name="T16" fmla="*/ 243 w 254"/>
                <a:gd name="T17" fmla="*/ 166 h 221"/>
                <a:gd name="T18" fmla="*/ 238 w 254"/>
                <a:gd name="T19" fmla="*/ 156 h 221"/>
                <a:gd name="T20" fmla="*/ 240 w 254"/>
                <a:gd name="T21" fmla="*/ 146 h 221"/>
                <a:gd name="T22" fmla="*/ 232 w 254"/>
                <a:gd name="T23" fmla="*/ 131 h 221"/>
                <a:gd name="T24" fmla="*/ 216 w 254"/>
                <a:gd name="T25" fmla="*/ 124 h 221"/>
                <a:gd name="T26" fmla="*/ 202 w 254"/>
                <a:gd name="T27" fmla="*/ 112 h 221"/>
                <a:gd name="T28" fmla="*/ 204 w 254"/>
                <a:gd name="T29" fmla="*/ 100 h 221"/>
                <a:gd name="T30" fmla="*/ 206 w 254"/>
                <a:gd name="T31" fmla="*/ 91 h 221"/>
                <a:gd name="T32" fmla="*/ 206 w 254"/>
                <a:gd name="T33" fmla="*/ 80 h 221"/>
                <a:gd name="T34" fmla="*/ 196 w 254"/>
                <a:gd name="T35" fmla="*/ 76 h 221"/>
                <a:gd name="T36" fmla="*/ 191 w 254"/>
                <a:gd name="T37" fmla="*/ 81 h 221"/>
                <a:gd name="T38" fmla="*/ 186 w 254"/>
                <a:gd name="T39" fmla="*/ 67 h 221"/>
                <a:gd name="T40" fmla="*/ 163 w 254"/>
                <a:gd name="T41" fmla="*/ 45 h 221"/>
                <a:gd name="T42" fmla="*/ 156 w 254"/>
                <a:gd name="T43" fmla="*/ 22 h 221"/>
                <a:gd name="T44" fmla="*/ 158 w 254"/>
                <a:gd name="T45" fmla="*/ 10 h 221"/>
                <a:gd name="T46" fmla="*/ 0 w 254"/>
                <a:gd name="T47" fmla="*/ 2 h 221"/>
                <a:gd name="T48" fmla="*/ 4 w 254"/>
                <a:gd name="T49" fmla="*/ 6 h 221"/>
                <a:gd name="T50" fmla="*/ 3 w 254"/>
                <a:gd name="T51" fmla="*/ 13 h 221"/>
                <a:gd name="T52" fmla="*/ 5 w 254"/>
                <a:gd name="T53" fmla="*/ 17 h 221"/>
                <a:gd name="T54" fmla="*/ 12 w 254"/>
                <a:gd name="T55" fmla="*/ 25 h 221"/>
                <a:gd name="T56" fmla="*/ 14 w 254"/>
                <a:gd name="T57" fmla="*/ 29 h 221"/>
                <a:gd name="T58" fmla="*/ 20 w 254"/>
                <a:gd name="T59" fmla="*/ 39 h 221"/>
                <a:gd name="T60" fmla="*/ 31 w 254"/>
                <a:gd name="T61" fmla="*/ 39 h 221"/>
                <a:gd name="T62" fmla="*/ 28 w 254"/>
                <a:gd name="T63" fmla="*/ 50 h 221"/>
                <a:gd name="T64" fmla="*/ 31 w 254"/>
                <a:gd name="T65" fmla="*/ 61 h 221"/>
                <a:gd name="T66" fmla="*/ 36 w 254"/>
                <a:gd name="T67" fmla="*/ 69 h 221"/>
                <a:gd name="T68" fmla="*/ 42 w 254"/>
                <a:gd name="T69" fmla="*/ 176 h 221"/>
                <a:gd name="T70" fmla="*/ 215 w 254"/>
                <a:gd name="T71" fmla="*/ 197 h 221"/>
                <a:gd name="T72" fmla="*/ 205 w 254"/>
                <a:gd name="T73" fmla="*/ 221 h 221"/>
                <a:gd name="T74" fmla="*/ 234 w 254"/>
                <a:gd name="T75" fmla="*/ 216 h 221"/>
                <a:gd name="T76" fmla="*/ 237 w 254"/>
                <a:gd name="T77" fmla="*/ 211 h 221"/>
                <a:gd name="T78" fmla="*/ 234 w 254"/>
                <a:gd name="T79" fmla="*/ 206 h 221"/>
                <a:gd name="T80" fmla="*/ 237 w 254"/>
                <a:gd name="T81" fmla="*/ 203 h 221"/>
                <a:gd name="T82" fmla="*/ 238 w 254"/>
                <a:gd name="T83" fmla="*/ 197 h 221"/>
                <a:gd name="T84" fmla="*/ 238 w 254"/>
                <a:gd name="T85" fmla="*/ 193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54" h="221">
                  <a:moveTo>
                    <a:pt x="238" y="193"/>
                  </a:moveTo>
                  <a:cubicBezTo>
                    <a:pt x="238" y="190"/>
                    <a:pt x="238" y="190"/>
                    <a:pt x="238" y="190"/>
                  </a:cubicBezTo>
                  <a:cubicBezTo>
                    <a:pt x="238" y="189"/>
                    <a:pt x="238" y="189"/>
                    <a:pt x="238" y="189"/>
                  </a:cubicBezTo>
                  <a:cubicBezTo>
                    <a:pt x="242" y="189"/>
                    <a:pt x="242" y="189"/>
                    <a:pt x="242" y="189"/>
                  </a:cubicBezTo>
                  <a:cubicBezTo>
                    <a:pt x="243" y="189"/>
                    <a:pt x="243" y="189"/>
                    <a:pt x="243" y="189"/>
                  </a:cubicBezTo>
                  <a:cubicBezTo>
                    <a:pt x="244" y="188"/>
                    <a:pt x="244" y="188"/>
                    <a:pt x="244" y="188"/>
                  </a:cubicBezTo>
                  <a:cubicBezTo>
                    <a:pt x="246" y="187"/>
                    <a:pt x="246" y="187"/>
                    <a:pt x="246" y="187"/>
                  </a:cubicBezTo>
                  <a:cubicBezTo>
                    <a:pt x="249" y="187"/>
                    <a:pt x="249" y="187"/>
                    <a:pt x="249" y="187"/>
                  </a:cubicBezTo>
                  <a:cubicBezTo>
                    <a:pt x="252" y="186"/>
                    <a:pt x="252" y="186"/>
                    <a:pt x="252" y="186"/>
                  </a:cubicBezTo>
                  <a:cubicBezTo>
                    <a:pt x="254" y="183"/>
                    <a:pt x="254" y="183"/>
                    <a:pt x="254" y="183"/>
                  </a:cubicBezTo>
                  <a:cubicBezTo>
                    <a:pt x="254" y="177"/>
                    <a:pt x="254" y="177"/>
                    <a:pt x="254" y="177"/>
                  </a:cubicBezTo>
                  <a:cubicBezTo>
                    <a:pt x="254" y="173"/>
                    <a:pt x="254" y="173"/>
                    <a:pt x="254" y="173"/>
                  </a:cubicBezTo>
                  <a:cubicBezTo>
                    <a:pt x="254" y="171"/>
                    <a:pt x="254" y="171"/>
                    <a:pt x="254" y="171"/>
                  </a:cubicBezTo>
                  <a:cubicBezTo>
                    <a:pt x="250" y="168"/>
                    <a:pt x="250" y="168"/>
                    <a:pt x="250" y="168"/>
                  </a:cubicBezTo>
                  <a:cubicBezTo>
                    <a:pt x="250" y="165"/>
                    <a:pt x="250" y="165"/>
                    <a:pt x="250" y="165"/>
                  </a:cubicBezTo>
                  <a:cubicBezTo>
                    <a:pt x="251" y="161"/>
                    <a:pt x="251" y="161"/>
                    <a:pt x="251" y="161"/>
                  </a:cubicBezTo>
                  <a:cubicBezTo>
                    <a:pt x="246" y="161"/>
                    <a:pt x="246" y="161"/>
                    <a:pt x="246" y="161"/>
                  </a:cubicBezTo>
                  <a:cubicBezTo>
                    <a:pt x="243" y="166"/>
                    <a:pt x="243" y="166"/>
                    <a:pt x="243" y="166"/>
                  </a:cubicBezTo>
                  <a:cubicBezTo>
                    <a:pt x="243" y="161"/>
                    <a:pt x="243" y="161"/>
                    <a:pt x="243" y="161"/>
                  </a:cubicBezTo>
                  <a:cubicBezTo>
                    <a:pt x="238" y="156"/>
                    <a:pt x="238" y="156"/>
                    <a:pt x="238" y="156"/>
                  </a:cubicBezTo>
                  <a:cubicBezTo>
                    <a:pt x="239" y="152"/>
                    <a:pt x="239" y="152"/>
                    <a:pt x="239" y="152"/>
                  </a:cubicBezTo>
                  <a:cubicBezTo>
                    <a:pt x="240" y="146"/>
                    <a:pt x="240" y="146"/>
                    <a:pt x="240" y="146"/>
                  </a:cubicBezTo>
                  <a:cubicBezTo>
                    <a:pt x="236" y="135"/>
                    <a:pt x="236" y="135"/>
                    <a:pt x="236" y="135"/>
                  </a:cubicBezTo>
                  <a:cubicBezTo>
                    <a:pt x="232" y="131"/>
                    <a:pt x="232" y="131"/>
                    <a:pt x="232" y="131"/>
                  </a:cubicBezTo>
                  <a:cubicBezTo>
                    <a:pt x="219" y="122"/>
                    <a:pt x="219" y="122"/>
                    <a:pt x="219" y="122"/>
                  </a:cubicBezTo>
                  <a:cubicBezTo>
                    <a:pt x="216" y="124"/>
                    <a:pt x="216" y="124"/>
                    <a:pt x="216" y="124"/>
                  </a:cubicBezTo>
                  <a:cubicBezTo>
                    <a:pt x="208" y="118"/>
                    <a:pt x="208" y="118"/>
                    <a:pt x="208" y="118"/>
                  </a:cubicBezTo>
                  <a:cubicBezTo>
                    <a:pt x="202" y="112"/>
                    <a:pt x="202" y="112"/>
                    <a:pt x="202" y="112"/>
                  </a:cubicBezTo>
                  <a:cubicBezTo>
                    <a:pt x="202" y="106"/>
                    <a:pt x="202" y="106"/>
                    <a:pt x="202" y="106"/>
                  </a:cubicBezTo>
                  <a:cubicBezTo>
                    <a:pt x="204" y="100"/>
                    <a:pt x="204" y="100"/>
                    <a:pt x="204" y="100"/>
                  </a:cubicBezTo>
                  <a:cubicBezTo>
                    <a:pt x="205" y="96"/>
                    <a:pt x="205" y="96"/>
                    <a:pt x="205" y="96"/>
                  </a:cubicBezTo>
                  <a:cubicBezTo>
                    <a:pt x="206" y="91"/>
                    <a:pt x="206" y="91"/>
                    <a:pt x="206" y="91"/>
                  </a:cubicBezTo>
                  <a:cubicBezTo>
                    <a:pt x="209" y="84"/>
                    <a:pt x="209" y="84"/>
                    <a:pt x="209" y="84"/>
                  </a:cubicBezTo>
                  <a:cubicBezTo>
                    <a:pt x="206" y="80"/>
                    <a:pt x="206" y="80"/>
                    <a:pt x="206" y="80"/>
                  </a:cubicBezTo>
                  <a:cubicBezTo>
                    <a:pt x="202" y="76"/>
                    <a:pt x="202" y="76"/>
                    <a:pt x="202" y="76"/>
                  </a:cubicBezTo>
                  <a:cubicBezTo>
                    <a:pt x="196" y="76"/>
                    <a:pt x="196" y="76"/>
                    <a:pt x="196" y="76"/>
                  </a:cubicBezTo>
                  <a:cubicBezTo>
                    <a:pt x="193" y="78"/>
                    <a:pt x="193" y="78"/>
                    <a:pt x="193" y="78"/>
                  </a:cubicBezTo>
                  <a:cubicBezTo>
                    <a:pt x="191" y="81"/>
                    <a:pt x="191" y="81"/>
                    <a:pt x="191" y="81"/>
                  </a:cubicBezTo>
                  <a:cubicBezTo>
                    <a:pt x="186" y="76"/>
                    <a:pt x="186" y="76"/>
                    <a:pt x="186" y="76"/>
                  </a:cubicBezTo>
                  <a:cubicBezTo>
                    <a:pt x="186" y="67"/>
                    <a:pt x="186" y="67"/>
                    <a:pt x="186" y="67"/>
                  </a:cubicBezTo>
                  <a:cubicBezTo>
                    <a:pt x="181" y="60"/>
                    <a:pt x="181" y="60"/>
                    <a:pt x="181" y="60"/>
                  </a:cubicBezTo>
                  <a:cubicBezTo>
                    <a:pt x="163" y="45"/>
                    <a:pt x="163" y="45"/>
                    <a:pt x="163" y="45"/>
                  </a:cubicBezTo>
                  <a:cubicBezTo>
                    <a:pt x="156" y="33"/>
                    <a:pt x="156" y="33"/>
                    <a:pt x="156" y="33"/>
                  </a:cubicBezTo>
                  <a:cubicBezTo>
                    <a:pt x="156" y="22"/>
                    <a:pt x="156" y="22"/>
                    <a:pt x="156" y="22"/>
                  </a:cubicBezTo>
                  <a:cubicBezTo>
                    <a:pt x="156" y="11"/>
                    <a:pt x="156" y="11"/>
                    <a:pt x="156" y="11"/>
                  </a:cubicBezTo>
                  <a:cubicBezTo>
                    <a:pt x="158" y="10"/>
                    <a:pt x="158" y="10"/>
                    <a:pt x="158" y="10"/>
                  </a:cubicBezTo>
                  <a:cubicBezTo>
                    <a:pt x="146" y="0"/>
                    <a:pt x="146" y="0"/>
                    <a:pt x="146" y="0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5" y="11"/>
                    <a:pt x="5" y="11"/>
                    <a:pt x="5" y="11"/>
                  </a:cubicBezTo>
                  <a:cubicBezTo>
                    <a:pt x="3" y="13"/>
                    <a:pt x="3" y="13"/>
                    <a:pt x="3" y="13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6"/>
                    <a:pt x="4" y="16"/>
                    <a:pt x="5" y="17"/>
                  </a:cubicBezTo>
                  <a:cubicBezTo>
                    <a:pt x="6" y="18"/>
                    <a:pt x="11" y="19"/>
                    <a:pt x="11" y="19"/>
                  </a:cubicBezTo>
                  <a:cubicBezTo>
                    <a:pt x="12" y="25"/>
                    <a:pt x="12" y="25"/>
                    <a:pt x="12" y="25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8" y="35"/>
                    <a:pt x="18" y="35"/>
                    <a:pt x="18" y="35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29" y="39"/>
                    <a:pt x="29" y="39"/>
                    <a:pt x="29" y="39"/>
                  </a:cubicBezTo>
                  <a:cubicBezTo>
                    <a:pt x="31" y="39"/>
                    <a:pt x="31" y="39"/>
                    <a:pt x="31" y="39"/>
                  </a:cubicBezTo>
                  <a:cubicBezTo>
                    <a:pt x="31" y="44"/>
                    <a:pt x="31" y="44"/>
                    <a:pt x="31" y="44"/>
                  </a:cubicBezTo>
                  <a:cubicBezTo>
                    <a:pt x="28" y="50"/>
                    <a:pt x="28" y="50"/>
                    <a:pt x="28" y="50"/>
                  </a:cubicBezTo>
                  <a:cubicBezTo>
                    <a:pt x="25" y="55"/>
                    <a:pt x="25" y="55"/>
                    <a:pt x="25" y="55"/>
                  </a:cubicBezTo>
                  <a:cubicBezTo>
                    <a:pt x="31" y="61"/>
                    <a:pt x="31" y="61"/>
                    <a:pt x="31" y="61"/>
                  </a:cubicBezTo>
                  <a:cubicBezTo>
                    <a:pt x="33" y="67"/>
                    <a:pt x="33" y="67"/>
                    <a:pt x="33" y="67"/>
                  </a:cubicBezTo>
                  <a:cubicBezTo>
                    <a:pt x="36" y="69"/>
                    <a:pt x="36" y="69"/>
                    <a:pt x="36" y="69"/>
                  </a:cubicBezTo>
                  <a:cubicBezTo>
                    <a:pt x="42" y="72"/>
                    <a:pt x="42" y="72"/>
                    <a:pt x="42" y="72"/>
                  </a:cubicBezTo>
                  <a:cubicBezTo>
                    <a:pt x="42" y="176"/>
                    <a:pt x="42" y="176"/>
                    <a:pt x="42" y="176"/>
                  </a:cubicBezTo>
                  <a:cubicBezTo>
                    <a:pt x="42" y="201"/>
                    <a:pt x="42" y="201"/>
                    <a:pt x="42" y="201"/>
                  </a:cubicBezTo>
                  <a:cubicBezTo>
                    <a:pt x="215" y="197"/>
                    <a:pt x="215" y="197"/>
                    <a:pt x="215" y="197"/>
                  </a:cubicBezTo>
                  <a:cubicBezTo>
                    <a:pt x="216" y="203"/>
                    <a:pt x="216" y="203"/>
                    <a:pt x="216" y="203"/>
                  </a:cubicBezTo>
                  <a:cubicBezTo>
                    <a:pt x="205" y="221"/>
                    <a:pt x="205" y="221"/>
                    <a:pt x="205" y="221"/>
                  </a:cubicBezTo>
                  <a:cubicBezTo>
                    <a:pt x="233" y="219"/>
                    <a:pt x="233" y="219"/>
                    <a:pt x="233" y="219"/>
                  </a:cubicBezTo>
                  <a:cubicBezTo>
                    <a:pt x="234" y="216"/>
                    <a:pt x="234" y="216"/>
                    <a:pt x="234" y="216"/>
                  </a:cubicBezTo>
                  <a:cubicBezTo>
                    <a:pt x="236" y="213"/>
                    <a:pt x="236" y="213"/>
                    <a:pt x="236" y="213"/>
                  </a:cubicBezTo>
                  <a:cubicBezTo>
                    <a:pt x="236" y="213"/>
                    <a:pt x="238" y="212"/>
                    <a:pt x="237" y="211"/>
                  </a:cubicBezTo>
                  <a:cubicBezTo>
                    <a:pt x="237" y="210"/>
                    <a:pt x="235" y="207"/>
                    <a:pt x="235" y="207"/>
                  </a:cubicBezTo>
                  <a:cubicBezTo>
                    <a:pt x="234" y="206"/>
                    <a:pt x="234" y="206"/>
                    <a:pt x="234" y="206"/>
                  </a:cubicBezTo>
                  <a:cubicBezTo>
                    <a:pt x="235" y="204"/>
                    <a:pt x="235" y="204"/>
                    <a:pt x="235" y="204"/>
                  </a:cubicBezTo>
                  <a:cubicBezTo>
                    <a:pt x="237" y="203"/>
                    <a:pt x="237" y="203"/>
                    <a:pt x="237" y="203"/>
                  </a:cubicBezTo>
                  <a:cubicBezTo>
                    <a:pt x="238" y="200"/>
                    <a:pt x="238" y="200"/>
                    <a:pt x="238" y="200"/>
                  </a:cubicBezTo>
                  <a:cubicBezTo>
                    <a:pt x="238" y="197"/>
                    <a:pt x="238" y="197"/>
                    <a:pt x="238" y="197"/>
                  </a:cubicBezTo>
                  <a:cubicBezTo>
                    <a:pt x="238" y="194"/>
                    <a:pt x="238" y="194"/>
                    <a:pt x="238" y="194"/>
                  </a:cubicBezTo>
                  <a:lnTo>
                    <a:pt x="238" y="19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8" name="Freeform 47">
              <a:extLst>
                <a:ext uri="{FF2B5EF4-FFF2-40B4-BE49-F238E27FC236}">
                  <a16:creationId xmlns:a16="http://schemas.microsoft.com/office/drawing/2014/main" id="{DED25392-21CB-1CBE-7A12-7B220A18977D}"/>
                </a:ext>
              </a:extLst>
            </p:cNvPr>
            <p:cNvSpPr>
              <a:spLocks/>
            </p:cNvSpPr>
            <p:nvPr/>
          </p:nvSpPr>
          <p:spPr bwMode="auto">
            <a:xfrm>
              <a:off x="6642332" y="1820781"/>
              <a:ext cx="350780" cy="408119"/>
            </a:xfrm>
            <a:custGeom>
              <a:avLst/>
              <a:gdLst>
                <a:gd name="T0" fmla="*/ 139 w 208"/>
                <a:gd name="T1" fmla="*/ 135 h 242"/>
                <a:gd name="T2" fmla="*/ 144 w 208"/>
                <a:gd name="T3" fmla="*/ 107 h 242"/>
                <a:gd name="T4" fmla="*/ 169 w 208"/>
                <a:gd name="T5" fmla="*/ 80 h 242"/>
                <a:gd name="T6" fmla="*/ 208 w 208"/>
                <a:gd name="T7" fmla="*/ 55 h 242"/>
                <a:gd name="T8" fmla="*/ 183 w 208"/>
                <a:gd name="T9" fmla="*/ 52 h 242"/>
                <a:gd name="T10" fmla="*/ 166 w 208"/>
                <a:gd name="T11" fmla="*/ 52 h 242"/>
                <a:gd name="T12" fmla="*/ 154 w 208"/>
                <a:gd name="T13" fmla="*/ 55 h 242"/>
                <a:gd name="T14" fmla="*/ 147 w 208"/>
                <a:gd name="T15" fmla="*/ 48 h 242"/>
                <a:gd name="T16" fmla="*/ 133 w 208"/>
                <a:gd name="T17" fmla="*/ 45 h 242"/>
                <a:gd name="T18" fmla="*/ 128 w 208"/>
                <a:gd name="T19" fmla="*/ 42 h 242"/>
                <a:gd name="T20" fmla="*/ 114 w 208"/>
                <a:gd name="T21" fmla="*/ 36 h 242"/>
                <a:gd name="T22" fmla="*/ 123 w 208"/>
                <a:gd name="T23" fmla="*/ 36 h 242"/>
                <a:gd name="T24" fmla="*/ 114 w 208"/>
                <a:gd name="T25" fmla="*/ 35 h 242"/>
                <a:gd name="T26" fmla="*/ 105 w 208"/>
                <a:gd name="T27" fmla="*/ 35 h 242"/>
                <a:gd name="T28" fmla="*/ 97 w 208"/>
                <a:gd name="T29" fmla="*/ 39 h 242"/>
                <a:gd name="T30" fmla="*/ 87 w 208"/>
                <a:gd name="T31" fmla="*/ 34 h 242"/>
                <a:gd name="T32" fmla="*/ 80 w 208"/>
                <a:gd name="T33" fmla="*/ 34 h 242"/>
                <a:gd name="T34" fmla="*/ 68 w 208"/>
                <a:gd name="T35" fmla="*/ 24 h 242"/>
                <a:gd name="T36" fmla="*/ 66 w 208"/>
                <a:gd name="T37" fmla="*/ 20 h 242"/>
                <a:gd name="T38" fmla="*/ 58 w 208"/>
                <a:gd name="T39" fmla="*/ 20 h 242"/>
                <a:gd name="T40" fmla="*/ 54 w 208"/>
                <a:gd name="T41" fmla="*/ 16 h 242"/>
                <a:gd name="T42" fmla="*/ 58 w 208"/>
                <a:gd name="T43" fmla="*/ 8 h 242"/>
                <a:gd name="T44" fmla="*/ 60 w 208"/>
                <a:gd name="T45" fmla="*/ 2 h 242"/>
                <a:gd name="T46" fmla="*/ 56 w 208"/>
                <a:gd name="T47" fmla="*/ 0 h 242"/>
                <a:gd name="T48" fmla="*/ 54 w 208"/>
                <a:gd name="T49" fmla="*/ 12 h 242"/>
                <a:gd name="T50" fmla="*/ 0 w 208"/>
                <a:gd name="T51" fmla="*/ 16 h 242"/>
                <a:gd name="T52" fmla="*/ 1 w 208"/>
                <a:gd name="T53" fmla="*/ 23 h 242"/>
                <a:gd name="T54" fmla="*/ 4 w 208"/>
                <a:gd name="T55" fmla="*/ 26 h 242"/>
                <a:gd name="T56" fmla="*/ 3 w 208"/>
                <a:gd name="T57" fmla="*/ 31 h 242"/>
                <a:gd name="T58" fmla="*/ 1 w 208"/>
                <a:gd name="T59" fmla="*/ 34 h 242"/>
                <a:gd name="T60" fmla="*/ 2 w 208"/>
                <a:gd name="T61" fmla="*/ 40 h 242"/>
                <a:gd name="T62" fmla="*/ 1 w 208"/>
                <a:gd name="T63" fmla="*/ 51 h 242"/>
                <a:gd name="T64" fmla="*/ 6 w 208"/>
                <a:gd name="T65" fmla="*/ 64 h 242"/>
                <a:gd name="T66" fmla="*/ 9 w 208"/>
                <a:gd name="T67" fmla="*/ 78 h 242"/>
                <a:gd name="T68" fmla="*/ 10 w 208"/>
                <a:gd name="T69" fmla="*/ 104 h 242"/>
                <a:gd name="T70" fmla="*/ 12 w 208"/>
                <a:gd name="T71" fmla="*/ 114 h 242"/>
                <a:gd name="T72" fmla="*/ 12 w 208"/>
                <a:gd name="T73" fmla="*/ 122 h 242"/>
                <a:gd name="T74" fmla="*/ 17 w 208"/>
                <a:gd name="T75" fmla="*/ 127 h 242"/>
                <a:gd name="T76" fmla="*/ 18 w 208"/>
                <a:gd name="T77" fmla="*/ 136 h 242"/>
                <a:gd name="T78" fmla="*/ 16 w 208"/>
                <a:gd name="T79" fmla="*/ 142 h 242"/>
                <a:gd name="T80" fmla="*/ 17 w 208"/>
                <a:gd name="T81" fmla="*/ 144 h 242"/>
                <a:gd name="T82" fmla="*/ 11 w 208"/>
                <a:gd name="T83" fmla="*/ 150 h 242"/>
                <a:gd name="T84" fmla="*/ 8 w 208"/>
                <a:gd name="T85" fmla="*/ 154 h 242"/>
                <a:gd name="T86" fmla="*/ 9 w 208"/>
                <a:gd name="T87" fmla="*/ 158 h 242"/>
                <a:gd name="T88" fmla="*/ 12 w 208"/>
                <a:gd name="T89" fmla="*/ 163 h 242"/>
                <a:gd name="T90" fmla="*/ 18 w 208"/>
                <a:gd name="T91" fmla="*/ 167 h 242"/>
                <a:gd name="T92" fmla="*/ 18 w 208"/>
                <a:gd name="T93" fmla="*/ 242 h 242"/>
                <a:gd name="T94" fmla="*/ 173 w 208"/>
                <a:gd name="T95" fmla="*/ 233 h 242"/>
                <a:gd name="T96" fmla="*/ 166 w 208"/>
                <a:gd name="T97" fmla="*/ 220 h 242"/>
                <a:gd name="T98" fmla="*/ 157 w 208"/>
                <a:gd name="T99" fmla="*/ 213 h 242"/>
                <a:gd name="T100" fmla="*/ 138 w 208"/>
                <a:gd name="T101" fmla="*/ 197 h 242"/>
                <a:gd name="T102" fmla="*/ 125 w 208"/>
                <a:gd name="T103" fmla="*/ 189 h 242"/>
                <a:gd name="T104" fmla="*/ 128 w 208"/>
                <a:gd name="T105" fmla="*/ 159 h 242"/>
                <a:gd name="T106" fmla="*/ 122 w 208"/>
                <a:gd name="T107" fmla="*/ 154 h 242"/>
                <a:gd name="T108" fmla="*/ 128 w 208"/>
                <a:gd name="T109" fmla="*/ 141 h 2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208" h="242">
                  <a:moveTo>
                    <a:pt x="128" y="141"/>
                  </a:moveTo>
                  <a:lnTo>
                    <a:pt x="139" y="135"/>
                  </a:lnTo>
                  <a:lnTo>
                    <a:pt x="139" y="111"/>
                  </a:lnTo>
                  <a:lnTo>
                    <a:pt x="144" y="107"/>
                  </a:lnTo>
                  <a:lnTo>
                    <a:pt x="161" y="91"/>
                  </a:lnTo>
                  <a:lnTo>
                    <a:pt x="169" y="80"/>
                  </a:lnTo>
                  <a:lnTo>
                    <a:pt x="185" y="69"/>
                  </a:lnTo>
                  <a:lnTo>
                    <a:pt x="208" y="55"/>
                  </a:lnTo>
                  <a:lnTo>
                    <a:pt x="200" y="53"/>
                  </a:lnTo>
                  <a:lnTo>
                    <a:pt x="183" y="52"/>
                  </a:lnTo>
                  <a:lnTo>
                    <a:pt x="169" y="49"/>
                  </a:lnTo>
                  <a:lnTo>
                    <a:pt x="166" y="52"/>
                  </a:lnTo>
                  <a:lnTo>
                    <a:pt x="162" y="55"/>
                  </a:lnTo>
                  <a:lnTo>
                    <a:pt x="154" y="55"/>
                  </a:lnTo>
                  <a:lnTo>
                    <a:pt x="151" y="51"/>
                  </a:lnTo>
                  <a:lnTo>
                    <a:pt x="147" y="48"/>
                  </a:lnTo>
                  <a:lnTo>
                    <a:pt x="136" y="45"/>
                  </a:lnTo>
                  <a:lnTo>
                    <a:pt x="133" y="45"/>
                  </a:lnTo>
                  <a:lnTo>
                    <a:pt x="129" y="43"/>
                  </a:lnTo>
                  <a:lnTo>
                    <a:pt x="128" y="42"/>
                  </a:lnTo>
                  <a:lnTo>
                    <a:pt x="119" y="41"/>
                  </a:lnTo>
                  <a:lnTo>
                    <a:pt x="114" y="36"/>
                  </a:lnTo>
                  <a:lnTo>
                    <a:pt x="120" y="39"/>
                  </a:lnTo>
                  <a:lnTo>
                    <a:pt x="123" y="36"/>
                  </a:lnTo>
                  <a:lnTo>
                    <a:pt x="119" y="35"/>
                  </a:lnTo>
                  <a:lnTo>
                    <a:pt x="114" y="35"/>
                  </a:lnTo>
                  <a:lnTo>
                    <a:pt x="109" y="35"/>
                  </a:lnTo>
                  <a:lnTo>
                    <a:pt x="105" y="35"/>
                  </a:lnTo>
                  <a:lnTo>
                    <a:pt x="100" y="35"/>
                  </a:lnTo>
                  <a:lnTo>
                    <a:pt x="97" y="39"/>
                  </a:lnTo>
                  <a:lnTo>
                    <a:pt x="93" y="39"/>
                  </a:lnTo>
                  <a:lnTo>
                    <a:pt x="87" y="34"/>
                  </a:lnTo>
                  <a:lnTo>
                    <a:pt x="84" y="34"/>
                  </a:lnTo>
                  <a:lnTo>
                    <a:pt x="80" y="34"/>
                  </a:lnTo>
                  <a:lnTo>
                    <a:pt x="73" y="32"/>
                  </a:lnTo>
                  <a:lnTo>
                    <a:pt x="68" y="24"/>
                  </a:lnTo>
                  <a:lnTo>
                    <a:pt x="68" y="24"/>
                  </a:lnTo>
                  <a:lnTo>
                    <a:pt x="66" y="20"/>
                  </a:lnTo>
                  <a:lnTo>
                    <a:pt x="62" y="20"/>
                  </a:lnTo>
                  <a:lnTo>
                    <a:pt x="58" y="20"/>
                  </a:lnTo>
                  <a:lnTo>
                    <a:pt x="55" y="20"/>
                  </a:lnTo>
                  <a:lnTo>
                    <a:pt x="54" y="16"/>
                  </a:lnTo>
                  <a:lnTo>
                    <a:pt x="57" y="12"/>
                  </a:lnTo>
                  <a:lnTo>
                    <a:pt x="58" y="8"/>
                  </a:lnTo>
                  <a:lnTo>
                    <a:pt x="62" y="5"/>
                  </a:lnTo>
                  <a:lnTo>
                    <a:pt x="60" y="2"/>
                  </a:lnTo>
                  <a:lnTo>
                    <a:pt x="60" y="2"/>
                  </a:lnTo>
                  <a:lnTo>
                    <a:pt x="56" y="0"/>
                  </a:lnTo>
                  <a:lnTo>
                    <a:pt x="56" y="10"/>
                  </a:lnTo>
                  <a:lnTo>
                    <a:pt x="54" y="12"/>
                  </a:lnTo>
                  <a:lnTo>
                    <a:pt x="52" y="16"/>
                  </a:lnTo>
                  <a:lnTo>
                    <a:pt x="0" y="16"/>
                  </a:lnTo>
                  <a:lnTo>
                    <a:pt x="1" y="20"/>
                  </a:lnTo>
                  <a:lnTo>
                    <a:pt x="1" y="23"/>
                  </a:lnTo>
                  <a:lnTo>
                    <a:pt x="1" y="24"/>
                  </a:lnTo>
                  <a:lnTo>
                    <a:pt x="4" y="26"/>
                  </a:lnTo>
                  <a:lnTo>
                    <a:pt x="4" y="30"/>
                  </a:lnTo>
                  <a:lnTo>
                    <a:pt x="3" y="31"/>
                  </a:lnTo>
                  <a:lnTo>
                    <a:pt x="1" y="33"/>
                  </a:lnTo>
                  <a:lnTo>
                    <a:pt x="1" y="34"/>
                  </a:lnTo>
                  <a:lnTo>
                    <a:pt x="1" y="38"/>
                  </a:lnTo>
                  <a:lnTo>
                    <a:pt x="2" y="40"/>
                  </a:lnTo>
                  <a:lnTo>
                    <a:pt x="3" y="45"/>
                  </a:lnTo>
                  <a:lnTo>
                    <a:pt x="1" y="51"/>
                  </a:lnTo>
                  <a:lnTo>
                    <a:pt x="3" y="56"/>
                  </a:lnTo>
                  <a:lnTo>
                    <a:pt x="6" y="64"/>
                  </a:lnTo>
                  <a:lnTo>
                    <a:pt x="9" y="70"/>
                  </a:lnTo>
                  <a:lnTo>
                    <a:pt x="9" y="78"/>
                  </a:lnTo>
                  <a:lnTo>
                    <a:pt x="10" y="92"/>
                  </a:lnTo>
                  <a:lnTo>
                    <a:pt x="10" y="104"/>
                  </a:lnTo>
                  <a:lnTo>
                    <a:pt x="10" y="112"/>
                  </a:lnTo>
                  <a:lnTo>
                    <a:pt x="12" y="114"/>
                  </a:lnTo>
                  <a:lnTo>
                    <a:pt x="12" y="116"/>
                  </a:lnTo>
                  <a:lnTo>
                    <a:pt x="12" y="122"/>
                  </a:lnTo>
                  <a:lnTo>
                    <a:pt x="15" y="124"/>
                  </a:lnTo>
                  <a:lnTo>
                    <a:pt x="17" y="127"/>
                  </a:lnTo>
                  <a:lnTo>
                    <a:pt x="18" y="132"/>
                  </a:lnTo>
                  <a:lnTo>
                    <a:pt x="18" y="136"/>
                  </a:lnTo>
                  <a:lnTo>
                    <a:pt x="18" y="141"/>
                  </a:lnTo>
                  <a:lnTo>
                    <a:pt x="16" y="142"/>
                  </a:lnTo>
                  <a:lnTo>
                    <a:pt x="16" y="142"/>
                  </a:lnTo>
                  <a:lnTo>
                    <a:pt x="17" y="144"/>
                  </a:lnTo>
                  <a:lnTo>
                    <a:pt x="13" y="147"/>
                  </a:lnTo>
                  <a:lnTo>
                    <a:pt x="11" y="150"/>
                  </a:lnTo>
                  <a:lnTo>
                    <a:pt x="8" y="152"/>
                  </a:lnTo>
                  <a:lnTo>
                    <a:pt x="8" y="154"/>
                  </a:lnTo>
                  <a:lnTo>
                    <a:pt x="8" y="156"/>
                  </a:lnTo>
                  <a:lnTo>
                    <a:pt x="9" y="158"/>
                  </a:lnTo>
                  <a:lnTo>
                    <a:pt x="12" y="160"/>
                  </a:lnTo>
                  <a:lnTo>
                    <a:pt x="12" y="163"/>
                  </a:lnTo>
                  <a:lnTo>
                    <a:pt x="17" y="164"/>
                  </a:lnTo>
                  <a:lnTo>
                    <a:pt x="18" y="167"/>
                  </a:lnTo>
                  <a:lnTo>
                    <a:pt x="21" y="169"/>
                  </a:lnTo>
                  <a:lnTo>
                    <a:pt x="18" y="242"/>
                  </a:lnTo>
                  <a:lnTo>
                    <a:pt x="172" y="239"/>
                  </a:lnTo>
                  <a:lnTo>
                    <a:pt x="173" y="233"/>
                  </a:lnTo>
                  <a:lnTo>
                    <a:pt x="172" y="227"/>
                  </a:lnTo>
                  <a:lnTo>
                    <a:pt x="166" y="220"/>
                  </a:lnTo>
                  <a:lnTo>
                    <a:pt x="160" y="216"/>
                  </a:lnTo>
                  <a:lnTo>
                    <a:pt x="157" y="213"/>
                  </a:lnTo>
                  <a:lnTo>
                    <a:pt x="150" y="204"/>
                  </a:lnTo>
                  <a:lnTo>
                    <a:pt x="138" y="197"/>
                  </a:lnTo>
                  <a:lnTo>
                    <a:pt x="130" y="193"/>
                  </a:lnTo>
                  <a:lnTo>
                    <a:pt x="125" y="189"/>
                  </a:lnTo>
                  <a:lnTo>
                    <a:pt x="126" y="174"/>
                  </a:lnTo>
                  <a:lnTo>
                    <a:pt x="128" y="159"/>
                  </a:lnTo>
                  <a:lnTo>
                    <a:pt x="126" y="159"/>
                  </a:lnTo>
                  <a:lnTo>
                    <a:pt x="122" y="154"/>
                  </a:lnTo>
                  <a:lnTo>
                    <a:pt x="126" y="145"/>
                  </a:lnTo>
                  <a:lnTo>
                    <a:pt x="128" y="1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9" name="Line 48">
              <a:extLst>
                <a:ext uri="{FF2B5EF4-FFF2-40B4-BE49-F238E27FC236}">
                  <a16:creationId xmlns:a16="http://schemas.microsoft.com/office/drawing/2014/main" id="{BA417DA7-9E77-99EE-2892-9D9ED920165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0" name="Line 49">
              <a:extLst>
                <a:ext uri="{FF2B5EF4-FFF2-40B4-BE49-F238E27FC236}">
                  <a16:creationId xmlns:a16="http://schemas.microsoft.com/office/drawing/2014/main" id="{D9DF4F78-DA23-E4F4-9E64-E717A6A5280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1" name="Freeform 50">
              <a:extLst>
                <a:ext uri="{FF2B5EF4-FFF2-40B4-BE49-F238E27FC236}">
                  <a16:creationId xmlns:a16="http://schemas.microsoft.com/office/drawing/2014/main" id="{105B4FEF-C9E5-A4AB-7122-7DF76AF056A0}"/>
                </a:ext>
              </a:extLst>
            </p:cNvPr>
            <p:cNvSpPr>
              <a:spLocks/>
            </p:cNvSpPr>
            <p:nvPr/>
          </p:nvSpPr>
          <p:spPr bwMode="auto">
            <a:xfrm>
              <a:off x="6964444" y="1940519"/>
              <a:ext cx="409805" cy="386196"/>
            </a:xfrm>
            <a:custGeom>
              <a:avLst/>
              <a:gdLst>
                <a:gd name="T0" fmla="*/ 12 w 287"/>
                <a:gd name="T1" fmla="*/ 44 h 270"/>
                <a:gd name="T2" fmla="*/ 29 w 287"/>
                <a:gd name="T3" fmla="*/ 36 h 270"/>
                <a:gd name="T4" fmla="*/ 52 w 287"/>
                <a:gd name="T5" fmla="*/ 17 h 270"/>
                <a:gd name="T6" fmla="*/ 77 w 287"/>
                <a:gd name="T7" fmla="*/ 0 h 270"/>
                <a:gd name="T8" fmla="*/ 75 w 287"/>
                <a:gd name="T9" fmla="*/ 6 h 270"/>
                <a:gd name="T10" fmla="*/ 65 w 287"/>
                <a:gd name="T11" fmla="*/ 19 h 270"/>
                <a:gd name="T12" fmla="*/ 67 w 287"/>
                <a:gd name="T13" fmla="*/ 29 h 270"/>
                <a:gd name="T14" fmla="*/ 77 w 287"/>
                <a:gd name="T15" fmla="*/ 28 h 270"/>
                <a:gd name="T16" fmla="*/ 111 w 287"/>
                <a:gd name="T17" fmla="*/ 45 h 270"/>
                <a:gd name="T18" fmla="*/ 135 w 287"/>
                <a:gd name="T19" fmla="*/ 39 h 270"/>
                <a:gd name="T20" fmla="*/ 169 w 287"/>
                <a:gd name="T21" fmla="*/ 28 h 270"/>
                <a:gd name="T22" fmla="*/ 198 w 287"/>
                <a:gd name="T23" fmla="*/ 38 h 270"/>
                <a:gd name="T24" fmla="*/ 217 w 287"/>
                <a:gd name="T25" fmla="*/ 55 h 270"/>
                <a:gd name="T26" fmla="*/ 232 w 287"/>
                <a:gd name="T27" fmla="*/ 56 h 270"/>
                <a:gd name="T28" fmla="*/ 219 w 287"/>
                <a:gd name="T29" fmla="*/ 62 h 270"/>
                <a:gd name="T30" fmla="*/ 193 w 287"/>
                <a:gd name="T31" fmla="*/ 64 h 270"/>
                <a:gd name="T32" fmla="*/ 201 w 287"/>
                <a:gd name="T33" fmla="*/ 74 h 270"/>
                <a:gd name="T34" fmla="*/ 204 w 287"/>
                <a:gd name="T35" fmla="*/ 75 h 270"/>
                <a:gd name="T36" fmla="*/ 234 w 287"/>
                <a:gd name="T37" fmla="*/ 88 h 270"/>
                <a:gd name="T38" fmla="*/ 246 w 287"/>
                <a:gd name="T39" fmla="*/ 109 h 270"/>
                <a:gd name="T40" fmla="*/ 245 w 287"/>
                <a:gd name="T41" fmla="*/ 141 h 270"/>
                <a:gd name="T42" fmla="*/ 233 w 287"/>
                <a:gd name="T43" fmla="*/ 168 h 270"/>
                <a:gd name="T44" fmla="*/ 246 w 287"/>
                <a:gd name="T45" fmla="*/ 166 h 270"/>
                <a:gd name="T46" fmla="*/ 255 w 287"/>
                <a:gd name="T47" fmla="*/ 153 h 270"/>
                <a:gd name="T48" fmla="*/ 275 w 287"/>
                <a:gd name="T49" fmla="*/ 154 h 270"/>
                <a:gd name="T50" fmla="*/ 287 w 287"/>
                <a:gd name="T51" fmla="*/ 197 h 270"/>
                <a:gd name="T52" fmla="*/ 275 w 287"/>
                <a:gd name="T53" fmla="*/ 220 h 270"/>
                <a:gd name="T54" fmla="*/ 266 w 287"/>
                <a:gd name="T55" fmla="*/ 249 h 270"/>
                <a:gd name="T56" fmla="*/ 141 w 287"/>
                <a:gd name="T57" fmla="*/ 270 h 270"/>
                <a:gd name="T58" fmla="*/ 158 w 287"/>
                <a:gd name="T59" fmla="*/ 235 h 270"/>
                <a:gd name="T60" fmla="*/ 145 w 287"/>
                <a:gd name="T61" fmla="*/ 191 h 270"/>
                <a:gd name="T62" fmla="*/ 144 w 287"/>
                <a:gd name="T63" fmla="*/ 165 h 270"/>
                <a:gd name="T64" fmla="*/ 148 w 287"/>
                <a:gd name="T65" fmla="*/ 147 h 270"/>
                <a:gd name="T66" fmla="*/ 153 w 287"/>
                <a:gd name="T67" fmla="*/ 122 h 270"/>
                <a:gd name="T68" fmla="*/ 166 w 287"/>
                <a:gd name="T69" fmla="*/ 106 h 270"/>
                <a:gd name="T70" fmla="*/ 169 w 287"/>
                <a:gd name="T71" fmla="*/ 122 h 270"/>
                <a:gd name="T72" fmla="*/ 175 w 287"/>
                <a:gd name="T73" fmla="*/ 111 h 270"/>
                <a:gd name="T74" fmla="*/ 180 w 287"/>
                <a:gd name="T75" fmla="*/ 94 h 270"/>
                <a:gd name="T76" fmla="*/ 184 w 287"/>
                <a:gd name="T77" fmla="*/ 81 h 270"/>
                <a:gd name="T78" fmla="*/ 189 w 287"/>
                <a:gd name="T79" fmla="*/ 74 h 270"/>
                <a:gd name="T80" fmla="*/ 187 w 287"/>
                <a:gd name="T81" fmla="*/ 65 h 270"/>
                <a:gd name="T82" fmla="*/ 159 w 287"/>
                <a:gd name="T83" fmla="*/ 68 h 270"/>
                <a:gd name="T84" fmla="*/ 129 w 287"/>
                <a:gd name="T85" fmla="*/ 85 h 270"/>
                <a:gd name="T86" fmla="*/ 127 w 287"/>
                <a:gd name="T87" fmla="*/ 76 h 270"/>
                <a:gd name="T88" fmla="*/ 118 w 287"/>
                <a:gd name="T89" fmla="*/ 75 h 270"/>
                <a:gd name="T90" fmla="*/ 107 w 287"/>
                <a:gd name="T91" fmla="*/ 101 h 270"/>
                <a:gd name="T92" fmla="*/ 95 w 287"/>
                <a:gd name="T93" fmla="*/ 100 h 270"/>
                <a:gd name="T94" fmla="*/ 84 w 287"/>
                <a:gd name="T95" fmla="*/ 81 h 270"/>
                <a:gd name="T96" fmla="*/ 58 w 287"/>
                <a:gd name="T97" fmla="*/ 74 h 270"/>
                <a:gd name="T98" fmla="*/ 29 w 287"/>
                <a:gd name="T99" fmla="*/ 65 h 270"/>
                <a:gd name="T100" fmla="*/ 9 w 287"/>
                <a:gd name="T101" fmla="*/ 57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87" h="270">
                  <a:moveTo>
                    <a:pt x="0" y="51"/>
                  </a:moveTo>
                  <a:cubicBezTo>
                    <a:pt x="2" y="49"/>
                    <a:pt x="2" y="49"/>
                    <a:pt x="2" y="49"/>
                  </a:cubicBezTo>
                  <a:cubicBezTo>
                    <a:pt x="6" y="49"/>
                    <a:pt x="6" y="49"/>
                    <a:pt x="6" y="49"/>
                  </a:cubicBezTo>
                  <a:cubicBezTo>
                    <a:pt x="11" y="46"/>
                    <a:pt x="11" y="46"/>
                    <a:pt x="11" y="46"/>
                  </a:cubicBezTo>
                  <a:cubicBezTo>
                    <a:pt x="12" y="44"/>
                    <a:pt x="12" y="44"/>
                    <a:pt x="12" y="44"/>
                  </a:cubicBezTo>
                  <a:cubicBezTo>
                    <a:pt x="14" y="40"/>
                    <a:pt x="14" y="40"/>
                    <a:pt x="14" y="40"/>
                  </a:cubicBezTo>
                  <a:cubicBezTo>
                    <a:pt x="17" y="37"/>
                    <a:pt x="17" y="37"/>
                    <a:pt x="17" y="37"/>
                  </a:cubicBezTo>
                  <a:cubicBezTo>
                    <a:pt x="20" y="36"/>
                    <a:pt x="20" y="36"/>
                    <a:pt x="20" y="36"/>
                  </a:cubicBezTo>
                  <a:cubicBezTo>
                    <a:pt x="23" y="36"/>
                    <a:pt x="23" y="36"/>
                    <a:pt x="23" y="36"/>
                  </a:cubicBezTo>
                  <a:cubicBezTo>
                    <a:pt x="29" y="36"/>
                    <a:pt x="29" y="36"/>
                    <a:pt x="29" y="36"/>
                  </a:cubicBezTo>
                  <a:cubicBezTo>
                    <a:pt x="32" y="34"/>
                    <a:pt x="32" y="34"/>
                    <a:pt x="32" y="34"/>
                  </a:cubicBezTo>
                  <a:cubicBezTo>
                    <a:pt x="42" y="27"/>
                    <a:pt x="42" y="27"/>
                    <a:pt x="42" y="27"/>
                  </a:cubicBezTo>
                  <a:cubicBezTo>
                    <a:pt x="45" y="26"/>
                    <a:pt x="45" y="26"/>
                    <a:pt x="45" y="26"/>
                  </a:cubicBezTo>
                  <a:cubicBezTo>
                    <a:pt x="49" y="22"/>
                    <a:pt x="49" y="22"/>
                    <a:pt x="49" y="22"/>
                  </a:cubicBezTo>
                  <a:cubicBezTo>
                    <a:pt x="52" y="17"/>
                    <a:pt x="52" y="17"/>
                    <a:pt x="52" y="17"/>
                  </a:cubicBezTo>
                  <a:cubicBezTo>
                    <a:pt x="56" y="14"/>
                    <a:pt x="56" y="14"/>
                    <a:pt x="56" y="14"/>
                  </a:cubicBezTo>
                  <a:cubicBezTo>
                    <a:pt x="61" y="9"/>
                    <a:pt x="61" y="9"/>
                    <a:pt x="61" y="9"/>
                  </a:cubicBezTo>
                  <a:cubicBezTo>
                    <a:pt x="65" y="4"/>
                    <a:pt x="65" y="4"/>
                    <a:pt x="65" y="4"/>
                  </a:cubicBezTo>
                  <a:cubicBezTo>
                    <a:pt x="70" y="1"/>
                    <a:pt x="70" y="1"/>
                    <a:pt x="70" y="1"/>
                  </a:cubicBezTo>
                  <a:cubicBezTo>
                    <a:pt x="77" y="0"/>
                    <a:pt x="77" y="0"/>
                    <a:pt x="77" y="0"/>
                  </a:cubicBezTo>
                  <a:cubicBezTo>
                    <a:pt x="80" y="0"/>
                    <a:pt x="80" y="0"/>
                    <a:pt x="80" y="0"/>
                  </a:cubicBezTo>
                  <a:cubicBezTo>
                    <a:pt x="85" y="2"/>
                    <a:pt x="85" y="2"/>
                    <a:pt x="85" y="2"/>
                  </a:cubicBezTo>
                  <a:cubicBezTo>
                    <a:pt x="83" y="3"/>
                    <a:pt x="83" y="3"/>
                    <a:pt x="83" y="3"/>
                  </a:cubicBezTo>
                  <a:cubicBezTo>
                    <a:pt x="79" y="5"/>
                    <a:pt x="79" y="5"/>
                    <a:pt x="79" y="5"/>
                  </a:cubicBezTo>
                  <a:cubicBezTo>
                    <a:pt x="75" y="6"/>
                    <a:pt x="75" y="6"/>
                    <a:pt x="75" y="6"/>
                  </a:cubicBezTo>
                  <a:cubicBezTo>
                    <a:pt x="76" y="8"/>
                    <a:pt x="76" y="8"/>
                    <a:pt x="76" y="8"/>
                  </a:cubicBezTo>
                  <a:cubicBezTo>
                    <a:pt x="70" y="14"/>
                    <a:pt x="70" y="14"/>
                    <a:pt x="70" y="14"/>
                  </a:cubicBezTo>
                  <a:cubicBezTo>
                    <a:pt x="70" y="14"/>
                    <a:pt x="68" y="14"/>
                    <a:pt x="68" y="15"/>
                  </a:cubicBezTo>
                  <a:cubicBezTo>
                    <a:pt x="68" y="16"/>
                    <a:pt x="65" y="23"/>
                    <a:pt x="65" y="23"/>
                  </a:cubicBezTo>
                  <a:cubicBezTo>
                    <a:pt x="65" y="19"/>
                    <a:pt x="65" y="19"/>
                    <a:pt x="65" y="19"/>
                  </a:cubicBezTo>
                  <a:cubicBezTo>
                    <a:pt x="63" y="17"/>
                    <a:pt x="63" y="17"/>
                    <a:pt x="63" y="17"/>
                  </a:cubicBezTo>
                  <a:cubicBezTo>
                    <a:pt x="62" y="27"/>
                    <a:pt x="62" y="27"/>
                    <a:pt x="62" y="27"/>
                  </a:cubicBezTo>
                  <a:cubicBezTo>
                    <a:pt x="62" y="33"/>
                    <a:pt x="62" y="33"/>
                    <a:pt x="62" y="33"/>
                  </a:cubicBezTo>
                  <a:cubicBezTo>
                    <a:pt x="65" y="31"/>
                    <a:pt x="65" y="31"/>
                    <a:pt x="65" y="31"/>
                  </a:cubicBezTo>
                  <a:cubicBezTo>
                    <a:pt x="67" y="29"/>
                    <a:pt x="67" y="29"/>
                    <a:pt x="67" y="29"/>
                  </a:cubicBezTo>
                  <a:cubicBezTo>
                    <a:pt x="68" y="29"/>
                    <a:pt x="68" y="29"/>
                    <a:pt x="68" y="29"/>
                  </a:cubicBezTo>
                  <a:cubicBezTo>
                    <a:pt x="69" y="31"/>
                    <a:pt x="69" y="31"/>
                    <a:pt x="69" y="31"/>
                  </a:cubicBezTo>
                  <a:cubicBezTo>
                    <a:pt x="72" y="31"/>
                    <a:pt x="72" y="31"/>
                    <a:pt x="72" y="31"/>
                  </a:cubicBezTo>
                  <a:cubicBezTo>
                    <a:pt x="74" y="30"/>
                    <a:pt x="74" y="30"/>
                    <a:pt x="74" y="30"/>
                  </a:cubicBezTo>
                  <a:cubicBezTo>
                    <a:pt x="77" y="28"/>
                    <a:pt x="77" y="28"/>
                    <a:pt x="77" y="28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92" y="34"/>
                    <a:pt x="92" y="34"/>
                    <a:pt x="92" y="34"/>
                  </a:cubicBezTo>
                  <a:cubicBezTo>
                    <a:pt x="98" y="41"/>
                    <a:pt x="98" y="41"/>
                    <a:pt x="98" y="41"/>
                  </a:cubicBezTo>
                  <a:cubicBezTo>
                    <a:pt x="102" y="44"/>
                    <a:pt x="102" y="44"/>
                    <a:pt x="102" y="44"/>
                  </a:cubicBezTo>
                  <a:cubicBezTo>
                    <a:pt x="111" y="45"/>
                    <a:pt x="111" y="45"/>
                    <a:pt x="111" y="45"/>
                  </a:cubicBezTo>
                  <a:cubicBezTo>
                    <a:pt x="114" y="44"/>
                    <a:pt x="114" y="44"/>
                    <a:pt x="114" y="44"/>
                  </a:cubicBezTo>
                  <a:cubicBezTo>
                    <a:pt x="121" y="46"/>
                    <a:pt x="121" y="46"/>
                    <a:pt x="121" y="46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30" y="44"/>
                    <a:pt x="130" y="44"/>
                    <a:pt x="130" y="44"/>
                  </a:cubicBezTo>
                  <a:cubicBezTo>
                    <a:pt x="135" y="39"/>
                    <a:pt x="135" y="39"/>
                    <a:pt x="135" y="39"/>
                  </a:cubicBezTo>
                  <a:cubicBezTo>
                    <a:pt x="139" y="35"/>
                    <a:pt x="139" y="35"/>
                    <a:pt x="139" y="35"/>
                  </a:cubicBezTo>
                  <a:cubicBezTo>
                    <a:pt x="148" y="33"/>
                    <a:pt x="148" y="33"/>
                    <a:pt x="148" y="33"/>
                  </a:cubicBezTo>
                  <a:cubicBezTo>
                    <a:pt x="154" y="31"/>
                    <a:pt x="154" y="31"/>
                    <a:pt x="154" y="31"/>
                  </a:cubicBezTo>
                  <a:cubicBezTo>
                    <a:pt x="160" y="31"/>
                    <a:pt x="160" y="31"/>
                    <a:pt x="160" y="31"/>
                  </a:cubicBezTo>
                  <a:cubicBezTo>
                    <a:pt x="169" y="28"/>
                    <a:pt x="169" y="28"/>
                    <a:pt x="169" y="28"/>
                  </a:cubicBezTo>
                  <a:cubicBezTo>
                    <a:pt x="175" y="26"/>
                    <a:pt x="175" y="26"/>
                    <a:pt x="175" y="26"/>
                  </a:cubicBezTo>
                  <a:cubicBezTo>
                    <a:pt x="178" y="28"/>
                    <a:pt x="178" y="28"/>
                    <a:pt x="178" y="28"/>
                  </a:cubicBezTo>
                  <a:cubicBezTo>
                    <a:pt x="180" y="36"/>
                    <a:pt x="180" y="36"/>
                    <a:pt x="180" y="36"/>
                  </a:cubicBezTo>
                  <a:cubicBezTo>
                    <a:pt x="191" y="38"/>
                    <a:pt x="191" y="38"/>
                    <a:pt x="191" y="38"/>
                  </a:cubicBezTo>
                  <a:cubicBezTo>
                    <a:pt x="198" y="38"/>
                    <a:pt x="198" y="38"/>
                    <a:pt x="198" y="38"/>
                  </a:cubicBezTo>
                  <a:cubicBezTo>
                    <a:pt x="203" y="39"/>
                    <a:pt x="203" y="39"/>
                    <a:pt x="203" y="39"/>
                  </a:cubicBezTo>
                  <a:cubicBezTo>
                    <a:pt x="207" y="44"/>
                    <a:pt x="207" y="44"/>
                    <a:pt x="207" y="44"/>
                  </a:cubicBezTo>
                  <a:cubicBezTo>
                    <a:pt x="213" y="51"/>
                    <a:pt x="213" y="51"/>
                    <a:pt x="213" y="51"/>
                  </a:cubicBezTo>
                  <a:cubicBezTo>
                    <a:pt x="215" y="53"/>
                    <a:pt x="215" y="53"/>
                    <a:pt x="215" y="53"/>
                  </a:cubicBezTo>
                  <a:cubicBezTo>
                    <a:pt x="215" y="53"/>
                    <a:pt x="216" y="54"/>
                    <a:pt x="217" y="55"/>
                  </a:cubicBezTo>
                  <a:cubicBezTo>
                    <a:pt x="218" y="56"/>
                    <a:pt x="219" y="58"/>
                    <a:pt x="219" y="58"/>
                  </a:cubicBezTo>
                  <a:cubicBezTo>
                    <a:pt x="224" y="59"/>
                    <a:pt x="224" y="59"/>
                    <a:pt x="224" y="59"/>
                  </a:cubicBezTo>
                  <a:cubicBezTo>
                    <a:pt x="224" y="59"/>
                    <a:pt x="226" y="57"/>
                    <a:pt x="226" y="57"/>
                  </a:cubicBezTo>
                  <a:cubicBezTo>
                    <a:pt x="226" y="56"/>
                    <a:pt x="230" y="54"/>
                    <a:pt x="230" y="54"/>
                  </a:cubicBezTo>
                  <a:cubicBezTo>
                    <a:pt x="232" y="56"/>
                    <a:pt x="232" y="56"/>
                    <a:pt x="232" y="56"/>
                  </a:cubicBezTo>
                  <a:cubicBezTo>
                    <a:pt x="232" y="56"/>
                    <a:pt x="234" y="57"/>
                    <a:pt x="232" y="58"/>
                  </a:cubicBezTo>
                  <a:cubicBezTo>
                    <a:pt x="231" y="58"/>
                    <a:pt x="230" y="60"/>
                    <a:pt x="229" y="60"/>
                  </a:cubicBezTo>
                  <a:cubicBezTo>
                    <a:pt x="227" y="60"/>
                    <a:pt x="225" y="60"/>
                    <a:pt x="225" y="60"/>
                  </a:cubicBezTo>
                  <a:cubicBezTo>
                    <a:pt x="221" y="60"/>
                    <a:pt x="221" y="60"/>
                    <a:pt x="221" y="60"/>
                  </a:cubicBezTo>
                  <a:cubicBezTo>
                    <a:pt x="219" y="62"/>
                    <a:pt x="219" y="62"/>
                    <a:pt x="219" y="62"/>
                  </a:cubicBezTo>
                  <a:cubicBezTo>
                    <a:pt x="208" y="62"/>
                    <a:pt x="208" y="62"/>
                    <a:pt x="208" y="62"/>
                  </a:cubicBezTo>
                  <a:cubicBezTo>
                    <a:pt x="205" y="63"/>
                    <a:pt x="205" y="63"/>
                    <a:pt x="205" y="63"/>
                  </a:cubicBezTo>
                  <a:cubicBezTo>
                    <a:pt x="201" y="61"/>
                    <a:pt x="201" y="61"/>
                    <a:pt x="201" y="61"/>
                  </a:cubicBezTo>
                  <a:cubicBezTo>
                    <a:pt x="197" y="59"/>
                    <a:pt x="197" y="59"/>
                    <a:pt x="197" y="59"/>
                  </a:cubicBezTo>
                  <a:cubicBezTo>
                    <a:pt x="193" y="64"/>
                    <a:pt x="193" y="64"/>
                    <a:pt x="193" y="64"/>
                  </a:cubicBezTo>
                  <a:cubicBezTo>
                    <a:pt x="194" y="67"/>
                    <a:pt x="194" y="67"/>
                    <a:pt x="194" y="67"/>
                  </a:cubicBezTo>
                  <a:cubicBezTo>
                    <a:pt x="194" y="69"/>
                    <a:pt x="194" y="69"/>
                    <a:pt x="194" y="69"/>
                  </a:cubicBezTo>
                  <a:cubicBezTo>
                    <a:pt x="194" y="69"/>
                    <a:pt x="194" y="71"/>
                    <a:pt x="195" y="71"/>
                  </a:cubicBezTo>
                  <a:cubicBezTo>
                    <a:pt x="195" y="71"/>
                    <a:pt x="196" y="72"/>
                    <a:pt x="196" y="72"/>
                  </a:cubicBezTo>
                  <a:cubicBezTo>
                    <a:pt x="201" y="74"/>
                    <a:pt x="201" y="74"/>
                    <a:pt x="201" y="74"/>
                  </a:cubicBezTo>
                  <a:cubicBezTo>
                    <a:pt x="203" y="72"/>
                    <a:pt x="203" y="72"/>
                    <a:pt x="203" y="72"/>
                  </a:cubicBezTo>
                  <a:cubicBezTo>
                    <a:pt x="203" y="72"/>
                    <a:pt x="200" y="70"/>
                    <a:pt x="201" y="70"/>
                  </a:cubicBezTo>
                  <a:cubicBezTo>
                    <a:pt x="202" y="70"/>
                    <a:pt x="206" y="72"/>
                    <a:pt x="206" y="72"/>
                  </a:cubicBezTo>
                  <a:cubicBezTo>
                    <a:pt x="206" y="72"/>
                    <a:pt x="205" y="74"/>
                    <a:pt x="205" y="74"/>
                  </a:cubicBezTo>
                  <a:cubicBezTo>
                    <a:pt x="204" y="75"/>
                    <a:pt x="204" y="75"/>
                    <a:pt x="204" y="75"/>
                  </a:cubicBezTo>
                  <a:cubicBezTo>
                    <a:pt x="205" y="76"/>
                    <a:pt x="210" y="77"/>
                    <a:pt x="210" y="77"/>
                  </a:cubicBezTo>
                  <a:cubicBezTo>
                    <a:pt x="211" y="77"/>
                    <a:pt x="214" y="79"/>
                    <a:pt x="214" y="79"/>
                  </a:cubicBezTo>
                  <a:cubicBezTo>
                    <a:pt x="219" y="82"/>
                    <a:pt x="219" y="82"/>
                    <a:pt x="219" y="82"/>
                  </a:cubicBezTo>
                  <a:cubicBezTo>
                    <a:pt x="226" y="85"/>
                    <a:pt x="226" y="85"/>
                    <a:pt x="226" y="85"/>
                  </a:cubicBezTo>
                  <a:cubicBezTo>
                    <a:pt x="234" y="88"/>
                    <a:pt x="234" y="88"/>
                    <a:pt x="234" y="88"/>
                  </a:cubicBezTo>
                  <a:cubicBezTo>
                    <a:pt x="242" y="96"/>
                    <a:pt x="242" y="96"/>
                    <a:pt x="242" y="96"/>
                  </a:cubicBezTo>
                  <a:cubicBezTo>
                    <a:pt x="246" y="101"/>
                    <a:pt x="246" y="101"/>
                    <a:pt x="246" y="101"/>
                  </a:cubicBezTo>
                  <a:cubicBezTo>
                    <a:pt x="244" y="103"/>
                    <a:pt x="244" y="103"/>
                    <a:pt x="244" y="103"/>
                  </a:cubicBezTo>
                  <a:cubicBezTo>
                    <a:pt x="244" y="103"/>
                    <a:pt x="243" y="103"/>
                    <a:pt x="243" y="104"/>
                  </a:cubicBezTo>
                  <a:cubicBezTo>
                    <a:pt x="244" y="105"/>
                    <a:pt x="246" y="109"/>
                    <a:pt x="246" y="109"/>
                  </a:cubicBezTo>
                  <a:cubicBezTo>
                    <a:pt x="245" y="110"/>
                    <a:pt x="247" y="113"/>
                    <a:pt x="247" y="113"/>
                  </a:cubicBezTo>
                  <a:cubicBezTo>
                    <a:pt x="249" y="124"/>
                    <a:pt x="249" y="124"/>
                    <a:pt x="249" y="124"/>
                  </a:cubicBezTo>
                  <a:cubicBezTo>
                    <a:pt x="250" y="130"/>
                    <a:pt x="250" y="130"/>
                    <a:pt x="250" y="130"/>
                  </a:cubicBezTo>
                  <a:cubicBezTo>
                    <a:pt x="249" y="136"/>
                    <a:pt x="249" y="136"/>
                    <a:pt x="249" y="136"/>
                  </a:cubicBezTo>
                  <a:cubicBezTo>
                    <a:pt x="245" y="141"/>
                    <a:pt x="245" y="141"/>
                    <a:pt x="245" y="141"/>
                  </a:cubicBezTo>
                  <a:cubicBezTo>
                    <a:pt x="242" y="147"/>
                    <a:pt x="242" y="147"/>
                    <a:pt x="242" y="147"/>
                  </a:cubicBezTo>
                  <a:cubicBezTo>
                    <a:pt x="242" y="147"/>
                    <a:pt x="240" y="151"/>
                    <a:pt x="239" y="152"/>
                  </a:cubicBezTo>
                  <a:cubicBezTo>
                    <a:pt x="239" y="152"/>
                    <a:pt x="235" y="155"/>
                    <a:pt x="235" y="156"/>
                  </a:cubicBezTo>
                  <a:cubicBezTo>
                    <a:pt x="235" y="156"/>
                    <a:pt x="233" y="160"/>
                    <a:pt x="233" y="160"/>
                  </a:cubicBezTo>
                  <a:cubicBezTo>
                    <a:pt x="233" y="168"/>
                    <a:pt x="233" y="168"/>
                    <a:pt x="233" y="168"/>
                  </a:cubicBezTo>
                  <a:cubicBezTo>
                    <a:pt x="235" y="170"/>
                    <a:pt x="235" y="170"/>
                    <a:pt x="235" y="170"/>
                  </a:cubicBezTo>
                  <a:cubicBezTo>
                    <a:pt x="240" y="172"/>
                    <a:pt x="240" y="172"/>
                    <a:pt x="240" y="172"/>
                  </a:cubicBezTo>
                  <a:cubicBezTo>
                    <a:pt x="242" y="170"/>
                    <a:pt x="242" y="170"/>
                    <a:pt x="242" y="170"/>
                  </a:cubicBezTo>
                  <a:cubicBezTo>
                    <a:pt x="242" y="170"/>
                    <a:pt x="244" y="169"/>
                    <a:pt x="244" y="168"/>
                  </a:cubicBezTo>
                  <a:cubicBezTo>
                    <a:pt x="245" y="168"/>
                    <a:pt x="246" y="166"/>
                    <a:pt x="246" y="166"/>
                  </a:cubicBezTo>
                  <a:cubicBezTo>
                    <a:pt x="246" y="166"/>
                    <a:pt x="249" y="164"/>
                    <a:pt x="249" y="164"/>
                  </a:cubicBezTo>
                  <a:cubicBezTo>
                    <a:pt x="249" y="164"/>
                    <a:pt x="249" y="161"/>
                    <a:pt x="249" y="161"/>
                  </a:cubicBezTo>
                  <a:cubicBezTo>
                    <a:pt x="249" y="161"/>
                    <a:pt x="250" y="157"/>
                    <a:pt x="250" y="157"/>
                  </a:cubicBezTo>
                  <a:cubicBezTo>
                    <a:pt x="250" y="157"/>
                    <a:pt x="252" y="156"/>
                    <a:pt x="252" y="156"/>
                  </a:cubicBezTo>
                  <a:cubicBezTo>
                    <a:pt x="252" y="155"/>
                    <a:pt x="255" y="153"/>
                    <a:pt x="255" y="153"/>
                  </a:cubicBezTo>
                  <a:cubicBezTo>
                    <a:pt x="255" y="153"/>
                    <a:pt x="259" y="150"/>
                    <a:pt x="259" y="150"/>
                  </a:cubicBezTo>
                  <a:cubicBezTo>
                    <a:pt x="260" y="150"/>
                    <a:pt x="262" y="147"/>
                    <a:pt x="262" y="147"/>
                  </a:cubicBezTo>
                  <a:cubicBezTo>
                    <a:pt x="265" y="147"/>
                    <a:pt x="265" y="147"/>
                    <a:pt x="265" y="147"/>
                  </a:cubicBezTo>
                  <a:cubicBezTo>
                    <a:pt x="269" y="148"/>
                    <a:pt x="269" y="148"/>
                    <a:pt x="269" y="148"/>
                  </a:cubicBezTo>
                  <a:cubicBezTo>
                    <a:pt x="275" y="154"/>
                    <a:pt x="275" y="154"/>
                    <a:pt x="275" y="154"/>
                  </a:cubicBezTo>
                  <a:cubicBezTo>
                    <a:pt x="279" y="162"/>
                    <a:pt x="279" y="162"/>
                    <a:pt x="279" y="162"/>
                  </a:cubicBezTo>
                  <a:cubicBezTo>
                    <a:pt x="283" y="184"/>
                    <a:pt x="283" y="184"/>
                    <a:pt x="283" y="184"/>
                  </a:cubicBezTo>
                  <a:cubicBezTo>
                    <a:pt x="286" y="189"/>
                    <a:pt x="286" y="189"/>
                    <a:pt x="286" y="189"/>
                  </a:cubicBezTo>
                  <a:cubicBezTo>
                    <a:pt x="286" y="193"/>
                    <a:pt x="286" y="193"/>
                    <a:pt x="286" y="193"/>
                  </a:cubicBezTo>
                  <a:cubicBezTo>
                    <a:pt x="286" y="193"/>
                    <a:pt x="287" y="196"/>
                    <a:pt x="287" y="197"/>
                  </a:cubicBezTo>
                  <a:cubicBezTo>
                    <a:pt x="287" y="198"/>
                    <a:pt x="287" y="213"/>
                    <a:pt x="287" y="213"/>
                  </a:cubicBezTo>
                  <a:cubicBezTo>
                    <a:pt x="280" y="213"/>
                    <a:pt x="280" y="213"/>
                    <a:pt x="280" y="213"/>
                  </a:cubicBezTo>
                  <a:cubicBezTo>
                    <a:pt x="278" y="213"/>
                    <a:pt x="278" y="213"/>
                    <a:pt x="278" y="213"/>
                  </a:cubicBezTo>
                  <a:cubicBezTo>
                    <a:pt x="278" y="216"/>
                    <a:pt x="278" y="216"/>
                    <a:pt x="278" y="216"/>
                  </a:cubicBezTo>
                  <a:cubicBezTo>
                    <a:pt x="275" y="220"/>
                    <a:pt x="275" y="220"/>
                    <a:pt x="275" y="220"/>
                  </a:cubicBezTo>
                  <a:cubicBezTo>
                    <a:pt x="274" y="225"/>
                    <a:pt x="274" y="225"/>
                    <a:pt x="274" y="225"/>
                  </a:cubicBezTo>
                  <a:cubicBezTo>
                    <a:pt x="272" y="229"/>
                    <a:pt x="272" y="229"/>
                    <a:pt x="272" y="229"/>
                  </a:cubicBezTo>
                  <a:cubicBezTo>
                    <a:pt x="269" y="233"/>
                    <a:pt x="269" y="233"/>
                    <a:pt x="269" y="233"/>
                  </a:cubicBezTo>
                  <a:cubicBezTo>
                    <a:pt x="266" y="243"/>
                    <a:pt x="266" y="243"/>
                    <a:pt x="266" y="243"/>
                  </a:cubicBezTo>
                  <a:cubicBezTo>
                    <a:pt x="266" y="249"/>
                    <a:pt x="266" y="249"/>
                    <a:pt x="266" y="249"/>
                  </a:cubicBezTo>
                  <a:cubicBezTo>
                    <a:pt x="262" y="254"/>
                    <a:pt x="262" y="254"/>
                    <a:pt x="262" y="254"/>
                  </a:cubicBezTo>
                  <a:cubicBezTo>
                    <a:pt x="259" y="259"/>
                    <a:pt x="259" y="259"/>
                    <a:pt x="259" y="259"/>
                  </a:cubicBezTo>
                  <a:cubicBezTo>
                    <a:pt x="213" y="267"/>
                    <a:pt x="213" y="267"/>
                    <a:pt x="213" y="267"/>
                  </a:cubicBezTo>
                  <a:cubicBezTo>
                    <a:pt x="212" y="265"/>
                    <a:pt x="212" y="265"/>
                    <a:pt x="212" y="265"/>
                  </a:cubicBezTo>
                  <a:cubicBezTo>
                    <a:pt x="141" y="270"/>
                    <a:pt x="141" y="270"/>
                    <a:pt x="141" y="270"/>
                  </a:cubicBezTo>
                  <a:cubicBezTo>
                    <a:pt x="146" y="265"/>
                    <a:pt x="146" y="265"/>
                    <a:pt x="146" y="265"/>
                  </a:cubicBezTo>
                  <a:cubicBezTo>
                    <a:pt x="148" y="261"/>
                    <a:pt x="148" y="261"/>
                    <a:pt x="148" y="261"/>
                  </a:cubicBezTo>
                  <a:cubicBezTo>
                    <a:pt x="152" y="254"/>
                    <a:pt x="152" y="254"/>
                    <a:pt x="152" y="254"/>
                  </a:cubicBezTo>
                  <a:cubicBezTo>
                    <a:pt x="156" y="245"/>
                    <a:pt x="156" y="245"/>
                    <a:pt x="156" y="245"/>
                  </a:cubicBezTo>
                  <a:cubicBezTo>
                    <a:pt x="158" y="235"/>
                    <a:pt x="158" y="235"/>
                    <a:pt x="158" y="235"/>
                  </a:cubicBezTo>
                  <a:cubicBezTo>
                    <a:pt x="157" y="217"/>
                    <a:pt x="157" y="217"/>
                    <a:pt x="157" y="217"/>
                  </a:cubicBezTo>
                  <a:cubicBezTo>
                    <a:pt x="157" y="209"/>
                    <a:pt x="157" y="209"/>
                    <a:pt x="157" y="209"/>
                  </a:cubicBezTo>
                  <a:cubicBezTo>
                    <a:pt x="153" y="203"/>
                    <a:pt x="153" y="203"/>
                    <a:pt x="153" y="203"/>
                  </a:cubicBezTo>
                  <a:cubicBezTo>
                    <a:pt x="149" y="195"/>
                    <a:pt x="149" y="195"/>
                    <a:pt x="149" y="195"/>
                  </a:cubicBezTo>
                  <a:cubicBezTo>
                    <a:pt x="145" y="191"/>
                    <a:pt x="145" y="191"/>
                    <a:pt x="145" y="191"/>
                  </a:cubicBezTo>
                  <a:cubicBezTo>
                    <a:pt x="142" y="184"/>
                    <a:pt x="142" y="184"/>
                    <a:pt x="142" y="184"/>
                  </a:cubicBezTo>
                  <a:cubicBezTo>
                    <a:pt x="144" y="179"/>
                    <a:pt x="144" y="179"/>
                    <a:pt x="144" y="179"/>
                  </a:cubicBezTo>
                  <a:cubicBezTo>
                    <a:pt x="146" y="177"/>
                    <a:pt x="146" y="177"/>
                    <a:pt x="146" y="177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4" y="165"/>
                    <a:pt x="144" y="165"/>
                    <a:pt x="144" y="165"/>
                  </a:cubicBezTo>
                  <a:cubicBezTo>
                    <a:pt x="141" y="162"/>
                    <a:pt x="141" y="162"/>
                    <a:pt x="141" y="162"/>
                  </a:cubicBezTo>
                  <a:cubicBezTo>
                    <a:pt x="144" y="160"/>
                    <a:pt x="144" y="160"/>
                    <a:pt x="144" y="160"/>
                  </a:cubicBezTo>
                  <a:cubicBezTo>
                    <a:pt x="145" y="155"/>
                    <a:pt x="145" y="155"/>
                    <a:pt x="145" y="155"/>
                  </a:cubicBezTo>
                  <a:cubicBezTo>
                    <a:pt x="146" y="150"/>
                    <a:pt x="146" y="150"/>
                    <a:pt x="146" y="150"/>
                  </a:cubicBezTo>
                  <a:cubicBezTo>
                    <a:pt x="148" y="147"/>
                    <a:pt x="148" y="147"/>
                    <a:pt x="148" y="147"/>
                  </a:cubicBezTo>
                  <a:cubicBezTo>
                    <a:pt x="148" y="139"/>
                    <a:pt x="148" y="139"/>
                    <a:pt x="148" y="139"/>
                  </a:cubicBezTo>
                  <a:cubicBezTo>
                    <a:pt x="147" y="135"/>
                    <a:pt x="147" y="135"/>
                    <a:pt x="147" y="135"/>
                  </a:cubicBezTo>
                  <a:cubicBezTo>
                    <a:pt x="148" y="130"/>
                    <a:pt x="148" y="130"/>
                    <a:pt x="148" y="130"/>
                  </a:cubicBezTo>
                  <a:cubicBezTo>
                    <a:pt x="151" y="126"/>
                    <a:pt x="151" y="126"/>
                    <a:pt x="151" y="126"/>
                  </a:cubicBezTo>
                  <a:cubicBezTo>
                    <a:pt x="153" y="122"/>
                    <a:pt x="153" y="122"/>
                    <a:pt x="153" y="122"/>
                  </a:cubicBezTo>
                  <a:cubicBezTo>
                    <a:pt x="153" y="117"/>
                    <a:pt x="153" y="117"/>
                    <a:pt x="153" y="117"/>
                  </a:cubicBezTo>
                  <a:cubicBezTo>
                    <a:pt x="157" y="116"/>
                    <a:pt x="157" y="116"/>
                    <a:pt x="157" y="116"/>
                  </a:cubicBezTo>
                  <a:cubicBezTo>
                    <a:pt x="163" y="116"/>
                    <a:pt x="163" y="116"/>
                    <a:pt x="163" y="116"/>
                  </a:cubicBezTo>
                  <a:cubicBezTo>
                    <a:pt x="165" y="108"/>
                    <a:pt x="165" y="108"/>
                    <a:pt x="165" y="108"/>
                  </a:cubicBezTo>
                  <a:cubicBezTo>
                    <a:pt x="166" y="106"/>
                    <a:pt x="166" y="106"/>
                    <a:pt x="166" y="106"/>
                  </a:cubicBezTo>
                  <a:cubicBezTo>
                    <a:pt x="168" y="105"/>
                    <a:pt x="168" y="105"/>
                    <a:pt x="168" y="105"/>
                  </a:cubicBezTo>
                  <a:cubicBezTo>
                    <a:pt x="171" y="114"/>
                    <a:pt x="171" y="114"/>
                    <a:pt x="171" y="114"/>
                  </a:cubicBezTo>
                  <a:cubicBezTo>
                    <a:pt x="167" y="119"/>
                    <a:pt x="167" y="119"/>
                    <a:pt x="167" y="119"/>
                  </a:cubicBezTo>
                  <a:cubicBezTo>
                    <a:pt x="167" y="121"/>
                    <a:pt x="167" y="121"/>
                    <a:pt x="167" y="121"/>
                  </a:cubicBezTo>
                  <a:cubicBezTo>
                    <a:pt x="167" y="121"/>
                    <a:pt x="168" y="122"/>
                    <a:pt x="169" y="122"/>
                  </a:cubicBezTo>
                  <a:cubicBezTo>
                    <a:pt x="170" y="122"/>
                    <a:pt x="170" y="122"/>
                    <a:pt x="170" y="122"/>
                  </a:cubicBezTo>
                  <a:cubicBezTo>
                    <a:pt x="170" y="122"/>
                    <a:pt x="172" y="121"/>
                    <a:pt x="172" y="121"/>
                  </a:cubicBezTo>
                  <a:cubicBezTo>
                    <a:pt x="172" y="120"/>
                    <a:pt x="173" y="117"/>
                    <a:pt x="173" y="117"/>
                  </a:cubicBezTo>
                  <a:cubicBezTo>
                    <a:pt x="174" y="116"/>
                    <a:pt x="174" y="116"/>
                    <a:pt x="174" y="116"/>
                  </a:cubicBezTo>
                  <a:cubicBezTo>
                    <a:pt x="175" y="111"/>
                    <a:pt x="175" y="111"/>
                    <a:pt x="175" y="111"/>
                  </a:cubicBezTo>
                  <a:cubicBezTo>
                    <a:pt x="175" y="108"/>
                    <a:pt x="175" y="108"/>
                    <a:pt x="175" y="108"/>
                  </a:cubicBezTo>
                  <a:cubicBezTo>
                    <a:pt x="175" y="104"/>
                    <a:pt x="175" y="104"/>
                    <a:pt x="175" y="104"/>
                  </a:cubicBezTo>
                  <a:cubicBezTo>
                    <a:pt x="175" y="100"/>
                    <a:pt x="175" y="100"/>
                    <a:pt x="175" y="100"/>
                  </a:cubicBezTo>
                  <a:cubicBezTo>
                    <a:pt x="178" y="96"/>
                    <a:pt x="178" y="96"/>
                    <a:pt x="178" y="96"/>
                  </a:cubicBezTo>
                  <a:cubicBezTo>
                    <a:pt x="180" y="94"/>
                    <a:pt x="180" y="94"/>
                    <a:pt x="180" y="94"/>
                  </a:cubicBezTo>
                  <a:cubicBezTo>
                    <a:pt x="185" y="93"/>
                    <a:pt x="185" y="93"/>
                    <a:pt x="185" y="93"/>
                  </a:cubicBezTo>
                  <a:cubicBezTo>
                    <a:pt x="187" y="91"/>
                    <a:pt x="187" y="91"/>
                    <a:pt x="187" y="91"/>
                  </a:cubicBezTo>
                  <a:cubicBezTo>
                    <a:pt x="183" y="87"/>
                    <a:pt x="183" y="87"/>
                    <a:pt x="183" y="87"/>
                  </a:cubicBezTo>
                  <a:cubicBezTo>
                    <a:pt x="182" y="84"/>
                    <a:pt x="182" y="84"/>
                    <a:pt x="182" y="84"/>
                  </a:cubicBezTo>
                  <a:cubicBezTo>
                    <a:pt x="184" y="81"/>
                    <a:pt x="184" y="81"/>
                    <a:pt x="184" y="81"/>
                  </a:cubicBezTo>
                  <a:cubicBezTo>
                    <a:pt x="186" y="78"/>
                    <a:pt x="186" y="78"/>
                    <a:pt x="186" y="78"/>
                  </a:cubicBezTo>
                  <a:cubicBezTo>
                    <a:pt x="187" y="77"/>
                    <a:pt x="187" y="77"/>
                    <a:pt x="187" y="77"/>
                  </a:cubicBezTo>
                  <a:cubicBezTo>
                    <a:pt x="187" y="75"/>
                    <a:pt x="187" y="75"/>
                    <a:pt x="187" y="75"/>
                  </a:cubicBezTo>
                  <a:cubicBezTo>
                    <a:pt x="188" y="74"/>
                    <a:pt x="188" y="74"/>
                    <a:pt x="188" y="74"/>
                  </a:cubicBezTo>
                  <a:cubicBezTo>
                    <a:pt x="188" y="74"/>
                    <a:pt x="188" y="74"/>
                    <a:pt x="189" y="74"/>
                  </a:cubicBezTo>
                  <a:cubicBezTo>
                    <a:pt x="189" y="74"/>
                    <a:pt x="193" y="73"/>
                    <a:pt x="193" y="73"/>
                  </a:cubicBezTo>
                  <a:cubicBezTo>
                    <a:pt x="195" y="73"/>
                    <a:pt x="195" y="73"/>
                    <a:pt x="195" y="73"/>
                  </a:cubicBezTo>
                  <a:cubicBezTo>
                    <a:pt x="193" y="70"/>
                    <a:pt x="193" y="70"/>
                    <a:pt x="193" y="70"/>
                  </a:cubicBezTo>
                  <a:cubicBezTo>
                    <a:pt x="189" y="67"/>
                    <a:pt x="189" y="67"/>
                    <a:pt x="189" y="67"/>
                  </a:cubicBezTo>
                  <a:cubicBezTo>
                    <a:pt x="187" y="65"/>
                    <a:pt x="187" y="65"/>
                    <a:pt x="187" y="65"/>
                  </a:cubicBezTo>
                  <a:cubicBezTo>
                    <a:pt x="184" y="63"/>
                    <a:pt x="184" y="63"/>
                    <a:pt x="184" y="63"/>
                  </a:cubicBezTo>
                  <a:cubicBezTo>
                    <a:pt x="179" y="61"/>
                    <a:pt x="179" y="61"/>
                    <a:pt x="179" y="61"/>
                  </a:cubicBezTo>
                  <a:cubicBezTo>
                    <a:pt x="170" y="60"/>
                    <a:pt x="170" y="60"/>
                    <a:pt x="170" y="60"/>
                  </a:cubicBezTo>
                  <a:cubicBezTo>
                    <a:pt x="163" y="64"/>
                    <a:pt x="163" y="64"/>
                    <a:pt x="163" y="64"/>
                  </a:cubicBezTo>
                  <a:cubicBezTo>
                    <a:pt x="159" y="68"/>
                    <a:pt x="159" y="68"/>
                    <a:pt x="159" y="68"/>
                  </a:cubicBezTo>
                  <a:cubicBezTo>
                    <a:pt x="152" y="69"/>
                    <a:pt x="152" y="69"/>
                    <a:pt x="152" y="69"/>
                  </a:cubicBezTo>
                  <a:cubicBezTo>
                    <a:pt x="144" y="69"/>
                    <a:pt x="144" y="69"/>
                    <a:pt x="144" y="69"/>
                  </a:cubicBezTo>
                  <a:cubicBezTo>
                    <a:pt x="140" y="72"/>
                    <a:pt x="140" y="72"/>
                    <a:pt x="140" y="72"/>
                  </a:cubicBezTo>
                  <a:cubicBezTo>
                    <a:pt x="135" y="81"/>
                    <a:pt x="135" y="81"/>
                    <a:pt x="135" y="81"/>
                  </a:cubicBezTo>
                  <a:cubicBezTo>
                    <a:pt x="129" y="85"/>
                    <a:pt x="129" y="85"/>
                    <a:pt x="129" y="85"/>
                  </a:cubicBezTo>
                  <a:cubicBezTo>
                    <a:pt x="128" y="84"/>
                    <a:pt x="128" y="84"/>
                    <a:pt x="128" y="84"/>
                  </a:cubicBezTo>
                  <a:cubicBezTo>
                    <a:pt x="130" y="80"/>
                    <a:pt x="130" y="80"/>
                    <a:pt x="130" y="80"/>
                  </a:cubicBezTo>
                  <a:cubicBezTo>
                    <a:pt x="133" y="77"/>
                    <a:pt x="133" y="77"/>
                    <a:pt x="133" y="77"/>
                  </a:cubicBezTo>
                  <a:cubicBezTo>
                    <a:pt x="131" y="74"/>
                    <a:pt x="131" y="74"/>
                    <a:pt x="131" y="74"/>
                  </a:cubicBezTo>
                  <a:cubicBezTo>
                    <a:pt x="127" y="76"/>
                    <a:pt x="127" y="76"/>
                    <a:pt x="127" y="76"/>
                  </a:cubicBezTo>
                  <a:cubicBezTo>
                    <a:pt x="125" y="77"/>
                    <a:pt x="125" y="77"/>
                    <a:pt x="125" y="77"/>
                  </a:cubicBezTo>
                  <a:cubicBezTo>
                    <a:pt x="123" y="81"/>
                    <a:pt x="123" y="81"/>
                    <a:pt x="123" y="81"/>
                  </a:cubicBezTo>
                  <a:cubicBezTo>
                    <a:pt x="121" y="82"/>
                    <a:pt x="121" y="82"/>
                    <a:pt x="121" y="82"/>
                  </a:cubicBezTo>
                  <a:cubicBezTo>
                    <a:pt x="120" y="82"/>
                    <a:pt x="120" y="82"/>
                    <a:pt x="120" y="82"/>
                  </a:cubicBezTo>
                  <a:cubicBezTo>
                    <a:pt x="118" y="75"/>
                    <a:pt x="118" y="75"/>
                    <a:pt x="118" y="75"/>
                  </a:cubicBezTo>
                  <a:cubicBezTo>
                    <a:pt x="117" y="75"/>
                    <a:pt x="117" y="75"/>
                    <a:pt x="117" y="75"/>
                  </a:cubicBezTo>
                  <a:cubicBezTo>
                    <a:pt x="115" y="81"/>
                    <a:pt x="115" y="81"/>
                    <a:pt x="115" y="81"/>
                  </a:cubicBezTo>
                  <a:cubicBezTo>
                    <a:pt x="114" y="85"/>
                    <a:pt x="114" y="85"/>
                    <a:pt x="114" y="85"/>
                  </a:cubicBezTo>
                  <a:cubicBezTo>
                    <a:pt x="110" y="90"/>
                    <a:pt x="110" y="90"/>
                    <a:pt x="110" y="90"/>
                  </a:cubicBezTo>
                  <a:cubicBezTo>
                    <a:pt x="107" y="101"/>
                    <a:pt x="107" y="101"/>
                    <a:pt x="107" y="101"/>
                  </a:cubicBezTo>
                  <a:cubicBezTo>
                    <a:pt x="105" y="107"/>
                    <a:pt x="105" y="107"/>
                    <a:pt x="105" y="107"/>
                  </a:cubicBezTo>
                  <a:cubicBezTo>
                    <a:pt x="99" y="112"/>
                    <a:pt x="99" y="112"/>
                    <a:pt x="99" y="112"/>
                  </a:cubicBezTo>
                  <a:cubicBezTo>
                    <a:pt x="97" y="108"/>
                    <a:pt x="97" y="108"/>
                    <a:pt x="97" y="108"/>
                  </a:cubicBezTo>
                  <a:cubicBezTo>
                    <a:pt x="96" y="101"/>
                    <a:pt x="96" y="101"/>
                    <a:pt x="96" y="101"/>
                  </a:cubicBezTo>
                  <a:cubicBezTo>
                    <a:pt x="95" y="100"/>
                    <a:pt x="95" y="100"/>
                    <a:pt x="95" y="100"/>
                  </a:cubicBezTo>
                  <a:cubicBezTo>
                    <a:pt x="93" y="97"/>
                    <a:pt x="93" y="97"/>
                    <a:pt x="93" y="97"/>
                  </a:cubicBezTo>
                  <a:cubicBezTo>
                    <a:pt x="94" y="94"/>
                    <a:pt x="94" y="94"/>
                    <a:pt x="94" y="94"/>
                  </a:cubicBezTo>
                  <a:cubicBezTo>
                    <a:pt x="93" y="88"/>
                    <a:pt x="93" y="88"/>
                    <a:pt x="93" y="88"/>
                  </a:cubicBezTo>
                  <a:cubicBezTo>
                    <a:pt x="90" y="85"/>
                    <a:pt x="90" y="85"/>
                    <a:pt x="90" y="85"/>
                  </a:cubicBezTo>
                  <a:cubicBezTo>
                    <a:pt x="84" y="81"/>
                    <a:pt x="84" y="81"/>
                    <a:pt x="84" y="81"/>
                  </a:cubicBezTo>
                  <a:cubicBezTo>
                    <a:pt x="82" y="77"/>
                    <a:pt x="82" y="77"/>
                    <a:pt x="82" y="77"/>
                  </a:cubicBezTo>
                  <a:cubicBezTo>
                    <a:pt x="75" y="76"/>
                    <a:pt x="75" y="76"/>
                    <a:pt x="75" y="76"/>
                  </a:cubicBezTo>
                  <a:cubicBezTo>
                    <a:pt x="66" y="76"/>
                    <a:pt x="66" y="76"/>
                    <a:pt x="66" y="76"/>
                  </a:cubicBezTo>
                  <a:cubicBezTo>
                    <a:pt x="64" y="74"/>
                    <a:pt x="64" y="74"/>
                    <a:pt x="64" y="74"/>
                  </a:cubicBezTo>
                  <a:cubicBezTo>
                    <a:pt x="58" y="74"/>
                    <a:pt x="58" y="74"/>
                    <a:pt x="58" y="74"/>
                  </a:cubicBezTo>
                  <a:cubicBezTo>
                    <a:pt x="50" y="73"/>
                    <a:pt x="50" y="73"/>
                    <a:pt x="50" y="73"/>
                  </a:cubicBezTo>
                  <a:cubicBezTo>
                    <a:pt x="49" y="71"/>
                    <a:pt x="49" y="71"/>
                    <a:pt x="49" y="71"/>
                  </a:cubicBezTo>
                  <a:cubicBezTo>
                    <a:pt x="43" y="68"/>
                    <a:pt x="43" y="68"/>
                    <a:pt x="43" y="68"/>
                  </a:cubicBezTo>
                  <a:cubicBezTo>
                    <a:pt x="36" y="67"/>
                    <a:pt x="36" y="67"/>
                    <a:pt x="36" y="67"/>
                  </a:cubicBezTo>
                  <a:cubicBezTo>
                    <a:pt x="29" y="65"/>
                    <a:pt x="29" y="65"/>
                    <a:pt x="29" y="65"/>
                  </a:cubicBezTo>
                  <a:cubicBezTo>
                    <a:pt x="21" y="62"/>
                    <a:pt x="21" y="62"/>
                    <a:pt x="21" y="62"/>
                  </a:cubicBezTo>
                  <a:cubicBezTo>
                    <a:pt x="16" y="59"/>
                    <a:pt x="16" y="59"/>
                    <a:pt x="16" y="59"/>
                  </a:cubicBezTo>
                  <a:cubicBezTo>
                    <a:pt x="12" y="59"/>
                    <a:pt x="12" y="59"/>
                    <a:pt x="12" y="59"/>
                  </a:cubicBezTo>
                  <a:cubicBezTo>
                    <a:pt x="11" y="59"/>
                    <a:pt x="11" y="59"/>
                    <a:pt x="11" y="59"/>
                  </a:cubicBezTo>
                  <a:cubicBezTo>
                    <a:pt x="9" y="57"/>
                    <a:pt x="9" y="57"/>
                    <a:pt x="9" y="57"/>
                  </a:cubicBezTo>
                  <a:cubicBezTo>
                    <a:pt x="7" y="54"/>
                    <a:pt x="7" y="54"/>
                    <a:pt x="7" y="54"/>
                  </a:cubicBezTo>
                  <a:cubicBezTo>
                    <a:pt x="0" y="52"/>
                    <a:pt x="0" y="52"/>
                    <a:pt x="0" y="52"/>
                  </a:cubicBezTo>
                  <a:lnTo>
                    <a:pt x="0" y="5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2" name="Freeform 51">
              <a:extLst>
                <a:ext uri="{FF2B5EF4-FFF2-40B4-BE49-F238E27FC236}">
                  <a16:creationId xmlns:a16="http://schemas.microsoft.com/office/drawing/2014/main" id="{3FDEE178-EECF-0A7E-0328-ED3D3273AA6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48079" y="1986053"/>
              <a:ext cx="286695" cy="305247"/>
            </a:xfrm>
            <a:custGeom>
              <a:avLst/>
              <a:gdLst>
                <a:gd name="T0" fmla="*/ 175 w 201"/>
                <a:gd name="T1" fmla="*/ 65 h 213"/>
                <a:gd name="T2" fmla="*/ 172 w 201"/>
                <a:gd name="T3" fmla="*/ 53 h 213"/>
                <a:gd name="T4" fmla="*/ 157 w 201"/>
                <a:gd name="T5" fmla="*/ 44 h 213"/>
                <a:gd name="T6" fmla="*/ 140 w 201"/>
                <a:gd name="T7" fmla="*/ 42 h 213"/>
                <a:gd name="T8" fmla="*/ 125 w 201"/>
                <a:gd name="T9" fmla="*/ 36 h 213"/>
                <a:gd name="T10" fmla="*/ 103 w 201"/>
                <a:gd name="T11" fmla="*/ 30 h 213"/>
                <a:gd name="T12" fmla="*/ 93 w 201"/>
                <a:gd name="T13" fmla="*/ 27 h 213"/>
                <a:gd name="T14" fmla="*/ 82 w 201"/>
                <a:gd name="T15" fmla="*/ 20 h 213"/>
                <a:gd name="T16" fmla="*/ 78 w 201"/>
                <a:gd name="T17" fmla="*/ 18 h 213"/>
                <a:gd name="T18" fmla="*/ 70 w 201"/>
                <a:gd name="T19" fmla="*/ 17 h 213"/>
                <a:gd name="T20" fmla="*/ 67 w 201"/>
                <a:gd name="T21" fmla="*/ 15 h 213"/>
                <a:gd name="T22" fmla="*/ 70 w 201"/>
                <a:gd name="T23" fmla="*/ 2 h 213"/>
                <a:gd name="T24" fmla="*/ 61 w 201"/>
                <a:gd name="T25" fmla="*/ 3 h 213"/>
                <a:gd name="T26" fmla="*/ 47 w 201"/>
                <a:gd name="T27" fmla="*/ 9 h 213"/>
                <a:gd name="T28" fmla="*/ 33 w 201"/>
                <a:gd name="T29" fmla="*/ 16 h 213"/>
                <a:gd name="T30" fmla="*/ 21 w 201"/>
                <a:gd name="T31" fmla="*/ 15 h 213"/>
                <a:gd name="T32" fmla="*/ 5 w 201"/>
                <a:gd name="T33" fmla="*/ 55 h 213"/>
                <a:gd name="T34" fmla="*/ 7 w 201"/>
                <a:gd name="T35" fmla="*/ 72 h 213"/>
                <a:gd name="T36" fmla="*/ 10 w 201"/>
                <a:gd name="T37" fmla="*/ 112 h 213"/>
                <a:gd name="T38" fmla="*/ 42 w 201"/>
                <a:gd name="T39" fmla="*/ 135 h 213"/>
                <a:gd name="T40" fmla="*/ 60 w 201"/>
                <a:gd name="T41" fmla="*/ 152 h 213"/>
                <a:gd name="T42" fmla="*/ 63 w 201"/>
                <a:gd name="T43" fmla="*/ 173 h 213"/>
                <a:gd name="T44" fmla="*/ 65 w 201"/>
                <a:gd name="T45" fmla="*/ 187 h 213"/>
                <a:gd name="T46" fmla="*/ 67 w 201"/>
                <a:gd name="T47" fmla="*/ 203 h 213"/>
                <a:gd name="T48" fmla="*/ 82 w 201"/>
                <a:gd name="T49" fmla="*/ 209 h 213"/>
                <a:gd name="T50" fmla="*/ 184 w 201"/>
                <a:gd name="T51" fmla="*/ 195 h 213"/>
                <a:gd name="T52" fmla="*/ 178 w 201"/>
                <a:gd name="T53" fmla="*/ 172 h 213"/>
                <a:gd name="T54" fmla="*/ 182 w 201"/>
                <a:gd name="T55" fmla="*/ 155 h 213"/>
                <a:gd name="T56" fmla="*/ 182 w 201"/>
                <a:gd name="T57" fmla="*/ 140 h 213"/>
                <a:gd name="T58" fmla="*/ 184 w 201"/>
                <a:gd name="T59" fmla="*/ 131 h 213"/>
                <a:gd name="T60" fmla="*/ 186 w 201"/>
                <a:gd name="T61" fmla="*/ 121 h 213"/>
                <a:gd name="T62" fmla="*/ 188 w 201"/>
                <a:gd name="T63" fmla="*/ 105 h 213"/>
                <a:gd name="T64" fmla="*/ 197 w 201"/>
                <a:gd name="T65" fmla="*/ 85 h 213"/>
                <a:gd name="T66" fmla="*/ 201 w 201"/>
                <a:gd name="T67" fmla="*/ 79 h 213"/>
                <a:gd name="T68" fmla="*/ 201 w 201"/>
                <a:gd name="T69" fmla="*/ 73 h 213"/>
                <a:gd name="T70" fmla="*/ 194 w 201"/>
                <a:gd name="T71" fmla="*/ 79 h 213"/>
                <a:gd name="T72" fmla="*/ 187 w 201"/>
                <a:gd name="T73" fmla="*/ 92 h 213"/>
                <a:gd name="T74" fmla="*/ 177 w 201"/>
                <a:gd name="T75" fmla="*/ 101 h 213"/>
                <a:gd name="T76" fmla="*/ 168 w 201"/>
                <a:gd name="T77" fmla="*/ 107 h 213"/>
                <a:gd name="T78" fmla="*/ 174 w 201"/>
                <a:gd name="T79" fmla="*/ 93 h 213"/>
                <a:gd name="T80" fmla="*/ 179 w 201"/>
                <a:gd name="T81" fmla="*/ 87 h 213"/>
                <a:gd name="T82" fmla="*/ 180 w 201"/>
                <a:gd name="T83" fmla="*/ 78 h 2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01" h="213">
                  <a:moveTo>
                    <a:pt x="178" y="69"/>
                  </a:moveTo>
                  <a:cubicBezTo>
                    <a:pt x="177" y="68"/>
                    <a:pt x="177" y="68"/>
                    <a:pt x="177" y="68"/>
                  </a:cubicBezTo>
                  <a:cubicBezTo>
                    <a:pt x="175" y="65"/>
                    <a:pt x="175" y="65"/>
                    <a:pt x="175" y="65"/>
                  </a:cubicBezTo>
                  <a:cubicBezTo>
                    <a:pt x="176" y="62"/>
                    <a:pt x="176" y="62"/>
                    <a:pt x="176" y="62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3"/>
                    <a:pt x="172" y="53"/>
                    <a:pt x="172" y="53"/>
                  </a:cubicBezTo>
                  <a:cubicBezTo>
                    <a:pt x="166" y="49"/>
                    <a:pt x="166" y="49"/>
                    <a:pt x="166" y="49"/>
                  </a:cubicBezTo>
                  <a:cubicBezTo>
                    <a:pt x="164" y="45"/>
                    <a:pt x="164" y="45"/>
                    <a:pt x="164" y="45"/>
                  </a:cubicBezTo>
                  <a:cubicBezTo>
                    <a:pt x="157" y="44"/>
                    <a:pt x="157" y="44"/>
                    <a:pt x="157" y="44"/>
                  </a:cubicBezTo>
                  <a:cubicBezTo>
                    <a:pt x="148" y="44"/>
                    <a:pt x="148" y="44"/>
                    <a:pt x="148" y="44"/>
                  </a:cubicBezTo>
                  <a:cubicBezTo>
                    <a:pt x="146" y="42"/>
                    <a:pt x="146" y="42"/>
                    <a:pt x="146" y="42"/>
                  </a:cubicBezTo>
                  <a:cubicBezTo>
                    <a:pt x="140" y="42"/>
                    <a:pt x="140" y="42"/>
                    <a:pt x="140" y="42"/>
                  </a:cubicBezTo>
                  <a:cubicBezTo>
                    <a:pt x="132" y="41"/>
                    <a:pt x="132" y="41"/>
                    <a:pt x="132" y="41"/>
                  </a:cubicBezTo>
                  <a:cubicBezTo>
                    <a:pt x="131" y="39"/>
                    <a:pt x="131" y="39"/>
                    <a:pt x="131" y="39"/>
                  </a:cubicBezTo>
                  <a:cubicBezTo>
                    <a:pt x="125" y="36"/>
                    <a:pt x="125" y="36"/>
                    <a:pt x="125" y="36"/>
                  </a:cubicBezTo>
                  <a:cubicBezTo>
                    <a:pt x="118" y="35"/>
                    <a:pt x="118" y="35"/>
                    <a:pt x="118" y="35"/>
                  </a:cubicBezTo>
                  <a:cubicBezTo>
                    <a:pt x="111" y="33"/>
                    <a:pt x="111" y="33"/>
                    <a:pt x="111" y="33"/>
                  </a:cubicBezTo>
                  <a:cubicBezTo>
                    <a:pt x="103" y="30"/>
                    <a:pt x="103" y="30"/>
                    <a:pt x="103" y="30"/>
                  </a:cubicBezTo>
                  <a:cubicBezTo>
                    <a:pt x="98" y="27"/>
                    <a:pt x="98" y="27"/>
                    <a:pt x="98" y="27"/>
                  </a:cubicBezTo>
                  <a:cubicBezTo>
                    <a:pt x="94" y="27"/>
                    <a:pt x="94" y="27"/>
                    <a:pt x="94" y="27"/>
                  </a:cubicBezTo>
                  <a:cubicBezTo>
                    <a:pt x="93" y="27"/>
                    <a:pt x="93" y="27"/>
                    <a:pt x="93" y="27"/>
                  </a:cubicBezTo>
                  <a:cubicBezTo>
                    <a:pt x="91" y="25"/>
                    <a:pt x="91" y="25"/>
                    <a:pt x="91" y="25"/>
                  </a:cubicBezTo>
                  <a:cubicBezTo>
                    <a:pt x="89" y="22"/>
                    <a:pt x="89" y="22"/>
                    <a:pt x="89" y="22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1" y="20"/>
                    <a:pt x="81" y="20"/>
                    <a:pt x="81" y="20"/>
                  </a:cubicBezTo>
                  <a:cubicBezTo>
                    <a:pt x="78" y="18"/>
                    <a:pt x="78" y="18"/>
                    <a:pt x="78" y="18"/>
                  </a:cubicBezTo>
                  <a:cubicBezTo>
                    <a:pt x="75" y="16"/>
                    <a:pt x="75" y="16"/>
                    <a:pt x="75" y="16"/>
                  </a:cubicBezTo>
                  <a:cubicBezTo>
                    <a:pt x="72" y="15"/>
                    <a:pt x="72" y="15"/>
                    <a:pt x="72" y="15"/>
                  </a:cubicBezTo>
                  <a:cubicBezTo>
                    <a:pt x="70" y="17"/>
                    <a:pt x="70" y="17"/>
                    <a:pt x="70" y="17"/>
                  </a:cubicBezTo>
                  <a:cubicBezTo>
                    <a:pt x="67" y="18"/>
                    <a:pt x="67" y="18"/>
                    <a:pt x="67" y="18"/>
                  </a:cubicBezTo>
                  <a:cubicBezTo>
                    <a:pt x="66" y="17"/>
                    <a:pt x="66" y="17"/>
                    <a:pt x="66" y="17"/>
                  </a:cubicBezTo>
                  <a:cubicBezTo>
                    <a:pt x="67" y="15"/>
                    <a:pt x="67" y="15"/>
                    <a:pt x="67" y="15"/>
                  </a:cubicBezTo>
                  <a:cubicBezTo>
                    <a:pt x="68" y="9"/>
                    <a:pt x="68" y="9"/>
                    <a:pt x="68" y="9"/>
                  </a:cubicBezTo>
                  <a:cubicBezTo>
                    <a:pt x="69" y="7"/>
                    <a:pt x="69" y="7"/>
                    <a:pt x="69" y="7"/>
                  </a:cubicBezTo>
                  <a:cubicBezTo>
                    <a:pt x="70" y="2"/>
                    <a:pt x="70" y="2"/>
                    <a:pt x="70" y="2"/>
                  </a:cubicBezTo>
                  <a:cubicBezTo>
                    <a:pt x="67" y="0"/>
                    <a:pt x="67" y="0"/>
                    <a:pt x="67" y="0"/>
                  </a:cubicBezTo>
                  <a:cubicBezTo>
                    <a:pt x="65" y="1"/>
                    <a:pt x="65" y="1"/>
                    <a:pt x="65" y="1"/>
                  </a:cubicBezTo>
                  <a:cubicBezTo>
                    <a:pt x="61" y="3"/>
                    <a:pt x="61" y="3"/>
                    <a:pt x="61" y="3"/>
                  </a:cubicBezTo>
                  <a:cubicBezTo>
                    <a:pt x="57" y="4"/>
                    <a:pt x="57" y="4"/>
                    <a:pt x="57" y="4"/>
                  </a:cubicBezTo>
                  <a:cubicBezTo>
                    <a:pt x="52" y="6"/>
                    <a:pt x="52" y="6"/>
                    <a:pt x="52" y="6"/>
                  </a:cubicBezTo>
                  <a:cubicBezTo>
                    <a:pt x="47" y="9"/>
                    <a:pt x="47" y="9"/>
                    <a:pt x="47" y="9"/>
                  </a:cubicBezTo>
                  <a:cubicBezTo>
                    <a:pt x="39" y="13"/>
                    <a:pt x="39" y="13"/>
                    <a:pt x="39" y="13"/>
                  </a:cubicBezTo>
                  <a:cubicBezTo>
                    <a:pt x="37" y="16"/>
                    <a:pt x="37" y="16"/>
                    <a:pt x="37" y="16"/>
                  </a:cubicBezTo>
                  <a:cubicBezTo>
                    <a:pt x="33" y="16"/>
                    <a:pt x="33" y="16"/>
                    <a:pt x="33" y="16"/>
                  </a:cubicBezTo>
                  <a:cubicBezTo>
                    <a:pt x="28" y="14"/>
                    <a:pt x="28" y="14"/>
                    <a:pt x="28" y="14"/>
                  </a:cubicBezTo>
                  <a:cubicBezTo>
                    <a:pt x="25" y="11"/>
                    <a:pt x="25" y="11"/>
                    <a:pt x="25" y="11"/>
                  </a:cubicBezTo>
                  <a:cubicBezTo>
                    <a:pt x="21" y="15"/>
                    <a:pt x="21" y="15"/>
                    <a:pt x="21" y="15"/>
                  </a:cubicBezTo>
                  <a:cubicBezTo>
                    <a:pt x="20" y="43"/>
                    <a:pt x="20" y="43"/>
                    <a:pt x="20" y="43"/>
                  </a:cubicBezTo>
                  <a:cubicBezTo>
                    <a:pt x="7" y="51"/>
                    <a:pt x="7" y="51"/>
                    <a:pt x="7" y="51"/>
                  </a:cubicBezTo>
                  <a:cubicBezTo>
                    <a:pt x="5" y="55"/>
                    <a:pt x="5" y="55"/>
                    <a:pt x="5" y="55"/>
                  </a:cubicBezTo>
                  <a:cubicBezTo>
                    <a:pt x="0" y="66"/>
                    <a:pt x="0" y="66"/>
                    <a:pt x="0" y="66"/>
                  </a:cubicBezTo>
                  <a:cubicBezTo>
                    <a:pt x="5" y="72"/>
                    <a:pt x="5" y="72"/>
                    <a:pt x="5" y="72"/>
                  </a:cubicBezTo>
                  <a:cubicBezTo>
                    <a:pt x="7" y="72"/>
                    <a:pt x="7" y="72"/>
                    <a:pt x="7" y="72"/>
                  </a:cubicBezTo>
                  <a:cubicBezTo>
                    <a:pt x="5" y="89"/>
                    <a:pt x="5" y="89"/>
                    <a:pt x="5" y="89"/>
                  </a:cubicBezTo>
                  <a:cubicBezTo>
                    <a:pt x="4" y="107"/>
                    <a:pt x="4" y="107"/>
                    <a:pt x="4" y="107"/>
                  </a:cubicBezTo>
                  <a:cubicBezTo>
                    <a:pt x="10" y="112"/>
                    <a:pt x="10" y="112"/>
                    <a:pt x="10" y="112"/>
                  </a:cubicBezTo>
                  <a:cubicBezTo>
                    <a:pt x="19" y="117"/>
                    <a:pt x="19" y="117"/>
                    <a:pt x="19" y="117"/>
                  </a:cubicBezTo>
                  <a:cubicBezTo>
                    <a:pt x="33" y="125"/>
                    <a:pt x="33" y="125"/>
                    <a:pt x="33" y="125"/>
                  </a:cubicBezTo>
                  <a:cubicBezTo>
                    <a:pt x="42" y="135"/>
                    <a:pt x="42" y="135"/>
                    <a:pt x="42" y="135"/>
                  </a:cubicBezTo>
                  <a:cubicBezTo>
                    <a:pt x="45" y="139"/>
                    <a:pt x="45" y="139"/>
                    <a:pt x="45" y="139"/>
                  </a:cubicBezTo>
                  <a:cubicBezTo>
                    <a:pt x="52" y="144"/>
                    <a:pt x="52" y="144"/>
                    <a:pt x="52" y="144"/>
                  </a:cubicBezTo>
                  <a:cubicBezTo>
                    <a:pt x="60" y="152"/>
                    <a:pt x="60" y="152"/>
                    <a:pt x="60" y="152"/>
                  </a:cubicBezTo>
                  <a:cubicBezTo>
                    <a:pt x="61" y="159"/>
                    <a:pt x="61" y="159"/>
                    <a:pt x="61" y="159"/>
                  </a:cubicBezTo>
                  <a:cubicBezTo>
                    <a:pt x="60" y="166"/>
                    <a:pt x="60" y="166"/>
                    <a:pt x="60" y="166"/>
                  </a:cubicBezTo>
                  <a:cubicBezTo>
                    <a:pt x="63" y="173"/>
                    <a:pt x="63" y="173"/>
                    <a:pt x="63" y="173"/>
                  </a:cubicBezTo>
                  <a:cubicBezTo>
                    <a:pt x="65" y="176"/>
                    <a:pt x="65" y="176"/>
                    <a:pt x="65" y="176"/>
                  </a:cubicBezTo>
                  <a:cubicBezTo>
                    <a:pt x="65" y="183"/>
                    <a:pt x="65" y="183"/>
                    <a:pt x="65" y="183"/>
                  </a:cubicBezTo>
                  <a:cubicBezTo>
                    <a:pt x="65" y="187"/>
                    <a:pt x="65" y="187"/>
                    <a:pt x="65" y="187"/>
                  </a:cubicBezTo>
                  <a:cubicBezTo>
                    <a:pt x="65" y="193"/>
                    <a:pt x="65" y="193"/>
                    <a:pt x="65" y="193"/>
                  </a:cubicBezTo>
                  <a:cubicBezTo>
                    <a:pt x="67" y="198"/>
                    <a:pt x="67" y="198"/>
                    <a:pt x="67" y="198"/>
                  </a:cubicBezTo>
                  <a:cubicBezTo>
                    <a:pt x="67" y="203"/>
                    <a:pt x="67" y="203"/>
                    <a:pt x="67" y="203"/>
                  </a:cubicBezTo>
                  <a:cubicBezTo>
                    <a:pt x="72" y="203"/>
                    <a:pt x="72" y="203"/>
                    <a:pt x="72" y="203"/>
                  </a:cubicBezTo>
                  <a:cubicBezTo>
                    <a:pt x="72" y="203"/>
                    <a:pt x="76" y="207"/>
                    <a:pt x="77" y="207"/>
                  </a:cubicBezTo>
                  <a:cubicBezTo>
                    <a:pt x="78" y="207"/>
                    <a:pt x="82" y="209"/>
                    <a:pt x="82" y="209"/>
                  </a:cubicBezTo>
                  <a:cubicBezTo>
                    <a:pt x="85" y="213"/>
                    <a:pt x="85" y="213"/>
                    <a:pt x="85" y="213"/>
                  </a:cubicBezTo>
                  <a:cubicBezTo>
                    <a:pt x="184" y="207"/>
                    <a:pt x="184" y="207"/>
                    <a:pt x="184" y="207"/>
                  </a:cubicBezTo>
                  <a:cubicBezTo>
                    <a:pt x="184" y="195"/>
                    <a:pt x="184" y="195"/>
                    <a:pt x="184" y="195"/>
                  </a:cubicBezTo>
                  <a:cubicBezTo>
                    <a:pt x="184" y="191"/>
                    <a:pt x="184" y="191"/>
                    <a:pt x="184" y="191"/>
                  </a:cubicBezTo>
                  <a:cubicBezTo>
                    <a:pt x="179" y="179"/>
                    <a:pt x="179" y="179"/>
                    <a:pt x="179" y="179"/>
                  </a:cubicBezTo>
                  <a:cubicBezTo>
                    <a:pt x="178" y="172"/>
                    <a:pt x="178" y="172"/>
                    <a:pt x="178" y="172"/>
                  </a:cubicBezTo>
                  <a:cubicBezTo>
                    <a:pt x="179" y="164"/>
                    <a:pt x="179" y="164"/>
                    <a:pt x="179" y="164"/>
                  </a:cubicBezTo>
                  <a:cubicBezTo>
                    <a:pt x="181" y="158"/>
                    <a:pt x="181" y="158"/>
                    <a:pt x="181" y="158"/>
                  </a:cubicBezTo>
                  <a:cubicBezTo>
                    <a:pt x="182" y="155"/>
                    <a:pt x="182" y="155"/>
                    <a:pt x="182" y="155"/>
                  </a:cubicBezTo>
                  <a:cubicBezTo>
                    <a:pt x="184" y="152"/>
                    <a:pt x="184" y="152"/>
                    <a:pt x="184" y="152"/>
                  </a:cubicBezTo>
                  <a:cubicBezTo>
                    <a:pt x="182" y="147"/>
                    <a:pt x="182" y="147"/>
                    <a:pt x="182" y="147"/>
                  </a:cubicBezTo>
                  <a:cubicBezTo>
                    <a:pt x="182" y="140"/>
                    <a:pt x="182" y="140"/>
                    <a:pt x="182" y="140"/>
                  </a:cubicBezTo>
                  <a:cubicBezTo>
                    <a:pt x="182" y="136"/>
                    <a:pt x="182" y="136"/>
                    <a:pt x="182" y="136"/>
                  </a:cubicBezTo>
                  <a:cubicBezTo>
                    <a:pt x="184" y="133"/>
                    <a:pt x="184" y="133"/>
                    <a:pt x="184" y="133"/>
                  </a:cubicBezTo>
                  <a:cubicBezTo>
                    <a:pt x="184" y="131"/>
                    <a:pt x="184" y="131"/>
                    <a:pt x="184" y="131"/>
                  </a:cubicBezTo>
                  <a:cubicBezTo>
                    <a:pt x="188" y="127"/>
                    <a:pt x="188" y="127"/>
                    <a:pt x="188" y="127"/>
                  </a:cubicBezTo>
                  <a:cubicBezTo>
                    <a:pt x="188" y="125"/>
                    <a:pt x="188" y="125"/>
                    <a:pt x="188" y="125"/>
                  </a:cubicBezTo>
                  <a:cubicBezTo>
                    <a:pt x="186" y="121"/>
                    <a:pt x="186" y="121"/>
                    <a:pt x="186" y="121"/>
                  </a:cubicBezTo>
                  <a:cubicBezTo>
                    <a:pt x="186" y="118"/>
                    <a:pt x="186" y="118"/>
                    <a:pt x="186" y="118"/>
                  </a:cubicBezTo>
                  <a:cubicBezTo>
                    <a:pt x="187" y="110"/>
                    <a:pt x="187" y="110"/>
                    <a:pt x="187" y="110"/>
                  </a:cubicBezTo>
                  <a:cubicBezTo>
                    <a:pt x="188" y="105"/>
                    <a:pt x="188" y="105"/>
                    <a:pt x="188" y="105"/>
                  </a:cubicBezTo>
                  <a:cubicBezTo>
                    <a:pt x="191" y="99"/>
                    <a:pt x="191" y="99"/>
                    <a:pt x="191" y="99"/>
                  </a:cubicBezTo>
                  <a:cubicBezTo>
                    <a:pt x="196" y="89"/>
                    <a:pt x="196" y="89"/>
                    <a:pt x="196" y="89"/>
                  </a:cubicBezTo>
                  <a:cubicBezTo>
                    <a:pt x="197" y="85"/>
                    <a:pt x="197" y="85"/>
                    <a:pt x="197" y="85"/>
                  </a:cubicBezTo>
                  <a:cubicBezTo>
                    <a:pt x="197" y="82"/>
                    <a:pt x="197" y="82"/>
                    <a:pt x="197" y="82"/>
                  </a:cubicBezTo>
                  <a:cubicBezTo>
                    <a:pt x="201" y="81"/>
                    <a:pt x="201" y="81"/>
                    <a:pt x="201" y="81"/>
                  </a:cubicBezTo>
                  <a:cubicBezTo>
                    <a:pt x="201" y="79"/>
                    <a:pt x="201" y="79"/>
                    <a:pt x="201" y="79"/>
                  </a:cubicBezTo>
                  <a:cubicBezTo>
                    <a:pt x="201" y="77"/>
                    <a:pt x="201" y="77"/>
                    <a:pt x="201" y="77"/>
                  </a:cubicBezTo>
                  <a:cubicBezTo>
                    <a:pt x="201" y="75"/>
                    <a:pt x="201" y="75"/>
                    <a:pt x="201" y="75"/>
                  </a:cubicBezTo>
                  <a:cubicBezTo>
                    <a:pt x="201" y="73"/>
                    <a:pt x="201" y="73"/>
                    <a:pt x="201" y="73"/>
                  </a:cubicBezTo>
                  <a:cubicBezTo>
                    <a:pt x="201" y="71"/>
                    <a:pt x="201" y="71"/>
                    <a:pt x="201" y="71"/>
                  </a:cubicBezTo>
                  <a:cubicBezTo>
                    <a:pt x="197" y="75"/>
                    <a:pt x="197" y="75"/>
                    <a:pt x="197" y="75"/>
                  </a:cubicBezTo>
                  <a:cubicBezTo>
                    <a:pt x="194" y="79"/>
                    <a:pt x="194" y="79"/>
                    <a:pt x="194" y="79"/>
                  </a:cubicBezTo>
                  <a:cubicBezTo>
                    <a:pt x="193" y="84"/>
                    <a:pt x="193" y="84"/>
                    <a:pt x="193" y="84"/>
                  </a:cubicBezTo>
                  <a:cubicBezTo>
                    <a:pt x="190" y="90"/>
                    <a:pt x="190" y="90"/>
                    <a:pt x="190" y="90"/>
                  </a:cubicBezTo>
                  <a:cubicBezTo>
                    <a:pt x="187" y="92"/>
                    <a:pt x="187" y="92"/>
                    <a:pt x="187" y="92"/>
                  </a:cubicBezTo>
                  <a:cubicBezTo>
                    <a:pt x="181" y="95"/>
                    <a:pt x="181" y="95"/>
                    <a:pt x="181" y="95"/>
                  </a:cubicBezTo>
                  <a:cubicBezTo>
                    <a:pt x="178" y="99"/>
                    <a:pt x="178" y="99"/>
                    <a:pt x="178" y="99"/>
                  </a:cubicBezTo>
                  <a:cubicBezTo>
                    <a:pt x="177" y="101"/>
                    <a:pt x="177" y="101"/>
                    <a:pt x="177" y="101"/>
                  </a:cubicBezTo>
                  <a:cubicBezTo>
                    <a:pt x="175" y="105"/>
                    <a:pt x="175" y="105"/>
                    <a:pt x="175" y="105"/>
                  </a:cubicBezTo>
                  <a:cubicBezTo>
                    <a:pt x="171" y="110"/>
                    <a:pt x="171" y="110"/>
                    <a:pt x="171" y="110"/>
                  </a:cubicBezTo>
                  <a:cubicBezTo>
                    <a:pt x="168" y="107"/>
                    <a:pt x="168" y="107"/>
                    <a:pt x="168" y="107"/>
                  </a:cubicBezTo>
                  <a:cubicBezTo>
                    <a:pt x="171" y="103"/>
                    <a:pt x="171" y="103"/>
                    <a:pt x="171" y="103"/>
                  </a:cubicBezTo>
                  <a:cubicBezTo>
                    <a:pt x="173" y="96"/>
                    <a:pt x="173" y="96"/>
                    <a:pt x="173" y="96"/>
                  </a:cubicBezTo>
                  <a:cubicBezTo>
                    <a:pt x="174" y="93"/>
                    <a:pt x="174" y="93"/>
                    <a:pt x="174" y="93"/>
                  </a:cubicBezTo>
                  <a:cubicBezTo>
                    <a:pt x="175" y="91"/>
                    <a:pt x="175" y="91"/>
                    <a:pt x="175" y="91"/>
                  </a:cubicBezTo>
                  <a:cubicBezTo>
                    <a:pt x="177" y="89"/>
                    <a:pt x="177" y="89"/>
                    <a:pt x="177" y="89"/>
                  </a:cubicBezTo>
                  <a:cubicBezTo>
                    <a:pt x="179" y="87"/>
                    <a:pt x="179" y="87"/>
                    <a:pt x="179" y="87"/>
                  </a:cubicBezTo>
                  <a:cubicBezTo>
                    <a:pt x="180" y="85"/>
                    <a:pt x="180" y="85"/>
                    <a:pt x="180" y="85"/>
                  </a:cubicBezTo>
                  <a:cubicBezTo>
                    <a:pt x="179" y="80"/>
                    <a:pt x="179" y="80"/>
                    <a:pt x="179" y="80"/>
                  </a:cubicBezTo>
                  <a:cubicBezTo>
                    <a:pt x="180" y="78"/>
                    <a:pt x="180" y="78"/>
                    <a:pt x="180" y="78"/>
                  </a:cubicBezTo>
                  <a:cubicBezTo>
                    <a:pt x="179" y="76"/>
                    <a:pt x="179" y="76"/>
                    <a:pt x="179" y="76"/>
                  </a:cubicBezTo>
                  <a:lnTo>
                    <a:pt x="178" y="6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3" name="Freeform 52">
              <a:extLst>
                <a:ext uri="{FF2B5EF4-FFF2-40B4-BE49-F238E27FC236}">
                  <a16:creationId xmlns:a16="http://schemas.microsoft.com/office/drawing/2014/main" id="{841BA672-1232-B139-73CC-B0865F67AF38}"/>
                </a:ext>
              </a:extLst>
            </p:cNvPr>
            <p:cNvSpPr>
              <a:spLocks/>
            </p:cNvSpPr>
            <p:nvPr/>
          </p:nvSpPr>
          <p:spPr bwMode="auto">
            <a:xfrm>
              <a:off x="7268003" y="2274434"/>
              <a:ext cx="229357" cy="263085"/>
            </a:xfrm>
            <a:custGeom>
              <a:avLst/>
              <a:gdLst>
                <a:gd name="T0" fmla="*/ 114 w 136"/>
                <a:gd name="T1" fmla="*/ 8 h 156"/>
                <a:gd name="T2" fmla="*/ 101 w 136"/>
                <a:gd name="T3" fmla="*/ 17 h 156"/>
                <a:gd name="T4" fmla="*/ 93 w 136"/>
                <a:gd name="T5" fmla="*/ 22 h 156"/>
                <a:gd name="T6" fmla="*/ 88 w 136"/>
                <a:gd name="T7" fmla="*/ 27 h 156"/>
                <a:gd name="T8" fmla="*/ 82 w 136"/>
                <a:gd name="T9" fmla="*/ 27 h 156"/>
                <a:gd name="T10" fmla="*/ 74 w 136"/>
                <a:gd name="T11" fmla="*/ 33 h 156"/>
                <a:gd name="T12" fmla="*/ 69 w 136"/>
                <a:gd name="T13" fmla="*/ 33 h 156"/>
                <a:gd name="T14" fmla="*/ 65 w 136"/>
                <a:gd name="T15" fmla="*/ 31 h 156"/>
                <a:gd name="T16" fmla="*/ 60 w 136"/>
                <a:gd name="T17" fmla="*/ 29 h 156"/>
                <a:gd name="T18" fmla="*/ 55 w 136"/>
                <a:gd name="T19" fmla="*/ 27 h 156"/>
                <a:gd name="T20" fmla="*/ 47 w 136"/>
                <a:gd name="T21" fmla="*/ 23 h 156"/>
                <a:gd name="T22" fmla="*/ 0 w 136"/>
                <a:gd name="T23" fmla="*/ 28 h 156"/>
                <a:gd name="T24" fmla="*/ 16 w 136"/>
                <a:gd name="T25" fmla="*/ 136 h 156"/>
                <a:gd name="T26" fmla="*/ 22 w 136"/>
                <a:gd name="T27" fmla="*/ 133 h 156"/>
                <a:gd name="T28" fmla="*/ 31 w 136"/>
                <a:gd name="T29" fmla="*/ 140 h 156"/>
                <a:gd name="T30" fmla="*/ 34 w 136"/>
                <a:gd name="T31" fmla="*/ 146 h 156"/>
                <a:gd name="T32" fmla="*/ 42 w 136"/>
                <a:gd name="T33" fmla="*/ 148 h 156"/>
                <a:gd name="T34" fmla="*/ 46 w 136"/>
                <a:gd name="T35" fmla="*/ 151 h 156"/>
                <a:gd name="T36" fmla="*/ 49 w 136"/>
                <a:gd name="T37" fmla="*/ 149 h 156"/>
                <a:gd name="T38" fmla="*/ 52 w 136"/>
                <a:gd name="T39" fmla="*/ 146 h 156"/>
                <a:gd name="T40" fmla="*/ 60 w 136"/>
                <a:gd name="T41" fmla="*/ 150 h 156"/>
                <a:gd name="T42" fmla="*/ 67 w 136"/>
                <a:gd name="T43" fmla="*/ 148 h 156"/>
                <a:gd name="T44" fmla="*/ 71 w 136"/>
                <a:gd name="T45" fmla="*/ 144 h 156"/>
                <a:gd name="T46" fmla="*/ 75 w 136"/>
                <a:gd name="T47" fmla="*/ 146 h 156"/>
                <a:gd name="T48" fmla="*/ 83 w 136"/>
                <a:gd name="T49" fmla="*/ 155 h 156"/>
                <a:gd name="T50" fmla="*/ 85 w 136"/>
                <a:gd name="T51" fmla="*/ 156 h 156"/>
                <a:gd name="T52" fmla="*/ 92 w 136"/>
                <a:gd name="T53" fmla="*/ 149 h 156"/>
                <a:gd name="T54" fmla="*/ 94 w 136"/>
                <a:gd name="T55" fmla="*/ 142 h 156"/>
                <a:gd name="T56" fmla="*/ 100 w 136"/>
                <a:gd name="T57" fmla="*/ 128 h 156"/>
                <a:gd name="T58" fmla="*/ 105 w 136"/>
                <a:gd name="T59" fmla="*/ 130 h 156"/>
                <a:gd name="T60" fmla="*/ 109 w 136"/>
                <a:gd name="T61" fmla="*/ 116 h 156"/>
                <a:gd name="T62" fmla="*/ 118 w 136"/>
                <a:gd name="T63" fmla="*/ 110 h 156"/>
                <a:gd name="T64" fmla="*/ 129 w 136"/>
                <a:gd name="T65" fmla="*/ 99 h 156"/>
                <a:gd name="T66" fmla="*/ 131 w 136"/>
                <a:gd name="T67" fmla="*/ 91 h 156"/>
                <a:gd name="T68" fmla="*/ 132 w 136"/>
                <a:gd name="T69" fmla="*/ 77 h 156"/>
                <a:gd name="T70" fmla="*/ 133 w 136"/>
                <a:gd name="T71" fmla="*/ 70 h 156"/>
                <a:gd name="T72" fmla="*/ 133 w 136"/>
                <a:gd name="T73" fmla="*/ 61 h 156"/>
                <a:gd name="T74" fmla="*/ 133 w 136"/>
                <a:gd name="T75" fmla="*/ 55 h 156"/>
                <a:gd name="T76" fmla="*/ 126 w 136"/>
                <a:gd name="T77" fmla="*/ 0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36" h="156">
                  <a:moveTo>
                    <a:pt x="121" y="5"/>
                  </a:moveTo>
                  <a:lnTo>
                    <a:pt x="114" y="8"/>
                  </a:lnTo>
                  <a:lnTo>
                    <a:pt x="108" y="13"/>
                  </a:lnTo>
                  <a:lnTo>
                    <a:pt x="101" y="17"/>
                  </a:lnTo>
                  <a:lnTo>
                    <a:pt x="96" y="21"/>
                  </a:lnTo>
                  <a:lnTo>
                    <a:pt x="93" y="22"/>
                  </a:lnTo>
                  <a:lnTo>
                    <a:pt x="91" y="24"/>
                  </a:lnTo>
                  <a:lnTo>
                    <a:pt x="88" y="27"/>
                  </a:lnTo>
                  <a:lnTo>
                    <a:pt x="85" y="27"/>
                  </a:lnTo>
                  <a:lnTo>
                    <a:pt x="82" y="27"/>
                  </a:lnTo>
                  <a:lnTo>
                    <a:pt x="78" y="29"/>
                  </a:lnTo>
                  <a:lnTo>
                    <a:pt x="74" y="33"/>
                  </a:lnTo>
                  <a:lnTo>
                    <a:pt x="71" y="33"/>
                  </a:lnTo>
                  <a:lnTo>
                    <a:pt x="69" y="33"/>
                  </a:lnTo>
                  <a:lnTo>
                    <a:pt x="68" y="33"/>
                  </a:lnTo>
                  <a:lnTo>
                    <a:pt x="65" y="31"/>
                  </a:lnTo>
                  <a:lnTo>
                    <a:pt x="62" y="28"/>
                  </a:lnTo>
                  <a:lnTo>
                    <a:pt x="60" y="29"/>
                  </a:lnTo>
                  <a:lnTo>
                    <a:pt x="56" y="28"/>
                  </a:lnTo>
                  <a:lnTo>
                    <a:pt x="55" y="27"/>
                  </a:lnTo>
                  <a:lnTo>
                    <a:pt x="51" y="24"/>
                  </a:lnTo>
                  <a:lnTo>
                    <a:pt x="47" y="23"/>
                  </a:lnTo>
                  <a:lnTo>
                    <a:pt x="39" y="22"/>
                  </a:lnTo>
                  <a:lnTo>
                    <a:pt x="0" y="28"/>
                  </a:lnTo>
                  <a:lnTo>
                    <a:pt x="11" y="134"/>
                  </a:lnTo>
                  <a:lnTo>
                    <a:pt x="16" y="136"/>
                  </a:lnTo>
                  <a:lnTo>
                    <a:pt x="21" y="134"/>
                  </a:lnTo>
                  <a:lnTo>
                    <a:pt x="22" y="133"/>
                  </a:lnTo>
                  <a:lnTo>
                    <a:pt x="27" y="137"/>
                  </a:lnTo>
                  <a:lnTo>
                    <a:pt x="31" y="140"/>
                  </a:lnTo>
                  <a:lnTo>
                    <a:pt x="33" y="144"/>
                  </a:lnTo>
                  <a:lnTo>
                    <a:pt x="34" y="146"/>
                  </a:lnTo>
                  <a:lnTo>
                    <a:pt x="39" y="147"/>
                  </a:lnTo>
                  <a:lnTo>
                    <a:pt x="42" y="148"/>
                  </a:lnTo>
                  <a:lnTo>
                    <a:pt x="44" y="149"/>
                  </a:lnTo>
                  <a:lnTo>
                    <a:pt x="46" y="151"/>
                  </a:lnTo>
                  <a:lnTo>
                    <a:pt x="49" y="150"/>
                  </a:lnTo>
                  <a:lnTo>
                    <a:pt x="49" y="149"/>
                  </a:lnTo>
                  <a:lnTo>
                    <a:pt x="51" y="147"/>
                  </a:lnTo>
                  <a:lnTo>
                    <a:pt x="52" y="146"/>
                  </a:lnTo>
                  <a:lnTo>
                    <a:pt x="55" y="148"/>
                  </a:lnTo>
                  <a:lnTo>
                    <a:pt x="60" y="150"/>
                  </a:lnTo>
                  <a:lnTo>
                    <a:pt x="66" y="149"/>
                  </a:lnTo>
                  <a:lnTo>
                    <a:pt x="67" y="148"/>
                  </a:lnTo>
                  <a:lnTo>
                    <a:pt x="69" y="145"/>
                  </a:lnTo>
                  <a:lnTo>
                    <a:pt x="71" y="144"/>
                  </a:lnTo>
                  <a:lnTo>
                    <a:pt x="72" y="143"/>
                  </a:lnTo>
                  <a:lnTo>
                    <a:pt x="75" y="146"/>
                  </a:lnTo>
                  <a:lnTo>
                    <a:pt x="79" y="151"/>
                  </a:lnTo>
                  <a:lnTo>
                    <a:pt x="83" y="155"/>
                  </a:lnTo>
                  <a:lnTo>
                    <a:pt x="86" y="155"/>
                  </a:lnTo>
                  <a:lnTo>
                    <a:pt x="85" y="156"/>
                  </a:lnTo>
                  <a:lnTo>
                    <a:pt x="88" y="153"/>
                  </a:lnTo>
                  <a:lnTo>
                    <a:pt x="92" y="149"/>
                  </a:lnTo>
                  <a:lnTo>
                    <a:pt x="94" y="146"/>
                  </a:lnTo>
                  <a:lnTo>
                    <a:pt x="94" y="142"/>
                  </a:lnTo>
                  <a:lnTo>
                    <a:pt x="97" y="131"/>
                  </a:lnTo>
                  <a:lnTo>
                    <a:pt x="100" y="128"/>
                  </a:lnTo>
                  <a:lnTo>
                    <a:pt x="104" y="131"/>
                  </a:lnTo>
                  <a:lnTo>
                    <a:pt x="105" y="130"/>
                  </a:lnTo>
                  <a:lnTo>
                    <a:pt x="106" y="120"/>
                  </a:lnTo>
                  <a:lnTo>
                    <a:pt x="109" y="116"/>
                  </a:lnTo>
                  <a:lnTo>
                    <a:pt x="113" y="110"/>
                  </a:lnTo>
                  <a:lnTo>
                    <a:pt x="118" y="110"/>
                  </a:lnTo>
                  <a:lnTo>
                    <a:pt x="121" y="106"/>
                  </a:lnTo>
                  <a:lnTo>
                    <a:pt x="129" y="99"/>
                  </a:lnTo>
                  <a:lnTo>
                    <a:pt x="131" y="94"/>
                  </a:lnTo>
                  <a:lnTo>
                    <a:pt x="131" y="91"/>
                  </a:lnTo>
                  <a:lnTo>
                    <a:pt x="132" y="83"/>
                  </a:lnTo>
                  <a:lnTo>
                    <a:pt x="132" y="77"/>
                  </a:lnTo>
                  <a:lnTo>
                    <a:pt x="133" y="74"/>
                  </a:lnTo>
                  <a:lnTo>
                    <a:pt x="133" y="70"/>
                  </a:lnTo>
                  <a:lnTo>
                    <a:pt x="133" y="62"/>
                  </a:lnTo>
                  <a:lnTo>
                    <a:pt x="133" y="61"/>
                  </a:lnTo>
                  <a:lnTo>
                    <a:pt x="132" y="58"/>
                  </a:lnTo>
                  <a:lnTo>
                    <a:pt x="133" y="55"/>
                  </a:lnTo>
                  <a:lnTo>
                    <a:pt x="136" y="55"/>
                  </a:lnTo>
                  <a:lnTo>
                    <a:pt x="126" y="0"/>
                  </a:lnTo>
                  <a:lnTo>
                    <a:pt x="121" y="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4" name="Freeform 53">
              <a:extLst>
                <a:ext uri="{FF2B5EF4-FFF2-40B4-BE49-F238E27FC236}">
                  <a16:creationId xmlns:a16="http://schemas.microsoft.com/office/drawing/2014/main" id="{2319294B-F463-5543-F64D-FADB73267972}"/>
                </a:ext>
              </a:extLst>
            </p:cNvPr>
            <p:cNvSpPr>
              <a:spLocks/>
            </p:cNvSpPr>
            <p:nvPr/>
          </p:nvSpPr>
          <p:spPr bwMode="auto">
            <a:xfrm>
              <a:off x="7119596" y="2319969"/>
              <a:ext cx="168644" cy="290068"/>
            </a:xfrm>
            <a:custGeom>
              <a:avLst/>
              <a:gdLst>
                <a:gd name="T0" fmla="*/ 5 w 100"/>
                <a:gd name="T1" fmla="*/ 167 h 172"/>
                <a:gd name="T2" fmla="*/ 16 w 100"/>
                <a:gd name="T3" fmla="*/ 163 h 172"/>
                <a:gd name="T4" fmla="*/ 24 w 100"/>
                <a:gd name="T5" fmla="*/ 163 h 172"/>
                <a:gd name="T6" fmla="*/ 31 w 100"/>
                <a:gd name="T7" fmla="*/ 168 h 172"/>
                <a:gd name="T8" fmla="*/ 32 w 100"/>
                <a:gd name="T9" fmla="*/ 163 h 172"/>
                <a:gd name="T10" fmla="*/ 38 w 100"/>
                <a:gd name="T11" fmla="*/ 161 h 172"/>
                <a:gd name="T12" fmla="*/ 44 w 100"/>
                <a:gd name="T13" fmla="*/ 163 h 172"/>
                <a:gd name="T14" fmla="*/ 49 w 100"/>
                <a:gd name="T15" fmla="*/ 161 h 172"/>
                <a:gd name="T16" fmla="*/ 52 w 100"/>
                <a:gd name="T17" fmla="*/ 154 h 172"/>
                <a:gd name="T18" fmla="*/ 55 w 100"/>
                <a:gd name="T19" fmla="*/ 150 h 172"/>
                <a:gd name="T20" fmla="*/ 59 w 100"/>
                <a:gd name="T21" fmla="*/ 157 h 172"/>
                <a:gd name="T22" fmla="*/ 66 w 100"/>
                <a:gd name="T23" fmla="*/ 157 h 172"/>
                <a:gd name="T24" fmla="*/ 68 w 100"/>
                <a:gd name="T25" fmla="*/ 150 h 172"/>
                <a:gd name="T26" fmla="*/ 74 w 100"/>
                <a:gd name="T27" fmla="*/ 145 h 172"/>
                <a:gd name="T28" fmla="*/ 78 w 100"/>
                <a:gd name="T29" fmla="*/ 139 h 172"/>
                <a:gd name="T30" fmla="*/ 80 w 100"/>
                <a:gd name="T31" fmla="*/ 131 h 172"/>
                <a:gd name="T32" fmla="*/ 81 w 100"/>
                <a:gd name="T33" fmla="*/ 127 h 172"/>
                <a:gd name="T34" fmla="*/ 90 w 100"/>
                <a:gd name="T35" fmla="*/ 125 h 172"/>
                <a:gd name="T36" fmla="*/ 98 w 100"/>
                <a:gd name="T37" fmla="*/ 123 h 172"/>
                <a:gd name="T38" fmla="*/ 99 w 100"/>
                <a:gd name="T39" fmla="*/ 115 h 172"/>
                <a:gd name="T40" fmla="*/ 98 w 100"/>
                <a:gd name="T41" fmla="*/ 112 h 172"/>
                <a:gd name="T42" fmla="*/ 99 w 100"/>
                <a:gd name="T43" fmla="*/ 107 h 172"/>
                <a:gd name="T44" fmla="*/ 88 w 100"/>
                <a:gd name="T45" fmla="*/ 0 h 172"/>
                <a:gd name="T46" fmla="*/ 27 w 100"/>
                <a:gd name="T47" fmla="*/ 5 h 172"/>
                <a:gd name="T48" fmla="*/ 16 w 100"/>
                <a:gd name="T49" fmla="*/ 12 h 172"/>
                <a:gd name="T50" fmla="*/ 8 w 100"/>
                <a:gd name="T51" fmla="*/ 12 h 172"/>
                <a:gd name="T52" fmla="*/ 10 w 100"/>
                <a:gd name="T53" fmla="*/ 106 h 172"/>
                <a:gd name="T54" fmla="*/ 10 w 100"/>
                <a:gd name="T55" fmla="*/ 113 h 172"/>
                <a:gd name="T56" fmla="*/ 15 w 100"/>
                <a:gd name="T57" fmla="*/ 124 h 172"/>
                <a:gd name="T58" fmla="*/ 16 w 100"/>
                <a:gd name="T59" fmla="*/ 134 h 172"/>
                <a:gd name="T60" fmla="*/ 11 w 100"/>
                <a:gd name="T61" fmla="*/ 140 h 172"/>
                <a:gd name="T62" fmla="*/ 8 w 100"/>
                <a:gd name="T63" fmla="*/ 147 h 172"/>
                <a:gd name="T64" fmla="*/ 4 w 100"/>
                <a:gd name="T65" fmla="*/ 156 h 172"/>
                <a:gd name="T66" fmla="*/ 0 w 100"/>
                <a:gd name="T67" fmla="*/ 161 h 172"/>
                <a:gd name="T68" fmla="*/ 1 w 100"/>
                <a:gd name="T69" fmla="*/ 171 h 172"/>
                <a:gd name="T70" fmla="*/ 2 w 100"/>
                <a:gd name="T71" fmla="*/ 172 h 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00" h="172">
                  <a:moveTo>
                    <a:pt x="5" y="172"/>
                  </a:moveTo>
                  <a:lnTo>
                    <a:pt x="5" y="167"/>
                  </a:lnTo>
                  <a:lnTo>
                    <a:pt x="13" y="167"/>
                  </a:lnTo>
                  <a:lnTo>
                    <a:pt x="16" y="163"/>
                  </a:lnTo>
                  <a:lnTo>
                    <a:pt x="19" y="163"/>
                  </a:lnTo>
                  <a:lnTo>
                    <a:pt x="24" y="163"/>
                  </a:lnTo>
                  <a:lnTo>
                    <a:pt x="27" y="166"/>
                  </a:lnTo>
                  <a:lnTo>
                    <a:pt x="31" y="168"/>
                  </a:lnTo>
                  <a:lnTo>
                    <a:pt x="32" y="167"/>
                  </a:lnTo>
                  <a:lnTo>
                    <a:pt x="32" y="163"/>
                  </a:lnTo>
                  <a:lnTo>
                    <a:pt x="36" y="162"/>
                  </a:lnTo>
                  <a:lnTo>
                    <a:pt x="38" y="161"/>
                  </a:lnTo>
                  <a:lnTo>
                    <a:pt x="42" y="161"/>
                  </a:lnTo>
                  <a:lnTo>
                    <a:pt x="44" y="163"/>
                  </a:lnTo>
                  <a:lnTo>
                    <a:pt x="48" y="164"/>
                  </a:lnTo>
                  <a:lnTo>
                    <a:pt x="49" y="161"/>
                  </a:lnTo>
                  <a:lnTo>
                    <a:pt x="49" y="157"/>
                  </a:lnTo>
                  <a:lnTo>
                    <a:pt x="52" y="154"/>
                  </a:lnTo>
                  <a:lnTo>
                    <a:pt x="53" y="150"/>
                  </a:lnTo>
                  <a:lnTo>
                    <a:pt x="55" y="150"/>
                  </a:lnTo>
                  <a:lnTo>
                    <a:pt x="56" y="154"/>
                  </a:lnTo>
                  <a:lnTo>
                    <a:pt x="59" y="157"/>
                  </a:lnTo>
                  <a:lnTo>
                    <a:pt x="60" y="158"/>
                  </a:lnTo>
                  <a:lnTo>
                    <a:pt x="66" y="157"/>
                  </a:lnTo>
                  <a:lnTo>
                    <a:pt x="68" y="153"/>
                  </a:lnTo>
                  <a:lnTo>
                    <a:pt x="68" y="150"/>
                  </a:lnTo>
                  <a:lnTo>
                    <a:pt x="71" y="145"/>
                  </a:lnTo>
                  <a:lnTo>
                    <a:pt x="74" y="145"/>
                  </a:lnTo>
                  <a:lnTo>
                    <a:pt x="76" y="143"/>
                  </a:lnTo>
                  <a:lnTo>
                    <a:pt x="78" y="139"/>
                  </a:lnTo>
                  <a:lnTo>
                    <a:pt x="80" y="135"/>
                  </a:lnTo>
                  <a:lnTo>
                    <a:pt x="80" y="131"/>
                  </a:lnTo>
                  <a:lnTo>
                    <a:pt x="81" y="129"/>
                  </a:lnTo>
                  <a:lnTo>
                    <a:pt x="81" y="127"/>
                  </a:lnTo>
                  <a:lnTo>
                    <a:pt x="82" y="126"/>
                  </a:lnTo>
                  <a:lnTo>
                    <a:pt x="90" y="125"/>
                  </a:lnTo>
                  <a:lnTo>
                    <a:pt x="94" y="123"/>
                  </a:lnTo>
                  <a:lnTo>
                    <a:pt x="98" y="123"/>
                  </a:lnTo>
                  <a:lnTo>
                    <a:pt x="100" y="121"/>
                  </a:lnTo>
                  <a:lnTo>
                    <a:pt x="99" y="115"/>
                  </a:lnTo>
                  <a:lnTo>
                    <a:pt x="100" y="113"/>
                  </a:lnTo>
                  <a:lnTo>
                    <a:pt x="98" y="112"/>
                  </a:lnTo>
                  <a:lnTo>
                    <a:pt x="97" y="108"/>
                  </a:lnTo>
                  <a:lnTo>
                    <a:pt x="99" y="107"/>
                  </a:lnTo>
                  <a:lnTo>
                    <a:pt x="88" y="1"/>
                  </a:lnTo>
                  <a:lnTo>
                    <a:pt x="88" y="0"/>
                  </a:lnTo>
                  <a:lnTo>
                    <a:pt x="27" y="4"/>
                  </a:lnTo>
                  <a:lnTo>
                    <a:pt x="27" y="5"/>
                  </a:lnTo>
                  <a:lnTo>
                    <a:pt x="20" y="9"/>
                  </a:lnTo>
                  <a:lnTo>
                    <a:pt x="16" y="12"/>
                  </a:lnTo>
                  <a:lnTo>
                    <a:pt x="13" y="13"/>
                  </a:lnTo>
                  <a:lnTo>
                    <a:pt x="8" y="12"/>
                  </a:lnTo>
                  <a:lnTo>
                    <a:pt x="11" y="103"/>
                  </a:lnTo>
                  <a:lnTo>
                    <a:pt x="10" y="106"/>
                  </a:lnTo>
                  <a:lnTo>
                    <a:pt x="10" y="109"/>
                  </a:lnTo>
                  <a:lnTo>
                    <a:pt x="10" y="113"/>
                  </a:lnTo>
                  <a:lnTo>
                    <a:pt x="11" y="117"/>
                  </a:lnTo>
                  <a:lnTo>
                    <a:pt x="15" y="124"/>
                  </a:lnTo>
                  <a:lnTo>
                    <a:pt x="16" y="130"/>
                  </a:lnTo>
                  <a:lnTo>
                    <a:pt x="16" y="134"/>
                  </a:lnTo>
                  <a:lnTo>
                    <a:pt x="13" y="136"/>
                  </a:lnTo>
                  <a:lnTo>
                    <a:pt x="11" y="140"/>
                  </a:lnTo>
                  <a:lnTo>
                    <a:pt x="10" y="145"/>
                  </a:lnTo>
                  <a:lnTo>
                    <a:pt x="8" y="147"/>
                  </a:lnTo>
                  <a:lnTo>
                    <a:pt x="5" y="150"/>
                  </a:lnTo>
                  <a:lnTo>
                    <a:pt x="4" y="156"/>
                  </a:lnTo>
                  <a:lnTo>
                    <a:pt x="2" y="157"/>
                  </a:lnTo>
                  <a:lnTo>
                    <a:pt x="0" y="161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2" y="172"/>
                  </a:lnTo>
                  <a:lnTo>
                    <a:pt x="2" y="172"/>
                  </a:lnTo>
                  <a:lnTo>
                    <a:pt x="5" y="172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5" name="Freeform 54">
              <a:extLst>
                <a:ext uri="{FF2B5EF4-FFF2-40B4-BE49-F238E27FC236}">
                  <a16:creationId xmlns:a16="http://schemas.microsoft.com/office/drawing/2014/main" id="{8EE0AC35-1C33-4BC6-9A0B-7407442B342E}"/>
                </a:ext>
              </a:extLst>
            </p:cNvPr>
            <p:cNvSpPr>
              <a:spLocks/>
            </p:cNvSpPr>
            <p:nvPr/>
          </p:nvSpPr>
          <p:spPr bwMode="auto">
            <a:xfrm>
              <a:off x="6929028" y="2282867"/>
              <a:ext cx="217551" cy="381136"/>
            </a:xfrm>
            <a:custGeom>
              <a:avLst/>
              <a:gdLst>
                <a:gd name="T0" fmla="*/ 88 w 129"/>
                <a:gd name="T1" fmla="*/ 217 h 226"/>
                <a:gd name="T2" fmla="*/ 96 w 129"/>
                <a:gd name="T3" fmla="*/ 222 h 226"/>
                <a:gd name="T4" fmla="*/ 102 w 129"/>
                <a:gd name="T5" fmla="*/ 222 h 226"/>
                <a:gd name="T6" fmla="*/ 102 w 129"/>
                <a:gd name="T7" fmla="*/ 216 h 226"/>
                <a:gd name="T8" fmla="*/ 105 w 129"/>
                <a:gd name="T9" fmla="*/ 209 h 226"/>
                <a:gd name="T10" fmla="*/ 113 w 129"/>
                <a:gd name="T11" fmla="*/ 206 h 226"/>
                <a:gd name="T12" fmla="*/ 112 w 129"/>
                <a:gd name="T13" fmla="*/ 200 h 226"/>
                <a:gd name="T14" fmla="*/ 112 w 129"/>
                <a:gd name="T15" fmla="*/ 195 h 226"/>
                <a:gd name="T16" fmla="*/ 115 w 129"/>
                <a:gd name="T17" fmla="*/ 194 h 226"/>
                <a:gd name="T18" fmla="*/ 113 w 129"/>
                <a:gd name="T19" fmla="*/ 189 h 226"/>
                <a:gd name="T20" fmla="*/ 115 w 129"/>
                <a:gd name="T21" fmla="*/ 179 h 226"/>
                <a:gd name="T22" fmla="*/ 118 w 129"/>
                <a:gd name="T23" fmla="*/ 172 h 226"/>
                <a:gd name="T24" fmla="*/ 123 w 129"/>
                <a:gd name="T25" fmla="*/ 167 h 226"/>
                <a:gd name="T26" fmla="*/ 126 w 129"/>
                <a:gd name="T27" fmla="*/ 158 h 226"/>
                <a:gd name="T28" fmla="*/ 129 w 129"/>
                <a:gd name="T29" fmla="*/ 152 h 226"/>
                <a:gd name="T30" fmla="*/ 124 w 129"/>
                <a:gd name="T31" fmla="*/ 139 h 226"/>
                <a:gd name="T32" fmla="*/ 123 w 129"/>
                <a:gd name="T33" fmla="*/ 131 h 226"/>
                <a:gd name="T34" fmla="*/ 124 w 129"/>
                <a:gd name="T35" fmla="*/ 125 h 226"/>
                <a:gd name="T36" fmla="*/ 122 w 129"/>
                <a:gd name="T37" fmla="*/ 34 h 226"/>
                <a:gd name="T38" fmla="*/ 116 w 129"/>
                <a:gd name="T39" fmla="*/ 26 h 226"/>
                <a:gd name="T40" fmla="*/ 113 w 129"/>
                <a:gd name="T41" fmla="*/ 17 h 226"/>
                <a:gd name="T42" fmla="*/ 107 w 129"/>
                <a:gd name="T43" fmla="*/ 3 h 226"/>
                <a:gd name="T44" fmla="*/ 24 w 129"/>
                <a:gd name="T45" fmla="*/ 5 h 226"/>
                <a:gd name="T46" fmla="*/ 22 w 129"/>
                <a:gd name="T47" fmla="*/ 3 h 226"/>
                <a:gd name="T48" fmla="*/ 21 w 129"/>
                <a:gd name="T49" fmla="*/ 8 h 226"/>
                <a:gd name="T50" fmla="*/ 28 w 129"/>
                <a:gd name="T51" fmla="*/ 14 h 226"/>
                <a:gd name="T52" fmla="*/ 38 w 129"/>
                <a:gd name="T53" fmla="*/ 23 h 226"/>
                <a:gd name="T54" fmla="*/ 36 w 129"/>
                <a:gd name="T55" fmla="*/ 32 h 226"/>
                <a:gd name="T56" fmla="*/ 31 w 129"/>
                <a:gd name="T57" fmla="*/ 43 h 226"/>
                <a:gd name="T58" fmla="*/ 27 w 129"/>
                <a:gd name="T59" fmla="*/ 47 h 226"/>
                <a:gd name="T60" fmla="*/ 15 w 129"/>
                <a:gd name="T61" fmla="*/ 50 h 226"/>
                <a:gd name="T62" fmla="*/ 12 w 129"/>
                <a:gd name="T63" fmla="*/ 55 h 226"/>
                <a:gd name="T64" fmla="*/ 15 w 129"/>
                <a:gd name="T65" fmla="*/ 65 h 226"/>
                <a:gd name="T66" fmla="*/ 13 w 129"/>
                <a:gd name="T67" fmla="*/ 70 h 226"/>
                <a:gd name="T68" fmla="*/ 11 w 129"/>
                <a:gd name="T69" fmla="*/ 77 h 226"/>
                <a:gd name="T70" fmla="*/ 2 w 129"/>
                <a:gd name="T71" fmla="*/ 86 h 226"/>
                <a:gd name="T72" fmla="*/ 0 w 129"/>
                <a:gd name="T73" fmla="*/ 95 h 226"/>
                <a:gd name="T74" fmla="*/ 0 w 129"/>
                <a:gd name="T75" fmla="*/ 113 h 226"/>
                <a:gd name="T76" fmla="*/ 21 w 129"/>
                <a:gd name="T77" fmla="*/ 136 h 226"/>
                <a:gd name="T78" fmla="*/ 25 w 129"/>
                <a:gd name="T79" fmla="*/ 150 h 226"/>
                <a:gd name="T80" fmla="*/ 31 w 129"/>
                <a:gd name="T81" fmla="*/ 151 h 226"/>
                <a:gd name="T82" fmla="*/ 39 w 129"/>
                <a:gd name="T83" fmla="*/ 150 h 226"/>
                <a:gd name="T84" fmla="*/ 45 w 129"/>
                <a:gd name="T85" fmla="*/ 156 h 226"/>
                <a:gd name="T86" fmla="*/ 41 w 129"/>
                <a:gd name="T87" fmla="*/ 167 h 226"/>
                <a:gd name="T88" fmla="*/ 39 w 129"/>
                <a:gd name="T89" fmla="*/ 175 h 226"/>
                <a:gd name="T90" fmla="*/ 44 w 129"/>
                <a:gd name="T91" fmla="*/ 185 h 226"/>
                <a:gd name="T92" fmla="*/ 53 w 129"/>
                <a:gd name="T93" fmla="*/ 189 h 226"/>
                <a:gd name="T94" fmla="*/ 68 w 129"/>
                <a:gd name="T95" fmla="*/ 200 h 226"/>
                <a:gd name="T96" fmla="*/ 70 w 129"/>
                <a:gd name="T97" fmla="*/ 214 h 226"/>
                <a:gd name="T98" fmla="*/ 74 w 129"/>
                <a:gd name="T99" fmla="*/ 222 h 226"/>
                <a:gd name="T100" fmla="*/ 76 w 129"/>
                <a:gd name="T101" fmla="*/ 222 h 226"/>
                <a:gd name="T102" fmla="*/ 83 w 129"/>
                <a:gd name="T103" fmla="*/ 221 h 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29" h="226">
                  <a:moveTo>
                    <a:pt x="86" y="218"/>
                  </a:moveTo>
                  <a:lnTo>
                    <a:pt x="88" y="217"/>
                  </a:lnTo>
                  <a:lnTo>
                    <a:pt x="92" y="219"/>
                  </a:lnTo>
                  <a:lnTo>
                    <a:pt x="96" y="222"/>
                  </a:lnTo>
                  <a:lnTo>
                    <a:pt x="99" y="222"/>
                  </a:lnTo>
                  <a:lnTo>
                    <a:pt x="102" y="222"/>
                  </a:lnTo>
                  <a:lnTo>
                    <a:pt x="104" y="221"/>
                  </a:lnTo>
                  <a:lnTo>
                    <a:pt x="102" y="216"/>
                  </a:lnTo>
                  <a:lnTo>
                    <a:pt x="102" y="211"/>
                  </a:lnTo>
                  <a:lnTo>
                    <a:pt x="105" y="209"/>
                  </a:lnTo>
                  <a:lnTo>
                    <a:pt x="111" y="207"/>
                  </a:lnTo>
                  <a:lnTo>
                    <a:pt x="113" y="206"/>
                  </a:lnTo>
                  <a:lnTo>
                    <a:pt x="112" y="203"/>
                  </a:lnTo>
                  <a:lnTo>
                    <a:pt x="112" y="200"/>
                  </a:lnTo>
                  <a:lnTo>
                    <a:pt x="112" y="199"/>
                  </a:lnTo>
                  <a:lnTo>
                    <a:pt x="112" y="195"/>
                  </a:lnTo>
                  <a:lnTo>
                    <a:pt x="115" y="194"/>
                  </a:lnTo>
                  <a:lnTo>
                    <a:pt x="115" y="194"/>
                  </a:lnTo>
                  <a:lnTo>
                    <a:pt x="114" y="193"/>
                  </a:lnTo>
                  <a:lnTo>
                    <a:pt x="113" y="189"/>
                  </a:lnTo>
                  <a:lnTo>
                    <a:pt x="113" y="183"/>
                  </a:lnTo>
                  <a:lnTo>
                    <a:pt x="115" y="179"/>
                  </a:lnTo>
                  <a:lnTo>
                    <a:pt x="117" y="178"/>
                  </a:lnTo>
                  <a:lnTo>
                    <a:pt x="118" y="172"/>
                  </a:lnTo>
                  <a:lnTo>
                    <a:pt x="121" y="169"/>
                  </a:lnTo>
                  <a:lnTo>
                    <a:pt x="123" y="167"/>
                  </a:lnTo>
                  <a:lnTo>
                    <a:pt x="124" y="162"/>
                  </a:lnTo>
                  <a:lnTo>
                    <a:pt x="126" y="158"/>
                  </a:lnTo>
                  <a:lnTo>
                    <a:pt x="129" y="156"/>
                  </a:lnTo>
                  <a:lnTo>
                    <a:pt x="129" y="152"/>
                  </a:lnTo>
                  <a:lnTo>
                    <a:pt x="128" y="146"/>
                  </a:lnTo>
                  <a:lnTo>
                    <a:pt x="124" y="139"/>
                  </a:lnTo>
                  <a:lnTo>
                    <a:pt x="123" y="135"/>
                  </a:lnTo>
                  <a:lnTo>
                    <a:pt x="123" y="131"/>
                  </a:lnTo>
                  <a:lnTo>
                    <a:pt x="123" y="128"/>
                  </a:lnTo>
                  <a:lnTo>
                    <a:pt x="124" y="125"/>
                  </a:lnTo>
                  <a:lnTo>
                    <a:pt x="121" y="34"/>
                  </a:lnTo>
                  <a:lnTo>
                    <a:pt x="122" y="34"/>
                  </a:lnTo>
                  <a:lnTo>
                    <a:pt x="118" y="31"/>
                  </a:lnTo>
                  <a:lnTo>
                    <a:pt x="116" y="26"/>
                  </a:lnTo>
                  <a:lnTo>
                    <a:pt x="114" y="23"/>
                  </a:lnTo>
                  <a:lnTo>
                    <a:pt x="113" y="17"/>
                  </a:lnTo>
                  <a:lnTo>
                    <a:pt x="109" y="13"/>
                  </a:lnTo>
                  <a:lnTo>
                    <a:pt x="107" y="3"/>
                  </a:lnTo>
                  <a:lnTo>
                    <a:pt x="107" y="0"/>
                  </a:lnTo>
                  <a:lnTo>
                    <a:pt x="24" y="5"/>
                  </a:lnTo>
                  <a:lnTo>
                    <a:pt x="22" y="3"/>
                  </a:lnTo>
                  <a:lnTo>
                    <a:pt x="22" y="3"/>
                  </a:lnTo>
                  <a:lnTo>
                    <a:pt x="21" y="6"/>
                  </a:lnTo>
                  <a:lnTo>
                    <a:pt x="21" y="8"/>
                  </a:lnTo>
                  <a:lnTo>
                    <a:pt x="24" y="11"/>
                  </a:lnTo>
                  <a:lnTo>
                    <a:pt x="28" y="14"/>
                  </a:lnTo>
                  <a:lnTo>
                    <a:pt x="33" y="18"/>
                  </a:lnTo>
                  <a:lnTo>
                    <a:pt x="38" y="23"/>
                  </a:lnTo>
                  <a:lnTo>
                    <a:pt x="38" y="26"/>
                  </a:lnTo>
                  <a:lnTo>
                    <a:pt x="36" y="32"/>
                  </a:lnTo>
                  <a:lnTo>
                    <a:pt x="34" y="35"/>
                  </a:lnTo>
                  <a:lnTo>
                    <a:pt x="31" y="43"/>
                  </a:lnTo>
                  <a:lnTo>
                    <a:pt x="29" y="45"/>
                  </a:lnTo>
                  <a:lnTo>
                    <a:pt x="27" y="47"/>
                  </a:lnTo>
                  <a:lnTo>
                    <a:pt x="21" y="50"/>
                  </a:lnTo>
                  <a:lnTo>
                    <a:pt x="15" y="50"/>
                  </a:lnTo>
                  <a:lnTo>
                    <a:pt x="12" y="51"/>
                  </a:lnTo>
                  <a:lnTo>
                    <a:pt x="12" y="55"/>
                  </a:lnTo>
                  <a:lnTo>
                    <a:pt x="12" y="58"/>
                  </a:lnTo>
                  <a:lnTo>
                    <a:pt x="15" y="65"/>
                  </a:lnTo>
                  <a:lnTo>
                    <a:pt x="17" y="67"/>
                  </a:lnTo>
                  <a:lnTo>
                    <a:pt x="13" y="70"/>
                  </a:lnTo>
                  <a:lnTo>
                    <a:pt x="13" y="77"/>
                  </a:lnTo>
                  <a:lnTo>
                    <a:pt x="11" y="77"/>
                  </a:lnTo>
                  <a:lnTo>
                    <a:pt x="8" y="80"/>
                  </a:lnTo>
                  <a:lnTo>
                    <a:pt x="2" y="86"/>
                  </a:lnTo>
                  <a:lnTo>
                    <a:pt x="3" y="92"/>
                  </a:lnTo>
                  <a:lnTo>
                    <a:pt x="0" y="95"/>
                  </a:lnTo>
                  <a:lnTo>
                    <a:pt x="0" y="104"/>
                  </a:lnTo>
                  <a:lnTo>
                    <a:pt x="0" y="113"/>
                  </a:lnTo>
                  <a:lnTo>
                    <a:pt x="6" y="123"/>
                  </a:lnTo>
                  <a:lnTo>
                    <a:pt x="21" y="136"/>
                  </a:lnTo>
                  <a:lnTo>
                    <a:pt x="25" y="142"/>
                  </a:lnTo>
                  <a:lnTo>
                    <a:pt x="25" y="150"/>
                  </a:lnTo>
                  <a:lnTo>
                    <a:pt x="30" y="154"/>
                  </a:lnTo>
                  <a:lnTo>
                    <a:pt x="31" y="151"/>
                  </a:lnTo>
                  <a:lnTo>
                    <a:pt x="34" y="150"/>
                  </a:lnTo>
                  <a:lnTo>
                    <a:pt x="39" y="150"/>
                  </a:lnTo>
                  <a:lnTo>
                    <a:pt x="42" y="153"/>
                  </a:lnTo>
                  <a:lnTo>
                    <a:pt x="45" y="156"/>
                  </a:lnTo>
                  <a:lnTo>
                    <a:pt x="42" y="162"/>
                  </a:lnTo>
                  <a:lnTo>
                    <a:pt x="41" y="167"/>
                  </a:lnTo>
                  <a:lnTo>
                    <a:pt x="41" y="170"/>
                  </a:lnTo>
                  <a:lnTo>
                    <a:pt x="39" y="175"/>
                  </a:lnTo>
                  <a:lnTo>
                    <a:pt x="39" y="180"/>
                  </a:lnTo>
                  <a:lnTo>
                    <a:pt x="44" y="185"/>
                  </a:lnTo>
                  <a:lnTo>
                    <a:pt x="51" y="190"/>
                  </a:lnTo>
                  <a:lnTo>
                    <a:pt x="53" y="189"/>
                  </a:lnTo>
                  <a:lnTo>
                    <a:pt x="64" y="196"/>
                  </a:lnTo>
                  <a:lnTo>
                    <a:pt x="68" y="200"/>
                  </a:lnTo>
                  <a:lnTo>
                    <a:pt x="71" y="209"/>
                  </a:lnTo>
                  <a:lnTo>
                    <a:pt x="70" y="214"/>
                  </a:lnTo>
                  <a:lnTo>
                    <a:pt x="69" y="217"/>
                  </a:lnTo>
                  <a:lnTo>
                    <a:pt x="74" y="222"/>
                  </a:lnTo>
                  <a:lnTo>
                    <a:pt x="74" y="226"/>
                  </a:lnTo>
                  <a:lnTo>
                    <a:pt x="76" y="222"/>
                  </a:lnTo>
                  <a:lnTo>
                    <a:pt x="80" y="222"/>
                  </a:lnTo>
                  <a:lnTo>
                    <a:pt x="83" y="221"/>
                  </a:lnTo>
                  <a:lnTo>
                    <a:pt x="86" y="21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6" name="Freeform 55">
              <a:extLst>
                <a:ext uri="{FF2B5EF4-FFF2-40B4-BE49-F238E27FC236}">
                  <a16:creationId xmlns:a16="http://schemas.microsoft.com/office/drawing/2014/main" id="{F9B1BA55-2FA5-C710-4BD1-E905EE5E6567}"/>
                </a:ext>
              </a:extLst>
            </p:cNvPr>
            <p:cNvSpPr>
              <a:spLocks/>
            </p:cNvSpPr>
            <p:nvPr/>
          </p:nvSpPr>
          <p:spPr bwMode="auto">
            <a:xfrm>
              <a:off x="6662570" y="2198544"/>
              <a:ext cx="330543" cy="242848"/>
            </a:xfrm>
            <a:custGeom>
              <a:avLst/>
              <a:gdLst>
                <a:gd name="T0" fmla="*/ 196 w 231"/>
                <a:gd name="T1" fmla="*/ 154 h 170"/>
                <a:gd name="T2" fmla="*/ 201 w 231"/>
                <a:gd name="T3" fmla="*/ 150 h 170"/>
                <a:gd name="T4" fmla="*/ 206 w 231"/>
                <a:gd name="T5" fmla="*/ 139 h 170"/>
                <a:gd name="T6" fmla="*/ 200 w 231"/>
                <a:gd name="T7" fmla="*/ 128 h 170"/>
                <a:gd name="T8" fmla="*/ 200 w 231"/>
                <a:gd name="T9" fmla="*/ 120 h 170"/>
                <a:gd name="T10" fmla="*/ 211 w 231"/>
                <a:gd name="T11" fmla="*/ 118 h 170"/>
                <a:gd name="T12" fmla="*/ 220 w 231"/>
                <a:gd name="T13" fmla="*/ 113 h 170"/>
                <a:gd name="T14" fmla="*/ 226 w 231"/>
                <a:gd name="T15" fmla="*/ 101 h 170"/>
                <a:gd name="T16" fmla="*/ 231 w 231"/>
                <a:gd name="T17" fmla="*/ 90 h 170"/>
                <a:gd name="T18" fmla="*/ 225 w 231"/>
                <a:gd name="T19" fmla="*/ 81 h 170"/>
                <a:gd name="T20" fmla="*/ 215 w 231"/>
                <a:gd name="T21" fmla="*/ 72 h 170"/>
                <a:gd name="T22" fmla="*/ 211 w 231"/>
                <a:gd name="T23" fmla="*/ 66 h 170"/>
                <a:gd name="T24" fmla="*/ 214 w 231"/>
                <a:gd name="T25" fmla="*/ 65 h 170"/>
                <a:gd name="T26" fmla="*/ 206 w 231"/>
                <a:gd name="T27" fmla="*/ 59 h 170"/>
                <a:gd name="T28" fmla="*/ 196 w 231"/>
                <a:gd name="T29" fmla="*/ 55 h 170"/>
                <a:gd name="T30" fmla="*/ 194 w 231"/>
                <a:gd name="T31" fmla="*/ 45 h 170"/>
                <a:gd name="T32" fmla="*/ 194 w 231"/>
                <a:gd name="T33" fmla="*/ 35 h 170"/>
                <a:gd name="T34" fmla="*/ 192 w 231"/>
                <a:gd name="T35" fmla="*/ 25 h 170"/>
                <a:gd name="T36" fmla="*/ 7 w 231"/>
                <a:gd name="T37" fmla="*/ 22 h 170"/>
                <a:gd name="T38" fmla="*/ 8 w 231"/>
                <a:gd name="T39" fmla="*/ 0 h 170"/>
                <a:gd name="T40" fmla="*/ 4 w 231"/>
                <a:gd name="T41" fmla="*/ 23 h 170"/>
                <a:gd name="T42" fmla="*/ 3 w 231"/>
                <a:gd name="T43" fmla="*/ 31 h 170"/>
                <a:gd name="T44" fmla="*/ 7 w 231"/>
                <a:gd name="T45" fmla="*/ 37 h 170"/>
                <a:gd name="T46" fmla="*/ 5 w 231"/>
                <a:gd name="T47" fmla="*/ 42 h 170"/>
                <a:gd name="T48" fmla="*/ 4 w 231"/>
                <a:gd name="T49" fmla="*/ 52 h 170"/>
                <a:gd name="T50" fmla="*/ 0 w 231"/>
                <a:gd name="T51" fmla="*/ 56 h 170"/>
                <a:gd name="T52" fmla="*/ 4 w 231"/>
                <a:gd name="T53" fmla="*/ 62 h 170"/>
                <a:gd name="T54" fmla="*/ 4 w 231"/>
                <a:gd name="T55" fmla="*/ 69 h 170"/>
                <a:gd name="T56" fmla="*/ 6 w 231"/>
                <a:gd name="T57" fmla="*/ 71 h 170"/>
                <a:gd name="T58" fmla="*/ 12 w 231"/>
                <a:gd name="T59" fmla="*/ 85 h 170"/>
                <a:gd name="T60" fmla="*/ 16 w 231"/>
                <a:gd name="T61" fmla="*/ 96 h 170"/>
                <a:gd name="T62" fmla="*/ 19 w 231"/>
                <a:gd name="T63" fmla="*/ 102 h 170"/>
                <a:gd name="T64" fmla="*/ 20 w 231"/>
                <a:gd name="T65" fmla="*/ 104 h 170"/>
                <a:gd name="T66" fmla="*/ 18 w 231"/>
                <a:gd name="T67" fmla="*/ 109 h 170"/>
                <a:gd name="T68" fmla="*/ 20 w 231"/>
                <a:gd name="T69" fmla="*/ 116 h 170"/>
                <a:gd name="T70" fmla="*/ 24 w 231"/>
                <a:gd name="T71" fmla="*/ 118 h 170"/>
                <a:gd name="T72" fmla="*/ 26 w 231"/>
                <a:gd name="T73" fmla="*/ 135 h 170"/>
                <a:gd name="T74" fmla="*/ 27 w 231"/>
                <a:gd name="T75" fmla="*/ 142 h 170"/>
                <a:gd name="T76" fmla="*/ 28 w 231"/>
                <a:gd name="T77" fmla="*/ 154 h 170"/>
                <a:gd name="T78" fmla="*/ 30 w 231"/>
                <a:gd name="T79" fmla="*/ 162 h 170"/>
                <a:gd name="T80" fmla="*/ 188 w 231"/>
                <a:gd name="T81" fmla="*/ 170 h 170"/>
                <a:gd name="T82" fmla="*/ 189 w 231"/>
                <a:gd name="T83" fmla="*/ 161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31" h="170">
                  <a:moveTo>
                    <a:pt x="189" y="161"/>
                  </a:moveTo>
                  <a:cubicBezTo>
                    <a:pt x="196" y="154"/>
                    <a:pt x="196" y="154"/>
                    <a:pt x="196" y="154"/>
                  </a:cubicBezTo>
                  <a:cubicBezTo>
                    <a:pt x="199" y="150"/>
                    <a:pt x="199" y="150"/>
                    <a:pt x="199" y="150"/>
                  </a:cubicBezTo>
                  <a:cubicBezTo>
                    <a:pt x="201" y="150"/>
                    <a:pt x="201" y="150"/>
                    <a:pt x="201" y="150"/>
                  </a:cubicBezTo>
                  <a:cubicBezTo>
                    <a:pt x="202" y="142"/>
                    <a:pt x="202" y="142"/>
                    <a:pt x="202" y="142"/>
                  </a:cubicBezTo>
                  <a:cubicBezTo>
                    <a:pt x="206" y="139"/>
                    <a:pt x="206" y="139"/>
                    <a:pt x="206" y="139"/>
                  </a:cubicBezTo>
                  <a:cubicBezTo>
                    <a:pt x="204" y="136"/>
                    <a:pt x="204" y="136"/>
                    <a:pt x="204" y="136"/>
                  </a:cubicBezTo>
                  <a:cubicBezTo>
                    <a:pt x="200" y="128"/>
                    <a:pt x="200" y="128"/>
                    <a:pt x="200" y="128"/>
                  </a:cubicBezTo>
                  <a:cubicBezTo>
                    <a:pt x="200" y="124"/>
                    <a:pt x="200" y="124"/>
                    <a:pt x="200" y="124"/>
                  </a:cubicBezTo>
                  <a:cubicBezTo>
                    <a:pt x="200" y="120"/>
                    <a:pt x="200" y="120"/>
                    <a:pt x="200" y="120"/>
                  </a:cubicBezTo>
                  <a:cubicBezTo>
                    <a:pt x="204" y="118"/>
                    <a:pt x="204" y="118"/>
                    <a:pt x="204" y="118"/>
                  </a:cubicBezTo>
                  <a:cubicBezTo>
                    <a:pt x="211" y="118"/>
                    <a:pt x="211" y="118"/>
                    <a:pt x="211" y="118"/>
                  </a:cubicBezTo>
                  <a:cubicBezTo>
                    <a:pt x="218" y="115"/>
                    <a:pt x="218" y="115"/>
                    <a:pt x="218" y="115"/>
                  </a:cubicBezTo>
                  <a:cubicBezTo>
                    <a:pt x="220" y="113"/>
                    <a:pt x="220" y="113"/>
                    <a:pt x="220" y="113"/>
                  </a:cubicBezTo>
                  <a:cubicBezTo>
                    <a:pt x="223" y="110"/>
                    <a:pt x="223" y="110"/>
                    <a:pt x="223" y="110"/>
                  </a:cubicBezTo>
                  <a:cubicBezTo>
                    <a:pt x="226" y="101"/>
                    <a:pt x="226" y="101"/>
                    <a:pt x="226" y="101"/>
                  </a:cubicBezTo>
                  <a:cubicBezTo>
                    <a:pt x="229" y="97"/>
                    <a:pt x="229" y="97"/>
                    <a:pt x="229" y="97"/>
                  </a:cubicBezTo>
                  <a:cubicBezTo>
                    <a:pt x="231" y="90"/>
                    <a:pt x="231" y="90"/>
                    <a:pt x="231" y="90"/>
                  </a:cubicBezTo>
                  <a:cubicBezTo>
                    <a:pt x="231" y="87"/>
                    <a:pt x="231" y="87"/>
                    <a:pt x="231" y="87"/>
                  </a:cubicBezTo>
                  <a:cubicBezTo>
                    <a:pt x="225" y="81"/>
                    <a:pt x="225" y="81"/>
                    <a:pt x="225" y="81"/>
                  </a:cubicBezTo>
                  <a:cubicBezTo>
                    <a:pt x="219" y="76"/>
                    <a:pt x="219" y="76"/>
                    <a:pt x="219" y="76"/>
                  </a:cubicBezTo>
                  <a:cubicBezTo>
                    <a:pt x="215" y="72"/>
                    <a:pt x="215" y="72"/>
                    <a:pt x="215" y="72"/>
                  </a:cubicBezTo>
                  <a:cubicBezTo>
                    <a:pt x="211" y="69"/>
                    <a:pt x="211" y="69"/>
                    <a:pt x="211" y="69"/>
                  </a:cubicBezTo>
                  <a:cubicBezTo>
                    <a:pt x="211" y="66"/>
                    <a:pt x="211" y="66"/>
                    <a:pt x="211" y="66"/>
                  </a:cubicBezTo>
                  <a:cubicBezTo>
                    <a:pt x="212" y="63"/>
                    <a:pt x="212" y="63"/>
                    <a:pt x="212" y="63"/>
                  </a:cubicBezTo>
                  <a:cubicBezTo>
                    <a:pt x="214" y="65"/>
                    <a:pt x="214" y="65"/>
                    <a:pt x="214" y="65"/>
                  </a:cubicBezTo>
                  <a:cubicBezTo>
                    <a:pt x="211" y="61"/>
                    <a:pt x="211" y="61"/>
                    <a:pt x="211" y="61"/>
                  </a:cubicBezTo>
                  <a:cubicBezTo>
                    <a:pt x="211" y="61"/>
                    <a:pt x="207" y="59"/>
                    <a:pt x="206" y="59"/>
                  </a:cubicBezTo>
                  <a:cubicBezTo>
                    <a:pt x="205" y="59"/>
                    <a:pt x="201" y="55"/>
                    <a:pt x="201" y="55"/>
                  </a:cubicBezTo>
                  <a:cubicBezTo>
                    <a:pt x="196" y="55"/>
                    <a:pt x="196" y="55"/>
                    <a:pt x="196" y="55"/>
                  </a:cubicBezTo>
                  <a:cubicBezTo>
                    <a:pt x="196" y="50"/>
                    <a:pt x="196" y="50"/>
                    <a:pt x="196" y="50"/>
                  </a:cubicBezTo>
                  <a:cubicBezTo>
                    <a:pt x="194" y="45"/>
                    <a:pt x="194" y="45"/>
                    <a:pt x="194" y="45"/>
                  </a:cubicBezTo>
                  <a:cubicBezTo>
                    <a:pt x="194" y="39"/>
                    <a:pt x="194" y="39"/>
                    <a:pt x="194" y="39"/>
                  </a:cubicBezTo>
                  <a:cubicBezTo>
                    <a:pt x="194" y="35"/>
                    <a:pt x="194" y="35"/>
                    <a:pt x="194" y="35"/>
                  </a:cubicBezTo>
                  <a:cubicBezTo>
                    <a:pt x="194" y="28"/>
                    <a:pt x="194" y="28"/>
                    <a:pt x="194" y="28"/>
                  </a:cubicBezTo>
                  <a:cubicBezTo>
                    <a:pt x="192" y="25"/>
                    <a:pt x="192" y="25"/>
                    <a:pt x="192" y="25"/>
                  </a:cubicBezTo>
                  <a:cubicBezTo>
                    <a:pt x="189" y="18"/>
                    <a:pt x="189" y="18"/>
                    <a:pt x="189" y="18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6"/>
                    <a:pt x="4" y="26"/>
                    <a:pt x="4" y="26"/>
                  </a:cubicBezTo>
                  <a:cubicBezTo>
                    <a:pt x="3" y="31"/>
                    <a:pt x="3" y="31"/>
                    <a:pt x="3" y="31"/>
                  </a:cubicBezTo>
                  <a:cubicBezTo>
                    <a:pt x="5" y="32"/>
                    <a:pt x="5" y="32"/>
                    <a:pt x="5" y="32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7" y="41"/>
                    <a:pt x="7" y="41"/>
                    <a:pt x="7" y="41"/>
                  </a:cubicBezTo>
                  <a:cubicBezTo>
                    <a:pt x="5" y="42"/>
                    <a:pt x="5" y="42"/>
                    <a:pt x="5" y="42"/>
                  </a:cubicBezTo>
                  <a:cubicBezTo>
                    <a:pt x="4" y="45"/>
                    <a:pt x="4" y="45"/>
                    <a:pt x="4" y="45"/>
                  </a:cubicBezTo>
                  <a:cubicBezTo>
                    <a:pt x="4" y="52"/>
                    <a:pt x="4" y="52"/>
                    <a:pt x="4" y="52"/>
                  </a:cubicBezTo>
                  <a:cubicBezTo>
                    <a:pt x="1" y="53"/>
                    <a:pt x="1" y="53"/>
                    <a:pt x="1" y="53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0" y="59"/>
                    <a:pt x="0" y="59"/>
                    <a:pt x="0" y="59"/>
                  </a:cubicBezTo>
                  <a:cubicBezTo>
                    <a:pt x="4" y="62"/>
                    <a:pt x="4" y="62"/>
                    <a:pt x="4" y="62"/>
                  </a:cubicBezTo>
                  <a:cubicBezTo>
                    <a:pt x="4" y="66"/>
                    <a:pt x="4" y="66"/>
                    <a:pt x="4" y="66"/>
                  </a:cubicBezTo>
                  <a:cubicBezTo>
                    <a:pt x="4" y="69"/>
                    <a:pt x="4" y="69"/>
                    <a:pt x="4" y="69"/>
                  </a:cubicBezTo>
                  <a:cubicBezTo>
                    <a:pt x="3" y="67"/>
                    <a:pt x="3" y="67"/>
                    <a:pt x="3" y="67"/>
                  </a:cubicBezTo>
                  <a:cubicBezTo>
                    <a:pt x="6" y="71"/>
                    <a:pt x="6" y="71"/>
                    <a:pt x="6" y="71"/>
                  </a:cubicBezTo>
                  <a:cubicBezTo>
                    <a:pt x="9" y="80"/>
                    <a:pt x="9" y="80"/>
                    <a:pt x="9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4" y="91"/>
                    <a:pt x="14" y="91"/>
                    <a:pt x="14" y="91"/>
                  </a:cubicBezTo>
                  <a:cubicBezTo>
                    <a:pt x="16" y="96"/>
                    <a:pt x="16" y="96"/>
                    <a:pt x="16" y="96"/>
                  </a:cubicBezTo>
                  <a:cubicBezTo>
                    <a:pt x="18" y="99"/>
                    <a:pt x="18" y="99"/>
                    <a:pt x="18" y="99"/>
                  </a:cubicBezTo>
                  <a:cubicBezTo>
                    <a:pt x="19" y="102"/>
                    <a:pt x="19" y="102"/>
                    <a:pt x="19" y="102"/>
                  </a:cubicBezTo>
                  <a:cubicBezTo>
                    <a:pt x="20" y="103"/>
                    <a:pt x="20" y="103"/>
                    <a:pt x="20" y="103"/>
                  </a:cubicBezTo>
                  <a:cubicBezTo>
                    <a:pt x="20" y="104"/>
                    <a:pt x="20" y="104"/>
                    <a:pt x="20" y="104"/>
                  </a:cubicBezTo>
                  <a:cubicBezTo>
                    <a:pt x="17" y="105"/>
                    <a:pt x="17" y="105"/>
                    <a:pt x="17" y="105"/>
                  </a:cubicBezTo>
                  <a:cubicBezTo>
                    <a:pt x="18" y="109"/>
                    <a:pt x="18" y="109"/>
                    <a:pt x="18" y="109"/>
                  </a:cubicBezTo>
                  <a:cubicBezTo>
                    <a:pt x="19" y="114"/>
                    <a:pt x="19" y="114"/>
                    <a:pt x="19" y="114"/>
                  </a:cubicBezTo>
                  <a:cubicBezTo>
                    <a:pt x="20" y="116"/>
                    <a:pt x="20" y="116"/>
                    <a:pt x="20" y="116"/>
                  </a:cubicBezTo>
                  <a:cubicBezTo>
                    <a:pt x="22" y="116"/>
                    <a:pt x="22" y="116"/>
                    <a:pt x="22" y="116"/>
                  </a:cubicBezTo>
                  <a:cubicBezTo>
                    <a:pt x="24" y="118"/>
                    <a:pt x="24" y="118"/>
                    <a:pt x="24" y="118"/>
                  </a:cubicBezTo>
                  <a:cubicBezTo>
                    <a:pt x="26" y="125"/>
                    <a:pt x="26" y="125"/>
                    <a:pt x="26" y="125"/>
                  </a:cubicBezTo>
                  <a:cubicBezTo>
                    <a:pt x="26" y="135"/>
                    <a:pt x="26" y="135"/>
                    <a:pt x="26" y="135"/>
                  </a:cubicBezTo>
                  <a:cubicBezTo>
                    <a:pt x="25" y="139"/>
                    <a:pt x="25" y="139"/>
                    <a:pt x="25" y="139"/>
                  </a:cubicBezTo>
                  <a:cubicBezTo>
                    <a:pt x="27" y="142"/>
                    <a:pt x="27" y="142"/>
                    <a:pt x="27" y="142"/>
                  </a:cubicBezTo>
                  <a:cubicBezTo>
                    <a:pt x="28" y="144"/>
                    <a:pt x="28" y="144"/>
                    <a:pt x="28" y="144"/>
                  </a:cubicBezTo>
                  <a:cubicBezTo>
                    <a:pt x="28" y="154"/>
                    <a:pt x="28" y="154"/>
                    <a:pt x="28" y="154"/>
                  </a:cubicBezTo>
                  <a:cubicBezTo>
                    <a:pt x="30" y="161"/>
                    <a:pt x="30" y="161"/>
                    <a:pt x="30" y="161"/>
                  </a:cubicBezTo>
                  <a:cubicBezTo>
                    <a:pt x="30" y="162"/>
                    <a:pt x="30" y="162"/>
                    <a:pt x="30" y="162"/>
                  </a:cubicBezTo>
                  <a:cubicBezTo>
                    <a:pt x="176" y="160"/>
                    <a:pt x="176" y="160"/>
                    <a:pt x="176" y="160"/>
                  </a:cubicBezTo>
                  <a:cubicBezTo>
                    <a:pt x="188" y="170"/>
                    <a:pt x="188" y="170"/>
                    <a:pt x="188" y="170"/>
                  </a:cubicBezTo>
                  <a:cubicBezTo>
                    <a:pt x="190" y="168"/>
                    <a:pt x="190" y="168"/>
                    <a:pt x="190" y="168"/>
                  </a:cubicBezTo>
                  <a:lnTo>
                    <a:pt x="189" y="16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7" name="Freeform 564">
              <a:extLst>
                <a:ext uri="{FF2B5EF4-FFF2-40B4-BE49-F238E27FC236}">
                  <a16:creationId xmlns:a16="http://schemas.microsoft.com/office/drawing/2014/main" id="{56D8DCF2-5771-43E1-8017-A1C244FEE9B1}"/>
                </a:ext>
              </a:extLst>
            </p:cNvPr>
            <p:cNvSpPr>
              <a:spLocks/>
            </p:cNvSpPr>
            <p:nvPr/>
          </p:nvSpPr>
          <p:spPr bwMode="auto">
            <a:xfrm>
              <a:off x="5157992" y="3013096"/>
              <a:ext cx="735560" cy="571704"/>
            </a:xfrm>
            <a:custGeom>
              <a:avLst/>
              <a:gdLst>
                <a:gd name="connsiteX0" fmla="*/ 302516 w 770887"/>
                <a:gd name="connsiteY0" fmla="*/ 482511 h 599162"/>
                <a:gd name="connsiteX1" fmla="*/ 307819 w 770887"/>
                <a:gd name="connsiteY1" fmla="*/ 487813 h 599162"/>
                <a:gd name="connsiteX2" fmla="*/ 318423 w 770887"/>
                <a:gd name="connsiteY2" fmla="*/ 494883 h 599162"/>
                <a:gd name="connsiteX3" fmla="*/ 311354 w 770887"/>
                <a:gd name="connsiteY3" fmla="*/ 496651 h 599162"/>
                <a:gd name="connsiteX4" fmla="*/ 307819 w 770887"/>
                <a:gd name="connsiteY4" fmla="*/ 496651 h 599162"/>
                <a:gd name="connsiteX5" fmla="*/ 300749 w 770887"/>
                <a:gd name="connsiteY5" fmla="*/ 501953 h 599162"/>
                <a:gd name="connsiteX6" fmla="*/ 300749 w 770887"/>
                <a:gd name="connsiteY6" fmla="*/ 503720 h 599162"/>
                <a:gd name="connsiteX7" fmla="*/ 300749 w 770887"/>
                <a:gd name="connsiteY7" fmla="*/ 509023 h 599162"/>
                <a:gd name="connsiteX8" fmla="*/ 304284 w 770887"/>
                <a:gd name="connsiteY8" fmla="*/ 509023 h 599162"/>
                <a:gd name="connsiteX9" fmla="*/ 311354 w 770887"/>
                <a:gd name="connsiteY9" fmla="*/ 517860 h 599162"/>
                <a:gd name="connsiteX10" fmla="*/ 311354 w 770887"/>
                <a:gd name="connsiteY10" fmla="*/ 521395 h 599162"/>
                <a:gd name="connsiteX11" fmla="*/ 306051 w 770887"/>
                <a:gd name="connsiteY11" fmla="*/ 523162 h 599162"/>
                <a:gd name="connsiteX12" fmla="*/ 302516 w 770887"/>
                <a:gd name="connsiteY12" fmla="*/ 523162 h 599162"/>
                <a:gd name="connsiteX13" fmla="*/ 298982 w 770887"/>
                <a:gd name="connsiteY13" fmla="*/ 524930 h 599162"/>
                <a:gd name="connsiteX14" fmla="*/ 297214 w 770887"/>
                <a:gd name="connsiteY14" fmla="*/ 524930 h 599162"/>
                <a:gd name="connsiteX15" fmla="*/ 291912 w 770887"/>
                <a:gd name="connsiteY15" fmla="*/ 528465 h 599162"/>
                <a:gd name="connsiteX16" fmla="*/ 291912 w 770887"/>
                <a:gd name="connsiteY16" fmla="*/ 533767 h 599162"/>
                <a:gd name="connsiteX17" fmla="*/ 291912 w 770887"/>
                <a:gd name="connsiteY17" fmla="*/ 535534 h 599162"/>
                <a:gd name="connsiteX18" fmla="*/ 288377 w 770887"/>
                <a:gd name="connsiteY18" fmla="*/ 540837 h 599162"/>
                <a:gd name="connsiteX19" fmla="*/ 283075 w 770887"/>
                <a:gd name="connsiteY19" fmla="*/ 531999 h 599162"/>
                <a:gd name="connsiteX20" fmla="*/ 283075 w 770887"/>
                <a:gd name="connsiteY20" fmla="*/ 533767 h 599162"/>
                <a:gd name="connsiteX21" fmla="*/ 281307 w 770887"/>
                <a:gd name="connsiteY21" fmla="*/ 537302 h 599162"/>
                <a:gd name="connsiteX22" fmla="*/ 276005 w 770887"/>
                <a:gd name="connsiteY22" fmla="*/ 542604 h 599162"/>
                <a:gd name="connsiteX23" fmla="*/ 272470 w 770887"/>
                <a:gd name="connsiteY23" fmla="*/ 549674 h 599162"/>
                <a:gd name="connsiteX24" fmla="*/ 272470 w 770887"/>
                <a:gd name="connsiteY24" fmla="*/ 551441 h 599162"/>
                <a:gd name="connsiteX25" fmla="*/ 272470 w 770887"/>
                <a:gd name="connsiteY25" fmla="*/ 558511 h 599162"/>
                <a:gd name="connsiteX26" fmla="*/ 256563 w 770887"/>
                <a:gd name="connsiteY26" fmla="*/ 558511 h 599162"/>
                <a:gd name="connsiteX27" fmla="*/ 268935 w 770887"/>
                <a:gd name="connsiteY27" fmla="*/ 554976 h 599162"/>
                <a:gd name="connsiteX28" fmla="*/ 270703 w 770887"/>
                <a:gd name="connsiteY28" fmla="*/ 551441 h 599162"/>
                <a:gd name="connsiteX29" fmla="*/ 272470 w 770887"/>
                <a:gd name="connsiteY29" fmla="*/ 547906 h 599162"/>
                <a:gd name="connsiteX30" fmla="*/ 270703 w 770887"/>
                <a:gd name="connsiteY30" fmla="*/ 542604 h 599162"/>
                <a:gd name="connsiteX31" fmla="*/ 267168 w 770887"/>
                <a:gd name="connsiteY31" fmla="*/ 540837 h 599162"/>
                <a:gd name="connsiteX32" fmla="*/ 265400 w 770887"/>
                <a:gd name="connsiteY32" fmla="*/ 540837 h 599162"/>
                <a:gd name="connsiteX33" fmla="*/ 261866 w 770887"/>
                <a:gd name="connsiteY33" fmla="*/ 537302 h 599162"/>
                <a:gd name="connsiteX34" fmla="*/ 261866 w 770887"/>
                <a:gd name="connsiteY34" fmla="*/ 535534 h 599162"/>
                <a:gd name="connsiteX35" fmla="*/ 260098 w 770887"/>
                <a:gd name="connsiteY35" fmla="*/ 524930 h 599162"/>
                <a:gd name="connsiteX36" fmla="*/ 263633 w 770887"/>
                <a:gd name="connsiteY36" fmla="*/ 521395 h 599162"/>
                <a:gd name="connsiteX37" fmla="*/ 265400 w 770887"/>
                <a:gd name="connsiteY37" fmla="*/ 517860 h 599162"/>
                <a:gd name="connsiteX38" fmla="*/ 270703 w 770887"/>
                <a:gd name="connsiteY38" fmla="*/ 514325 h 599162"/>
                <a:gd name="connsiteX39" fmla="*/ 272470 w 770887"/>
                <a:gd name="connsiteY39" fmla="*/ 516093 h 599162"/>
                <a:gd name="connsiteX40" fmla="*/ 277772 w 770887"/>
                <a:gd name="connsiteY40" fmla="*/ 521395 h 599162"/>
                <a:gd name="connsiteX41" fmla="*/ 281307 w 770887"/>
                <a:gd name="connsiteY41" fmla="*/ 528465 h 599162"/>
                <a:gd name="connsiteX42" fmla="*/ 281307 w 770887"/>
                <a:gd name="connsiteY42" fmla="*/ 521395 h 599162"/>
                <a:gd name="connsiteX43" fmla="*/ 279540 w 770887"/>
                <a:gd name="connsiteY43" fmla="*/ 514325 h 599162"/>
                <a:gd name="connsiteX44" fmla="*/ 276005 w 770887"/>
                <a:gd name="connsiteY44" fmla="*/ 509023 h 599162"/>
                <a:gd name="connsiteX45" fmla="*/ 281307 w 770887"/>
                <a:gd name="connsiteY45" fmla="*/ 507255 h 599162"/>
                <a:gd name="connsiteX46" fmla="*/ 288377 w 770887"/>
                <a:gd name="connsiteY46" fmla="*/ 510790 h 599162"/>
                <a:gd name="connsiteX47" fmla="*/ 291912 w 770887"/>
                <a:gd name="connsiteY47" fmla="*/ 510790 h 599162"/>
                <a:gd name="connsiteX48" fmla="*/ 291912 w 770887"/>
                <a:gd name="connsiteY48" fmla="*/ 507255 h 599162"/>
                <a:gd name="connsiteX49" fmla="*/ 291912 w 770887"/>
                <a:gd name="connsiteY49" fmla="*/ 505488 h 599162"/>
                <a:gd name="connsiteX50" fmla="*/ 291912 w 770887"/>
                <a:gd name="connsiteY50" fmla="*/ 501953 h 599162"/>
                <a:gd name="connsiteX51" fmla="*/ 291912 w 770887"/>
                <a:gd name="connsiteY51" fmla="*/ 496651 h 599162"/>
                <a:gd name="connsiteX52" fmla="*/ 290144 w 770887"/>
                <a:gd name="connsiteY52" fmla="*/ 493116 h 599162"/>
                <a:gd name="connsiteX53" fmla="*/ 297214 w 770887"/>
                <a:gd name="connsiteY53" fmla="*/ 487813 h 599162"/>
                <a:gd name="connsiteX54" fmla="*/ 55075 w 770887"/>
                <a:gd name="connsiteY54" fmla="*/ 374697 h 599162"/>
                <a:gd name="connsiteX55" fmla="*/ 58610 w 770887"/>
                <a:gd name="connsiteY55" fmla="*/ 374697 h 599162"/>
                <a:gd name="connsiteX56" fmla="*/ 63912 w 770887"/>
                <a:gd name="connsiteY56" fmla="*/ 385302 h 599162"/>
                <a:gd name="connsiteX57" fmla="*/ 63912 w 770887"/>
                <a:gd name="connsiteY57" fmla="*/ 390604 h 599162"/>
                <a:gd name="connsiteX58" fmla="*/ 60377 w 770887"/>
                <a:gd name="connsiteY58" fmla="*/ 395906 h 599162"/>
                <a:gd name="connsiteX59" fmla="*/ 56842 w 770887"/>
                <a:gd name="connsiteY59" fmla="*/ 395906 h 599162"/>
                <a:gd name="connsiteX60" fmla="*/ 51540 w 770887"/>
                <a:gd name="connsiteY60" fmla="*/ 395906 h 599162"/>
                <a:gd name="connsiteX61" fmla="*/ 44470 w 770887"/>
                <a:gd name="connsiteY61" fmla="*/ 390604 h 599162"/>
                <a:gd name="connsiteX62" fmla="*/ 35633 w 770887"/>
                <a:gd name="connsiteY62" fmla="*/ 383534 h 599162"/>
                <a:gd name="connsiteX63" fmla="*/ 44470 w 770887"/>
                <a:gd name="connsiteY63" fmla="*/ 378232 h 599162"/>
                <a:gd name="connsiteX64" fmla="*/ 49773 w 770887"/>
                <a:gd name="connsiteY64" fmla="*/ 378232 h 599162"/>
                <a:gd name="connsiteX65" fmla="*/ 4447 w 770887"/>
                <a:gd name="connsiteY65" fmla="*/ 224465 h 599162"/>
                <a:gd name="connsiteX66" fmla="*/ 5929 w 770887"/>
                <a:gd name="connsiteY66" fmla="*/ 230488 h 599162"/>
                <a:gd name="connsiteX67" fmla="*/ 8894 w 770887"/>
                <a:gd name="connsiteY67" fmla="*/ 233499 h 599162"/>
                <a:gd name="connsiteX68" fmla="*/ 16306 w 770887"/>
                <a:gd name="connsiteY68" fmla="*/ 235005 h 599162"/>
                <a:gd name="connsiteX69" fmla="*/ 23717 w 770887"/>
                <a:gd name="connsiteY69" fmla="*/ 235005 h 599162"/>
                <a:gd name="connsiteX70" fmla="*/ 28164 w 770887"/>
                <a:gd name="connsiteY70" fmla="*/ 238016 h 599162"/>
                <a:gd name="connsiteX71" fmla="*/ 28164 w 770887"/>
                <a:gd name="connsiteY71" fmla="*/ 242533 h 599162"/>
                <a:gd name="connsiteX72" fmla="*/ 31129 w 770887"/>
                <a:gd name="connsiteY72" fmla="*/ 245544 h 599162"/>
                <a:gd name="connsiteX73" fmla="*/ 37058 w 770887"/>
                <a:gd name="connsiteY73" fmla="*/ 251566 h 599162"/>
                <a:gd name="connsiteX74" fmla="*/ 44470 w 770887"/>
                <a:gd name="connsiteY74" fmla="*/ 262106 h 599162"/>
                <a:gd name="connsiteX75" fmla="*/ 40023 w 770887"/>
                <a:gd name="connsiteY75" fmla="*/ 262106 h 599162"/>
                <a:gd name="connsiteX76" fmla="*/ 31129 w 770887"/>
                <a:gd name="connsiteY76" fmla="*/ 262106 h 599162"/>
                <a:gd name="connsiteX77" fmla="*/ 29647 w 770887"/>
                <a:gd name="connsiteY77" fmla="*/ 265117 h 599162"/>
                <a:gd name="connsiteX78" fmla="*/ 23717 w 770887"/>
                <a:gd name="connsiteY78" fmla="*/ 259095 h 599162"/>
                <a:gd name="connsiteX79" fmla="*/ 20753 w 770887"/>
                <a:gd name="connsiteY79" fmla="*/ 250061 h 599162"/>
                <a:gd name="connsiteX80" fmla="*/ 19270 w 770887"/>
                <a:gd name="connsiteY80" fmla="*/ 247050 h 599162"/>
                <a:gd name="connsiteX81" fmla="*/ 16306 w 770887"/>
                <a:gd name="connsiteY81" fmla="*/ 244038 h 599162"/>
                <a:gd name="connsiteX82" fmla="*/ 14823 w 770887"/>
                <a:gd name="connsiteY82" fmla="*/ 244038 h 599162"/>
                <a:gd name="connsiteX83" fmla="*/ 13341 w 770887"/>
                <a:gd name="connsiteY83" fmla="*/ 244038 h 599162"/>
                <a:gd name="connsiteX84" fmla="*/ 10376 w 770887"/>
                <a:gd name="connsiteY84" fmla="*/ 244038 h 599162"/>
                <a:gd name="connsiteX85" fmla="*/ 8894 w 770887"/>
                <a:gd name="connsiteY85" fmla="*/ 244038 h 599162"/>
                <a:gd name="connsiteX86" fmla="*/ 4447 w 770887"/>
                <a:gd name="connsiteY86" fmla="*/ 244038 h 599162"/>
                <a:gd name="connsiteX87" fmla="*/ 2964 w 770887"/>
                <a:gd name="connsiteY87" fmla="*/ 242533 h 599162"/>
                <a:gd name="connsiteX88" fmla="*/ 1482 w 770887"/>
                <a:gd name="connsiteY88" fmla="*/ 239521 h 599162"/>
                <a:gd name="connsiteX89" fmla="*/ 0 w 770887"/>
                <a:gd name="connsiteY89" fmla="*/ 235005 h 599162"/>
                <a:gd name="connsiteX90" fmla="*/ 0 w 770887"/>
                <a:gd name="connsiteY90" fmla="*/ 230488 h 599162"/>
                <a:gd name="connsiteX91" fmla="*/ 4447 w 770887"/>
                <a:gd name="connsiteY91" fmla="*/ 224465 h 599162"/>
                <a:gd name="connsiteX92" fmla="*/ 277183 w 770887"/>
                <a:gd name="connsiteY92" fmla="*/ 0 h 599162"/>
                <a:gd name="connsiteX93" fmla="*/ 283168 w 770887"/>
                <a:gd name="connsiteY93" fmla="*/ 5977 h 599162"/>
                <a:gd name="connsiteX94" fmla="*/ 286160 w 770887"/>
                <a:gd name="connsiteY94" fmla="*/ 10459 h 599162"/>
                <a:gd name="connsiteX95" fmla="*/ 283168 w 770887"/>
                <a:gd name="connsiteY95" fmla="*/ 10459 h 599162"/>
                <a:gd name="connsiteX96" fmla="*/ 283168 w 770887"/>
                <a:gd name="connsiteY96" fmla="*/ 14942 h 599162"/>
                <a:gd name="connsiteX97" fmla="*/ 287656 w 770887"/>
                <a:gd name="connsiteY97" fmla="*/ 17930 h 599162"/>
                <a:gd name="connsiteX98" fmla="*/ 293640 w 770887"/>
                <a:gd name="connsiteY98" fmla="*/ 17930 h 599162"/>
                <a:gd name="connsiteX99" fmla="*/ 293640 w 770887"/>
                <a:gd name="connsiteY99" fmla="*/ 13447 h 599162"/>
                <a:gd name="connsiteX100" fmla="*/ 296632 w 770887"/>
                <a:gd name="connsiteY100" fmla="*/ 10459 h 599162"/>
                <a:gd name="connsiteX101" fmla="*/ 299624 w 770887"/>
                <a:gd name="connsiteY101" fmla="*/ 13447 h 599162"/>
                <a:gd name="connsiteX102" fmla="*/ 304113 w 770887"/>
                <a:gd name="connsiteY102" fmla="*/ 19424 h 599162"/>
                <a:gd name="connsiteX103" fmla="*/ 313089 w 770887"/>
                <a:gd name="connsiteY103" fmla="*/ 17930 h 599162"/>
                <a:gd name="connsiteX104" fmla="*/ 325058 w 770887"/>
                <a:gd name="connsiteY104" fmla="*/ 20918 h 599162"/>
                <a:gd name="connsiteX105" fmla="*/ 325058 w 770887"/>
                <a:gd name="connsiteY105" fmla="*/ 25401 h 599162"/>
                <a:gd name="connsiteX106" fmla="*/ 328050 w 770887"/>
                <a:gd name="connsiteY106" fmla="*/ 31377 h 599162"/>
                <a:gd name="connsiteX107" fmla="*/ 335530 w 770887"/>
                <a:gd name="connsiteY107" fmla="*/ 37354 h 599162"/>
                <a:gd name="connsiteX108" fmla="*/ 351987 w 770887"/>
                <a:gd name="connsiteY108" fmla="*/ 37354 h 599162"/>
                <a:gd name="connsiteX109" fmla="*/ 356475 w 770887"/>
                <a:gd name="connsiteY109" fmla="*/ 37354 h 599162"/>
                <a:gd name="connsiteX110" fmla="*/ 360963 w 770887"/>
                <a:gd name="connsiteY110" fmla="*/ 34366 h 599162"/>
                <a:gd name="connsiteX111" fmla="*/ 366948 w 770887"/>
                <a:gd name="connsiteY111" fmla="*/ 34366 h 599162"/>
                <a:gd name="connsiteX112" fmla="*/ 374428 w 770887"/>
                <a:gd name="connsiteY112" fmla="*/ 38848 h 599162"/>
                <a:gd name="connsiteX113" fmla="*/ 375924 w 770887"/>
                <a:gd name="connsiteY113" fmla="*/ 43331 h 599162"/>
                <a:gd name="connsiteX114" fmla="*/ 375924 w 770887"/>
                <a:gd name="connsiteY114" fmla="*/ 47813 h 599162"/>
                <a:gd name="connsiteX115" fmla="*/ 375924 w 770887"/>
                <a:gd name="connsiteY115" fmla="*/ 48560 h 599162"/>
                <a:gd name="connsiteX116" fmla="*/ 375924 w 770887"/>
                <a:gd name="connsiteY116" fmla="*/ 50802 h 599162"/>
                <a:gd name="connsiteX117" fmla="*/ 383404 w 770887"/>
                <a:gd name="connsiteY117" fmla="*/ 46319 h 599162"/>
                <a:gd name="connsiteX118" fmla="*/ 392381 w 770887"/>
                <a:gd name="connsiteY118" fmla="*/ 43331 h 599162"/>
                <a:gd name="connsiteX119" fmla="*/ 398365 w 770887"/>
                <a:gd name="connsiteY119" fmla="*/ 43331 h 599162"/>
                <a:gd name="connsiteX120" fmla="*/ 410334 w 770887"/>
                <a:gd name="connsiteY120" fmla="*/ 47813 h 599162"/>
                <a:gd name="connsiteX121" fmla="*/ 420806 w 770887"/>
                <a:gd name="connsiteY121" fmla="*/ 50802 h 599162"/>
                <a:gd name="connsiteX122" fmla="*/ 432775 w 770887"/>
                <a:gd name="connsiteY122" fmla="*/ 47813 h 599162"/>
                <a:gd name="connsiteX123" fmla="*/ 438759 w 770887"/>
                <a:gd name="connsiteY123" fmla="*/ 43331 h 599162"/>
                <a:gd name="connsiteX124" fmla="*/ 444743 w 770887"/>
                <a:gd name="connsiteY124" fmla="*/ 43331 h 599162"/>
                <a:gd name="connsiteX125" fmla="*/ 447736 w 770887"/>
                <a:gd name="connsiteY125" fmla="*/ 43331 h 599162"/>
                <a:gd name="connsiteX126" fmla="*/ 455216 w 770887"/>
                <a:gd name="connsiteY126" fmla="*/ 50802 h 599162"/>
                <a:gd name="connsiteX127" fmla="*/ 462696 w 770887"/>
                <a:gd name="connsiteY127" fmla="*/ 56778 h 599162"/>
                <a:gd name="connsiteX128" fmla="*/ 476161 w 770887"/>
                <a:gd name="connsiteY128" fmla="*/ 58272 h 599162"/>
                <a:gd name="connsiteX129" fmla="*/ 482145 w 770887"/>
                <a:gd name="connsiteY129" fmla="*/ 110568 h 599162"/>
                <a:gd name="connsiteX130" fmla="*/ 500098 w 770887"/>
                <a:gd name="connsiteY130" fmla="*/ 242056 h 599162"/>
                <a:gd name="connsiteX131" fmla="*/ 521043 w 770887"/>
                <a:gd name="connsiteY131" fmla="*/ 400438 h 599162"/>
                <a:gd name="connsiteX132" fmla="*/ 525531 w 770887"/>
                <a:gd name="connsiteY132" fmla="*/ 409403 h 599162"/>
                <a:gd name="connsiteX133" fmla="*/ 540492 w 770887"/>
                <a:gd name="connsiteY133" fmla="*/ 409403 h 599162"/>
                <a:gd name="connsiteX134" fmla="*/ 543484 w 770887"/>
                <a:gd name="connsiteY134" fmla="*/ 400438 h 599162"/>
                <a:gd name="connsiteX135" fmla="*/ 555453 w 770887"/>
                <a:gd name="connsiteY135" fmla="*/ 400438 h 599162"/>
                <a:gd name="connsiteX136" fmla="*/ 555453 w 770887"/>
                <a:gd name="connsiteY136" fmla="*/ 404920 h 599162"/>
                <a:gd name="connsiteX137" fmla="*/ 559941 w 770887"/>
                <a:gd name="connsiteY137" fmla="*/ 410897 h 599162"/>
                <a:gd name="connsiteX138" fmla="*/ 579390 w 770887"/>
                <a:gd name="connsiteY138" fmla="*/ 424344 h 599162"/>
                <a:gd name="connsiteX139" fmla="*/ 595847 w 770887"/>
                <a:gd name="connsiteY139" fmla="*/ 442274 h 599162"/>
                <a:gd name="connsiteX140" fmla="*/ 604823 w 770887"/>
                <a:gd name="connsiteY140" fmla="*/ 434803 h 599162"/>
                <a:gd name="connsiteX141" fmla="*/ 610807 w 770887"/>
                <a:gd name="connsiteY141" fmla="*/ 419862 h 599162"/>
                <a:gd name="connsiteX142" fmla="*/ 618288 w 770887"/>
                <a:gd name="connsiteY142" fmla="*/ 412391 h 599162"/>
                <a:gd name="connsiteX143" fmla="*/ 625768 w 770887"/>
                <a:gd name="connsiteY143" fmla="*/ 407908 h 599162"/>
                <a:gd name="connsiteX144" fmla="*/ 639233 w 770887"/>
                <a:gd name="connsiteY144" fmla="*/ 413885 h 599162"/>
                <a:gd name="connsiteX145" fmla="*/ 655690 w 770887"/>
                <a:gd name="connsiteY145" fmla="*/ 425838 h 599162"/>
                <a:gd name="connsiteX146" fmla="*/ 672146 w 770887"/>
                <a:gd name="connsiteY146" fmla="*/ 442274 h 599162"/>
                <a:gd name="connsiteX147" fmla="*/ 684115 w 770887"/>
                <a:gd name="connsiteY147" fmla="*/ 455722 h 599162"/>
                <a:gd name="connsiteX148" fmla="*/ 708052 w 770887"/>
                <a:gd name="connsiteY148" fmla="*/ 479629 h 599162"/>
                <a:gd name="connsiteX149" fmla="*/ 723013 w 770887"/>
                <a:gd name="connsiteY149" fmla="*/ 500547 h 599162"/>
                <a:gd name="connsiteX150" fmla="*/ 731989 w 770887"/>
                <a:gd name="connsiteY150" fmla="*/ 502041 h 599162"/>
                <a:gd name="connsiteX151" fmla="*/ 742462 w 770887"/>
                <a:gd name="connsiteY151" fmla="*/ 503535 h 599162"/>
                <a:gd name="connsiteX152" fmla="*/ 760415 w 770887"/>
                <a:gd name="connsiteY152" fmla="*/ 509512 h 599162"/>
                <a:gd name="connsiteX153" fmla="*/ 767895 w 770887"/>
                <a:gd name="connsiteY153" fmla="*/ 513994 h 599162"/>
                <a:gd name="connsiteX154" fmla="*/ 767895 w 770887"/>
                <a:gd name="connsiteY154" fmla="*/ 519971 h 599162"/>
                <a:gd name="connsiteX155" fmla="*/ 770887 w 770887"/>
                <a:gd name="connsiteY155" fmla="*/ 533419 h 599162"/>
                <a:gd name="connsiteX156" fmla="*/ 770887 w 770887"/>
                <a:gd name="connsiteY156" fmla="*/ 539395 h 599162"/>
                <a:gd name="connsiteX157" fmla="*/ 770887 w 770887"/>
                <a:gd name="connsiteY157" fmla="*/ 545372 h 599162"/>
                <a:gd name="connsiteX158" fmla="*/ 770887 w 770887"/>
                <a:gd name="connsiteY158" fmla="*/ 558820 h 599162"/>
                <a:gd name="connsiteX159" fmla="*/ 764903 w 770887"/>
                <a:gd name="connsiteY159" fmla="*/ 563302 h 599162"/>
                <a:gd name="connsiteX160" fmla="*/ 760415 w 770887"/>
                <a:gd name="connsiteY160" fmla="*/ 557325 h 599162"/>
                <a:gd name="connsiteX161" fmla="*/ 755926 w 770887"/>
                <a:gd name="connsiteY161" fmla="*/ 549855 h 599162"/>
                <a:gd name="connsiteX162" fmla="*/ 751438 w 770887"/>
                <a:gd name="connsiteY162" fmla="*/ 552843 h 599162"/>
                <a:gd name="connsiteX163" fmla="*/ 755926 w 770887"/>
                <a:gd name="connsiteY163" fmla="*/ 560314 h 599162"/>
                <a:gd name="connsiteX164" fmla="*/ 752934 w 770887"/>
                <a:gd name="connsiteY164" fmla="*/ 561808 h 599162"/>
                <a:gd name="connsiteX165" fmla="*/ 748446 w 770887"/>
                <a:gd name="connsiteY165" fmla="*/ 558820 h 599162"/>
                <a:gd name="connsiteX166" fmla="*/ 739470 w 770887"/>
                <a:gd name="connsiteY166" fmla="*/ 555831 h 599162"/>
                <a:gd name="connsiteX167" fmla="*/ 739470 w 770887"/>
                <a:gd name="connsiteY167" fmla="*/ 549855 h 599162"/>
                <a:gd name="connsiteX168" fmla="*/ 736478 w 770887"/>
                <a:gd name="connsiteY168" fmla="*/ 542384 h 599162"/>
                <a:gd name="connsiteX169" fmla="*/ 731989 w 770887"/>
                <a:gd name="connsiteY169" fmla="*/ 539395 h 599162"/>
                <a:gd name="connsiteX170" fmla="*/ 728997 w 770887"/>
                <a:gd name="connsiteY170" fmla="*/ 533419 h 599162"/>
                <a:gd name="connsiteX171" fmla="*/ 717029 w 770887"/>
                <a:gd name="connsiteY171" fmla="*/ 524454 h 599162"/>
                <a:gd name="connsiteX172" fmla="*/ 706556 w 770887"/>
                <a:gd name="connsiteY172" fmla="*/ 525948 h 599162"/>
                <a:gd name="connsiteX173" fmla="*/ 709548 w 770887"/>
                <a:gd name="connsiteY173" fmla="*/ 530430 h 599162"/>
                <a:gd name="connsiteX174" fmla="*/ 712540 w 770887"/>
                <a:gd name="connsiteY174" fmla="*/ 533419 h 599162"/>
                <a:gd name="connsiteX175" fmla="*/ 723013 w 770887"/>
                <a:gd name="connsiteY175" fmla="*/ 539395 h 599162"/>
                <a:gd name="connsiteX176" fmla="*/ 728997 w 770887"/>
                <a:gd name="connsiteY176" fmla="*/ 545372 h 599162"/>
                <a:gd name="connsiteX177" fmla="*/ 728997 w 770887"/>
                <a:gd name="connsiteY177" fmla="*/ 549855 h 599162"/>
                <a:gd name="connsiteX178" fmla="*/ 733485 w 770887"/>
                <a:gd name="connsiteY178" fmla="*/ 554337 h 599162"/>
                <a:gd name="connsiteX179" fmla="*/ 736478 w 770887"/>
                <a:gd name="connsiteY179" fmla="*/ 558820 h 599162"/>
                <a:gd name="connsiteX180" fmla="*/ 739470 w 770887"/>
                <a:gd name="connsiteY180" fmla="*/ 569279 h 599162"/>
                <a:gd name="connsiteX181" fmla="*/ 739470 w 770887"/>
                <a:gd name="connsiteY181" fmla="*/ 572267 h 599162"/>
                <a:gd name="connsiteX182" fmla="*/ 734981 w 770887"/>
                <a:gd name="connsiteY182" fmla="*/ 573761 h 599162"/>
                <a:gd name="connsiteX183" fmla="*/ 731989 w 770887"/>
                <a:gd name="connsiteY183" fmla="*/ 566290 h 599162"/>
                <a:gd name="connsiteX184" fmla="*/ 731989 w 770887"/>
                <a:gd name="connsiteY184" fmla="*/ 573761 h 599162"/>
                <a:gd name="connsiteX185" fmla="*/ 728997 w 770887"/>
                <a:gd name="connsiteY185" fmla="*/ 579738 h 599162"/>
                <a:gd name="connsiteX186" fmla="*/ 724509 w 770887"/>
                <a:gd name="connsiteY186" fmla="*/ 578244 h 599162"/>
                <a:gd name="connsiteX187" fmla="*/ 717029 w 770887"/>
                <a:gd name="connsiteY187" fmla="*/ 570773 h 599162"/>
                <a:gd name="connsiteX188" fmla="*/ 709548 w 770887"/>
                <a:gd name="connsiteY188" fmla="*/ 561808 h 599162"/>
                <a:gd name="connsiteX189" fmla="*/ 703564 w 770887"/>
                <a:gd name="connsiteY189" fmla="*/ 564796 h 599162"/>
                <a:gd name="connsiteX190" fmla="*/ 699076 w 770887"/>
                <a:gd name="connsiteY190" fmla="*/ 564796 h 599162"/>
                <a:gd name="connsiteX191" fmla="*/ 702068 w 770887"/>
                <a:gd name="connsiteY191" fmla="*/ 555831 h 599162"/>
                <a:gd name="connsiteX192" fmla="*/ 709548 w 770887"/>
                <a:gd name="connsiteY192" fmla="*/ 554337 h 599162"/>
                <a:gd name="connsiteX193" fmla="*/ 706556 w 770887"/>
                <a:gd name="connsiteY193" fmla="*/ 545372 h 599162"/>
                <a:gd name="connsiteX194" fmla="*/ 697580 w 770887"/>
                <a:gd name="connsiteY194" fmla="*/ 549855 h 599162"/>
                <a:gd name="connsiteX195" fmla="*/ 700572 w 770887"/>
                <a:gd name="connsiteY195" fmla="*/ 540890 h 599162"/>
                <a:gd name="connsiteX196" fmla="*/ 696084 w 770887"/>
                <a:gd name="connsiteY196" fmla="*/ 534913 h 599162"/>
                <a:gd name="connsiteX197" fmla="*/ 694588 w 770887"/>
                <a:gd name="connsiteY197" fmla="*/ 530430 h 599162"/>
                <a:gd name="connsiteX198" fmla="*/ 694588 w 770887"/>
                <a:gd name="connsiteY198" fmla="*/ 525948 h 599162"/>
                <a:gd name="connsiteX199" fmla="*/ 700572 w 770887"/>
                <a:gd name="connsiteY199" fmla="*/ 516983 h 599162"/>
                <a:gd name="connsiteX200" fmla="*/ 693091 w 770887"/>
                <a:gd name="connsiteY200" fmla="*/ 516983 h 599162"/>
                <a:gd name="connsiteX201" fmla="*/ 690099 w 770887"/>
                <a:gd name="connsiteY201" fmla="*/ 519971 h 599162"/>
                <a:gd name="connsiteX202" fmla="*/ 690099 w 770887"/>
                <a:gd name="connsiteY202" fmla="*/ 522959 h 599162"/>
                <a:gd name="connsiteX203" fmla="*/ 690099 w 770887"/>
                <a:gd name="connsiteY203" fmla="*/ 531925 h 599162"/>
                <a:gd name="connsiteX204" fmla="*/ 685611 w 770887"/>
                <a:gd name="connsiteY204" fmla="*/ 534913 h 599162"/>
                <a:gd name="connsiteX205" fmla="*/ 682619 w 770887"/>
                <a:gd name="connsiteY205" fmla="*/ 537901 h 599162"/>
                <a:gd name="connsiteX206" fmla="*/ 682619 w 770887"/>
                <a:gd name="connsiteY206" fmla="*/ 533419 h 599162"/>
                <a:gd name="connsiteX207" fmla="*/ 681123 w 770887"/>
                <a:gd name="connsiteY207" fmla="*/ 527442 h 599162"/>
                <a:gd name="connsiteX208" fmla="*/ 679627 w 770887"/>
                <a:gd name="connsiteY208" fmla="*/ 519971 h 599162"/>
                <a:gd name="connsiteX209" fmla="*/ 678131 w 770887"/>
                <a:gd name="connsiteY209" fmla="*/ 515489 h 599162"/>
                <a:gd name="connsiteX210" fmla="*/ 676635 w 770887"/>
                <a:gd name="connsiteY210" fmla="*/ 511006 h 599162"/>
                <a:gd name="connsiteX211" fmla="*/ 676635 w 770887"/>
                <a:gd name="connsiteY211" fmla="*/ 506524 h 599162"/>
                <a:gd name="connsiteX212" fmla="*/ 681123 w 770887"/>
                <a:gd name="connsiteY212" fmla="*/ 503535 h 599162"/>
                <a:gd name="connsiteX213" fmla="*/ 684115 w 770887"/>
                <a:gd name="connsiteY213" fmla="*/ 499053 h 599162"/>
                <a:gd name="connsiteX214" fmla="*/ 690099 w 770887"/>
                <a:gd name="connsiteY214" fmla="*/ 493076 h 599162"/>
                <a:gd name="connsiteX215" fmla="*/ 684115 w 770887"/>
                <a:gd name="connsiteY215" fmla="*/ 482617 h 599162"/>
                <a:gd name="connsiteX216" fmla="*/ 681123 w 770887"/>
                <a:gd name="connsiteY216" fmla="*/ 484111 h 599162"/>
                <a:gd name="connsiteX217" fmla="*/ 678131 w 770887"/>
                <a:gd name="connsiteY217" fmla="*/ 491582 h 599162"/>
                <a:gd name="connsiteX218" fmla="*/ 672146 w 770887"/>
                <a:gd name="connsiteY218" fmla="*/ 499053 h 599162"/>
                <a:gd name="connsiteX219" fmla="*/ 667658 w 770887"/>
                <a:gd name="connsiteY219" fmla="*/ 502041 h 599162"/>
                <a:gd name="connsiteX220" fmla="*/ 666162 w 770887"/>
                <a:gd name="connsiteY220" fmla="*/ 505029 h 599162"/>
                <a:gd name="connsiteX221" fmla="*/ 669154 w 770887"/>
                <a:gd name="connsiteY221" fmla="*/ 516983 h 599162"/>
                <a:gd name="connsiteX222" fmla="*/ 675139 w 770887"/>
                <a:gd name="connsiteY222" fmla="*/ 533419 h 599162"/>
                <a:gd name="connsiteX223" fmla="*/ 669154 w 770887"/>
                <a:gd name="connsiteY223" fmla="*/ 531925 h 599162"/>
                <a:gd name="connsiteX224" fmla="*/ 660178 w 770887"/>
                <a:gd name="connsiteY224" fmla="*/ 513994 h 599162"/>
                <a:gd name="connsiteX225" fmla="*/ 649705 w 770887"/>
                <a:gd name="connsiteY225" fmla="*/ 499053 h 599162"/>
                <a:gd name="connsiteX226" fmla="*/ 646713 w 770887"/>
                <a:gd name="connsiteY226" fmla="*/ 508018 h 599162"/>
                <a:gd name="connsiteX227" fmla="*/ 643721 w 770887"/>
                <a:gd name="connsiteY227" fmla="*/ 506524 h 599162"/>
                <a:gd name="connsiteX228" fmla="*/ 639233 w 770887"/>
                <a:gd name="connsiteY228" fmla="*/ 496064 h 599162"/>
                <a:gd name="connsiteX229" fmla="*/ 633249 w 770887"/>
                <a:gd name="connsiteY229" fmla="*/ 491582 h 599162"/>
                <a:gd name="connsiteX230" fmla="*/ 618288 w 770887"/>
                <a:gd name="connsiteY230" fmla="*/ 475146 h 599162"/>
                <a:gd name="connsiteX231" fmla="*/ 618288 w 770887"/>
                <a:gd name="connsiteY231" fmla="*/ 464687 h 599162"/>
                <a:gd name="connsiteX232" fmla="*/ 615296 w 770887"/>
                <a:gd name="connsiteY232" fmla="*/ 470664 h 599162"/>
                <a:gd name="connsiteX233" fmla="*/ 607815 w 770887"/>
                <a:gd name="connsiteY233" fmla="*/ 467675 h 599162"/>
                <a:gd name="connsiteX234" fmla="*/ 591358 w 770887"/>
                <a:gd name="connsiteY234" fmla="*/ 452734 h 599162"/>
                <a:gd name="connsiteX235" fmla="*/ 580886 w 770887"/>
                <a:gd name="connsiteY235" fmla="*/ 440780 h 599162"/>
                <a:gd name="connsiteX236" fmla="*/ 574902 w 770887"/>
                <a:gd name="connsiteY236" fmla="*/ 442274 h 599162"/>
                <a:gd name="connsiteX237" fmla="*/ 561437 w 770887"/>
                <a:gd name="connsiteY237" fmla="*/ 439286 h 599162"/>
                <a:gd name="connsiteX238" fmla="*/ 552461 w 770887"/>
                <a:gd name="connsiteY238" fmla="*/ 430321 h 599162"/>
                <a:gd name="connsiteX239" fmla="*/ 552461 w 770887"/>
                <a:gd name="connsiteY239" fmla="*/ 419862 h 599162"/>
                <a:gd name="connsiteX240" fmla="*/ 547972 w 770887"/>
                <a:gd name="connsiteY240" fmla="*/ 422850 h 599162"/>
                <a:gd name="connsiteX241" fmla="*/ 530020 w 770887"/>
                <a:gd name="connsiteY241" fmla="*/ 422850 h 599162"/>
                <a:gd name="connsiteX242" fmla="*/ 521043 w 770887"/>
                <a:gd name="connsiteY242" fmla="*/ 421356 h 599162"/>
                <a:gd name="connsiteX243" fmla="*/ 510571 w 770887"/>
                <a:gd name="connsiteY243" fmla="*/ 418368 h 599162"/>
                <a:gd name="connsiteX244" fmla="*/ 491122 w 770887"/>
                <a:gd name="connsiteY244" fmla="*/ 416873 h 599162"/>
                <a:gd name="connsiteX245" fmla="*/ 471673 w 770887"/>
                <a:gd name="connsiteY245" fmla="*/ 421356 h 599162"/>
                <a:gd name="connsiteX246" fmla="*/ 458208 w 770887"/>
                <a:gd name="connsiteY246" fmla="*/ 424344 h 599162"/>
                <a:gd name="connsiteX247" fmla="*/ 461200 w 770887"/>
                <a:gd name="connsiteY247" fmla="*/ 412391 h 599162"/>
                <a:gd name="connsiteX248" fmla="*/ 456712 w 770887"/>
                <a:gd name="connsiteY248" fmla="*/ 415379 h 599162"/>
                <a:gd name="connsiteX249" fmla="*/ 449232 w 770887"/>
                <a:gd name="connsiteY249" fmla="*/ 410897 h 599162"/>
                <a:gd name="connsiteX250" fmla="*/ 443247 w 770887"/>
                <a:gd name="connsiteY250" fmla="*/ 407908 h 599162"/>
                <a:gd name="connsiteX251" fmla="*/ 437263 w 770887"/>
                <a:gd name="connsiteY251" fmla="*/ 407908 h 599162"/>
                <a:gd name="connsiteX252" fmla="*/ 432775 w 770887"/>
                <a:gd name="connsiteY252" fmla="*/ 407908 h 599162"/>
                <a:gd name="connsiteX253" fmla="*/ 425294 w 770887"/>
                <a:gd name="connsiteY253" fmla="*/ 412391 h 599162"/>
                <a:gd name="connsiteX254" fmla="*/ 419310 w 770887"/>
                <a:gd name="connsiteY254" fmla="*/ 415379 h 599162"/>
                <a:gd name="connsiteX255" fmla="*/ 413326 w 770887"/>
                <a:gd name="connsiteY255" fmla="*/ 422850 h 599162"/>
                <a:gd name="connsiteX256" fmla="*/ 410334 w 770887"/>
                <a:gd name="connsiteY256" fmla="*/ 425838 h 599162"/>
                <a:gd name="connsiteX257" fmla="*/ 402853 w 770887"/>
                <a:gd name="connsiteY257" fmla="*/ 424344 h 599162"/>
                <a:gd name="connsiteX258" fmla="*/ 410334 w 770887"/>
                <a:gd name="connsiteY258" fmla="*/ 418368 h 599162"/>
                <a:gd name="connsiteX259" fmla="*/ 419310 w 770887"/>
                <a:gd name="connsiteY259" fmla="*/ 409403 h 599162"/>
                <a:gd name="connsiteX260" fmla="*/ 425294 w 770887"/>
                <a:gd name="connsiteY260" fmla="*/ 403426 h 599162"/>
                <a:gd name="connsiteX261" fmla="*/ 429783 w 770887"/>
                <a:gd name="connsiteY261" fmla="*/ 397449 h 599162"/>
                <a:gd name="connsiteX262" fmla="*/ 426791 w 770887"/>
                <a:gd name="connsiteY262" fmla="*/ 397449 h 599162"/>
                <a:gd name="connsiteX263" fmla="*/ 420806 w 770887"/>
                <a:gd name="connsiteY263" fmla="*/ 394461 h 599162"/>
                <a:gd name="connsiteX264" fmla="*/ 420806 w 770887"/>
                <a:gd name="connsiteY264" fmla="*/ 384002 h 599162"/>
                <a:gd name="connsiteX265" fmla="*/ 414822 w 770887"/>
                <a:gd name="connsiteY265" fmla="*/ 388484 h 599162"/>
                <a:gd name="connsiteX266" fmla="*/ 413326 w 770887"/>
                <a:gd name="connsiteY266" fmla="*/ 389978 h 599162"/>
                <a:gd name="connsiteX267" fmla="*/ 402853 w 770887"/>
                <a:gd name="connsiteY267" fmla="*/ 389978 h 599162"/>
                <a:gd name="connsiteX268" fmla="*/ 393877 w 770887"/>
                <a:gd name="connsiteY268" fmla="*/ 388484 h 599162"/>
                <a:gd name="connsiteX269" fmla="*/ 389389 w 770887"/>
                <a:gd name="connsiteY269" fmla="*/ 392967 h 599162"/>
                <a:gd name="connsiteX270" fmla="*/ 386397 w 770887"/>
                <a:gd name="connsiteY270" fmla="*/ 401932 h 599162"/>
                <a:gd name="connsiteX271" fmla="*/ 392381 w 770887"/>
                <a:gd name="connsiteY271" fmla="*/ 409403 h 599162"/>
                <a:gd name="connsiteX272" fmla="*/ 389389 w 770887"/>
                <a:gd name="connsiteY272" fmla="*/ 421356 h 599162"/>
                <a:gd name="connsiteX273" fmla="*/ 381908 w 770887"/>
                <a:gd name="connsiteY273" fmla="*/ 428827 h 599162"/>
                <a:gd name="connsiteX274" fmla="*/ 374428 w 770887"/>
                <a:gd name="connsiteY274" fmla="*/ 428827 h 599162"/>
                <a:gd name="connsiteX275" fmla="*/ 365452 w 770887"/>
                <a:gd name="connsiteY275" fmla="*/ 428827 h 599162"/>
                <a:gd name="connsiteX276" fmla="*/ 362459 w 770887"/>
                <a:gd name="connsiteY276" fmla="*/ 439286 h 599162"/>
                <a:gd name="connsiteX277" fmla="*/ 350491 w 770887"/>
                <a:gd name="connsiteY277" fmla="*/ 443769 h 599162"/>
                <a:gd name="connsiteX278" fmla="*/ 348995 w 770887"/>
                <a:gd name="connsiteY278" fmla="*/ 446757 h 599162"/>
                <a:gd name="connsiteX279" fmla="*/ 338522 w 770887"/>
                <a:gd name="connsiteY279" fmla="*/ 454228 h 599162"/>
                <a:gd name="connsiteX280" fmla="*/ 328050 w 770887"/>
                <a:gd name="connsiteY280" fmla="*/ 457216 h 599162"/>
                <a:gd name="connsiteX281" fmla="*/ 322065 w 770887"/>
                <a:gd name="connsiteY281" fmla="*/ 458710 h 599162"/>
                <a:gd name="connsiteX282" fmla="*/ 319073 w 770887"/>
                <a:gd name="connsiteY282" fmla="*/ 454228 h 599162"/>
                <a:gd name="connsiteX283" fmla="*/ 317577 w 770887"/>
                <a:gd name="connsiteY283" fmla="*/ 451239 h 599162"/>
                <a:gd name="connsiteX284" fmla="*/ 325058 w 770887"/>
                <a:gd name="connsiteY284" fmla="*/ 448251 h 599162"/>
                <a:gd name="connsiteX285" fmla="*/ 331042 w 770887"/>
                <a:gd name="connsiteY285" fmla="*/ 440780 h 599162"/>
                <a:gd name="connsiteX286" fmla="*/ 323561 w 770887"/>
                <a:gd name="connsiteY286" fmla="*/ 440780 h 599162"/>
                <a:gd name="connsiteX287" fmla="*/ 320569 w 770887"/>
                <a:gd name="connsiteY287" fmla="*/ 436298 h 599162"/>
                <a:gd name="connsiteX288" fmla="*/ 328050 w 770887"/>
                <a:gd name="connsiteY288" fmla="*/ 425838 h 599162"/>
                <a:gd name="connsiteX289" fmla="*/ 331042 w 770887"/>
                <a:gd name="connsiteY289" fmla="*/ 415379 h 599162"/>
                <a:gd name="connsiteX290" fmla="*/ 335530 w 770887"/>
                <a:gd name="connsiteY290" fmla="*/ 400438 h 599162"/>
                <a:gd name="connsiteX291" fmla="*/ 343010 w 770887"/>
                <a:gd name="connsiteY291" fmla="*/ 391473 h 599162"/>
                <a:gd name="connsiteX292" fmla="*/ 369940 w 770887"/>
                <a:gd name="connsiteY292" fmla="*/ 394461 h 599162"/>
                <a:gd name="connsiteX293" fmla="*/ 365452 w 770887"/>
                <a:gd name="connsiteY293" fmla="*/ 388484 h 599162"/>
                <a:gd name="connsiteX294" fmla="*/ 357971 w 770887"/>
                <a:gd name="connsiteY294" fmla="*/ 386990 h 599162"/>
                <a:gd name="connsiteX295" fmla="*/ 344507 w 770887"/>
                <a:gd name="connsiteY295" fmla="*/ 381013 h 599162"/>
                <a:gd name="connsiteX296" fmla="*/ 334034 w 770887"/>
                <a:gd name="connsiteY296" fmla="*/ 385496 h 599162"/>
                <a:gd name="connsiteX297" fmla="*/ 325058 w 770887"/>
                <a:gd name="connsiteY297" fmla="*/ 392967 h 599162"/>
                <a:gd name="connsiteX298" fmla="*/ 316081 w 770887"/>
                <a:gd name="connsiteY298" fmla="*/ 400438 h 599162"/>
                <a:gd name="connsiteX299" fmla="*/ 311593 w 770887"/>
                <a:gd name="connsiteY299" fmla="*/ 409403 h 599162"/>
                <a:gd name="connsiteX300" fmla="*/ 310097 w 770887"/>
                <a:gd name="connsiteY300" fmla="*/ 416873 h 599162"/>
                <a:gd name="connsiteX301" fmla="*/ 304113 w 770887"/>
                <a:gd name="connsiteY301" fmla="*/ 416873 h 599162"/>
                <a:gd name="connsiteX302" fmla="*/ 304113 w 770887"/>
                <a:gd name="connsiteY302" fmla="*/ 419862 h 599162"/>
                <a:gd name="connsiteX303" fmla="*/ 307105 w 770887"/>
                <a:gd name="connsiteY303" fmla="*/ 425838 h 599162"/>
                <a:gd name="connsiteX304" fmla="*/ 305609 w 770887"/>
                <a:gd name="connsiteY304" fmla="*/ 430321 h 599162"/>
                <a:gd name="connsiteX305" fmla="*/ 301120 w 770887"/>
                <a:gd name="connsiteY305" fmla="*/ 434803 h 599162"/>
                <a:gd name="connsiteX306" fmla="*/ 290648 w 770887"/>
                <a:gd name="connsiteY306" fmla="*/ 440780 h 599162"/>
                <a:gd name="connsiteX307" fmla="*/ 284664 w 770887"/>
                <a:gd name="connsiteY307" fmla="*/ 445263 h 599162"/>
                <a:gd name="connsiteX308" fmla="*/ 277183 w 770887"/>
                <a:gd name="connsiteY308" fmla="*/ 452734 h 599162"/>
                <a:gd name="connsiteX309" fmla="*/ 275687 w 770887"/>
                <a:gd name="connsiteY309" fmla="*/ 460204 h 599162"/>
                <a:gd name="connsiteX310" fmla="*/ 286160 w 770887"/>
                <a:gd name="connsiteY310" fmla="*/ 463193 h 599162"/>
                <a:gd name="connsiteX311" fmla="*/ 287656 w 770887"/>
                <a:gd name="connsiteY311" fmla="*/ 473652 h 599162"/>
                <a:gd name="connsiteX312" fmla="*/ 283168 w 770887"/>
                <a:gd name="connsiteY312" fmla="*/ 479629 h 599162"/>
                <a:gd name="connsiteX313" fmla="*/ 275687 w 770887"/>
                <a:gd name="connsiteY313" fmla="*/ 484111 h 599162"/>
                <a:gd name="connsiteX314" fmla="*/ 266711 w 770887"/>
                <a:gd name="connsiteY314" fmla="*/ 496064 h 599162"/>
                <a:gd name="connsiteX315" fmla="*/ 253246 w 770887"/>
                <a:gd name="connsiteY315" fmla="*/ 505029 h 599162"/>
                <a:gd name="connsiteX316" fmla="*/ 226317 w 770887"/>
                <a:gd name="connsiteY316" fmla="*/ 518477 h 599162"/>
                <a:gd name="connsiteX317" fmla="*/ 224821 w 770887"/>
                <a:gd name="connsiteY317" fmla="*/ 530430 h 599162"/>
                <a:gd name="connsiteX318" fmla="*/ 214348 w 770887"/>
                <a:gd name="connsiteY318" fmla="*/ 534913 h 599162"/>
                <a:gd name="connsiteX319" fmla="*/ 203876 w 770887"/>
                <a:gd name="connsiteY319" fmla="*/ 540890 h 599162"/>
                <a:gd name="connsiteX320" fmla="*/ 190411 w 770887"/>
                <a:gd name="connsiteY320" fmla="*/ 545372 h 599162"/>
                <a:gd name="connsiteX321" fmla="*/ 185923 w 770887"/>
                <a:gd name="connsiteY321" fmla="*/ 548360 h 599162"/>
                <a:gd name="connsiteX322" fmla="*/ 179939 w 770887"/>
                <a:gd name="connsiteY322" fmla="*/ 552843 h 599162"/>
                <a:gd name="connsiteX323" fmla="*/ 175450 w 770887"/>
                <a:gd name="connsiteY323" fmla="*/ 557325 h 599162"/>
                <a:gd name="connsiteX324" fmla="*/ 172458 w 770887"/>
                <a:gd name="connsiteY324" fmla="*/ 566290 h 599162"/>
                <a:gd name="connsiteX325" fmla="*/ 164978 w 770887"/>
                <a:gd name="connsiteY325" fmla="*/ 567785 h 599162"/>
                <a:gd name="connsiteX326" fmla="*/ 154505 w 770887"/>
                <a:gd name="connsiteY326" fmla="*/ 570773 h 599162"/>
                <a:gd name="connsiteX327" fmla="*/ 147025 w 770887"/>
                <a:gd name="connsiteY327" fmla="*/ 570773 h 599162"/>
                <a:gd name="connsiteX328" fmla="*/ 139545 w 770887"/>
                <a:gd name="connsiteY328" fmla="*/ 573761 h 599162"/>
                <a:gd name="connsiteX329" fmla="*/ 129072 w 770887"/>
                <a:gd name="connsiteY329" fmla="*/ 579738 h 599162"/>
                <a:gd name="connsiteX330" fmla="*/ 132064 w 770887"/>
                <a:gd name="connsiteY330" fmla="*/ 587209 h 599162"/>
                <a:gd name="connsiteX331" fmla="*/ 129072 w 770887"/>
                <a:gd name="connsiteY331" fmla="*/ 588703 h 599162"/>
                <a:gd name="connsiteX332" fmla="*/ 121592 w 770887"/>
                <a:gd name="connsiteY332" fmla="*/ 584220 h 599162"/>
                <a:gd name="connsiteX333" fmla="*/ 114111 w 770887"/>
                <a:gd name="connsiteY333" fmla="*/ 581232 h 599162"/>
                <a:gd name="connsiteX334" fmla="*/ 108127 w 770887"/>
                <a:gd name="connsiteY334" fmla="*/ 572267 h 599162"/>
                <a:gd name="connsiteX335" fmla="*/ 106631 w 770887"/>
                <a:gd name="connsiteY335" fmla="*/ 575255 h 599162"/>
                <a:gd name="connsiteX336" fmla="*/ 106631 w 770887"/>
                <a:gd name="connsiteY336" fmla="*/ 587209 h 599162"/>
                <a:gd name="connsiteX337" fmla="*/ 97655 w 770887"/>
                <a:gd name="connsiteY337" fmla="*/ 587209 h 599162"/>
                <a:gd name="connsiteX338" fmla="*/ 97655 w 770887"/>
                <a:gd name="connsiteY338" fmla="*/ 591691 h 599162"/>
                <a:gd name="connsiteX339" fmla="*/ 88678 w 770887"/>
                <a:gd name="connsiteY339" fmla="*/ 591691 h 599162"/>
                <a:gd name="connsiteX340" fmla="*/ 88678 w 770887"/>
                <a:gd name="connsiteY340" fmla="*/ 590197 h 599162"/>
                <a:gd name="connsiteX341" fmla="*/ 84190 w 770887"/>
                <a:gd name="connsiteY341" fmla="*/ 588703 h 599162"/>
                <a:gd name="connsiteX342" fmla="*/ 78206 w 770887"/>
                <a:gd name="connsiteY342" fmla="*/ 588703 h 599162"/>
                <a:gd name="connsiteX343" fmla="*/ 70725 w 770887"/>
                <a:gd name="connsiteY343" fmla="*/ 590197 h 599162"/>
                <a:gd name="connsiteX344" fmla="*/ 61749 w 770887"/>
                <a:gd name="connsiteY344" fmla="*/ 599162 h 599162"/>
                <a:gd name="connsiteX345" fmla="*/ 45292 w 770887"/>
                <a:gd name="connsiteY345" fmla="*/ 599162 h 599162"/>
                <a:gd name="connsiteX346" fmla="*/ 30331 w 770887"/>
                <a:gd name="connsiteY346" fmla="*/ 599162 h 599162"/>
                <a:gd name="connsiteX347" fmla="*/ 30331 w 770887"/>
                <a:gd name="connsiteY347" fmla="*/ 593185 h 599162"/>
                <a:gd name="connsiteX348" fmla="*/ 40804 w 770887"/>
                <a:gd name="connsiteY348" fmla="*/ 581232 h 599162"/>
                <a:gd name="connsiteX349" fmla="*/ 58757 w 770887"/>
                <a:gd name="connsiteY349" fmla="*/ 581232 h 599162"/>
                <a:gd name="connsiteX350" fmla="*/ 66237 w 770887"/>
                <a:gd name="connsiteY350" fmla="*/ 581232 h 599162"/>
                <a:gd name="connsiteX351" fmla="*/ 73717 w 770887"/>
                <a:gd name="connsiteY351" fmla="*/ 576750 h 599162"/>
                <a:gd name="connsiteX352" fmla="*/ 84190 w 770887"/>
                <a:gd name="connsiteY352" fmla="*/ 573761 h 599162"/>
                <a:gd name="connsiteX353" fmla="*/ 88678 w 770887"/>
                <a:gd name="connsiteY353" fmla="*/ 570773 h 599162"/>
                <a:gd name="connsiteX354" fmla="*/ 93166 w 770887"/>
                <a:gd name="connsiteY354" fmla="*/ 563302 h 599162"/>
                <a:gd name="connsiteX355" fmla="*/ 102143 w 770887"/>
                <a:gd name="connsiteY355" fmla="*/ 558820 h 599162"/>
                <a:gd name="connsiteX356" fmla="*/ 115607 w 770887"/>
                <a:gd name="connsiteY356" fmla="*/ 557325 h 599162"/>
                <a:gd name="connsiteX357" fmla="*/ 123088 w 770887"/>
                <a:gd name="connsiteY357" fmla="*/ 557325 h 599162"/>
                <a:gd name="connsiteX358" fmla="*/ 129072 w 770887"/>
                <a:gd name="connsiteY358" fmla="*/ 563302 h 599162"/>
                <a:gd name="connsiteX359" fmla="*/ 135056 w 770887"/>
                <a:gd name="connsiteY359" fmla="*/ 558820 h 599162"/>
                <a:gd name="connsiteX360" fmla="*/ 141041 w 770887"/>
                <a:gd name="connsiteY360" fmla="*/ 549855 h 599162"/>
                <a:gd name="connsiteX361" fmla="*/ 148521 w 770887"/>
                <a:gd name="connsiteY361" fmla="*/ 542384 h 599162"/>
                <a:gd name="connsiteX362" fmla="*/ 156001 w 770887"/>
                <a:gd name="connsiteY362" fmla="*/ 537901 h 599162"/>
                <a:gd name="connsiteX363" fmla="*/ 170962 w 770887"/>
                <a:gd name="connsiteY363" fmla="*/ 534913 h 599162"/>
                <a:gd name="connsiteX364" fmla="*/ 176946 w 770887"/>
                <a:gd name="connsiteY364" fmla="*/ 528936 h 599162"/>
                <a:gd name="connsiteX365" fmla="*/ 184427 w 770887"/>
                <a:gd name="connsiteY365" fmla="*/ 521465 h 599162"/>
                <a:gd name="connsiteX366" fmla="*/ 193403 w 770887"/>
                <a:gd name="connsiteY366" fmla="*/ 513994 h 599162"/>
                <a:gd name="connsiteX367" fmla="*/ 200884 w 770887"/>
                <a:gd name="connsiteY367" fmla="*/ 509512 h 599162"/>
                <a:gd name="connsiteX368" fmla="*/ 203876 w 770887"/>
                <a:gd name="connsiteY368" fmla="*/ 500547 h 599162"/>
                <a:gd name="connsiteX369" fmla="*/ 205372 w 770887"/>
                <a:gd name="connsiteY369" fmla="*/ 487099 h 599162"/>
                <a:gd name="connsiteX370" fmla="*/ 208364 w 770887"/>
                <a:gd name="connsiteY370" fmla="*/ 478134 h 599162"/>
                <a:gd name="connsiteX371" fmla="*/ 209860 w 770887"/>
                <a:gd name="connsiteY371" fmla="*/ 475146 h 599162"/>
                <a:gd name="connsiteX372" fmla="*/ 217340 w 770887"/>
                <a:gd name="connsiteY372" fmla="*/ 464687 h 599162"/>
                <a:gd name="connsiteX373" fmla="*/ 212852 w 770887"/>
                <a:gd name="connsiteY373" fmla="*/ 464687 h 599162"/>
                <a:gd name="connsiteX374" fmla="*/ 205372 w 770887"/>
                <a:gd name="connsiteY374" fmla="*/ 466181 h 599162"/>
                <a:gd name="connsiteX375" fmla="*/ 200884 w 770887"/>
                <a:gd name="connsiteY375" fmla="*/ 466181 h 599162"/>
                <a:gd name="connsiteX376" fmla="*/ 193403 w 770887"/>
                <a:gd name="connsiteY376" fmla="*/ 464687 h 599162"/>
                <a:gd name="connsiteX377" fmla="*/ 190411 w 770887"/>
                <a:gd name="connsiteY377" fmla="*/ 461699 h 599162"/>
                <a:gd name="connsiteX378" fmla="*/ 197891 w 770887"/>
                <a:gd name="connsiteY378" fmla="*/ 454228 h 599162"/>
                <a:gd name="connsiteX379" fmla="*/ 190411 w 770887"/>
                <a:gd name="connsiteY379" fmla="*/ 455722 h 599162"/>
                <a:gd name="connsiteX380" fmla="*/ 185923 w 770887"/>
                <a:gd name="connsiteY380" fmla="*/ 460204 h 599162"/>
                <a:gd name="connsiteX381" fmla="*/ 182931 w 770887"/>
                <a:gd name="connsiteY381" fmla="*/ 470664 h 599162"/>
                <a:gd name="connsiteX382" fmla="*/ 178442 w 770887"/>
                <a:gd name="connsiteY382" fmla="*/ 475146 h 599162"/>
                <a:gd name="connsiteX383" fmla="*/ 176946 w 770887"/>
                <a:gd name="connsiteY383" fmla="*/ 470664 h 599162"/>
                <a:gd name="connsiteX384" fmla="*/ 172458 w 770887"/>
                <a:gd name="connsiteY384" fmla="*/ 464687 h 599162"/>
                <a:gd name="connsiteX385" fmla="*/ 164978 w 770887"/>
                <a:gd name="connsiteY385" fmla="*/ 457216 h 599162"/>
                <a:gd name="connsiteX386" fmla="*/ 153009 w 770887"/>
                <a:gd name="connsiteY386" fmla="*/ 449745 h 599162"/>
                <a:gd name="connsiteX387" fmla="*/ 150017 w 770887"/>
                <a:gd name="connsiteY387" fmla="*/ 449745 h 599162"/>
                <a:gd name="connsiteX388" fmla="*/ 139545 w 770887"/>
                <a:gd name="connsiteY388" fmla="*/ 457216 h 599162"/>
                <a:gd name="connsiteX389" fmla="*/ 133560 w 770887"/>
                <a:gd name="connsiteY389" fmla="*/ 457216 h 599162"/>
                <a:gd name="connsiteX390" fmla="*/ 124584 w 770887"/>
                <a:gd name="connsiteY390" fmla="*/ 457216 h 599162"/>
                <a:gd name="connsiteX391" fmla="*/ 126080 w 770887"/>
                <a:gd name="connsiteY391" fmla="*/ 437792 h 599162"/>
                <a:gd name="connsiteX392" fmla="*/ 127576 w 770887"/>
                <a:gd name="connsiteY392" fmla="*/ 431815 h 599162"/>
                <a:gd name="connsiteX393" fmla="*/ 132064 w 770887"/>
                <a:gd name="connsiteY393" fmla="*/ 425838 h 599162"/>
                <a:gd name="connsiteX394" fmla="*/ 132064 w 770887"/>
                <a:gd name="connsiteY394" fmla="*/ 418368 h 599162"/>
                <a:gd name="connsiteX395" fmla="*/ 130568 w 770887"/>
                <a:gd name="connsiteY395" fmla="*/ 406414 h 599162"/>
                <a:gd name="connsiteX396" fmla="*/ 127576 w 770887"/>
                <a:gd name="connsiteY396" fmla="*/ 394461 h 599162"/>
                <a:gd name="connsiteX397" fmla="*/ 124584 w 770887"/>
                <a:gd name="connsiteY397" fmla="*/ 397449 h 599162"/>
                <a:gd name="connsiteX398" fmla="*/ 118600 w 770887"/>
                <a:gd name="connsiteY398" fmla="*/ 403426 h 599162"/>
                <a:gd name="connsiteX399" fmla="*/ 114111 w 770887"/>
                <a:gd name="connsiteY399" fmla="*/ 406414 h 599162"/>
                <a:gd name="connsiteX400" fmla="*/ 109623 w 770887"/>
                <a:gd name="connsiteY400" fmla="*/ 406414 h 599162"/>
                <a:gd name="connsiteX401" fmla="*/ 105135 w 770887"/>
                <a:gd name="connsiteY401" fmla="*/ 401932 h 599162"/>
                <a:gd name="connsiteX402" fmla="*/ 102143 w 770887"/>
                <a:gd name="connsiteY402" fmla="*/ 401932 h 599162"/>
                <a:gd name="connsiteX403" fmla="*/ 96158 w 770887"/>
                <a:gd name="connsiteY403" fmla="*/ 398943 h 599162"/>
                <a:gd name="connsiteX404" fmla="*/ 91670 w 770887"/>
                <a:gd name="connsiteY404" fmla="*/ 394461 h 599162"/>
                <a:gd name="connsiteX405" fmla="*/ 87182 w 770887"/>
                <a:gd name="connsiteY405" fmla="*/ 391473 h 599162"/>
                <a:gd name="connsiteX406" fmla="*/ 82694 w 770887"/>
                <a:gd name="connsiteY406" fmla="*/ 386990 h 599162"/>
                <a:gd name="connsiteX407" fmla="*/ 81198 w 770887"/>
                <a:gd name="connsiteY407" fmla="*/ 382508 h 599162"/>
                <a:gd name="connsiteX408" fmla="*/ 79702 w 770887"/>
                <a:gd name="connsiteY408" fmla="*/ 372048 h 599162"/>
                <a:gd name="connsiteX409" fmla="*/ 85686 w 770887"/>
                <a:gd name="connsiteY409" fmla="*/ 367566 h 599162"/>
                <a:gd name="connsiteX410" fmla="*/ 91670 w 770887"/>
                <a:gd name="connsiteY410" fmla="*/ 367566 h 599162"/>
                <a:gd name="connsiteX411" fmla="*/ 99151 w 770887"/>
                <a:gd name="connsiteY411" fmla="*/ 367566 h 599162"/>
                <a:gd name="connsiteX412" fmla="*/ 106631 w 770887"/>
                <a:gd name="connsiteY412" fmla="*/ 372048 h 599162"/>
                <a:gd name="connsiteX413" fmla="*/ 109623 w 770887"/>
                <a:gd name="connsiteY413" fmla="*/ 364578 h 599162"/>
                <a:gd name="connsiteX414" fmla="*/ 105135 w 770887"/>
                <a:gd name="connsiteY414" fmla="*/ 360095 h 599162"/>
                <a:gd name="connsiteX415" fmla="*/ 103639 w 770887"/>
                <a:gd name="connsiteY415" fmla="*/ 360095 h 599162"/>
                <a:gd name="connsiteX416" fmla="*/ 96158 w 770887"/>
                <a:gd name="connsiteY416" fmla="*/ 360095 h 599162"/>
                <a:gd name="connsiteX417" fmla="*/ 91670 w 770887"/>
                <a:gd name="connsiteY417" fmla="*/ 360095 h 599162"/>
                <a:gd name="connsiteX418" fmla="*/ 82694 w 770887"/>
                <a:gd name="connsiteY418" fmla="*/ 354118 h 599162"/>
                <a:gd name="connsiteX419" fmla="*/ 79702 w 770887"/>
                <a:gd name="connsiteY419" fmla="*/ 348142 h 599162"/>
                <a:gd name="connsiteX420" fmla="*/ 76710 w 770887"/>
                <a:gd name="connsiteY420" fmla="*/ 340671 h 599162"/>
                <a:gd name="connsiteX421" fmla="*/ 73717 w 770887"/>
                <a:gd name="connsiteY421" fmla="*/ 333200 h 599162"/>
                <a:gd name="connsiteX422" fmla="*/ 73717 w 770887"/>
                <a:gd name="connsiteY422" fmla="*/ 330212 h 599162"/>
                <a:gd name="connsiteX423" fmla="*/ 76710 w 770887"/>
                <a:gd name="connsiteY423" fmla="*/ 327223 h 599162"/>
                <a:gd name="connsiteX424" fmla="*/ 81198 w 770887"/>
                <a:gd name="connsiteY424" fmla="*/ 319752 h 599162"/>
                <a:gd name="connsiteX425" fmla="*/ 88678 w 770887"/>
                <a:gd name="connsiteY425" fmla="*/ 310787 h 599162"/>
                <a:gd name="connsiteX426" fmla="*/ 97655 w 770887"/>
                <a:gd name="connsiteY426" fmla="*/ 304811 h 599162"/>
                <a:gd name="connsiteX427" fmla="*/ 103639 w 770887"/>
                <a:gd name="connsiteY427" fmla="*/ 297340 h 599162"/>
                <a:gd name="connsiteX428" fmla="*/ 105135 w 770887"/>
                <a:gd name="connsiteY428" fmla="*/ 289869 h 599162"/>
                <a:gd name="connsiteX429" fmla="*/ 112615 w 770887"/>
                <a:gd name="connsiteY429" fmla="*/ 282398 h 599162"/>
                <a:gd name="connsiteX430" fmla="*/ 118600 w 770887"/>
                <a:gd name="connsiteY430" fmla="*/ 280904 h 599162"/>
                <a:gd name="connsiteX431" fmla="*/ 123088 w 770887"/>
                <a:gd name="connsiteY431" fmla="*/ 283892 h 599162"/>
                <a:gd name="connsiteX432" fmla="*/ 127576 w 770887"/>
                <a:gd name="connsiteY432" fmla="*/ 289869 h 599162"/>
                <a:gd name="connsiteX433" fmla="*/ 130568 w 770887"/>
                <a:gd name="connsiteY433" fmla="*/ 289869 h 599162"/>
                <a:gd name="connsiteX434" fmla="*/ 136552 w 770887"/>
                <a:gd name="connsiteY434" fmla="*/ 289869 h 599162"/>
                <a:gd name="connsiteX435" fmla="*/ 139545 w 770887"/>
                <a:gd name="connsiteY435" fmla="*/ 289869 h 599162"/>
                <a:gd name="connsiteX436" fmla="*/ 144033 w 770887"/>
                <a:gd name="connsiteY436" fmla="*/ 283892 h 599162"/>
                <a:gd name="connsiteX437" fmla="*/ 148521 w 770887"/>
                <a:gd name="connsiteY437" fmla="*/ 283892 h 599162"/>
                <a:gd name="connsiteX438" fmla="*/ 150017 w 770887"/>
                <a:gd name="connsiteY438" fmla="*/ 280904 h 599162"/>
                <a:gd name="connsiteX439" fmla="*/ 153009 w 770887"/>
                <a:gd name="connsiteY439" fmla="*/ 276422 h 599162"/>
                <a:gd name="connsiteX440" fmla="*/ 154505 w 770887"/>
                <a:gd name="connsiteY440" fmla="*/ 280904 h 599162"/>
                <a:gd name="connsiteX441" fmla="*/ 158994 w 770887"/>
                <a:gd name="connsiteY441" fmla="*/ 280904 h 599162"/>
                <a:gd name="connsiteX442" fmla="*/ 161986 w 770887"/>
                <a:gd name="connsiteY442" fmla="*/ 280904 h 599162"/>
                <a:gd name="connsiteX443" fmla="*/ 167970 w 770887"/>
                <a:gd name="connsiteY443" fmla="*/ 280904 h 599162"/>
                <a:gd name="connsiteX444" fmla="*/ 172458 w 770887"/>
                <a:gd name="connsiteY444" fmla="*/ 276422 h 599162"/>
                <a:gd name="connsiteX445" fmla="*/ 176946 w 770887"/>
                <a:gd name="connsiteY445" fmla="*/ 276422 h 599162"/>
                <a:gd name="connsiteX446" fmla="*/ 178442 w 770887"/>
                <a:gd name="connsiteY446" fmla="*/ 265962 h 599162"/>
                <a:gd name="connsiteX447" fmla="*/ 175450 w 770887"/>
                <a:gd name="connsiteY447" fmla="*/ 258491 h 599162"/>
                <a:gd name="connsiteX448" fmla="*/ 172458 w 770887"/>
                <a:gd name="connsiteY448" fmla="*/ 246538 h 599162"/>
                <a:gd name="connsiteX449" fmla="*/ 178442 w 770887"/>
                <a:gd name="connsiteY449" fmla="*/ 246538 h 599162"/>
                <a:gd name="connsiteX450" fmla="*/ 184427 w 770887"/>
                <a:gd name="connsiteY450" fmla="*/ 240561 h 599162"/>
                <a:gd name="connsiteX451" fmla="*/ 182931 w 770887"/>
                <a:gd name="connsiteY451" fmla="*/ 231596 h 599162"/>
                <a:gd name="connsiteX452" fmla="*/ 173954 w 770887"/>
                <a:gd name="connsiteY452" fmla="*/ 230102 h 599162"/>
                <a:gd name="connsiteX453" fmla="*/ 169466 w 770887"/>
                <a:gd name="connsiteY453" fmla="*/ 230102 h 599162"/>
                <a:gd name="connsiteX454" fmla="*/ 164978 w 770887"/>
                <a:gd name="connsiteY454" fmla="*/ 231596 h 599162"/>
                <a:gd name="connsiteX455" fmla="*/ 160490 w 770887"/>
                <a:gd name="connsiteY455" fmla="*/ 234585 h 599162"/>
                <a:gd name="connsiteX456" fmla="*/ 157497 w 770887"/>
                <a:gd name="connsiteY456" fmla="*/ 240561 h 599162"/>
                <a:gd name="connsiteX457" fmla="*/ 153009 w 770887"/>
                <a:gd name="connsiteY457" fmla="*/ 240561 h 599162"/>
                <a:gd name="connsiteX458" fmla="*/ 148521 w 770887"/>
                <a:gd name="connsiteY458" fmla="*/ 231596 h 599162"/>
                <a:gd name="connsiteX459" fmla="*/ 136552 w 770887"/>
                <a:gd name="connsiteY459" fmla="*/ 231596 h 599162"/>
                <a:gd name="connsiteX460" fmla="*/ 123088 w 770887"/>
                <a:gd name="connsiteY460" fmla="*/ 231596 h 599162"/>
                <a:gd name="connsiteX461" fmla="*/ 112615 w 770887"/>
                <a:gd name="connsiteY461" fmla="*/ 228608 h 599162"/>
                <a:gd name="connsiteX462" fmla="*/ 102143 w 770887"/>
                <a:gd name="connsiteY462" fmla="*/ 224125 h 599162"/>
                <a:gd name="connsiteX463" fmla="*/ 96158 w 770887"/>
                <a:gd name="connsiteY463" fmla="*/ 216654 h 599162"/>
                <a:gd name="connsiteX464" fmla="*/ 94662 w 770887"/>
                <a:gd name="connsiteY464" fmla="*/ 201713 h 599162"/>
                <a:gd name="connsiteX465" fmla="*/ 102143 w 770887"/>
                <a:gd name="connsiteY465" fmla="*/ 198724 h 599162"/>
                <a:gd name="connsiteX466" fmla="*/ 106631 w 770887"/>
                <a:gd name="connsiteY466" fmla="*/ 195736 h 599162"/>
                <a:gd name="connsiteX467" fmla="*/ 96158 w 770887"/>
                <a:gd name="connsiteY467" fmla="*/ 191254 h 599162"/>
                <a:gd name="connsiteX468" fmla="*/ 90174 w 770887"/>
                <a:gd name="connsiteY468" fmla="*/ 186771 h 599162"/>
                <a:gd name="connsiteX469" fmla="*/ 82694 w 770887"/>
                <a:gd name="connsiteY469" fmla="*/ 180794 h 599162"/>
                <a:gd name="connsiteX470" fmla="*/ 81198 w 770887"/>
                <a:gd name="connsiteY470" fmla="*/ 177806 h 599162"/>
                <a:gd name="connsiteX471" fmla="*/ 87182 w 770887"/>
                <a:gd name="connsiteY471" fmla="*/ 173324 h 599162"/>
                <a:gd name="connsiteX472" fmla="*/ 91670 w 770887"/>
                <a:gd name="connsiteY472" fmla="*/ 173324 h 599162"/>
                <a:gd name="connsiteX473" fmla="*/ 100647 w 770887"/>
                <a:gd name="connsiteY473" fmla="*/ 171829 h 599162"/>
                <a:gd name="connsiteX474" fmla="*/ 112615 w 770887"/>
                <a:gd name="connsiteY474" fmla="*/ 164359 h 599162"/>
                <a:gd name="connsiteX475" fmla="*/ 114111 w 770887"/>
                <a:gd name="connsiteY475" fmla="*/ 167347 h 599162"/>
                <a:gd name="connsiteX476" fmla="*/ 121592 w 770887"/>
                <a:gd name="connsiteY476" fmla="*/ 164359 h 599162"/>
                <a:gd name="connsiteX477" fmla="*/ 121592 w 770887"/>
                <a:gd name="connsiteY477" fmla="*/ 162864 h 599162"/>
                <a:gd name="connsiteX478" fmla="*/ 126080 w 770887"/>
                <a:gd name="connsiteY478" fmla="*/ 161370 h 599162"/>
                <a:gd name="connsiteX479" fmla="*/ 135056 w 770887"/>
                <a:gd name="connsiteY479" fmla="*/ 159876 h 599162"/>
                <a:gd name="connsiteX480" fmla="*/ 145529 w 770887"/>
                <a:gd name="connsiteY480" fmla="*/ 159876 h 599162"/>
                <a:gd name="connsiteX481" fmla="*/ 150017 w 770887"/>
                <a:gd name="connsiteY481" fmla="*/ 162864 h 599162"/>
                <a:gd name="connsiteX482" fmla="*/ 147025 w 770887"/>
                <a:gd name="connsiteY482" fmla="*/ 170335 h 599162"/>
                <a:gd name="connsiteX483" fmla="*/ 147025 w 770887"/>
                <a:gd name="connsiteY483" fmla="*/ 173324 h 599162"/>
                <a:gd name="connsiteX484" fmla="*/ 151513 w 770887"/>
                <a:gd name="connsiteY484" fmla="*/ 176312 h 599162"/>
                <a:gd name="connsiteX485" fmla="*/ 156001 w 770887"/>
                <a:gd name="connsiteY485" fmla="*/ 180794 h 599162"/>
                <a:gd name="connsiteX486" fmla="*/ 164978 w 770887"/>
                <a:gd name="connsiteY486" fmla="*/ 180794 h 599162"/>
                <a:gd name="connsiteX487" fmla="*/ 176946 w 770887"/>
                <a:gd name="connsiteY487" fmla="*/ 183783 h 599162"/>
                <a:gd name="connsiteX488" fmla="*/ 185923 w 770887"/>
                <a:gd name="connsiteY488" fmla="*/ 179300 h 599162"/>
                <a:gd name="connsiteX489" fmla="*/ 191907 w 770887"/>
                <a:gd name="connsiteY489" fmla="*/ 173324 h 599162"/>
                <a:gd name="connsiteX490" fmla="*/ 199387 w 770887"/>
                <a:gd name="connsiteY490" fmla="*/ 168841 h 599162"/>
                <a:gd name="connsiteX491" fmla="*/ 191907 w 770887"/>
                <a:gd name="connsiteY491" fmla="*/ 165853 h 599162"/>
                <a:gd name="connsiteX492" fmla="*/ 185923 w 770887"/>
                <a:gd name="connsiteY492" fmla="*/ 162864 h 599162"/>
                <a:gd name="connsiteX493" fmla="*/ 181435 w 770887"/>
                <a:gd name="connsiteY493" fmla="*/ 159876 h 599162"/>
                <a:gd name="connsiteX494" fmla="*/ 181435 w 770887"/>
                <a:gd name="connsiteY494" fmla="*/ 153899 h 599162"/>
                <a:gd name="connsiteX495" fmla="*/ 179939 w 770887"/>
                <a:gd name="connsiteY495" fmla="*/ 146428 h 599162"/>
                <a:gd name="connsiteX496" fmla="*/ 157497 w 770887"/>
                <a:gd name="connsiteY496" fmla="*/ 140452 h 599162"/>
                <a:gd name="connsiteX497" fmla="*/ 157497 w 770887"/>
                <a:gd name="connsiteY497" fmla="*/ 118039 h 599162"/>
                <a:gd name="connsiteX498" fmla="*/ 147025 w 770887"/>
                <a:gd name="connsiteY498" fmla="*/ 107580 h 599162"/>
                <a:gd name="connsiteX499" fmla="*/ 126080 w 770887"/>
                <a:gd name="connsiteY499" fmla="*/ 85168 h 599162"/>
                <a:gd name="connsiteX500" fmla="*/ 129072 w 770887"/>
                <a:gd name="connsiteY500" fmla="*/ 85168 h 599162"/>
                <a:gd name="connsiteX501" fmla="*/ 129072 w 770887"/>
                <a:gd name="connsiteY501" fmla="*/ 80685 h 599162"/>
                <a:gd name="connsiteX502" fmla="*/ 136552 w 770887"/>
                <a:gd name="connsiteY502" fmla="*/ 80685 h 599162"/>
                <a:gd name="connsiteX503" fmla="*/ 136552 w 770887"/>
                <a:gd name="connsiteY503" fmla="*/ 74708 h 599162"/>
                <a:gd name="connsiteX504" fmla="*/ 138048 w 770887"/>
                <a:gd name="connsiteY504" fmla="*/ 67238 h 599162"/>
                <a:gd name="connsiteX505" fmla="*/ 142537 w 770887"/>
                <a:gd name="connsiteY505" fmla="*/ 67238 h 599162"/>
                <a:gd name="connsiteX506" fmla="*/ 147025 w 770887"/>
                <a:gd name="connsiteY506" fmla="*/ 70226 h 599162"/>
                <a:gd name="connsiteX507" fmla="*/ 154505 w 770887"/>
                <a:gd name="connsiteY507" fmla="*/ 70226 h 599162"/>
                <a:gd name="connsiteX508" fmla="*/ 157497 w 770887"/>
                <a:gd name="connsiteY508" fmla="*/ 70226 h 599162"/>
                <a:gd name="connsiteX509" fmla="*/ 164978 w 770887"/>
                <a:gd name="connsiteY509" fmla="*/ 70226 h 599162"/>
                <a:gd name="connsiteX510" fmla="*/ 178442 w 770887"/>
                <a:gd name="connsiteY510" fmla="*/ 65743 h 599162"/>
                <a:gd name="connsiteX511" fmla="*/ 182931 w 770887"/>
                <a:gd name="connsiteY511" fmla="*/ 61261 h 599162"/>
                <a:gd name="connsiteX512" fmla="*/ 187419 w 770887"/>
                <a:gd name="connsiteY512" fmla="*/ 53790 h 599162"/>
                <a:gd name="connsiteX513" fmla="*/ 187419 w 770887"/>
                <a:gd name="connsiteY513" fmla="*/ 41837 h 599162"/>
                <a:gd name="connsiteX514" fmla="*/ 191907 w 770887"/>
                <a:gd name="connsiteY514" fmla="*/ 41837 h 599162"/>
                <a:gd name="connsiteX515" fmla="*/ 196395 w 770887"/>
                <a:gd name="connsiteY515" fmla="*/ 37354 h 599162"/>
                <a:gd name="connsiteX516" fmla="*/ 205372 w 770887"/>
                <a:gd name="connsiteY516" fmla="*/ 29883 h 599162"/>
                <a:gd name="connsiteX517" fmla="*/ 221829 w 770887"/>
                <a:gd name="connsiteY517" fmla="*/ 26895 h 599162"/>
                <a:gd name="connsiteX518" fmla="*/ 227813 w 770887"/>
                <a:gd name="connsiteY518" fmla="*/ 19424 h 599162"/>
                <a:gd name="connsiteX519" fmla="*/ 233797 w 770887"/>
                <a:gd name="connsiteY519" fmla="*/ 16436 h 599162"/>
                <a:gd name="connsiteX520" fmla="*/ 238285 w 770887"/>
                <a:gd name="connsiteY520" fmla="*/ 11953 h 599162"/>
                <a:gd name="connsiteX521" fmla="*/ 262223 w 770887"/>
                <a:gd name="connsiteY521" fmla="*/ 13447 h 599162"/>
                <a:gd name="connsiteX522" fmla="*/ 265215 w 770887"/>
                <a:gd name="connsiteY522" fmla="*/ 5977 h 599162"/>
                <a:gd name="connsiteX523" fmla="*/ 277183 w 770887"/>
                <a:gd name="connsiteY523" fmla="*/ 0 h 5991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</a:cxnLst>
              <a:rect l="l" t="t" r="r" b="b"/>
              <a:pathLst>
                <a:path w="770887" h="599162">
                  <a:moveTo>
                    <a:pt x="302516" y="482511"/>
                  </a:moveTo>
                  <a:lnTo>
                    <a:pt x="307819" y="487813"/>
                  </a:lnTo>
                  <a:lnTo>
                    <a:pt x="318423" y="494883"/>
                  </a:lnTo>
                  <a:lnTo>
                    <a:pt x="311354" y="496651"/>
                  </a:lnTo>
                  <a:lnTo>
                    <a:pt x="307819" y="496651"/>
                  </a:lnTo>
                  <a:lnTo>
                    <a:pt x="300749" y="501953"/>
                  </a:lnTo>
                  <a:lnTo>
                    <a:pt x="300749" y="503720"/>
                  </a:lnTo>
                  <a:lnTo>
                    <a:pt x="300749" y="509023"/>
                  </a:lnTo>
                  <a:lnTo>
                    <a:pt x="304284" y="509023"/>
                  </a:lnTo>
                  <a:lnTo>
                    <a:pt x="311354" y="517860"/>
                  </a:lnTo>
                  <a:lnTo>
                    <a:pt x="311354" y="521395"/>
                  </a:lnTo>
                  <a:lnTo>
                    <a:pt x="306051" y="523162"/>
                  </a:lnTo>
                  <a:lnTo>
                    <a:pt x="302516" y="523162"/>
                  </a:lnTo>
                  <a:lnTo>
                    <a:pt x="298982" y="524930"/>
                  </a:lnTo>
                  <a:lnTo>
                    <a:pt x="297214" y="524930"/>
                  </a:lnTo>
                  <a:lnTo>
                    <a:pt x="291912" y="528465"/>
                  </a:lnTo>
                  <a:lnTo>
                    <a:pt x="291912" y="533767"/>
                  </a:lnTo>
                  <a:lnTo>
                    <a:pt x="291912" y="535534"/>
                  </a:lnTo>
                  <a:lnTo>
                    <a:pt x="288377" y="540837"/>
                  </a:lnTo>
                  <a:lnTo>
                    <a:pt x="283075" y="531999"/>
                  </a:lnTo>
                  <a:lnTo>
                    <a:pt x="283075" y="533767"/>
                  </a:lnTo>
                  <a:lnTo>
                    <a:pt x="281307" y="537302"/>
                  </a:lnTo>
                  <a:lnTo>
                    <a:pt x="276005" y="542604"/>
                  </a:lnTo>
                  <a:lnTo>
                    <a:pt x="272470" y="549674"/>
                  </a:lnTo>
                  <a:lnTo>
                    <a:pt x="272470" y="551441"/>
                  </a:lnTo>
                  <a:lnTo>
                    <a:pt x="272470" y="558511"/>
                  </a:lnTo>
                  <a:lnTo>
                    <a:pt x="256563" y="558511"/>
                  </a:lnTo>
                  <a:lnTo>
                    <a:pt x="268935" y="554976"/>
                  </a:lnTo>
                  <a:lnTo>
                    <a:pt x="270703" y="551441"/>
                  </a:lnTo>
                  <a:lnTo>
                    <a:pt x="272470" y="547906"/>
                  </a:lnTo>
                  <a:lnTo>
                    <a:pt x="270703" y="542604"/>
                  </a:lnTo>
                  <a:lnTo>
                    <a:pt x="267168" y="540837"/>
                  </a:lnTo>
                  <a:lnTo>
                    <a:pt x="265400" y="540837"/>
                  </a:lnTo>
                  <a:lnTo>
                    <a:pt x="261866" y="537302"/>
                  </a:lnTo>
                  <a:lnTo>
                    <a:pt x="261866" y="535534"/>
                  </a:lnTo>
                  <a:lnTo>
                    <a:pt x="260098" y="524930"/>
                  </a:lnTo>
                  <a:lnTo>
                    <a:pt x="263633" y="521395"/>
                  </a:lnTo>
                  <a:lnTo>
                    <a:pt x="265400" y="517860"/>
                  </a:lnTo>
                  <a:lnTo>
                    <a:pt x="270703" y="514325"/>
                  </a:lnTo>
                  <a:lnTo>
                    <a:pt x="272470" y="516093"/>
                  </a:lnTo>
                  <a:lnTo>
                    <a:pt x="277772" y="521395"/>
                  </a:lnTo>
                  <a:lnTo>
                    <a:pt x="281307" y="528465"/>
                  </a:lnTo>
                  <a:lnTo>
                    <a:pt x="281307" y="521395"/>
                  </a:lnTo>
                  <a:lnTo>
                    <a:pt x="279540" y="514325"/>
                  </a:lnTo>
                  <a:lnTo>
                    <a:pt x="276005" y="509023"/>
                  </a:lnTo>
                  <a:lnTo>
                    <a:pt x="281307" y="507255"/>
                  </a:lnTo>
                  <a:lnTo>
                    <a:pt x="288377" y="510790"/>
                  </a:lnTo>
                  <a:lnTo>
                    <a:pt x="291912" y="510790"/>
                  </a:lnTo>
                  <a:lnTo>
                    <a:pt x="291912" y="507255"/>
                  </a:lnTo>
                  <a:lnTo>
                    <a:pt x="291912" y="505488"/>
                  </a:lnTo>
                  <a:lnTo>
                    <a:pt x="291912" y="501953"/>
                  </a:lnTo>
                  <a:lnTo>
                    <a:pt x="291912" y="496651"/>
                  </a:lnTo>
                  <a:lnTo>
                    <a:pt x="290144" y="493116"/>
                  </a:lnTo>
                  <a:lnTo>
                    <a:pt x="297214" y="487813"/>
                  </a:lnTo>
                  <a:close/>
                  <a:moveTo>
                    <a:pt x="55075" y="374697"/>
                  </a:moveTo>
                  <a:lnTo>
                    <a:pt x="58610" y="374697"/>
                  </a:lnTo>
                  <a:lnTo>
                    <a:pt x="63912" y="385302"/>
                  </a:lnTo>
                  <a:lnTo>
                    <a:pt x="63912" y="390604"/>
                  </a:lnTo>
                  <a:lnTo>
                    <a:pt x="60377" y="395906"/>
                  </a:lnTo>
                  <a:lnTo>
                    <a:pt x="56842" y="395906"/>
                  </a:lnTo>
                  <a:lnTo>
                    <a:pt x="51540" y="395906"/>
                  </a:lnTo>
                  <a:lnTo>
                    <a:pt x="44470" y="390604"/>
                  </a:lnTo>
                  <a:lnTo>
                    <a:pt x="35633" y="383534"/>
                  </a:lnTo>
                  <a:lnTo>
                    <a:pt x="44470" y="378232"/>
                  </a:lnTo>
                  <a:lnTo>
                    <a:pt x="49773" y="378232"/>
                  </a:lnTo>
                  <a:close/>
                  <a:moveTo>
                    <a:pt x="4447" y="224465"/>
                  </a:moveTo>
                  <a:cubicBezTo>
                    <a:pt x="4447" y="224465"/>
                    <a:pt x="4447" y="224465"/>
                    <a:pt x="5929" y="230488"/>
                  </a:cubicBezTo>
                  <a:cubicBezTo>
                    <a:pt x="5929" y="230488"/>
                    <a:pt x="5929" y="230488"/>
                    <a:pt x="8894" y="233499"/>
                  </a:cubicBezTo>
                  <a:cubicBezTo>
                    <a:pt x="8894" y="233499"/>
                    <a:pt x="8894" y="233499"/>
                    <a:pt x="16306" y="235005"/>
                  </a:cubicBezTo>
                  <a:cubicBezTo>
                    <a:pt x="16306" y="235005"/>
                    <a:pt x="16306" y="235005"/>
                    <a:pt x="23717" y="235005"/>
                  </a:cubicBezTo>
                  <a:cubicBezTo>
                    <a:pt x="23717" y="235005"/>
                    <a:pt x="23717" y="235005"/>
                    <a:pt x="28164" y="238016"/>
                  </a:cubicBezTo>
                  <a:cubicBezTo>
                    <a:pt x="28164" y="238016"/>
                    <a:pt x="28164" y="238016"/>
                    <a:pt x="28164" y="242533"/>
                  </a:cubicBezTo>
                  <a:cubicBezTo>
                    <a:pt x="28164" y="242533"/>
                    <a:pt x="28164" y="242533"/>
                    <a:pt x="31129" y="245544"/>
                  </a:cubicBezTo>
                  <a:cubicBezTo>
                    <a:pt x="31129" y="245544"/>
                    <a:pt x="31129" y="245544"/>
                    <a:pt x="37058" y="251566"/>
                  </a:cubicBezTo>
                  <a:cubicBezTo>
                    <a:pt x="37058" y="251566"/>
                    <a:pt x="37058" y="251566"/>
                    <a:pt x="44470" y="262106"/>
                  </a:cubicBezTo>
                  <a:cubicBezTo>
                    <a:pt x="44470" y="262106"/>
                    <a:pt x="44470" y="262106"/>
                    <a:pt x="40023" y="262106"/>
                  </a:cubicBezTo>
                  <a:cubicBezTo>
                    <a:pt x="40023" y="262106"/>
                    <a:pt x="40023" y="262106"/>
                    <a:pt x="31129" y="262106"/>
                  </a:cubicBezTo>
                  <a:lnTo>
                    <a:pt x="29647" y="265117"/>
                  </a:lnTo>
                  <a:cubicBezTo>
                    <a:pt x="29647" y="265117"/>
                    <a:pt x="29647" y="265117"/>
                    <a:pt x="23717" y="259095"/>
                  </a:cubicBezTo>
                  <a:cubicBezTo>
                    <a:pt x="23717" y="259095"/>
                    <a:pt x="23717" y="259095"/>
                    <a:pt x="20753" y="250061"/>
                  </a:cubicBezTo>
                  <a:cubicBezTo>
                    <a:pt x="20753" y="250061"/>
                    <a:pt x="20753" y="250061"/>
                    <a:pt x="19270" y="247050"/>
                  </a:cubicBezTo>
                  <a:cubicBezTo>
                    <a:pt x="19270" y="247050"/>
                    <a:pt x="19270" y="247050"/>
                    <a:pt x="16306" y="244038"/>
                  </a:cubicBezTo>
                  <a:cubicBezTo>
                    <a:pt x="16306" y="244038"/>
                    <a:pt x="16306" y="244038"/>
                    <a:pt x="14823" y="244038"/>
                  </a:cubicBezTo>
                  <a:cubicBezTo>
                    <a:pt x="14823" y="244038"/>
                    <a:pt x="14823" y="244038"/>
                    <a:pt x="13341" y="244038"/>
                  </a:cubicBezTo>
                  <a:cubicBezTo>
                    <a:pt x="13341" y="244038"/>
                    <a:pt x="10376" y="244038"/>
                    <a:pt x="10376" y="244038"/>
                  </a:cubicBezTo>
                  <a:cubicBezTo>
                    <a:pt x="8894" y="242533"/>
                    <a:pt x="8894" y="244038"/>
                    <a:pt x="8894" y="244038"/>
                  </a:cubicBezTo>
                  <a:cubicBezTo>
                    <a:pt x="8894" y="244038"/>
                    <a:pt x="8894" y="244038"/>
                    <a:pt x="4447" y="244038"/>
                  </a:cubicBezTo>
                  <a:cubicBezTo>
                    <a:pt x="-1483" y="242533"/>
                    <a:pt x="2964" y="242533"/>
                    <a:pt x="2964" y="242533"/>
                  </a:cubicBezTo>
                  <a:cubicBezTo>
                    <a:pt x="1482" y="241027"/>
                    <a:pt x="1482" y="241027"/>
                    <a:pt x="1482" y="239521"/>
                  </a:cubicBezTo>
                  <a:cubicBezTo>
                    <a:pt x="1482" y="239521"/>
                    <a:pt x="0" y="236510"/>
                    <a:pt x="0" y="235005"/>
                  </a:cubicBezTo>
                  <a:cubicBezTo>
                    <a:pt x="0" y="235005"/>
                    <a:pt x="0" y="230488"/>
                    <a:pt x="0" y="230488"/>
                  </a:cubicBezTo>
                  <a:cubicBezTo>
                    <a:pt x="0" y="230488"/>
                    <a:pt x="0" y="230488"/>
                    <a:pt x="4447" y="224465"/>
                  </a:cubicBezTo>
                  <a:close/>
                  <a:moveTo>
                    <a:pt x="277183" y="0"/>
                  </a:moveTo>
                  <a:cubicBezTo>
                    <a:pt x="277183" y="0"/>
                    <a:pt x="277183" y="0"/>
                    <a:pt x="283168" y="5977"/>
                  </a:cubicBezTo>
                  <a:cubicBezTo>
                    <a:pt x="283168" y="5977"/>
                    <a:pt x="283168" y="5977"/>
                    <a:pt x="286160" y="10459"/>
                  </a:cubicBezTo>
                  <a:cubicBezTo>
                    <a:pt x="286160" y="10459"/>
                    <a:pt x="286160" y="10459"/>
                    <a:pt x="283168" y="10459"/>
                  </a:cubicBezTo>
                  <a:cubicBezTo>
                    <a:pt x="283168" y="10459"/>
                    <a:pt x="283168" y="10459"/>
                    <a:pt x="283168" y="14942"/>
                  </a:cubicBezTo>
                  <a:cubicBezTo>
                    <a:pt x="283168" y="14942"/>
                    <a:pt x="283168" y="14942"/>
                    <a:pt x="287656" y="17930"/>
                  </a:cubicBezTo>
                  <a:cubicBezTo>
                    <a:pt x="287656" y="17930"/>
                    <a:pt x="287656" y="17930"/>
                    <a:pt x="293640" y="17930"/>
                  </a:cubicBezTo>
                  <a:cubicBezTo>
                    <a:pt x="293640" y="17930"/>
                    <a:pt x="293640" y="17930"/>
                    <a:pt x="293640" y="13447"/>
                  </a:cubicBezTo>
                  <a:cubicBezTo>
                    <a:pt x="293640" y="13447"/>
                    <a:pt x="293640" y="13447"/>
                    <a:pt x="296632" y="10459"/>
                  </a:cubicBezTo>
                  <a:cubicBezTo>
                    <a:pt x="296632" y="10459"/>
                    <a:pt x="296632" y="10459"/>
                    <a:pt x="299624" y="13447"/>
                  </a:cubicBezTo>
                  <a:cubicBezTo>
                    <a:pt x="299624" y="13447"/>
                    <a:pt x="299624" y="13447"/>
                    <a:pt x="304113" y="19424"/>
                  </a:cubicBezTo>
                  <a:cubicBezTo>
                    <a:pt x="304113" y="19424"/>
                    <a:pt x="304113" y="19424"/>
                    <a:pt x="313089" y="17930"/>
                  </a:cubicBezTo>
                  <a:cubicBezTo>
                    <a:pt x="313089" y="17930"/>
                    <a:pt x="313089" y="17930"/>
                    <a:pt x="325058" y="20918"/>
                  </a:cubicBezTo>
                  <a:cubicBezTo>
                    <a:pt x="325058" y="20918"/>
                    <a:pt x="325058" y="20918"/>
                    <a:pt x="325058" y="25401"/>
                  </a:cubicBezTo>
                  <a:cubicBezTo>
                    <a:pt x="325058" y="25401"/>
                    <a:pt x="325058" y="25401"/>
                    <a:pt x="328050" y="31377"/>
                  </a:cubicBezTo>
                  <a:cubicBezTo>
                    <a:pt x="328050" y="31377"/>
                    <a:pt x="328050" y="31377"/>
                    <a:pt x="335530" y="37354"/>
                  </a:cubicBezTo>
                  <a:cubicBezTo>
                    <a:pt x="335530" y="37354"/>
                    <a:pt x="335530" y="37354"/>
                    <a:pt x="351987" y="37354"/>
                  </a:cubicBezTo>
                  <a:cubicBezTo>
                    <a:pt x="351987" y="37354"/>
                    <a:pt x="351987" y="37354"/>
                    <a:pt x="356475" y="37354"/>
                  </a:cubicBezTo>
                  <a:cubicBezTo>
                    <a:pt x="356475" y="37354"/>
                    <a:pt x="356475" y="37354"/>
                    <a:pt x="360963" y="34366"/>
                  </a:cubicBezTo>
                  <a:cubicBezTo>
                    <a:pt x="360963" y="34366"/>
                    <a:pt x="360963" y="34366"/>
                    <a:pt x="366948" y="34366"/>
                  </a:cubicBezTo>
                  <a:cubicBezTo>
                    <a:pt x="366948" y="34366"/>
                    <a:pt x="366948" y="34366"/>
                    <a:pt x="374428" y="38848"/>
                  </a:cubicBezTo>
                  <a:cubicBezTo>
                    <a:pt x="374428" y="38848"/>
                    <a:pt x="374428" y="38848"/>
                    <a:pt x="375924" y="43331"/>
                  </a:cubicBezTo>
                  <a:cubicBezTo>
                    <a:pt x="375924" y="43331"/>
                    <a:pt x="375924" y="43331"/>
                    <a:pt x="375924" y="47813"/>
                  </a:cubicBezTo>
                  <a:cubicBezTo>
                    <a:pt x="375924" y="47813"/>
                    <a:pt x="375924" y="47813"/>
                    <a:pt x="375924" y="48560"/>
                  </a:cubicBezTo>
                  <a:lnTo>
                    <a:pt x="375924" y="50802"/>
                  </a:lnTo>
                  <a:cubicBezTo>
                    <a:pt x="375924" y="50802"/>
                    <a:pt x="375924" y="50802"/>
                    <a:pt x="383404" y="46319"/>
                  </a:cubicBezTo>
                  <a:cubicBezTo>
                    <a:pt x="383404" y="46319"/>
                    <a:pt x="383404" y="46319"/>
                    <a:pt x="392381" y="43331"/>
                  </a:cubicBezTo>
                  <a:cubicBezTo>
                    <a:pt x="392381" y="43331"/>
                    <a:pt x="392381" y="43331"/>
                    <a:pt x="398365" y="43331"/>
                  </a:cubicBezTo>
                  <a:cubicBezTo>
                    <a:pt x="398365" y="43331"/>
                    <a:pt x="398365" y="43331"/>
                    <a:pt x="410334" y="47813"/>
                  </a:cubicBezTo>
                  <a:cubicBezTo>
                    <a:pt x="410334" y="47813"/>
                    <a:pt x="410334" y="47813"/>
                    <a:pt x="420806" y="50802"/>
                  </a:cubicBezTo>
                  <a:cubicBezTo>
                    <a:pt x="420806" y="50802"/>
                    <a:pt x="420806" y="50802"/>
                    <a:pt x="432775" y="47813"/>
                  </a:cubicBezTo>
                  <a:cubicBezTo>
                    <a:pt x="432775" y="47813"/>
                    <a:pt x="432775" y="47813"/>
                    <a:pt x="438759" y="43331"/>
                  </a:cubicBezTo>
                  <a:cubicBezTo>
                    <a:pt x="438759" y="43331"/>
                    <a:pt x="438759" y="43331"/>
                    <a:pt x="444743" y="43331"/>
                  </a:cubicBezTo>
                  <a:cubicBezTo>
                    <a:pt x="444743" y="43331"/>
                    <a:pt x="444743" y="43331"/>
                    <a:pt x="447736" y="43331"/>
                  </a:cubicBezTo>
                  <a:cubicBezTo>
                    <a:pt x="447736" y="43331"/>
                    <a:pt x="447736" y="43331"/>
                    <a:pt x="455216" y="50802"/>
                  </a:cubicBezTo>
                  <a:cubicBezTo>
                    <a:pt x="455216" y="50802"/>
                    <a:pt x="455216" y="50802"/>
                    <a:pt x="462696" y="56778"/>
                  </a:cubicBezTo>
                  <a:cubicBezTo>
                    <a:pt x="462696" y="56778"/>
                    <a:pt x="462696" y="56778"/>
                    <a:pt x="476161" y="58272"/>
                  </a:cubicBezTo>
                  <a:lnTo>
                    <a:pt x="482145" y="110568"/>
                  </a:lnTo>
                  <a:cubicBezTo>
                    <a:pt x="482145" y="110568"/>
                    <a:pt x="482145" y="110568"/>
                    <a:pt x="500098" y="242056"/>
                  </a:cubicBezTo>
                  <a:cubicBezTo>
                    <a:pt x="500098" y="242056"/>
                    <a:pt x="500098" y="242056"/>
                    <a:pt x="521043" y="400438"/>
                  </a:cubicBezTo>
                  <a:cubicBezTo>
                    <a:pt x="521043" y="400438"/>
                    <a:pt x="521043" y="400438"/>
                    <a:pt x="525531" y="409403"/>
                  </a:cubicBezTo>
                  <a:cubicBezTo>
                    <a:pt x="525531" y="409403"/>
                    <a:pt x="525531" y="409403"/>
                    <a:pt x="540492" y="409403"/>
                  </a:cubicBezTo>
                  <a:cubicBezTo>
                    <a:pt x="540492" y="409403"/>
                    <a:pt x="540492" y="409403"/>
                    <a:pt x="543484" y="400438"/>
                  </a:cubicBezTo>
                  <a:cubicBezTo>
                    <a:pt x="543484" y="400438"/>
                    <a:pt x="543484" y="400438"/>
                    <a:pt x="555453" y="400438"/>
                  </a:cubicBezTo>
                  <a:cubicBezTo>
                    <a:pt x="555453" y="400438"/>
                    <a:pt x="555453" y="400438"/>
                    <a:pt x="555453" y="404920"/>
                  </a:cubicBezTo>
                  <a:cubicBezTo>
                    <a:pt x="555453" y="404920"/>
                    <a:pt x="555453" y="404920"/>
                    <a:pt x="559941" y="410897"/>
                  </a:cubicBezTo>
                  <a:cubicBezTo>
                    <a:pt x="559941" y="410897"/>
                    <a:pt x="559941" y="410897"/>
                    <a:pt x="579390" y="424344"/>
                  </a:cubicBezTo>
                  <a:cubicBezTo>
                    <a:pt x="579390" y="424344"/>
                    <a:pt x="579390" y="424344"/>
                    <a:pt x="595847" y="442274"/>
                  </a:cubicBezTo>
                  <a:cubicBezTo>
                    <a:pt x="595847" y="442274"/>
                    <a:pt x="595847" y="442274"/>
                    <a:pt x="604823" y="434803"/>
                  </a:cubicBezTo>
                  <a:cubicBezTo>
                    <a:pt x="604823" y="434803"/>
                    <a:pt x="604823" y="434803"/>
                    <a:pt x="610807" y="419862"/>
                  </a:cubicBezTo>
                  <a:cubicBezTo>
                    <a:pt x="610807" y="419862"/>
                    <a:pt x="610807" y="419862"/>
                    <a:pt x="618288" y="412391"/>
                  </a:cubicBezTo>
                  <a:cubicBezTo>
                    <a:pt x="618288" y="412391"/>
                    <a:pt x="618288" y="412391"/>
                    <a:pt x="625768" y="407908"/>
                  </a:cubicBezTo>
                  <a:cubicBezTo>
                    <a:pt x="625768" y="407908"/>
                    <a:pt x="625768" y="407908"/>
                    <a:pt x="639233" y="413885"/>
                  </a:cubicBezTo>
                  <a:cubicBezTo>
                    <a:pt x="639233" y="413885"/>
                    <a:pt x="639233" y="413885"/>
                    <a:pt x="655690" y="425838"/>
                  </a:cubicBezTo>
                  <a:cubicBezTo>
                    <a:pt x="655690" y="425838"/>
                    <a:pt x="655690" y="425838"/>
                    <a:pt x="672146" y="442274"/>
                  </a:cubicBezTo>
                  <a:cubicBezTo>
                    <a:pt x="672146" y="442274"/>
                    <a:pt x="672146" y="442274"/>
                    <a:pt x="684115" y="455722"/>
                  </a:cubicBezTo>
                  <a:cubicBezTo>
                    <a:pt x="684115" y="455722"/>
                    <a:pt x="684115" y="455722"/>
                    <a:pt x="708052" y="479629"/>
                  </a:cubicBezTo>
                  <a:cubicBezTo>
                    <a:pt x="708052" y="479629"/>
                    <a:pt x="708052" y="479629"/>
                    <a:pt x="723013" y="500547"/>
                  </a:cubicBezTo>
                  <a:cubicBezTo>
                    <a:pt x="723013" y="500547"/>
                    <a:pt x="723013" y="500547"/>
                    <a:pt x="731989" y="502041"/>
                  </a:cubicBezTo>
                  <a:cubicBezTo>
                    <a:pt x="731989" y="502041"/>
                    <a:pt x="731989" y="502041"/>
                    <a:pt x="742462" y="503535"/>
                  </a:cubicBezTo>
                  <a:cubicBezTo>
                    <a:pt x="742462" y="503535"/>
                    <a:pt x="742462" y="503535"/>
                    <a:pt x="760415" y="509512"/>
                  </a:cubicBezTo>
                  <a:cubicBezTo>
                    <a:pt x="760415" y="509512"/>
                    <a:pt x="760415" y="509512"/>
                    <a:pt x="767895" y="513994"/>
                  </a:cubicBezTo>
                  <a:cubicBezTo>
                    <a:pt x="767895" y="513994"/>
                    <a:pt x="767895" y="513994"/>
                    <a:pt x="767895" y="519971"/>
                  </a:cubicBezTo>
                  <a:cubicBezTo>
                    <a:pt x="767895" y="519971"/>
                    <a:pt x="767895" y="519971"/>
                    <a:pt x="770887" y="533419"/>
                  </a:cubicBezTo>
                  <a:cubicBezTo>
                    <a:pt x="770887" y="533419"/>
                    <a:pt x="770887" y="533419"/>
                    <a:pt x="770887" y="539395"/>
                  </a:cubicBezTo>
                  <a:cubicBezTo>
                    <a:pt x="770887" y="539395"/>
                    <a:pt x="770887" y="539395"/>
                    <a:pt x="770887" y="545372"/>
                  </a:cubicBezTo>
                  <a:cubicBezTo>
                    <a:pt x="770887" y="545372"/>
                    <a:pt x="770887" y="545372"/>
                    <a:pt x="770887" y="558820"/>
                  </a:cubicBezTo>
                  <a:cubicBezTo>
                    <a:pt x="770887" y="558820"/>
                    <a:pt x="770887" y="558820"/>
                    <a:pt x="764903" y="563302"/>
                  </a:cubicBezTo>
                  <a:cubicBezTo>
                    <a:pt x="764903" y="563302"/>
                    <a:pt x="764903" y="563302"/>
                    <a:pt x="760415" y="557325"/>
                  </a:cubicBezTo>
                  <a:cubicBezTo>
                    <a:pt x="760415" y="557325"/>
                    <a:pt x="760415" y="557325"/>
                    <a:pt x="755926" y="549855"/>
                  </a:cubicBezTo>
                  <a:cubicBezTo>
                    <a:pt x="755926" y="549855"/>
                    <a:pt x="755926" y="549855"/>
                    <a:pt x="751438" y="552843"/>
                  </a:cubicBezTo>
                  <a:cubicBezTo>
                    <a:pt x="751438" y="552843"/>
                    <a:pt x="751438" y="552843"/>
                    <a:pt x="755926" y="560314"/>
                  </a:cubicBezTo>
                  <a:cubicBezTo>
                    <a:pt x="755926" y="560314"/>
                    <a:pt x="755926" y="560314"/>
                    <a:pt x="752934" y="561808"/>
                  </a:cubicBezTo>
                  <a:cubicBezTo>
                    <a:pt x="752934" y="561808"/>
                    <a:pt x="752934" y="561808"/>
                    <a:pt x="748446" y="558820"/>
                  </a:cubicBezTo>
                  <a:cubicBezTo>
                    <a:pt x="748446" y="558820"/>
                    <a:pt x="748446" y="558820"/>
                    <a:pt x="739470" y="555831"/>
                  </a:cubicBezTo>
                  <a:cubicBezTo>
                    <a:pt x="739470" y="555831"/>
                    <a:pt x="739470" y="555831"/>
                    <a:pt x="739470" y="549855"/>
                  </a:cubicBezTo>
                  <a:cubicBezTo>
                    <a:pt x="739470" y="549855"/>
                    <a:pt x="739470" y="549855"/>
                    <a:pt x="736478" y="542384"/>
                  </a:cubicBezTo>
                  <a:cubicBezTo>
                    <a:pt x="736478" y="542384"/>
                    <a:pt x="736478" y="542384"/>
                    <a:pt x="731989" y="539395"/>
                  </a:cubicBezTo>
                  <a:cubicBezTo>
                    <a:pt x="731989" y="539395"/>
                    <a:pt x="731989" y="539395"/>
                    <a:pt x="728997" y="533419"/>
                  </a:cubicBezTo>
                  <a:cubicBezTo>
                    <a:pt x="728997" y="533419"/>
                    <a:pt x="728997" y="533419"/>
                    <a:pt x="717029" y="524454"/>
                  </a:cubicBezTo>
                  <a:cubicBezTo>
                    <a:pt x="717029" y="524454"/>
                    <a:pt x="717029" y="524454"/>
                    <a:pt x="706556" y="525948"/>
                  </a:cubicBezTo>
                  <a:cubicBezTo>
                    <a:pt x="706556" y="525948"/>
                    <a:pt x="706556" y="525948"/>
                    <a:pt x="709548" y="530430"/>
                  </a:cubicBezTo>
                  <a:cubicBezTo>
                    <a:pt x="709548" y="530430"/>
                    <a:pt x="709548" y="530430"/>
                    <a:pt x="712540" y="533419"/>
                  </a:cubicBezTo>
                  <a:cubicBezTo>
                    <a:pt x="712540" y="533419"/>
                    <a:pt x="712540" y="533419"/>
                    <a:pt x="723013" y="539395"/>
                  </a:cubicBezTo>
                  <a:cubicBezTo>
                    <a:pt x="723013" y="539395"/>
                    <a:pt x="723013" y="539395"/>
                    <a:pt x="728997" y="545372"/>
                  </a:cubicBezTo>
                  <a:cubicBezTo>
                    <a:pt x="728997" y="545372"/>
                    <a:pt x="728997" y="545372"/>
                    <a:pt x="728997" y="549855"/>
                  </a:cubicBezTo>
                  <a:cubicBezTo>
                    <a:pt x="728997" y="549855"/>
                    <a:pt x="728997" y="549855"/>
                    <a:pt x="733485" y="554337"/>
                  </a:cubicBezTo>
                  <a:cubicBezTo>
                    <a:pt x="733485" y="554337"/>
                    <a:pt x="733485" y="554337"/>
                    <a:pt x="736478" y="558820"/>
                  </a:cubicBezTo>
                  <a:cubicBezTo>
                    <a:pt x="736478" y="558820"/>
                    <a:pt x="736478" y="558820"/>
                    <a:pt x="739470" y="569279"/>
                  </a:cubicBezTo>
                  <a:cubicBezTo>
                    <a:pt x="739470" y="569279"/>
                    <a:pt x="739470" y="569279"/>
                    <a:pt x="739470" y="572267"/>
                  </a:cubicBezTo>
                  <a:cubicBezTo>
                    <a:pt x="739470" y="572267"/>
                    <a:pt x="739470" y="572267"/>
                    <a:pt x="734981" y="573761"/>
                  </a:cubicBezTo>
                  <a:cubicBezTo>
                    <a:pt x="734981" y="573761"/>
                    <a:pt x="734981" y="573761"/>
                    <a:pt x="731989" y="566290"/>
                  </a:cubicBezTo>
                  <a:cubicBezTo>
                    <a:pt x="731989" y="566290"/>
                    <a:pt x="731989" y="566290"/>
                    <a:pt x="731989" y="573761"/>
                  </a:cubicBezTo>
                  <a:cubicBezTo>
                    <a:pt x="731989" y="573761"/>
                    <a:pt x="731989" y="573761"/>
                    <a:pt x="728997" y="579738"/>
                  </a:cubicBezTo>
                  <a:cubicBezTo>
                    <a:pt x="728997" y="579738"/>
                    <a:pt x="728997" y="579738"/>
                    <a:pt x="724509" y="578244"/>
                  </a:cubicBezTo>
                  <a:cubicBezTo>
                    <a:pt x="724509" y="578244"/>
                    <a:pt x="724509" y="578244"/>
                    <a:pt x="717029" y="570773"/>
                  </a:cubicBezTo>
                  <a:cubicBezTo>
                    <a:pt x="717029" y="570773"/>
                    <a:pt x="717029" y="570773"/>
                    <a:pt x="709548" y="561808"/>
                  </a:cubicBezTo>
                  <a:cubicBezTo>
                    <a:pt x="709548" y="561808"/>
                    <a:pt x="709548" y="561808"/>
                    <a:pt x="703564" y="564796"/>
                  </a:cubicBezTo>
                  <a:cubicBezTo>
                    <a:pt x="703564" y="564796"/>
                    <a:pt x="703564" y="564796"/>
                    <a:pt x="699076" y="564796"/>
                  </a:cubicBezTo>
                  <a:cubicBezTo>
                    <a:pt x="699076" y="564796"/>
                    <a:pt x="699076" y="564796"/>
                    <a:pt x="702068" y="555831"/>
                  </a:cubicBezTo>
                  <a:cubicBezTo>
                    <a:pt x="702068" y="555831"/>
                    <a:pt x="702068" y="555831"/>
                    <a:pt x="709548" y="554337"/>
                  </a:cubicBezTo>
                  <a:cubicBezTo>
                    <a:pt x="709548" y="554337"/>
                    <a:pt x="709548" y="554337"/>
                    <a:pt x="706556" y="545372"/>
                  </a:cubicBezTo>
                  <a:cubicBezTo>
                    <a:pt x="706556" y="545372"/>
                    <a:pt x="706556" y="545372"/>
                    <a:pt x="697580" y="549855"/>
                  </a:cubicBezTo>
                  <a:cubicBezTo>
                    <a:pt x="697580" y="549855"/>
                    <a:pt x="697580" y="549855"/>
                    <a:pt x="700572" y="540890"/>
                  </a:cubicBezTo>
                  <a:cubicBezTo>
                    <a:pt x="700572" y="540890"/>
                    <a:pt x="700572" y="540890"/>
                    <a:pt x="696084" y="534913"/>
                  </a:cubicBezTo>
                  <a:cubicBezTo>
                    <a:pt x="696084" y="534913"/>
                    <a:pt x="696084" y="534913"/>
                    <a:pt x="694588" y="530430"/>
                  </a:cubicBezTo>
                  <a:cubicBezTo>
                    <a:pt x="694588" y="530430"/>
                    <a:pt x="694588" y="530430"/>
                    <a:pt x="694588" y="525948"/>
                  </a:cubicBezTo>
                  <a:cubicBezTo>
                    <a:pt x="694588" y="525948"/>
                    <a:pt x="694588" y="525948"/>
                    <a:pt x="700572" y="516983"/>
                  </a:cubicBezTo>
                  <a:cubicBezTo>
                    <a:pt x="700572" y="516983"/>
                    <a:pt x="700572" y="516983"/>
                    <a:pt x="693091" y="516983"/>
                  </a:cubicBezTo>
                  <a:cubicBezTo>
                    <a:pt x="693091" y="516983"/>
                    <a:pt x="693091" y="516983"/>
                    <a:pt x="690099" y="519971"/>
                  </a:cubicBezTo>
                  <a:cubicBezTo>
                    <a:pt x="690099" y="519971"/>
                    <a:pt x="690099" y="519971"/>
                    <a:pt x="690099" y="522959"/>
                  </a:cubicBezTo>
                  <a:cubicBezTo>
                    <a:pt x="690099" y="522959"/>
                    <a:pt x="690099" y="522959"/>
                    <a:pt x="690099" y="531925"/>
                  </a:cubicBezTo>
                  <a:cubicBezTo>
                    <a:pt x="690099" y="531925"/>
                    <a:pt x="690099" y="531925"/>
                    <a:pt x="685611" y="534913"/>
                  </a:cubicBezTo>
                  <a:cubicBezTo>
                    <a:pt x="685611" y="534913"/>
                    <a:pt x="685611" y="534913"/>
                    <a:pt x="682619" y="537901"/>
                  </a:cubicBezTo>
                  <a:cubicBezTo>
                    <a:pt x="682619" y="537901"/>
                    <a:pt x="682619" y="534913"/>
                    <a:pt x="682619" y="533419"/>
                  </a:cubicBezTo>
                  <a:cubicBezTo>
                    <a:pt x="682619" y="531925"/>
                    <a:pt x="681123" y="527442"/>
                    <a:pt x="681123" y="527442"/>
                  </a:cubicBezTo>
                  <a:cubicBezTo>
                    <a:pt x="681123" y="527442"/>
                    <a:pt x="679627" y="522959"/>
                    <a:pt x="679627" y="519971"/>
                  </a:cubicBezTo>
                  <a:cubicBezTo>
                    <a:pt x="679627" y="518477"/>
                    <a:pt x="678131" y="515489"/>
                    <a:pt x="678131" y="515489"/>
                  </a:cubicBezTo>
                  <a:cubicBezTo>
                    <a:pt x="678131" y="515489"/>
                    <a:pt x="676635" y="512500"/>
                    <a:pt x="676635" y="511006"/>
                  </a:cubicBezTo>
                  <a:cubicBezTo>
                    <a:pt x="676635" y="508018"/>
                    <a:pt x="676635" y="506524"/>
                    <a:pt x="676635" y="506524"/>
                  </a:cubicBezTo>
                  <a:cubicBezTo>
                    <a:pt x="676635" y="506524"/>
                    <a:pt x="678131" y="503535"/>
                    <a:pt x="681123" y="503535"/>
                  </a:cubicBezTo>
                  <a:cubicBezTo>
                    <a:pt x="682619" y="502041"/>
                    <a:pt x="684115" y="499053"/>
                    <a:pt x="684115" y="499053"/>
                  </a:cubicBezTo>
                  <a:cubicBezTo>
                    <a:pt x="684115" y="499053"/>
                    <a:pt x="684115" y="499053"/>
                    <a:pt x="690099" y="493076"/>
                  </a:cubicBezTo>
                  <a:cubicBezTo>
                    <a:pt x="690099" y="493076"/>
                    <a:pt x="690099" y="493076"/>
                    <a:pt x="684115" y="482617"/>
                  </a:cubicBezTo>
                  <a:cubicBezTo>
                    <a:pt x="684115" y="482617"/>
                    <a:pt x="684115" y="482617"/>
                    <a:pt x="681123" y="484111"/>
                  </a:cubicBezTo>
                  <a:cubicBezTo>
                    <a:pt x="681123" y="484111"/>
                    <a:pt x="681123" y="484111"/>
                    <a:pt x="678131" y="491582"/>
                  </a:cubicBezTo>
                  <a:cubicBezTo>
                    <a:pt x="678131" y="491582"/>
                    <a:pt x="678131" y="491582"/>
                    <a:pt x="672146" y="499053"/>
                  </a:cubicBezTo>
                  <a:cubicBezTo>
                    <a:pt x="672146" y="499053"/>
                    <a:pt x="672146" y="499053"/>
                    <a:pt x="667658" y="502041"/>
                  </a:cubicBezTo>
                  <a:cubicBezTo>
                    <a:pt x="667658" y="502041"/>
                    <a:pt x="667658" y="502041"/>
                    <a:pt x="666162" y="505029"/>
                  </a:cubicBezTo>
                  <a:cubicBezTo>
                    <a:pt x="666162" y="505029"/>
                    <a:pt x="666162" y="505029"/>
                    <a:pt x="669154" y="516983"/>
                  </a:cubicBezTo>
                  <a:cubicBezTo>
                    <a:pt x="669154" y="516983"/>
                    <a:pt x="669154" y="516983"/>
                    <a:pt x="675139" y="533419"/>
                  </a:cubicBezTo>
                  <a:cubicBezTo>
                    <a:pt x="675139" y="533419"/>
                    <a:pt x="675139" y="533419"/>
                    <a:pt x="669154" y="531925"/>
                  </a:cubicBezTo>
                  <a:cubicBezTo>
                    <a:pt x="669154" y="531925"/>
                    <a:pt x="669154" y="531925"/>
                    <a:pt x="660178" y="513994"/>
                  </a:cubicBezTo>
                  <a:cubicBezTo>
                    <a:pt x="660178" y="513994"/>
                    <a:pt x="660178" y="513994"/>
                    <a:pt x="649705" y="499053"/>
                  </a:cubicBezTo>
                  <a:cubicBezTo>
                    <a:pt x="649705" y="499053"/>
                    <a:pt x="649705" y="499053"/>
                    <a:pt x="646713" y="508018"/>
                  </a:cubicBezTo>
                  <a:cubicBezTo>
                    <a:pt x="646713" y="508018"/>
                    <a:pt x="646713" y="508018"/>
                    <a:pt x="643721" y="506524"/>
                  </a:cubicBezTo>
                  <a:cubicBezTo>
                    <a:pt x="643721" y="506524"/>
                    <a:pt x="643721" y="506524"/>
                    <a:pt x="639233" y="496064"/>
                  </a:cubicBezTo>
                  <a:cubicBezTo>
                    <a:pt x="639233" y="496064"/>
                    <a:pt x="639233" y="496064"/>
                    <a:pt x="633249" y="491582"/>
                  </a:cubicBezTo>
                  <a:cubicBezTo>
                    <a:pt x="633249" y="491582"/>
                    <a:pt x="633249" y="491582"/>
                    <a:pt x="618288" y="475146"/>
                  </a:cubicBezTo>
                  <a:cubicBezTo>
                    <a:pt x="618288" y="475146"/>
                    <a:pt x="618288" y="475146"/>
                    <a:pt x="618288" y="464687"/>
                  </a:cubicBezTo>
                  <a:cubicBezTo>
                    <a:pt x="618288" y="464687"/>
                    <a:pt x="618288" y="464687"/>
                    <a:pt x="615296" y="470664"/>
                  </a:cubicBezTo>
                  <a:cubicBezTo>
                    <a:pt x="615296" y="470664"/>
                    <a:pt x="615296" y="470664"/>
                    <a:pt x="607815" y="467675"/>
                  </a:cubicBezTo>
                  <a:cubicBezTo>
                    <a:pt x="607815" y="467675"/>
                    <a:pt x="607815" y="467675"/>
                    <a:pt x="591358" y="452734"/>
                  </a:cubicBezTo>
                  <a:cubicBezTo>
                    <a:pt x="591358" y="452734"/>
                    <a:pt x="591358" y="452734"/>
                    <a:pt x="580886" y="440780"/>
                  </a:cubicBezTo>
                  <a:cubicBezTo>
                    <a:pt x="580886" y="440780"/>
                    <a:pt x="580886" y="440780"/>
                    <a:pt x="574902" y="442274"/>
                  </a:cubicBezTo>
                  <a:cubicBezTo>
                    <a:pt x="574902" y="442274"/>
                    <a:pt x="574902" y="442274"/>
                    <a:pt x="561437" y="439286"/>
                  </a:cubicBezTo>
                  <a:cubicBezTo>
                    <a:pt x="561437" y="439286"/>
                    <a:pt x="561437" y="439286"/>
                    <a:pt x="552461" y="430321"/>
                  </a:cubicBezTo>
                  <a:cubicBezTo>
                    <a:pt x="552461" y="430321"/>
                    <a:pt x="552461" y="430321"/>
                    <a:pt x="552461" y="419862"/>
                  </a:cubicBezTo>
                  <a:cubicBezTo>
                    <a:pt x="552461" y="419862"/>
                    <a:pt x="552461" y="419862"/>
                    <a:pt x="547972" y="422850"/>
                  </a:cubicBezTo>
                  <a:cubicBezTo>
                    <a:pt x="547972" y="422850"/>
                    <a:pt x="547972" y="422850"/>
                    <a:pt x="530020" y="422850"/>
                  </a:cubicBezTo>
                  <a:cubicBezTo>
                    <a:pt x="530020" y="422850"/>
                    <a:pt x="530020" y="422850"/>
                    <a:pt x="521043" y="421356"/>
                  </a:cubicBezTo>
                  <a:cubicBezTo>
                    <a:pt x="521043" y="421356"/>
                    <a:pt x="521043" y="421356"/>
                    <a:pt x="510571" y="418368"/>
                  </a:cubicBezTo>
                  <a:cubicBezTo>
                    <a:pt x="510571" y="418368"/>
                    <a:pt x="510571" y="418368"/>
                    <a:pt x="491122" y="416873"/>
                  </a:cubicBezTo>
                  <a:cubicBezTo>
                    <a:pt x="491122" y="416873"/>
                    <a:pt x="491122" y="416873"/>
                    <a:pt x="471673" y="421356"/>
                  </a:cubicBezTo>
                  <a:cubicBezTo>
                    <a:pt x="471673" y="421356"/>
                    <a:pt x="471673" y="421356"/>
                    <a:pt x="458208" y="424344"/>
                  </a:cubicBezTo>
                  <a:cubicBezTo>
                    <a:pt x="458208" y="424344"/>
                    <a:pt x="458208" y="424344"/>
                    <a:pt x="461200" y="412391"/>
                  </a:cubicBezTo>
                  <a:cubicBezTo>
                    <a:pt x="461200" y="412391"/>
                    <a:pt x="461200" y="412391"/>
                    <a:pt x="456712" y="415379"/>
                  </a:cubicBezTo>
                  <a:cubicBezTo>
                    <a:pt x="456712" y="415379"/>
                    <a:pt x="456712" y="415379"/>
                    <a:pt x="449232" y="410897"/>
                  </a:cubicBezTo>
                  <a:cubicBezTo>
                    <a:pt x="449232" y="410897"/>
                    <a:pt x="449232" y="410897"/>
                    <a:pt x="443247" y="407908"/>
                  </a:cubicBezTo>
                  <a:cubicBezTo>
                    <a:pt x="443247" y="407908"/>
                    <a:pt x="443247" y="407908"/>
                    <a:pt x="437263" y="407908"/>
                  </a:cubicBezTo>
                  <a:cubicBezTo>
                    <a:pt x="437263" y="407908"/>
                    <a:pt x="437263" y="407908"/>
                    <a:pt x="432775" y="407908"/>
                  </a:cubicBezTo>
                  <a:cubicBezTo>
                    <a:pt x="432775" y="407908"/>
                    <a:pt x="432775" y="407908"/>
                    <a:pt x="425294" y="412391"/>
                  </a:cubicBezTo>
                  <a:cubicBezTo>
                    <a:pt x="425294" y="412391"/>
                    <a:pt x="425294" y="412391"/>
                    <a:pt x="419310" y="415379"/>
                  </a:cubicBezTo>
                  <a:cubicBezTo>
                    <a:pt x="419310" y="415379"/>
                    <a:pt x="419310" y="415379"/>
                    <a:pt x="413326" y="422850"/>
                  </a:cubicBezTo>
                  <a:cubicBezTo>
                    <a:pt x="413326" y="422850"/>
                    <a:pt x="413326" y="422850"/>
                    <a:pt x="410334" y="425838"/>
                  </a:cubicBezTo>
                  <a:cubicBezTo>
                    <a:pt x="410334" y="425838"/>
                    <a:pt x="410334" y="425838"/>
                    <a:pt x="402853" y="424344"/>
                  </a:cubicBezTo>
                  <a:cubicBezTo>
                    <a:pt x="402853" y="424344"/>
                    <a:pt x="402853" y="424344"/>
                    <a:pt x="410334" y="418368"/>
                  </a:cubicBezTo>
                  <a:cubicBezTo>
                    <a:pt x="410334" y="418368"/>
                    <a:pt x="410334" y="418368"/>
                    <a:pt x="419310" y="409403"/>
                  </a:cubicBezTo>
                  <a:cubicBezTo>
                    <a:pt x="419310" y="409403"/>
                    <a:pt x="419310" y="409403"/>
                    <a:pt x="425294" y="403426"/>
                  </a:cubicBezTo>
                  <a:cubicBezTo>
                    <a:pt x="425294" y="403426"/>
                    <a:pt x="425294" y="403426"/>
                    <a:pt x="429783" y="397449"/>
                  </a:cubicBezTo>
                  <a:cubicBezTo>
                    <a:pt x="429783" y="397449"/>
                    <a:pt x="429783" y="397449"/>
                    <a:pt x="426791" y="397449"/>
                  </a:cubicBezTo>
                  <a:cubicBezTo>
                    <a:pt x="426791" y="397449"/>
                    <a:pt x="426791" y="397449"/>
                    <a:pt x="420806" y="394461"/>
                  </a:cubicBezTo>
                  <a:cubicBezTo>
                    <a:pt x="420806" y="394461"/>
                    <a:pt x="420806" y="394461"/>
                    <a:pt x="420806" y="384002"/>
                  </a:cubicBezTo>
                  <a:cubicBezTo>
                    <a:pt x="420806" y="384002"/>
                    <a:pt x="420806" y="384002"/>
                    <a:pt x="414822" y="388484"/>
                  </a:cubicBezTo>
                  <a:cubicBezTo>
                    <a:pt x="414822" y="388484"/>
                    <a:pt x="414822" y="388484"/>
                    <a:pt x="413326" y="389978"/>
                  </a:cubicBezTo>
                  <a:cubicBezTo>
                    <a:pt x="413326" y="389978"/>
                    <a:pt x="413326" y="389978"/>
                    <a:pt x="402853" y="389978"/>
                  </a:cubicBezTo>
                  <a:cubicBezTo>
                    <a:pt x="402853" y="389978"/>
                    <a:pt x="402853" y="389978"/>
                    <a:pt x="393877" y="388484"/>
                  </a:cubicBezTo>
                  <a:cubicBezTo>
                    <a:pt x="393877" y="388484"/>
                    <a:pt x="393877" y="388484"/>
                    <a:pt x="389389" y="392967"/>
                  </a:cubicBezTo>
                  <a:cubicBezTo>
                    <a:pt x="389389" y="392967"/>
                    <a:pt x="389389" y="392967"/>
                    <a:pt x="386397" y="401932"/>
                  </a:cubicBezTo>
                  <a:cubicBezTo>
                    <a:pt x="386397" y="401932"/>
                    <a:pt x="386397" y="401932"/>
                    <a:pt x="392381" y="409403"/>
                  </a:cubicBezTo>
                  <a:cubicBezTo>
                    <a:pt x="392381" y="409403"/>
                    <a:pt x="392381" y="409403"/>
                    <a:pt x="389389" y="421356"/>
                  </a:cubicBezTo>
                  <a:cubicBezTo>
                    <a:pt x="389389" y="421356"/>
                    <a:pt x="389389" y="421356"/>
                    <a:pt x="381908" y="428827"/>
                  </a:cubicBezTo>
                  <a:cubicBezTo>
                    <a:pt x="381908" y="428827"/>
                    <a:pt x="381908" y="428827"/>
                    <a:pt x="374428" y="428827"/>
                  </a:cubicBezTo>
                  <a:cubicBezTo>
                    <a:pt x="374428" y="428827"/>
                    <a:pt x="374428" y="428827"/>
                    <a:pt x="365452" y="428827"/>
                  </a:cubicBezTo>
                  <a:cubicBezTo>
                    <a:pt x="365452" y="428827"/>
                    <a:pt x="365452" y="428827"/>
                    <a:pt x="362459" y="439286"/>
                  </a:cubicBezTo>
                  <a:cubicBezTo>
                    <a:pt x="362459" y="439286"/>
                    <a:pt x="362459" y="439286"/>
                    <a:pt x="350491" y="443769"/>
                  </a:cubicBezTo>
                  <a:cubicBezTo>
                    <a:pt x="350491" y="443769"/>
                    <a:pt x="350491" y="443769"/>
                    <a:pt x="348995" y="446757"/>
                  </a:cubicBezTo>
                  <a:cubicBezTo>
                    <a:pt x="348995" y="446757"/>
                    <a:pt x="348995" y="446757"/>
                    <a:pt x="338522" y="454228"/>
                  </a:cubicBezTo>
                  <a:cubicBezTo>
                    <a:pt x="338522" y="454228"/>
                    <a:pt x="338522" y="454228"/>
                    <a:pt x="328050" y="457216"/>
                  </a:cubicBezTo>
                  <a:cubicBezTo>
                    <a:pt x="328050" y="457216"/>
                    <a:pt x="328050" y="457216"/>
                    <a:pt x="322065" y="458710"/>
                  </a:cubicBezTo>
                  <a:cubicBezTo>
                    <a:pt x="322065" y="458710"/>
                    <a:pt x="322065" y="458710"/>
                    <a:pt x="319073" y="454228"/>
                  </a:cubicBezTo>
                  <a:cubicBezTo>
                    <a:pt x="319073" y="454228"/>
                    <a:pt x="319073" y="454228"/>
                    <a:pt x="317577" y="451239"/>
                  </a:cubicBezTo>
                  <a:cubicBezTo>
                    <a:pt x="317577" y="451239"/>
                    <a:pt x="317577" y="451239"/>
                    <a:pt x="325058" y="448251"/>
                  </a:cubicBezTo>
                  <a:cubicBezTo>
                    <a:pt x="325058" y="448251"/>
                    <a:pt x="325058" y="448251"/>
                    <a:pt x="331042" y="440780"/>
                  </a:cubicBezTo>
                  <a:cubicBezTo>
                    <a:pt x="331042" y="440780"/>
                    <a:pt x="331042" y="440780"/>
                    <a:pt x="323561" y="440780"/>
                  </a:cubicBezTo>
                  <a:cubicBezTo>
                    <a:pt x="323561" y="440780"/>
                    <a:pt x="323561" y="440780"/>
                    <a:pt x="320569" y="436298"/>
                  </a:cubicBezTo>
                  <a:cubicBezTo>
                    <a:pt x="320569" y="436298"/>
                    <a:pt x="320569" y="436298"/>
                    <a:pt x="328050" y="425838"/>
                  </a:cubicBezTo>
                  <a:cubicBezTo>
                    <a:pt x="328050" y="425838"/>
                    <a:pt x="328050" y="425838"/>
                    <a:pt x="331042" y="415379"/>
                  </a:cubicBezTo>
                  <a:cubicBezTo>
                    <a:pt x="331042" y="415379"/>
                    <a:pt x="331042" y="415379"/>
                    <a:pt x="335530" y="400438"/>
                  </a:cubicBezTo>
                  <a:cubicBezTo>
                    <a:pt x="335530" y="400438"/>
                    <a:pt x="335530" y="400438"/>
                    <a:pt x="343010" y="391473"/>
                  </a:cubicBezTo>
                  <a:cubicBezTo>
                    <a:pt x="343010" y="391473"/>
                    <a:pt x="343010" y="391473"/>
                    <a:pt x="369940" y="394461"/>
                  </a:cubicBezTo>
                  <a:cubicBezTo>
                    <a:pt x="369940" y="394461"/>
                    <a:pt x="369940" y="394461"/>
                    <a:pt x="365452" y="388484"/>
                  </a:cubicBezTo>
                  <a:cubicBezTo>
                    <a:pt x="365452" y="388484"/>
                    <a:pt x="365452" y="388484"/>
                    <a:pt x="357971" y="386990"/>
                  </a:cubicBezTo>
                  <a:cubicBezTo>
                    <a:pt x="357971" y="386990"/>
                    <a:pt x="357971" y="386990"/>
                    <a:pt x="344507" y="381013"/>
                  </a:cubicBezTo>
                  <a:cubicBezTo>
                    <a:pt x="344507" y="381013"/>
                    <a:pt x="344507" y="381013"/>
                    <a:pt x="334034" y="385496"/>
                  </a:cubicBezTo>
                  <a:cubicBezTo>
                    <a:pt x="334034" y="385496"/>
                    <a:pt x="334034" y="385496"/>
                    <a:pt x="325058" y="392967"/>
                  </a:cubicBezTo>
                  <a:cubicBezTo>
                    <a:pt x="325058" y="392967"/>
                    <a:pt x="325058" y="392967"/>
                    <a:pt x="316081" y="400438"/>
                  </a:cubicBezTo>
                  <a:cubicBezTo>
                    <a:pt x="316081" y="400438"/>
                    <a:pt x="316081" y="400438"/>
                    <a:pt x="311593" y="409403"/>
                  </a:cubicBezTo>
                  <a:cubicBezTo>
                    <a:pt x="311593" y="409403"/>
                    <a:pt x="311593" y="409403"/>
                    <a:pt x="310097" y="416873"/>
                  </a:cubicBezTo>
                  <a:cubicBezTo>
                    <a:pt x="310097" y="416873"/>
                    <a:pt x="310097" y="416873"/>
                    <a:pt x="304113" y="416873"/>
                  </a:cubicBezTo>
                  <a:cubicBezTo>
                    <a:pt x="304113" y="416873"/>
                    <a:pt x="304113" y="416873"/>
                    <a:pt x="304113" y="419862"/>
                  </a:cubicBezTo>
                  <a:cubicBezTo>
                    <a:pt x="304113" y="419862"/>
                    <a:pt x="304113" y="419862"/>
                    <a:pt x="307105" y="425838"/>
                  </a:cubicBezTo>
                  <a:cubicBezTo>
                    <a:pt x="307105" y="425838"/>
                    <a:pt x="307105" y="425838"/>
                    <a:pt x="305609" y="430321"/>
                  </a:cubicBezTo>
                  <a:cubicBezTo>
                    <a:pt x="305609" y="430321"/>
                    <a:pt x="305609" y="430321"/>
                    <a:pt x="301120" y="434803"/>
                  </a:cubicBezTo>
                  <a:cubicBezTo>
                    <a:pt x="301120" y="434803"/>
                    <a:pt x="301120" y="434803"/>
                    <a:pt x="290648" y="440780"/>
                  </a:cubicBezTo>
                  <a:cubicBezTo>
                    <a:pt x="290648" y="440780"/>
                    <a:pt x="290648" y="440780"/>
                    <a:pt x="284664" y="445263"/>
                  </a:cubicBezTo>
                  <a:cubicBezTo>
                    <a:pt x="284664" y="445263"/>
                    <a:pt x="284664" y="445263"/>
                    <a:pt x="277183" y="452734"/>
                  </a:cubicBezTo>
                  <a:cubicBezTo>
                    <a:pt x="277183" y="452734"/>
                    <a:pt x="277183" y="452734"/>
                    <a:pt x="275687" y="460204"/>
                  </a:cubicBezTo>
                  <a:cubicBezTo>
                    <a:pt x="275687" y="460204"/>
                    <a:pt x="275687" y="460204"/>
                    <a:pt x="286160" y="463193"/>
                  </a:cubicBezTo>
                  <a:cubicBezTo>
                    <a:pt x="286160" y="463193"/>
                    <a:pt x="286160" y="463193"/>
                    <a:pt x="287656" y="473652"/>
                  </a:cubicBezTo>
                  <a:cubicBezTo>
                    <a:pt x="287656" y="473652"/>
                    <a:pt x="287656" y="473652"/>
                    <a:pt x="283168" y="479629"/>
                  </a:cubicBezTo>
                  <a:cubicBezTo>
                    <a:pt x="283168" y="479629"/>
                    <a:pt x="283168" y="479629"/>
                    <a:pt x="275687" y="484111"/>
                  </a:cubicBezTo>
                  <a:cubicBezTo>
                    <a:pt x="275687" y="484111"/>
                    <a:pt x="275687" y="484111"/>
                    <a:pt x="266711" y="496064"/>
                  </a:cubicBezTo>
                  <a:cubicBezTo>
                    <a:pt x="266711" y="496064"/>
                    <a:pt x="266711" y="496064"/>
                    <a:pt x="253246" y="505029"/>
                  </a:cubicBezTo>
                  <a:cubicBezTo>
                    <a:pt x="253246" y="505029"/>
                    <a:pt x="253246" y="505029"/>
                    <a:pt x="226317" y="518477"/>
                  </a:cubicBezTo>
                  <a:cubicBezTo>
                    <a:pt x="226317" y="518477"/>
                    <a:pt x="226317" y="518477"/>
                    <a:pt x="224821" y="530430"/>
                  </a:cubicBezTo>
                  <a:cubicBezTo>
                    <a:pt x="224821" y="530430"/>
                    <a:pt x="224821" y="530430"/>
                    <a:pt x="214348" y="534913"/>
                  </a:cubicBezTo>
                  <a:cubicBezTo>
                    <a:pt x="214348" y="534913"/>
                    <a:pt x="214348" y="534913"/>
                    <a:pt x="203876" y="540890"/>
                  </a:cubicBezTo>
                  <a:cubicBezTo>
                    <a:pt x="203876" y="540890"/>
                    <a:pt x="203876" y="540890"/>
                    <a:pt x="190411" y="545372"/>
                  </a:cubicBezTo>
                  <a:cubicBezTo>
                    <a:pt x="190411" y="545372"/>
                    <a:pt x="190411" y="545372"/>
                    <a:pt x="185923" y="548360"/>
                  </a:cubicBezTo>
                  <a:cubicBezTo>
                    <a:pt x="185923" y="548360"/>
                    <a:pt x="185923" y="548360"/>
                    <a:pt x="179939" y="552843"/>
                  </a:cubicBezTo>
                  <a:cubicBezTo>
                    <a:pt x="179939" y="552843"/>
                    <a:pt x="179939" y="552843"/>
                    <a:pt x="175450" y="557325"/>
                  </a:cubicBezTo>
                  <a:cubicBezTo>
                    <a:pt x="175450" y="557325"/>
                    <a:pt x="175450" y="557325"/>
                    <a:pt x="172458" y="566290"/>
                  </a:cubicBezTo>
                  <a:cubicBezTo>
                    <a:pt x="172458" y="566290"/>
                    <a:pt x="172458" y="566290"/>
                    <a:pt x="164978" y="567785"/>
                  </a:cubicBezTo>
                  <a:cubicBezTo>
                    <a:pt x="164978" y="567785"/>
                    <a:pt x="164978" y="567785"/>
                    <a:pt x="154505" y="570773"/>
                  </a:cubicBezTo>
                  <a:cubicBezTo>
                    <a:pt x="154505" y="570773"/>
                    <a:pt x="154505" y="570773"/>
                    <a:pt x="147025" y="570773"/>
                  </a:cubicBezTo>
                  <a:cubicBezTo>
                    <a:pt x="147025" y="570773"/>
                    <a:pt x="147025" y="570773"/>
                    <a:pt x="139545" y="573761"/>
                  </a:cubicBezTo>
                  <a:cubicBezTo>
                    <a:pt x="139545" y="573761"/>
                    <a:pt x="139545" y="573761"/>
                    <a:pt x="129072" y="579738"/>
                  </a:cubicBezTo>
                  <a:cubicBezTo>
                    <a:pt x="129072" y="579738"/>
                    <a:pt x="129072" y="579738"/>
                    <a:pt x="132064" y="587209"/>
                  </a:cubicBezTo>
                  <a:cubicBezTo>
                    <a:pt x="132064" y="587209"/>
                    <a:pt x="132064" y="587209"/>
                    <a:pt x="129072" y="588703"/>
                  </a:cubicBezTo>
                  <a:cubicBezTo>
                    <a:pt x="129072" y="588703"/>
                    <a:pt x="129072" y="588703"/>
                    <a:pt x="121592" y="584220"/>
                  </a:cubicBezTo>
                  <a:cubicBezTo>
                    <a:pt x="121592" y="584220"/>
                    <a:pt x="121592" y="584220"/>
                    <a:pt x="114111" y="581232"/>
                  </a:cubicBezTo>
                  <a:cubicBezTo>
                    <a:pt x="114111" y="581232"/>
                    <a:pt x="114111" y="581232"/>
                    <a:pt x="108127" y="572267"/>
                  </a:cubicBezTo>
                  <a:cubicBezTo>
                    <a:pt x="108127" y="572267"/>
                    <a:pt x="108127" y="572267"/>
                    <a:pt x="106631" y="575255"/>
                  </a:cubicBezTo>
                  <a:cubicBezTo>
                    <a:pt x="106631" y="575255"/>
                    <a:pt x="106631" y="575255"/>
                    <a:pt x="106631" y="587209"/>
                  </a:cubicBezTo>
                  <a:cubicBezTo>
                    <a:pt x="106631" y="587209"/>
                    <a:pt x="106631" y="587209"/>
                    <a:pt x="97655" y="587209"/>
                  </a:cubicBezTo>
                  <a:cubicBezTo>
                    <a:pt x="97655" y="587209"/>
                    <a:pt x="97655" y="587209"/>
                    <a:pt x="97655" y="591691"/>
                  </a:cubicBezTo>
                  <a:cubicBezTo>
                    <a:pt x="97655" y="591691"/>
                    <a:pt x="97655" y="591691"/>
                    <a:pt x="88678" y="591691"/>
                  </a:cubicBezTo>
                  <a:cubicBezTo>
                    <a:pt x="88678" y="591691"/>
                    <a:pt x="88678" y="591691"/>
                    <a:pt x="88678" y="590197"/>
                  </a:cubicBezTo>
                  <a:cubicBezTo>
                    <a:pt x="88678" y="588703"/>
                    <a:pt x="84190" y="588703"/>
                    <a:pt x="84190" y="588703"/>
                  </a:cubicBezTo>
                  <a:cubicBezTo>
                    <a:pt x="84190" y="588703"/>
                    <a:pt x="84190" y="588703"/>
                    <a:pt x="78206" y="588703"/>
                  </a:cubicBezTo>
                  <a:cubicBezTo>
                    <a:pt x="78206" y="588703"/>
                    <a:pt x="78206" y="588703"/>
                    <a:pt x="70725" y="590197"/>
                  </a:cubicBezTo>
                  <a:cubicBezTo>
                    <a:pt x="70725" y="590197"/>
                    <a:pt x="70725" y="590197"/>
                    <a:pt x="61749" y="599162"/>
                  </a:cubicBezTo>
                  <a:cubicBezTo>
                    <a:pt x="61749" y="599162"/>
                    <a:pt x="61749" y="599162"/>
                    <a:pt x="45292" y="599162"/>
                  </a:cubicBezTo>
                  <a:cubicBezTo>
                    <a:pt x="45292" y="599162"/>
                    <a:pt x="45292" y="599162"/>
                    <a:pt x="30331" y="599162"/>
                  </a:cubicBezTo>
                  <a:cubicBezTo>
                    <a:pt x="30331" y="599162"/>
                    <a:pt x="30331" y="599162"/>
                    <a:pt x="30331" y="593185"/>
                  </a:cubicBezTo>
                  <a:cubicBezTo>
                    <a:pt x="30331" y="593185"/>
                    <a:pt x="30331" y="593185"/>
                    <a:pt x="40804" y="581232"/>
                  </a:cubicBezTo>
                  <a:cubicBezTo>
                    <a:pt x="40804" y="581232"/>
                    <a:pt x="40804" y="581232"/>
                    <a:pt x="58757" y="581232"/>
                  </a:cubicBezTo>
                  <a:cubicBezTo>
                    <a:pt x="58757" y="581232"/>
                    <a:pt x="58757" y="581232"/>
                    <a:pt x="66237" y="581232"/>
                  </a:cubicBezTo>
                  <a:cubicBezTo>
                    <a:pt x="66237" y="581232"/>
                    <a:pt x="66237" y="581232"/>
                    <a:pt x="73717" y="576750"/>
                  </a:cubicBezTo>
                  <a:cubicBezTo>
                    <a:pt x="73717" y="576750"/>
                    <a:pt x="73717" y="576750"/>
                    <a:pt x="84190" y="573761"/>
                  </a:cubicBezTo>
                  <a:cubicBezTo>
                    <a:pt x="84190" y="573761"/>
                    <a:pt x="84190" y="573761"/>
                    <a:pt x="88678" y="570773"/>
                  </a:cubicBezTo>
                  <a:cubicBezTo>
                    <a:pt x="88678" y="570773"/>
                    <a:pt x="88678" y="570773"/>
                    <a:pt x="93166" y="563302"/>
                  </a:cubicBezTo>
                  <a:cubicBezTo>
                    <a:pt x="93166" y="563302"/>
                    <a:pt x="93166" y="563302"/>
                    <a:pt x="102143" y="558820"/>
                  </a:cubicBezTo>
                  <a:cubicBezTo>
                    <a:pt x="102143" y="558820"/>
                    <a:pt x="102143" y="558820"/>
                    <a:pt x="115607" y="557325"/>
                  </a:cubicBezTo>
                  <a:cubicBezTo>
                    <a:pt x="115607" y="557325"/>
                    <a:pt x="115607" y="557325"/>
                    <a:pt x="123088" y="557325"/>
                  </a:cubicBezTo>
                  <a:cubicBezTo>
                    <a:pt x="123088" y="557325"/>
                    <a:pt x="123088" y="557325"/>
                    <a:pt x="129072" y="563302"/>
                  </a:cubicBezTo>
                  <a:cubicBezTo>
                    <a:pt x="129072" y="563302"/>
                    <a:pt x="129072" y="563302"/>
                    <a:pt x="135056" y="558820"/>
                  </a:cubicBezTo>
                  <a:cubicBezTo>
                    <a:pt x="135056" y="558820"/>
                    <a:pt x="135056" y="558820"/>
                    <a:pt x="141041" y="549855"/>
                  </a:cubicBezTo>
                  <a:cubicBezTo>
                    <a:pt x="141041" y="549855"/>
                    <a:pt x="141041" y="549855"/>
                    <a:pt x="148521" y="542384"/>
                  </a:cubicBezTo>
                  <a:cubicBezTo>
                    <a:pt x="148521" y="542384"/>
                    <a:pt x="148521" y="542384"/>
                    <a:pt x="156001" y="537901"/>
                  </a:cubicBezTo>
                  <a:cubicBezTo>
                    <a:pt x="156001" y="537901"/>
                    <a:pt x="156001" y="537901"/>
                    <a:pt x="170962" y="534913"/>
                  </a:cubicBezTo>
                  <a:cubicBezTo>
                    <a:pt x="170962" y="534913"/>
                    <a:pt x="170962" y="534913"/>
                    <a:pt x="176946" y="528936"/>
                  </a:cubicBezTo>
                  <a:cubicBezTo>
                    <a:pt x="176946" y="528936"/>
                    <a:pt x="176946" y="528936"/>
                    <a:pt x="184427" y="521465"/>
                  </a:cubicBezTo>
                  <a:cubicBezTo>
                    <a:pt x="184427" y="521465"/>
                    <a:pt x="184427" y="521465"/>
                    <a:pt x="193403" y="513994"/>
                  </a:cubicBezTo>
                  <a:cubicBezTo>
                    <a:pt x="193403" y="513994"/>
                    <a:pt x="193403" y="513994"/>
                    <a:pt x="200884" y="509512"/>
                  </a:cubicBezTo>
                  <a:cubicBezTo>
                    <a:pt x="200884" y="509512"/>
                    <a:pt x="200884" y="509512"/>
                    <a:pt x="203876" y="500547"/>
                  </a:cubicBezTo>
                  <a:cubicBezTo>
                    <a:pt x="203876" y="500547"/>
                    <a:pt x="203876" y="500547"/>
                    <a:pt x="205372" y="487099"/>
                  </a:cubicBezTo>
                  <a:cubicBezTo>
                    <a:pt x="205372" y="487099"/>
                    <a:pt x="205372" y="487099"/>
                    <a:pt x="208364" y="478134"/>
                  </a:cubicBezTo>
                  <a:cubicBezTo>
                    <a:pt x="208364" y="478134"/>
                    <a:pt x="208364" y="478134"/>
                    <a:pt x="209860" y="475146"/>
                  </a:cubicBezTo>
                  <a:cubicBezTo>
                    <a:pt x="209860" y="475146"/>
                    <a:pt x="209860" y="475146"/>
                    <a:pt x="217340" y="464687"/>
                  </a:cubicBezTo>
                  <a:cubicBezTo>
                    <a:pt x="217340" y="464687"/>
                    <a:pt x="217340" y="464687"/>
                    <a:pt x="212852" y="464687"/>
                  </a:cubicBezTo>
                  <a:cubicBezTo>
                    <a:pt x="212852" y="464687"/>
                    <a:pt x="212852" y="464687"/>
                    <a:pt x="205372" y="466181"/>
                  </a:cubicBezTo>
                  <a:cubicBezTo>
                    <a:pt x="205372" y="466181"/>
                    <a:pt x="205372" y="466181"/>
                    <a:pt x="200884" y="466181"/>
                  </a:cubicBezTo>
                  <a:cubicBezTo>
                    <a:pt x="200884" y="466181"/>
                    <a:pt x="200884" y="466181"/>
                    <a:pt x="193403" y="464687"/>
                  </a:cubicBezTo>
                  <a:cubicBezTo>
                    <a:pt x="193403" y="464687"/>
                    <a:pt x="193403" y="464687"/>
                    <a:pt x="190411" y="461699"/>
                  </a:cubicBezTo>
                  <a:cubicBezTo>
                    <a:pt x="190411" y="461699"/>
                    <a:pt x="190411" y="461699"/>
                    <a:pt x="197891" y="454228"/>
                  </a:cubicBezTo>
                  <a:cubicBezTo>
                    <a:pt x="197891" y="454228"/>
                    <a:pt x="197891" y="454228"/>
                    <a:pt x="190411" y="455722"/>
                  </a:cubicBezTo>
                  <a:cubicBezTo>
                    <a:pt x="190411" y="455722"/>
                    <a:pt x="190411" y="455722"/>
                    <a:pt x="185923" y="460204"/>
                  </a:cubicBezTo>
                  <a:cubicBezTo>
                    <a:pt x="185923" y="460204"/>
                    <a:pt x="185923" y="460204"/>
                    <a:pt x="182931" y="470664"/>
                  </a:cubicBezTo>
                  <a:cubicBezTo>
                    <a:pt x="182931" y="470664"/>
                    <a:pt x="182931" y="470664"/>
                    <a:pt x="178442" y="475146"/>
                  </a:cubicBezTo>
                  <a:cubicBezTo>
                    <a:pt x="178442" y="475146"/>
                    <a:pt x="178442" y="475146"/>
                    <a:pt x="176946" y="470664"/>
                  </a:cubicBezTo>
                  <a:cubicBezTo>
                    <a:pt x="176946" y="470664"/>
                    <a:pt x="176946" y="470664"/>
                    <a:pt x="172458" y="464687"/>
                  </a:cubicBezTo>
                  <a:cubicBezTo>
                    <a:pt x="172458" y="464687"/>
                    <a:pt x="172458" y="464687"/>
                    <a:pt x="164978" y="457216"/>
                  </a:cubicBezTo>
                  <a:cubicBezTo>
                    <a:pt x="164978" y="457216"/>
                    <a:pt x="164978" y="457216"/>
                    <a:pt x="153009" y="449745"/>
                  </a:cubicBezTo>
                  <a:cubicBezTo>
                    <a:pt x="153009" y="449745"/>
                    <a:pt x="153009" y="449745"/>
                    <a:pt x="150017" y="449745"/>
                  </a:cubicBezTo>
                  <a:cubicBezTo>
                    <a:pt x="150017" y="449745"/>
                    <a:pt x="150017" y="449745"/>
                    <a:pt x="139545" y="457216"/>
                  </a:cubicBezTo>
                  <a:cubicBezTo>
                    <a:pt x="139545" y="457216"/>
                    <a:pt x="139545" y="457216"/>
                    <a:pt x="133560" y="457216"/>
                  </a:cubicBezTo>
                  <a:cubicBezTo>
                    <a:pt x="133560" y="457216"/>
                    <a:pt x="133560" y="457216"/>
                    <a:pt x="124584" y="457216"/>
                  </a:cubicBezTo>
                  <a:cubicBezTo>
                    <a:pt x="124584" y="457216"/>
                    <a:pt x="124584" y="457216"/>
                    <a:pt x="126080" y="437792"/>
                  </a:cubicBezTo>
                  <a:cubicBezTo>
                    <a:pt x="126080" y="437792"/>
                    <a:pt x="126080" y="437792"/>
                    <a:pt x="127576" y="431815"/>
                  </a:cubicBezTo>
                  <a:cubicBezTo>
                    <a:pt x="127576" y="431815"/>
                    <a:pt x="127576" y="431815"/>
                    <a:pt x="132064" y="425838"/>
                  </a:cubicBezTo>
                  <a:cubicBezTo>
                    <a:pt x="132064" y="425838"/>
                    <a:pt x="132064" y="425838"/>
                    <a:pt x="132064" y="418368"/>
                  </a:cubicBezTo>
                  <a:cubicBezTo>
                    <a:pt x="132064" y="418368"/>
                    <a:pt x="132064" y="418368"/>
                    <a:pt x="130568" y="406414"/>
                  </a:cubicBezTo>
                  <a:cubicBezTo>
                    <a:pt x="130568" y="406414"/>
                    <a:pt x="130568" y="406414"/>
                    <a:pt x="127576" y="394461"/>
                  </a:cubicBezTo>
                  <a:cubicBezTo>
                    <a:pt x="127576" y="394461"/>
                    <a:pt x="127576" y="394461"/>
                    <a:pt x="124584" y="397449"/>
                  </a:cubicBezTo>
                  <a:cubicBezTo>
                    <a:pt x="124584" y="397449"/>
                    <a:pt x="124584" y="397449"/>
                    <a:pt x="118600" y="403426"/>
                  </a:cubicBezTo>
                  <a:cubicBezTo>
                    <a:pt x="118600" y="403426"/>
                    <a:pt x="118600" y="403426"/>
                    <a:pt x="114111" y="406414"/>
                  </a:cubicBezTo>
                  <a:cubicBezTo>
                    <a:pt x="114111" y="406414"/>
                    <a:pt x="114111" y="406414"/>
                    <a:pt x="109623" y="406414"/>
                  </a:cubicBezTo>
                  <a:cubicBezTo>
                    <a:pt x="109623" y="406414"/>
                    <a:pt x="109623" y="406414"/>
                    <a:pt x="105135" y="401932"/>
                  </a:cubicBezTo>
                  <a:cubicBezTo>
                    <a:pt x="105135" y="401932"/>
                    <a:pt x="105135" y="401932"/>
                    <a:pt x="102143" y="401932"/>
                  </a:cubicBezTo>
                  <a:cubicBezTo>
                    <a:pt x="102143" y="401932"/>
                    <a:pt x="102143" y="401932"/>
                    <a:pt x="96158" y="398943"/>
                  </a:cubicBezTo>
                  <a:cubicBezTo>
                    <a:pt x="96158" y="398943"/>
                    <a:pt x="96158" y="398943"/>
                    <a:pt x="91670" y="394461"/>
                  </a:cubicBezTo>
                  <a:cubicBezTo>
                    <a:pt x="91670" y="394461"/>
                    <a:pt x="91670" y="394461"/>
                    <a:pt x="87182" y="391473"/>
                  </a:cubicBezTo>
                  <a:cubicBezTo>
                    <a:pt x="87182" y="391473"/>
                    <a:pt x="87182" y="391473"/>
                    <a:pt x="82694" y="386990"/>
                  </a:cubicBezTo>
                  <a:cubicBezTo>
                    <a:pt x="82694" y="386990"/>
                    <a:pt x="82694" y="386990"/>
                    <a:pt x="81198" y="382508"/>
                  </a:cubicBezTo>
                  <a:cubicBezTo>
                    <a:pt x="81198" y="382508"/>
                    <a:pt x="81198" y="382508"/>
                    <a:pt x="79702" y="372048"/>
                  </a:cubicBezTo>
                  <a:cubicBezTo>
                    <a:pt x="79702" y="372048"/>
                    <a:pt x="79702" y="372048"/>
                    <a:pt x="85686" y="367566"/>
                  </a:cubicBezTo>
                  <a:cubicBezTo>
                    <a:pt x="85686" y="367566"/>
                    <a:pt x="85686" y="367566"/>
                    <a:pt x="91670" y="367566"/>
                  </a:cubicBezTo>
                  <a:cubicBezTo>
                    <a:pt x="91670" y="367566"/>
                    <a:pt x="91670" y="367566"/>
                    <a:pt x="99151" y="367566"/>
                  </a:cubicBezTo>
                  <a:cubicBezTo>
                    <a:pt x="99151" y="367566"/>
                    <a:pt x="99151" y="367566"/>
                    <a:pt x="106631" y="372048"/>
                  </a:cubicBezTo>
                  <a:cubicBezTo>
                    <a:pt x="106631" y="372048"/>
                    <a:pt x="106631" y="372048"/>
                    <a:pt x="109623" y="364578"/>
                  </a:cubicBezTo>
                  <a:cubicBezTo>
                    <a:pt x="109623" y="364578"/>
                    <a:pt x="109623" y="364578"/>
                    <a:pt x="105135" y="360095"/>
                  </a:cubicBezTo>
                  <a:cubicBezTo>
                    <a:pt x="105135" y="360095"/>
                    <a:pt x="105135" y="360095"/>
                    <a:pt x="103639" y="360095"/>
                  </a:cubicBezTo>
                  <a:cubicBezTo>
                    <a:pt x="103639" y="360095"/>
                    <a:pt x="103639" y="360095"/>
                    <a:pt x="96158" y="360095"/>
                  </a:cubicBezTo>
                  <a:cubicBezTo>
                    <a:pt x="96158" y="360095"/>
                    <a:pt x="96158" y="360095"/>
                    <a:pt x="91670" y="360095"/>
                  </a:cubicBezTo>
                  <a:cubicBezTo>
                    <a:pt x="91670" y="360095"/>
                    <a:pt x="91670" y="360095"/>
                    <a:pt x="82694" y="354118"/>
                  </a:cubicBezTo>
                  <a:cubicBezTo>
                    <a:pt x="82694" y="354118"/>
                    <a:pt x="82694" y="354118"/>
                    <a:pt x="79702" y="348142"/>
                  </a:cubicBezTo>
                  <a:cubicBezTo>
                    <a:pt x="79702" y="348142"/>
                    <a:pt x="79702" y="348142"/>
                    <a:pt x="76710" y="340671"/>
                  </a:cubicBezTo>
                  <a:cubicBezTo>
                    <a:pt x="76710" y="340671"/>
                    <a:pt x="76710" y="340671"/>
                    <a:pt x="73717" y="333200"/>
                  </a:cubicBezTo>
                  <a:cubicBezTo>
                    <a:pt x="73717" y="333200"/>
                    <a:pt x="73717" y="333200"/>
                    <a:pt x="73717" y="330212"/>
                  </a:cubicBezTo>
                  <a:cubicBezTo>
                    <a:pt x="73717" y="330212"/>
                    <a:pt x="73717" y="330212"/>
                    <a:pt x="76710" y="327223"/>
                  </a:cubicBezTo>
                  <a:cubicBezTo>
                    <a:pt x="76710" y="327223"/>
                    <a:pt x="76710" y="327223"/>
                    <a:pt x="81198" y="319752"/>
                  </a:cubicBezTo>
                  <a:cubicBezTo>
                    <a:pt x="81198" y="319752"/>
                    <a:pt x="81198" y="319752"/>
                    <a:pt x="88678" y="310787"/>
                  </a:cubicBezTo>
                  <a:cubicBezTo>
                    <a:pt x="88678" y="310787"/>
                    <a:pt x="88678" y="310787"/>
                    <a:pt x="97655" y="304811"/>
                  </a:cubicBezTo>
                  <a:cubicBezTo>
                    <a:pt x="97655" y="304811"/>
                    <a:pt x="97655" y="304811"/>
                    <a:pt x="103639" y="297340"/>
                  </a:cubicBezTo>
                  <a:cubicBezTo>
                    <a:pt x="103639" y="297340"/>
                    <a:pt x="103639" y="297340"/>
                    <a:pt x="105135" y="289869"/>
                  </a:cubicBezTo>
                  <a:cubicBezTo>
                    <a:pt x="105135" y="289869"/>
                    <a:pt x="105135" y="289869"/>
                    <a:pt x="112615" y="282398"/>
                  </a:cubicBezTo>
                  <a:cubicBezTo>
                    <a:pt x="112615" y="282398"/>
                    <a:pt x="112615" y="282398"/>
                    <a:pt x="118600" y="280904"/>
                  </a:cubicBezTo>
                  <a:cubicBezTo>
                    <a:pt x="118600" y="280904"/>
                    <a:pt x="118600" y="280904"/>
                    <a:pt x="123088" y="283892"/>
                  </a:cubicBezTo>
                  <a:cubicBezTo>
                    <a:pt x="123088" y="283892"/>
                    <a:pt x="123088" y="283892"/>
                    <a:pt x="127576" y="289869"/>
                  </a:cubicBezTo>
                  <a:cubicBezTo>
                    <a:pt x="127576" y="289869"/>
                    <a:pt x="127576" y="289869"/>
                    <a:pt x="130568" y="289869"/>
                  </a:cubicBezTo>
                  <a:cubicBezTo>
                    <a:pt x="130568" y="289869"/>
                    <a:pt x="130568" y="289869"/>
                    <a:pt x="136552" y="289869"/>
                  </a:cubicBezTo>
                  <a:cubicBezTo>
                    <a:pt x="136552" y="289869"/>
                    <a:pt x="136552" y="289869"/>
                    <a:pt x="139545" y="289869"/>
                  </a:cubicBezTo>
                  <a:cubicBezTo>
                    <a:pt x="139545" y="289869"/>
                    <a:pt x="139545" y="289869"/>
                    <a:pt x="144033" y="283892"/>
                  </a:cubicBezTo>
                  <a:cubicBezTo>
                    <a:pt x="144033" y="283892"/>
                    <a:pt x="144033" y="283892"/>
                    <a:pt x="148521" y="283892"/>
                  </a:cubicBezTo>
                  <a:cubicBezTo>
                    <a:pt x="148521" y="283892"/>
                    <a:pt x="148521" y="283892"/>
                    <a:pt x="150017" y="280904"/>
                  </a:cubicBezTo>
                  <a:cubicBezTo>
                    <a:pt x="150017" y="280904"/>
                    <a:pt x="150017" y="280904"/>
                    <a:pt x="153009" y="276422"/>
                  </a:cubicBezTo>
                  <a:cubicBezTo>
                    <a:pt x="153009" y="276422"/>
                    <a:pt x="153009" y="276422"/>
                    <a:pt x="154505" y="280904"/>
                  </a:cubicBezTo>
                  <a:cubicBezTo>
                    <a:pt x="154505" y="280904"/>
                    <a:pt x="154505" y="280904"/>
                    <a:pt x="158994" y="280904"/>
                  </a:cubicBezTo>
                  <a:cubicBezTo>
                    <a:pt x="158994" y="280904"/>
                    <a:pt x="158994" y="280904"/>
                    <a:pt x="161986" y="280904"/>
                  </a:cubicBezTo>
                  <a:cubicBezTo>
                    <a:pt x="161986" y="280904"/>
                    <a:pt x="161986" y="280904"/>
                    <a:pt x="167970" y="280904"/>
                  </a:cubicBezTo>
                  <a:cubicBezTo>
                    <a:pt x="167970" y="280904"/>
                    <a:pt x="167970" y="280904"/>
                    <a:pt x="172458" y="276422"/>
                  </a:cubicBezTo>
                  <a:cubicBezTo>
                    <a:pt x="172458" y="276422"/>
                    <a:pt x="172458" y="276422"/>
                    <a:pt x="176946" y="276422"/>
                  </a:cubicBezTo>
                  <a:cubicBezTo>
                    <a:pt x="176946" y="276422"/>
                    <a:pt x="176946" y="276422"/>
                    <a:pt x="178442" y="265962"/>
                  </a:cubicBezTo>
                  <a:cubicBezTo>
                    <a:pt x="178442" y="265962"/>
                    <a:pt x="178442" y="265962"/>
                    <a:pt x="175450" y="258491"/>
                  </a:cubicBezTo>
                  <a:cubicBezTo>
                    <a:pt x="175450" y="258491"/>
                    <a:pt x="175450" y="258491"/>
                    <a:pt x="172458" y="246538"/>
                  </a:cubicBezTo>
                  <a:cubicBezTo>
                    <a:pt x="172458" y="246538"/>
                    <a:pt x="172458" y="246538"/>
                    <a:pt x="178442" y="246538"/>
                  </a:cubicBezTo>
                  <a:cubicBezTo>
                    <a:pt x="178442" y="246538"/>
                    <a:pt x="178442" y="246538"/>
                    <a:pt x="184427" y="240561"/>
                  </a:cubicBezTo>
                  <a:cubicBezTo>
                    <a:pt x="184427" y="240561"/>
                    <a:pt x="184427" y="240561"/>
                    <a:pt x="182931" y="231596"/>
                  </a:cubicBezTo>
                  <a:cubicBezTo>
                    <a:pt x="182931" y="231596"/>
                    <a:pt x="182931" y="231596"/>
                    <a:pt x="173954" y="230102"/>
                  </a:cubicBezTo>
                  <a:cubicBezTo>
                    <a:pt x="173954" y="230102"/>
                    <a:pt x="173954" y="230102"/>
                    <a:pt x="169466" y="230102"/>
                  </a:cubicBezTo>
                  <a:cubicBezTo>
                    <a:pt x="169466" y="230102"/>
                    <a:pt x="169466" y="230102"/>
                    <a:pt x="164978" y="231596"/>
                  </a:cubicBezTo>
                  <a:cubicBezTo>
                    <a:pt x="164978" y="231596"/>
                    <a:pt x="164978" y="231596"/>
                    <a:pt x="160490" y="234585"/>
                  </a:cubicBezTo>
                  <a:cubicBezTo>
                    <a:pt x="160490" y="234585"/>
                    <a:pt x="160490" y="234585"/>
                    <a:pt x="157497" y="240561"/>
                  </a:cubicBezTo>
                  <a:cubicBezTo>
                    <a:pt x="157497" y="240561"/>
                    <a:pt x="157497" y="240561"/>
                    <a:pt x="153009" y="240561"/>
                  </a:cubicBezTo>
                  <a:cubicBezTo>
                    <a:pt x="153009" y="240561"/>
                    <a:pt x="153009" y="240561"/>
                    <a:pt x="148521" y="231596"/>
                  </a:cubicBezTo>
                  <a:cubicBezTo>
                    <a:pt x="148521" y="231596"/>
                    <a:pt x="148521" y="231596"/>
                    <a:pt x="136552" y="231596"/>
                  </a:cubicBezTo>
                  <a:cubicBezTo>
                    <a:pt x="136552" y="231596"/>
                    <a:pt x="136552" y="231596"/>
                    <a:pt x="123088" y="231596"/>
                  </a:cubicBezTo>
                  <a:cubicBezTo>
                    <a:pt x="123088" y="231596"/>
                    <a:pt x="123088" y="231596"/>
                    <a:pt x="112615" y="228608"/>
                  </a:cubicBezTo>
                  <a:cubicBezTo>
                    <a:pt x="112615" y="228608"/>
                    <a:pt x="112615" y="228608"/>
                    <a:pt x="102143" y="224125"/>
                  </a:cubicBezTo>
                  <a:cubicBezTo>
                    <a:pt x="102143" y="224125"/>
                    <a:pt x="102143" y="224125"/>
                    <a:pt x="96158" y="216654"/>
                  </a:cubicBezTo>
                  <a:cubicBezTo>
                    <a:pt x="96158" y="216654"/>
                    <a:pt x="96158" y="216654"/>
                    <a:pt x="94662" y="201713"/>
                  </a:cubicBezTo>
                  <a:cubicBezTo>
                    <a:pt x="94662" y="201713"/>
                    <a:pt x="94662" y="201713"/>
                    <a:pt x="102143" y="198724"/>
                  </a:cubicBezTo>
                  <a:cubicBezTo>
                    <a:pt x="102143" y="198724"/>
                    <a:pt x="102143" y="198724"/>
                    <a:pt x="106631" y="195736"/>
                  </a:cubicBezTo>
                  <a:cubicBezTo>
                    <a:pt x="106631" y="195736"/>
                    <a:pt x="106631" y="195736"/>
                    <a:pt x="96158" y="191254"/>
                  </a:cubicBezTo>
                  <a:cubicBezTo>
                    <a:pt x="96158" y="191254"/>
                    <a:pt x="96158" y="191254"/>
                    <a:pt x="90174" y="186771"/>
                  </a:cubicBezTo>
                  <a:cubicBezTo>
                    <a:pt x="90174" y="186771"/>
                    <a:pt x="90174" y="186771"/>
                    <a:pt x="82694" y="180794"/>
                  </a:cubicBezTo>
                  <a:cubicBezTo>
                    <a:pt x="82694" y="180794"/>
                    <a:pt x="82694" y="180794"/>
                    <a:pt x="81198" y="177806"/>
                  </a:cubicBezTo>
                  <a:cubicBezTo>
                    <a:pt x="81198" y="177806"/>
                    <a:pt x="81198" y="177806"/>
                    <a:pt x="87182" y="173324"/>
                  </a:cubicBezTo>
                  <a:cubicBezTo>
                    <a:pt x="87182" y="173324"/>
                    <a:pt x="87182" y="173324"/>
                    <a:pt x="91670" y="173324"/>
                  </a:cubicBezTo>
                  <a:cubicBezTo>
                    <a:pt x="91670" y="173324"/>
                    <a:pt x="91670" y="173324"/>
                    <a:pt x="100647" y="171829"/>
                  </a:cubicBezTo>
                  <a:cubicBezTo>
                    <a:pt x="100647" y="171829"/>
                    <a:pt x="100647" y="171829"/>
                    <a:pt x="112615" y="164359"/>
                  </a:cubicBezTo>
                  <a:cubicBezTo>
                    <a:pt x="112615" y="164359"/>
                    <a:pt x="112615" y="164359"/>
                    <a:pt x="114111" y="167347"/>
                  </a:cubicBezTo>
                  <a:cubicBezTo>
                    <a:pt x="114111" y="167347"/>
                    <a:pt x="114111" y="167347"/>
                    <a:pt x="121592" y="164359"/>
                  </a:cubicBezTo>
                  <a:cubicBezTo>
                    <a:pt x="121592" y="164359"/>
                    <a:pt x="121592" y="164359"/>
                    <a:pt x="121592" y="162864"/>
                  </a:cubicBezTo>
                  <a:cubicBezTo>
                    <a:pt x="121592" y="162864"/>
                    <a:pt x="121592" y="162864"/>
                    <a:pt x="126080" y="161370"/>
                  </a:cubicBezTo>
                  <a:cubicBezTo>
                    <a:pt x="126080" y="161370"/>
                    <a:pt x="126080" y="161370"/>
                    <a:pt x="135056" y="159876"/>
                  </a:cubicBezTo>
                  <a:cubicBezTo>
                    <a:pt x="135056" y="159876"/>
                    <a:pt x="135056" y="159876"/>
                    <a:pt x="145529" y="159876"/>
                  </a:cubicBezTo>
                  <a:cubicBezTo>
                    <a:pt x="145529" y="159876"/>
                    <a:pt x="145529" y="159876"/>
                    <a:pt x="150017" y="162864"/>
                  </a:cubicBezTo>
                  <a:cubicBezTo>
                    <a:pt x="150017" y="162864"/>
                    <a:pt x="150017" y="162864"/>
                    <a:pt x="147025" y="170335"/>
                  </a:cubicBezTo>
                  <a:cubicBezTo>
                    <a:pt x="147025" y="170335"/>
                    <a:pt x="147025" y="170335"/>
                    <a:pt x="147025" y="173324"/>
                  </a:cubicBezTo>
                  <a:cubicBezTo>
                    <a:pt x="147025" y="173324"/>
                    <a:pt x="147025" y="173324"/>
                    <a:pt x="151513" y="176312"/>
                  </a:cubicBezTo>
                  <a:cubicBezTo>
                    <a:pt x="151513" y="176312"/>
                    <a:pt x="151513" y="176312"/>
                    <a:pt x="156001" y="180794"/>
                  </a:cubicBezTo>
                  <a:cubicBezTo>
                    <a:pt x="156001" y="180794"/>
                    <a:pt x="156001" y="180794"/>
                    <a:pt x="164978" y="180794"/>
                  </a:cubicBezTo>
                  <a:cubicBezTo>
                    <a:pt x="164978" y="180794"/>
                    <a:pt x="164978" y="180794"/>
                    <a:pt x="176946" y="183783"/>
                  </a:cubicBezTo>
                  <a:cubicBezTo>
                    <a:pt x="176946" y="183783"/>
                    <a:pt x="176946" y="183783"/>
                    <a:pt x="185923" y="179300"/>
                  </a:cubicBezTo>
                  <a:cubicBezTo>
                    <a:pt x="185923" y="179300"/>
                    <a:pt x="185923" y="179300"/>
                    <a:pt x="191907" y="173324"/>
                  </a:cubicBezTo>
                  <a:cubicBezTo>
                    <a:pt x="191907" y="173324"/>
                    <a:pt x="191907" y="173324"/>
                    <a:pt x="199387" y="168841"/>
                  </a:cubicBezTo>
                  <a:cubicBezTo>
                    <a:pt x="199387" y="168841"/>
                    <a:pt x="193403" y="165853"/>
                    <a:pt x="191907" y="165853"/>
                  </a:cubicBezTo>
                  <a:cubicBezTo>
                    <a:pt x="188915" y="165853"/>
                    <a:pt x="185923" y="162864"/>
                    <a:pt x="185923" y="162864"/>
                  </a:cubicBezTo>
                  <a:cubicBezTo>
                    <a:pt x="185923" y="162864"/>
                    <a:pt x="185923" y="162864"/>
                    <a:pt x="181435" y="159876"/>
                  </a:cubicBezTo>
                  <a:cubicBezTo>
                    <a:pt x="181435" y="159876"/>
                    <a:pt x="181435" y="159876"/>
                    <a:pt x="181435" y="153899"/>
                  </a:cubicBezTo>
                  <a:cubicBezTo>
                    <a:pt x="181435" y="153899"/>
                    <a:pt x="181435" y="153899"/>
                    <a:pt x="179939" y="146428"/>
                  </a:cubicBezTo>
                  <a:cubicBezTo>
                    <a:pt x="179939" y="146428"/>
                    <a:pt x="179939" y="146428"/>
                    <a:pt x="157497" y="140452"/>
                  </a:cubicBezTo>
                  <a:cubicBezTo>
                    <a:pt x="157497" y="140452"/>
                    <a:pt x="157497" y="140452"/>
                    <a:pt x="157497" y="118039"/>
                  </a:cubicBezTo>
                  <a:cubicBezTo>
                    <a:pt x="157497" y="118039"/>
                    <a:pt x="157497" y="118039"/>
                    <a:pt x="147025" y="107580"/>
                  </a:cubicBezTo>
                  <a:cubicBezTo>
                    <a:pt x="147025" y="107580"/>
                    <a:pt x="147025" y="107580"/>
                    <a:pt x="126080" y="85168"/>
                  </a:cubicBezTo>
                  <a:cubicBezTo>
                    <a:pt x="126080" y="85168"/>
                    <a:pt x="126080" y="85168"/>
                    <a:pt x="129072" y="85168"/>
                  </a:cubicBezTo>
                  <a:cubicBezTo>
                    <a:pt x="129072" y="85168"/>
                    <a:pt x="129072" y="85168"/>
                    <a:pt x="129072" y="80685"/>
                  </a:cubicBezTo>
                  <a:cubicBezTo>
                    <a:pt x="129072" y="80685"/>
                    <a:pt x="129072" y="80685"/>
                    <a:pt x="136552" y="80685"/>
                  </a:cubicBezTo>
                  <a:cubicBezTo>
                    <a:pt x="136552" y="80685"/>
                    <a:pt x="136552" y="80685"/>
                    <a:pt x="136552" y="74708"/>
                  </a:cubicBezTo>
                  <a:cubicBezTo>
                    <a:pt x="136552" y="74708"/>
                    <a:pt x="136552" y="74708"/>
                    <a:pt x="138048" y="67238"/>
                  </a:cubicBezTo>
                  <a:cubicBezTo>
                    <a:pt x="138048" y="67238"/>
                    <a:pt x="138048" y="67238"/>
                    <a:pt x="142537" y="67238"/>
                  </a:cubicBezTo>
                  <a:cubicBezTo>
                    <a:pt x="142537" y="67238"/>
                    <a:pt x="142537" y="67238"/>
                    <a:pt x="147025" y="70226"/>
                  </a:cubicBezTo>
                  <a:cubicBezTo>
                    <a:pt x="147025" y="70226"/>
                    <a:pt x="147025" y="70226"/>
                    <a:pt x="154505" y="70226"/>
                  </a:cubicBezTo>
                  <a:cubicBezTo>
                    <a:pt x="154505" y="70226"/>
                    <a:pt x="154505" y="70226"/>
                    <a:pt x="157497" y="70226"/>
                  </a:cubicBezTo>
                  <a:cubicBezTo>
                    <a:pt x="157497" y="70226"/>
                    <a:pt x="157497" y="70226"/>
                    <a:pt x="164978" y="70226"/>
                  </a:cubicBezTo>
                  <a:cubicBezTo>
                    <a:pt x="164978" y="70226"/>
                    <a:pt x="164978" y="70226"/>
                    <a:pt x="178442" y="65743"/>
                  </a:cubicBezTo>
                  <a:cubicBezTo>
                    <a:pt x="178442" y="65743"/>
                    <a:pt x="178442" y="65743"/>
                    <a:pt x="182931" y="61261"/>
                  </a:cubicBezTo>
                  <a:cubicBezTo>
                    <a:pt x="182931" y="61261"/>
                    <a:pt x="182931" y="61261"/>
                    <a:pt x="187419" y="53790"/>
                  </a:cubicBezTo>
                  <a:cubicBezTo>
                    <a:pt x="187419" y="53790"/>
                    <a:pt x="187419" y="53790"/>
                    <a:pt x="187419" y="41837"/>
                  </a:cubicBezTo>
                  <a:cubicBezTo>
                    <a:pt x="187419" y="41837"/>
                    <a:pt x="187419" y="41837"/>
                    <a:pt x="191907" y="41837"/>
                  </a:cubicBezTo>
                  <a:cubicBezTo>
                    <a:pt x="191907" y="41837"/>
                    <a:pt x="191907" y="41837"/>
                    <a:pt x="196395" y="37354"/>
                  </a:cubicBezTo>
                  <a:cubicBezTo>
                    <a:pt x="196395" y="37354"/>
                    <a:pt x="196395" y="37354"/>
                    <a:pt x="205372" y="29883"/>
                  </a:cubicBezTo>
                  <a:cubicBezTo>
                    <a:pt x="205372" y="29883"/>
                    <a:pt x="205372" y="29883"/>
                    <a:pt x="221829" y="26895"/>
                  </a:cubicBezTo>
                  <a:cubicBezTo>
                    <a:pt x="221829" y="26895"/>
                    <a:pt x="221829" y="26895"/>
                    <a:pt x="227813" y="19424"/>
                  </a:cubicBezTo>
                  <a:cubicBezTo>
                    <a:pt x="227813" y="19424"/>
                    <a:pt x="227813" y="19424"/>
                    <a:pt x="233797" y="16436"/>
                  </a:cubicBezTo>
                  <a:cubicBezTo>
                    <a:pt x="233797" y="16436"/>
                    <a:pt x="233797" y="16436"/>
                    <a:pt x="238285" y="11953"/>
                  </a:cubicBezTo>
                  <a:cubicBezTo>
                    <a:pt x="238285" y="11953"/>
                    <a:pt x="238285" y="11953"/>
                    <a:pt x="262223" y="13447"/>
                  </a:cubicBezTo>
                  <a:cubicBezTo>
                    <a:pt x="262223" y="13447"/>
                    <a:pt x="262223" y="13447"/>
                    <a:pt x="265215" y="5977"/>
                  </a:cubicBezTo>
                  <a:cubicBezTo>
                    <a:pt x="265215" y="5977"/>
                    <a:pt x="265215" y="5977"/>
                    <a:pt x="277183" y="0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8" name="Freeform 565">
              <a:extLst>
                <a:ext uri="{FF2B5EF4-FFF2-40B4-BE49-F238E27FC236}">
                  <a16:creationId xmlns:a16="http://schemas.microsoft.com/office/drawing/2014/main" id="{19BD954C-3039-9299-B407-C7710C3784F3}"/>
                </a:ext>
              </a:extLst>
            </p:cNvPr>
            <p:cNvSpPr>
              <a:spLocks/>
            </p:cNvSpPr>
            <p:nvPr/>
          </p:nvSpPr>
          <p:spPr bwMode="auto">
            <a:xfrm>
              <a:off x="5957637" y="3282926"/>
              <a:ext cx="448593" cy="285010"/>
            </a:xfrm>
            <a:custGeom>
              <a:avLst/>
              <a:gdLst>
                <a:gd name="connsiteX0" fmla="*/ 373837 w 470138"/>
                <a:gd name="connsiteY0" fmla="*/ 178512 h 298698"/>
                <a:gd name="connsiteX1" fmla="*/ 376847 w 470138"/>
                <a:gd name="connsiteY1" fmla="*/ 178512 h 298698"/>
                <a:gd name="connsiteX2" fmla="*/ 382865 w 470138"/>
                <a:gd name="connsiteY2" fmla="*/ 178512 h 298698"/>
                <a:gd name="connsiteX3" fmla="*/ 391894 w 470138"/>
                <a:gd name="connsiteY3" fmla="*/ 184447 h 298698"/>
                <a:gd name="connsiteX4" fmla="*/ 399417 w 470138"/>
                <a:gd name="connsiteY4" fmla="*/ 191866 h 298698"/>
                <a:gd name="connsiteX5" fmla="*/ 405436 w 470138"/>
                <a:gd name="connsiteY5" fmla="*/ 193350 h 298698"/>
                <a:gd name="connsiteX6" fmla="*/ 409950 w 470138"/>
                <a:gd name="connsiteY6" fmla="*/ 193350 h 298698"/>
                <a:gd name="connsiteX7" fmla="*/ 417474 w 470138"/>
                <a:gd name="connsiteY7" fmla="*/ 193350 h 298698"/>
                <a:gd name="connsiteX8" fmla="*/ 432521 w 470138"/>
                <a:gd name="connsiteY8" fmla="*/ 199285 h 298698"/>
                <a:gd name="connsiteX9" fmla="*/ 441549 w 470138"/>
                <a:gd name="connsiteY9" fmla="*/ 206704 h 298698"/>
                <a:gd name="connsiteX10" fmla="*/ 441549 w 470138"/>
                <a:gd name="connsiteY10" fmla="*/ 212639 h 298698"/>
                <a:gd name="connsiteX11" fmla="*/ 444558 w 470138"/>
                <a:gd name="connsiteY11" fmla="*/ 225993 h 298698"/>
                <a:gd name="connsiteX12" fmla="*/ 449072 w 470138"/>
                <a:gd name="connsiteY12" fmla="*/ 225993 h 298698"/>
                <a:gd name="connsiteX13" fmla="*/ 452082 w 470138"/>
                <a:gd name="connsiteY13" fmla="*/ 225993 h 298698"/>
                <a:gd name="connsiteX14" fmla="*/ 452082 w 470138"/>
                <a:gd name="connsiteY14" fmla="*/ 234896 h 298698"/>
                <a:gd name="connsiteX15" fmla="*/ 456596 w 470138"/>
                <a:gd name="connsiteY15" fmla="*/ 234896 h 298698"/>
                <a:gd name="connsiteX16" fmla="*/ 462615 w 470138"/>
                <a:gd name="connsiteY16" fmla="*/ 240831 h 298698"/>
                <a:gd name="connsiteX17" fmla="*/ 470138 w 470138"/>
                <a:gd name="connsiteY17" fmla="*/ 240831 h 298698"/>
                <a:gd name="connsiteX18" fmla="*/ 462615 w 470138"/>
                <a:gd name="connsiteY18" fmla="*/ 251217 h 298698"/>
                <a:gd name="connsiteX19" fmla="*/ 456596 w 470138"/>
                <a:gd name="connsiteY19" fmla="*/ 254185 h 298698"/>
                <a:gd name="connsiteX20" fmla="*/ 449072 w 470138"/>
                <a:gd name="connsiteY20" fmla="*/ 267539 h 298698"/>
                <a:gd name="connsiteX21" fmla="*/ 440044 w 470138"/>
                <a:gd name="connsiteY21" fmla="*/ 270506 h 298698"/>
                <a:gd name="connsiteX22" fmla="*/ 421988 w 470138"/>
                <a:gd name="connsiteY22" fmla="*/ 270506 h 298698"/>
                <a:gd name="connsiteX23" fmla="*/ 418978 w 470138"/>
                <a:gd name="connsiteY23" fmla="*/ 274958 h 298698"/>
                <a:gd name="connsiteX24" fmla="*/ 406941 w 470138"/>
                <a:gd name="connsiteY24" fmla="*/ 274958 h 298698"/>
                <a:gd name="connsiteX25" fmla="*/ 403931 w 470138"/>
                <a:gd name="connsiteY25" fmla="*/ 285344 h 298698"/>
                <a:gd name="connsiteX26" fmla="*/ 402427 w 470138"/>
                <a:gd name="connsiteY26" fmla="*/ 292763 h 298698"/>
                <a:gd name="connsiteX27" fmla="*/ 399417 w 470138"/>
                <a:gd name="connsiteY27" fmla="*/ 295731 h 298698"/>
                <a:gd name="connsiteX28" fmla="*/ 396408 w 470138"/>
                <a:gd name="connsiteY28" fmla="*/ 298698 h 298698"/>
                <a:gd name="connsiteX29" fmla="*/ 391894 w 470138"/>
                <a:gd name="connsiteY29" fmla="*/ 298698 h 298698"/>
                <a:gd name="connsiteX30" fmla="*/ 387380 w 470138"/>
                <a:gd name="connsiteY30" fmla="*/ 291279 h 298698"/>
                <a:gd name="connsiteX31" fmla="*/ 376847 w 470138"/>
                <a:gd name="connsiteY31" fmla="*/ 286828 h 298698"/>
                <a:gd name="connsiteX32" fmla="*/ 370828 w 470138"/>
                <a:gd name="connsiteY32" fmla="*/ 280893 h 298698"/>
                <a:gd name="connsiteX33" fmla="*/ 370828 w 470138"/>
                <a:gd name="connsiteY33" fmla="*/ 277925 h 298698"/>
                <a:gd name="connsiteX34" fmla="*/ 370828 w 470138"/>
                <a:gd name="connsiteY34" fmla="*/ 273474 h 298698"/>
                <a:gd name="connsiteX35" fmla="*/ 370828 w 470138"/>
                <a:gd name="connsiteY35" fmla="*/ 267539 h 298698"/>
                <a:gd name="connsiteX36" fmla="*/ 370828 w 470138"/>
                <a:gd name="connsiteY36" fmla="*/ 264571 h 298698"/>
                <a:gd name="connsiteX37" fmla="*/ 370828 w 470138"/>
                <a:gd name="connsiteY37" fmla="*/ 252701 h 298698"/>
                <a:gd name="connsiteX38" fmla="*/ 370828 w 470138"/>
                <a:gd name="connsiteY38" fmla="*/ 249733 h 298698"/>
                <a:gd name="connsiteX39" fmla="*/ 370828 w 470138"/>
                <a:gd name="connsiteY39" fmla="*/ 242315 h 298698"/>
                <a:gd name="connsiteX40" fmla="*/ 363304 w 470138"/>
                <a:gd name="connsiteY40" fmla="*/ 231928 h 298698"/>
                <a:gd name="connsiteX41" fmla="*/ 358790 w 470138"/>
                <a:gd name="connsiteY41" fmla="*/ 227477 h 298698"/>
                <a:gd name="connsiteX42" fmla="*/ 358790 w 470138"/>
                <a:gd name="connsiteY42" fmla="*/ 223025 h 298698"/>
                <a:gd name="connsiteX43" fmla="*/ 358790 w 470138"/>
                <a:gd name="connsiteY43" fmla="*/ 220058 h 298698"/>
                <a:gd name="connsiteX44" fmla="*/ 363304 w 470138"/>
                <a:gd name="connsiteY44" fmla="*/ 214123 h 298698"/>
                <a:gd name="connsiteX45" fmla="*/ 370828 w 470138"/>
                <a:gd name="connsiteY45" fmla="*/ 212639 h 298698"/>
                <a:gd name="connsiteX46" fmla="*/ 376847 w 470138"/>
                <a:gd name="connsiteY46" fmla="*/ 206704 h 298698"/>
                <a:gd name="connsiteX47" fmla="*/ 376847 w 470138"/>
                <a:gd name="connsiteY47" fmla="*/ 199285 h 298698"/>
                <a:gd name="connsiteX48" fmla="*/ 373837 w 470138"/>
                <a:gd name="connsiteY48" fmla="*/ 185931 h 298698"/>
                <a:gd name="connsiteX49" fmla="*/ 373837 w 470138"/>
                <a:gd name="connsiteY49" fmla="*/ 182963 h 298698"/>
                <a:gd name="connsiteX50" fmla="*/ 373837 w 470138"/>
                <a:gd name="connsiteY50" fmla="*/ 178512 h 298698"/>
                <a:gd name="connsiteX51" fmla="*/ 275720 w 470138"/>
                <a:gd name="connsiteY51" fmla="*/ 116651 h 298698"/>
                <a:gd name="connsiteX52" fmla="*/ 281022 w 470138"/>
                <a:gd name="connsiteY52" fmla="*/ 116651 h 298698"/>
                <a:gd name="connsiteX53" fmla="*/ 284556 w 470138"/>
                <a:gd name="connsiteY53" fmla="*/ 116651 h 298698"/>
                <a:gd name="connsiteX54" fmla="*/ 288091 w 470138"/>
                <a:gd name="connsiteY54" fmla="*/ 120186 h 298698"/>
                <a:gd name="connsiteX55" fmla="*/ 291626 w 470138"/>
                <a:gd name="connsiteY55" fmla="*/ 125488 h 298698"/>
                <a:gd name="connsiteX56" fmla="*/ 291626 w 470138"/>
                <a:gd name="connsiteY56" fmla="*/ 130790 h 298698"/>
                <a:gd name="connsiteX57" fmla="*/ 284556 w 470138"/>
                <a:gd name="connsiteY57" fmla="*/ 134325 h 298698"/>
                <a:gd name="connsiteX58" fmla="*/ 281022 w 470138"/>
                <a:gd name="connsiteY58" fmla="*/ 130790 h 298698"/>
                <a:gd name="connsiteX59" fmla="*/ 281022 w 470138"/>
                <a:gd name="connsiteY59" fmla="*/ 125488 h 298698"/>
                <a:gd name="connsiteX60" fmla="*/ 275720 w 470138"/>
                <a:gd name="connsiteY60" fmla="*/ 121953 h 298698"/>
                <a:gd name="connsiteX61" fmla="*/ 275720 w 470138"/>
                <a:gd name="connsiteY61" fmla="*/ 120186 h 298698"/>
                <a:gd name="connsiteX62" fmla="*/ 309302 w 470138"/>
                <a:gd name="connsiteY62" fmla="*/ 107814 h 298698"/>
                <a:gd name="connsiteX63" fmla="*/ 314604 w 470138"/>
                <a:gd name="connsiteY63" fmla="*/ 107814 h 298698"/>
                <a:gd name="connsiteX64" fmla="*/ 319906 w 470138"/>
                <a:gd name="connsiteY64" fmla="*/ 113116 h 298698"/>
                <a:gd name="connsiteX65" fmla="*/ 323441 w 470138"/>
                <a:gd name="connsiteY65" fmla="*/ 116651 h 298698"/>
                <a:gd name="connsiteX66" fmla="*/ 330511 w 470138"/>
                <a:gd name="connsiteY66" fmla="*/ 120186 h 298698"/>
                <a:gd name="connsiteX67" fmla="*/ 330511 w 470138"/>
                <a:gd name="connsiteY67" fmla="*/ 116651 h 298698"/>
                <a:gd name="connsiteX68" fmla="*/ 339348 w 470138"/>
                <a:gd name="connsiteY68" fmla="*/ 116651 h 298698"/>
                <a:gd name="connsiteX69" fmla="*/ 344650 w 470138"/>
                <a:gd name="connsiteY69" fmla="*/ 116651 h 298698"/>
                <a:gd name="connsiteX70" fmla="*/ 351720 w 470138"/>
                <a:gd name="connsiteY70" fmla="*/ 121954 h 298698"/>
                <a:gd name="connsiteX71" fmla="*/ 364092 w 470138"/>
                <a:gd name="connsiteY71" fmla="*/ 130791 h 298698"/>
                <a:gd name="connsiteX72" fmla="*/ 364092 w 470138"/>
                <a:gd name="connsiteY72" fmla="*/ 139628 h 298698"/>
                <a:gd name="connsiteX73" fmla="*/ 358789 w 470138"/>
                <a:gd name="connsiteY73" fmla="*/ 144930 h 298698"/>
                <a:gd name="connsiteX74" fmla="*/ 353487 w 470138"/>
                <a:gd name="connsiteY74" fmla="*/ 144930 h 298698"/>
                <a:gd name="connsiteX75" fmla="*/ 348185 w 470138"/>
                <a:gd name="connsiteY75" fmla="*/ 144930 h 298698"/>
                <a:gd name="connsiteX76" fmla="*/ 348185 w 470138"/>
                <a:gd name="connsiteY76" fmla="*/ 146698 h 298698"/>
                <a:gd name="connsiteX77" fmla="*/ 335813 w 470138"/>
                <a:gd name="connsiteY77" fmla="*/ 146698 h 298698"/>
                <a:gd name="connsiteX78" fmla="*/ 330511 w 470138"/>
                <a:gd name="connsiteY78" fmla="*/ 146698 h 298698"/>
                <a:gd name="connsiteX79" fmla="*/ 328743 w 470138"/>
                <a:gd name="connsiteY79" fmla="*/ 146698 h 298698"/>
                <a:gd name="connsiteX80" fmla="*/ 325209 w 470138"/>
                <a:gd name="connsiteY80" fmla="*/ 141396 h 298698"/>
                <a:gd name="connsiteX81" fmla="*/ 323441 w 470138"/>
                <a:gd name="connsiteY81" fmla="*/ 134326 h 298698"/>
                <a:gd name="connsiteX82" fmla="*/ 325209 w 470138"/>
                <a:gd name="connsiteY82" fmla="*/ 127256 h 298698"/>
                <a:gd name="connsiteX83" fmla="*/ 316371 w 470138"/>
                <a:gd name="connsiteY83" fmla="*/ 127256 h 298698"/>
                <a:gd name="connsiteX84" fmla="*/ 309302 w 470138"/>
                <a:gd name="connsiteY84" fmla="*/ 125488 h 298698"/>
                <a:gd name="connsiteX85" fmla="*/ 309302 w 470138"/>
                <a:gd name="connsiteY85" fmla="*/ 120186 h 298698"/>
                <a:gd name="connsiteX86" fmla="*/ 309302 w 470138"/>
                <a:gd name="connsiteY86" fmla="*/ 116651 h 298698"/>
                <a:gd name="connsiteX87" fmla="*/ 309302 w 470138"/>
                <a:gd name="connsiteY87" fmla="*/ 111349 h 298698"/>
                <a:gd name="connsiteX88" fmla="*/ 258045 w 470138"/>
                <a:gd name="connsiteY88" fmla="*/ 93675 h 298698"/>
                <a:gd name="connsiteX89" fmla="*/ 261580 w 470138"/>
                <a:gd name="connsiteY89" fmla="*/ 93675 h 298698"/>
                <a:gd name="connsiteX90" fmla="*/ 272184 w 470138"/>
                <a:gd name="connsiteY90" fmla="*/ 93675 h 298698"/>
                <a:gd name="connsiteX91" fmla="*/ 281021 w 470138"/>
                <a:gd name="connsiteY91" fmla="*/ 93675 h 298698"/>
                <a:gd name="connsiteX92" fmla="*/ 282788 w 470138"/>
                <a:gd name="connsiteY92" fmla="*/ 100745 h 298698"/>
                <a:gd name="connsiteX93" fmla="*/ 302230 w 470138"/>
                <a:gd name="connsiteY93" fmla="*/ 100745 h 298698"/>
                <a:gd name="connsiteX94" fmla="*/ 293393 w 470138"/>
                <a:gd name="connsiteY94" fmla="*/ 106047 h 298698"/>
                <a:gd name="connsiteX95" fmla="*/ 291625 w 470138"/>
                <a:gd name="connsiteY95" fmla="*/ 107815 h 298698"/>
                <a:gd name="connsiteX96" fmla="*/ 291625 w 470138"/>
                <a:gd name="connsiteY96" fmla="*/ 104280 h 298698"/>
                <a:gd name="connsiteX97" fmla="*/ 286323 w 470138"/>
                <a:gd name="connsiteY97" fmla="*/ 104280 h 298698"/>
                <a:gd name="connsiteX98" fmla="*/ 282788 w 470138"/>
                <a:gd name="connsiteY98" fmla="*/ 104280 h 298698"/>
                <a:gd name="connsiteX99" fmla="*/ 277486 w 470138"/>
                <a:gd name="connsiteY99" fmla="*/ 104280 h 298698"/>
                <a:gd name="connsiteX100" fmla="*/ 273951 w 470138"/>
                <a:gd name="connsiteY100" fmla="*/ 104280 h 298698"/>
                <a:gd name="connsiteX101" fmla="*/ 270417 w 470138"/>
                <a:gd name="connsiteY101" fmla="*/ 104280 h 298698"/>
                <a:gd name="connsiteX102" fmla="*/ 265114 w 470138"/>
                <a:gd name="connsiteY102" fmla="*/ 104280 h 298698"/>
                <a:gd name="connsiteX103" fmla="*/ 258045 w 470138"/>
                <a:gd name="connsiteY103" fmla="*/ 102512 h 298698"/>
                <a:gd name="connsiteX104" fmla="*/ 258045 w 470138"/>
                <a:gd name="connsiteY104" fmla="*/ 100745 h 298698"/>
                <a:gd name="connsiteX105" fmla="*/ 258045 w 470138"/>
                <a:gd name="connsiteY105" fmla="*/ 97210 h 298698"/>
                <a:gd name="connsiteX106" fmla="*/ 187348 w 470138"/>
                <a:gd name="connsiteY106" fmla="*/ 51256 h 298698"/>
                <a:gd name="connsiteX107" fmla="*/ 194417 w 470138"/>
                <a:gd name="connsiteY107" fmla="*/ 51256 h 298698"/>
                <a:gd name="connsiteX108" fmla="*/ 197952 w 470138"/>
                <a:gd name="connsiteY108" fmla="*/ 51256 h 298698"/>
                <a:gd name="connsiteX109" fmla="*/ 201487 w 470138"/>
                <a:gd name="connsiteY109" fmla="*/ 53023 h 298698"/>
                <a:gd name="connsiteX110" fmla="*/ 203254 w 470138"/>
                <a:gd name="connsiteY110" fmla="*/ 56558 h 298698"/>
                <a:gd name="connsiteX111" fmla="*/ 208557 w 470138"/>
                <a:gd name="connsiteY111" fmla="*/ 65395 h 298698"/>
                <a:gd name="connsiteX112" fmla="*/ 213859 w 470138"/>
                <a:gd name="connsiteY112" fmla="*/ 65395 h 298698"/>
                <a:gd name="connsiteX113" fmla="*/ 217394 w 470138"/>
                <a:gd name="connsiteY113" fmla="*/ 74233 h 298698"/>
                <a:gd name="connsiteX114" fmla="*/ 217394 w 470138"/>
                <a:gd name="connsiteY114" fmla="*/ 81303 h 298698"/>
                <a:gd name="connsiteX115" fmla="*/ 217394 w 470138"/>
                <a:gd name="connsiteY115" fmla="*/ 86605 h 298698"/>
                <a:gd name="connsiteX116" fmla="*/ 212092 w 470138"/>
                <a:gd name="connsiteY116" fmla="*/ 86605 h 298698"/>
                <a:gd name="connsiteX117" fmla="*/ 206789 w 470138"/>
                <a:gd name="connsiteY117" fmla="*/ 81303 h 298698"/>
                <a:gd name="connsiteX118" fmla="*/ 203254 w 470138"/>
                <a:gd name="connsiteY118" fmla="*/ 77768 h 298698"/>
                <a:gd name="connsiteX119" fmla="*/ 194417 w 470138"/>
                <a:gd name="connsiteY119" fmla="*/ 81303 h 298698"/>
                <a:gd name="connsiteX120" fmla="*/ 187348 w 470138"/>
                <a:gd name="connsiteY120" fmla="*/ 83070 h 298698"/>
                <a:gd name="connsiteX121" fmla="*/ 182046 w 470138"/>
                <a:gd name="connsiteY121" fmla="*/ 79535 h 298698"/>
                <a:gd name="connsiteX122" fmla="*/ 178511 w 470138"/>
                <a:gd name="connsiteY122" fmla="*/ 74233 h 298698"/>
                <a:gd name="connsiteX123" fmla="*/ 169674 w 470138"/>
                <a:gd name="connsiteY123" fmla="*/ 68930 h 298698"/>
                <a:gd name="connsiteX124" fmla="*/ 169674 w 470138"/>
                <a:gd name="connsiteY124" fmla="*/ 63628 h 298698"/>
                <a:gd name="connsiteX125" fmla="*/ 169674 w 470138"/>
                <a:gd name="connsiteY125" fmla="*/ 56558 h 298698"/>
                <a:gd name="connsiteX126" fmla="*/ 174976 w 470138"/>
                <a:gd name="connsiteY126" fmla="*/ 56558 h 298698"/>
                <a:gd name="connsiteX127" fmla="*/ 180278 w 470138"/>
                <a:gd name="connsiteY127" fmla="*/ 56558 h 298698"/>
                <a:gd name="connsiteX128" fmla="*/ 180278 w 470138"/>
                <a:gd name="connsiteY128" fmla="*/ 53023 h 298698"/>
                <a:gd name="connsiteX129" fmla="*/ 12372 w 470138"/>
                <a:gd name="connsiteY129" fmla="*/ 15908 h 298698"/>
                <a:gd name="connsiteX130" fmla="*/ 12372 w 470138"/>
                <a:gd name="connsiteY130" fmla="*/ 21210 h 298698"/>
                <a:gd name="connsiteX131" fmla="*/ 12372 w 470138"/>
                <a:gd name="connsiteY131" fmla="*/ 24745 h 298698"/>
                <a:gd name="connsiteX132" fmla="*/ 8837 w 470138"/>
                <a:gd name="connsiteY132" fmla="*/ 28280 h 298698"/>
                <a:gd name="connsiteX133" fmla="*/ 7069 w 470138"/>
                <a:gd name="connsiteY133" fmla="*/ 31815 h 298698"/>
                <a:gd name="connsiteX134" fmla="*/ 7069 w 470138"/>
                <a:gd name="connsiteY134" fmla="*/ 38885 h 298698"/>
                <a:gd name="connsiteX135" fmla="*/ 0 w 470138"/>
                <a:gd name="connsiteY135" fmla="*/ 35350 h 298698"/>
                <a:gd name="connsiteX136" fmla="*/ 0 w 470138"/>
                <a:gd name="connsiteY136" fmla="*/ 31815 h 298698"/>
                <a:gd name="connsiteX137" fmla="*/ 0 w 470138"/>
                <a:gd name="connsiteY137" fmla="*/ 28280 h 298698"/>
                <a:gd name="connsiteX138" fmla="*/ 7069 w 470138"/>
                <a:gd name="connsiteY138" fmla="*/ 21210 h 298698"/>
                <a:gd name="connsiteX139" fmla="*/ 58325 w 470138"/>
                <a:gd name="connsiteY139" fmla="*/ 0 h 298698"/>
                <a:gd name="connsiteX140" fmla="*/ 63627 w 470138"/>
                <a:gd name="connsiteY140" fmla="*/ 0 h 298698"/>
                <a:gd name="connsiteX141" fmla="*/ 77767 w 470138"/>
                <a:gd name="connsiteY141" fmla="*/ 0 h 298698"/>
                <a:gd name="connsiteX142" fmla="*/ 83069 w 470138"/>
                <a:gd name="connsiteY142" fmla="*/ 0 h 298698"/>
                <a:gd name="connsiteX143" fmla="*/ 88372 w 470138"/>
                <a:gd name="connsiteY143" fmla="*/ 8837 h 298698"/>
                <a:gd name="connsiteX144" fmla="*/ 88372 w 470138"/>
                <a:gd name="connsiteY144" fmla="*/ 10604 h 298698"/>
                <a:gd name="connsiteX145" fmla="*/ 88372 w 470138"/>
                <a:gd name="connsiteY145" fmla="*/ 15907 h 298698"/>
                <a:gd name="connsiteX146" fmla="*/ 86604 w 470138"/>
                <a:gd name="connsiteY146" fmla="*/ 21209 h 298698"/>
                <a:gd name="connsiteX147" fmla="*/ 86604 w 470138"/>
                <a:gd name="connsiteY147" fmla="*/ 22977 h 298698"/>
                <a:gd name="connsiteX148" fmla="*/ 81302 w 470138"/>
                <a:gd name="connsiteY148" fmla="*/ 28279 h 298698"/>
                <a:gd name="connsiteX149" fmla="*/ 77767 w 470138"/>
                <a:gd name="connsiteY149" fmla="*/ 28279 h 298698"/>
                <a:gd name="connsiteX150" fmla="*/ 72465 w 470138"/>
                <a:gd name="connsiteY150" fmla="*/ 28279 h 298698"/>
                <a:gd name="connsiteX151" fmla="*/ 68930 w 470138"/>
                <a:gd name="connsiteY151" fmla="*/ 28279 h 298698"/>
                <a:gd name="connsiteX152" fmla="*/ 60092 w 470138"/>
                <a:gd name="connsiteY152" fmla="*/ 22977 h 298698"/>
                <a:gd name="connsiteX153" fmla="*/ 58325 w 470138"/>
                <a:gd name="connsiteY153" fmla="*/ 22977 h 298698"/>
                <a:gd name="connsiteX154" fmla="*/ 49488 w 470138"/>
                <a:gd name="connsiteY154" fmla="*/ 15907 h 298698"/>
                <a:gd name="connsiteX155" fmla="*/ 49488 w 470138"/>
                <a:gd name="connsiteY155" fmla="*/ 7070 h 298698"/>
                <a:gd name="connsiteX156" fmla="*/ 49488 w 470138"/>
                <a:gd name="connsiteY156" fmla="*/ 3535 h 298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</a:cxnLst>
              <a:rect l="l" t="t" r="r" b="b"/>
              <a:pathLst>
                <a:path w="470138" h="298698">
                  <a:moveTo>
                    <a:pt x="373837" y="178512"/>
                  </a:moveTo>
                  <a:cubicBezTo>
                    <a:pt x="376847" y="178512"/>
                    <a:pt x="376847" y="178512"/>
                    <a:pt x="376847" y="178512"/>
                  </a:cubicBezTo>
                  <a:cubicBezTo>
                    <a:pt x="382865" y="178512"/>
                    <a:pt x="382865" y="178512"/>
                    <a:pt x="382865" y="178512"/>
                  </a:cubicBezTo>
                  <a:cubicBezTo>
                    <a:pt x="391894" y="184447"/>
                    <a:pt x="391894" y="184447"/>
                    <a:pt x="391894" y="184447"/>
                  </a:cubicBezTo>
                  <a:cubicBezTo>
                    <a:pt x="399417" y="191866"/>
                    <a:pt x="399417" y="191866"/>
                    <a:pt x="399417" y="191866"/>
                  </a:cubicBezTo>
                  <a:cubicBezTo>
                    <a:pt x="399417" y="191866"/>
                    <a:pt x="403931" y="193350"/>
                    <a:pt x="405436" y="193350"/>
                  </a:cubicBezTo>
                  <a:cubicBezTo>
                    <a:pt x="406941" y="193350"/>
                    <a:pt x="408445" y="193350"/>
                    <a:pt x="409950" y="193350"/>
                  </a:cubicBezTo>
                  <a:cubicBezTo>
                    <a:pt x="411455" y="193350"/>
                    <a:pt x="417474" y="193350"/>
                    <a:pt x="417474" y="193350"/>
                  </a:cubicBezTo>
                  <a:cubicBezTo>
                    <a:pt x="432521" y="199285"/>
                    <a:pt x="432521" y="199285"/>
                    <a:pt x="432521" y="199285"/>
                  </a:cubicBezTo>
                  <a:cubicBezTo>
                    <a:pt x="441549" y="206704"/>
                    <a:pt x="441549" y="206704"/>
                    <a:pt x="441549" y="206704"/>
                  </a:cubicBezTo>
                  <a:cubicBezTo>
                    <a:pt x="441549" y="212639"/>
                    <a:pt x="441549" y="212639"/>
                    <a:pt x="441549" y="212639"/>
                  </a:cubicBezTo>
                  <a:cubicBezTo>
                    <a:pt x="444558" y="225993"/>
                    <a:pt x="444558" y="225993"/>
                    <a:pt x="444558" y="225993"/>
                  </a:cubicBezTo>
                  <a:cubicBezTo>
                    <a:pt x="449072" y="225993"/>
                    <a:pt x="449072" y="225993"/>
                    <a:pt x="449072" y="225993"/>
                  </a:cubicBezTo>
                  <a:cubicBezTo>
                    <a:pt x="452082" y="225993"/>
                    <a:pt x="452082" y="225993"/>
                    <a:pt x="452082" y="225993"/>
                  </a:cubicBezTo>
                  <a:cubicBezTo>
                    <a:pt x="452082" y="234896"/>
                    <a:pt x="452082" y="234896"/>
                    <a:pt x="452082" y="234896"/>
                  </a:cubicBezTo>
                  <a:cubicBezTo>
                    <a:pt x="456596" y="234896"/>
                    <a:pt x="456596" y="234896"/>
                    <a:pt x="456596" y="234896"/>
                  </a:cubicBezTo>
                  <a:cubicBezTo>
                    <a:pt x="462615" y="240831"/>
                    <a:pt x="462615" y="240831"/>
                    <a:pt x="462615" y="240831"/>
                  </a:cubicBezTo>
                  <a:cubicBezTo>
                    <a:pt x="470138" y="240831"/>
                    <a:pt x="470138" y="240831"/>
                    <a:pt x="470138" y="240831"/>
                  </a:cubicBezTo>
                  <a:cubicBezTo>
                    <a:pt x="462615" y="251217"/>
                    <a:pt x="462615" y="251217"/>
                    <a:pt x="462615" y="251217"/>
                  </a:cubicBezTo>
                  <a:cubicBezTo>
                    <a:pt x="456596" y="254185"/>
                    <a:pt x="456596" y="254185"/>
                    <a:pt x="456596" y="254185"/>
                  </a:cubicBezTo>
                  <a:cubicBezTo>
                    <a:pt x="449072" y="267539"/>
                    <a:pt x="449072" y="267539"/>
                    <a:pt x="449072" y="267539"/>
                  </a:cubicBezTo>
                  <a:cubicBezTo>
                    <a:pt x="440044" y="270506"/>
                    <a:pt x="440044" y="270506"/>
                    <a:pt x="440044" y="270506"/>
                  </a:cubicBezTo>
                  <a:cubicBezTo>
                    <a:pt x="421988" y="270506"/>
                    <a:pt x="421988" y="270506"/>
                    <a:pt x="421988" y="270506"/>
                  </a:cubicBezTo>
                  <a:cubicBezTo>
                    <a:pt x="418978" y="274958"/>
                    <a:pt x="418978" y="274958"/>
                    <a:pt x="418978" y="274958"/>
                  </a:cubicBezTo>
                  <a:cubicBezTo>
                    <a:pt x="406941" y="274958"/>
                    <a:pt x="406941" y="274958"/>
                    <a:pt x="406941" y="274958"/>
                  </a:cubicBezTo>
                  <a:cubicBezTo>
                    <a:pt x="403931" y="285344"/>
                    <a:pt x="403931" y="285344"/>
                    <a:pt x="403931" y="285344"/>
                  </a:cubicBezTo>
                  <a:cubicBezTo>
                    <a:pt x="402427" y="292763"/>
                    <a:pt x="402427" y="292763"/>
                    <a:pt x="402427" y="292763"/>
                  </a:cubicBezTo>
                  <a:cubicBezTo>
                    <a:pt x="399417" y="295731"/>
                    <a:pt x="399417" y="295731"/>
                    <a:pt x="399417" y="295731"/>
                  </a:cubicBezTo>
                  <a:cubicBezTo>
                    <a:pt x="396408" y="298698"/>
                    <a:pt x="396408" y="298698"/>
                    <a:pt x="396408" y="298698"/>
                  </a:cubicBezTo>
                  <a:cubicBezTo>
                    <a:pt x="391894" y="298698"/>
                    <a:pt x="391894" y="298698"/>
                    <a:pt x="391894" y="298698"/>
                  </a:cubicBezTo>
                  <a:cubicBezTo>
                    <a:pt x="387380" y="291279"/>
                    <a:pt x="387380" y="291279"/>
                    <a:pt x="387380" y="291279"/>
                  </a:cubicBezTo>
                  <a:cubicBezTo>
                    <a:pt x="376847" y="286828"/>
                    <a:pt x="376847" y="286828"/>
                    <a:pt x="376847" y="286828"/>
                  </a:cubicBezTo>
                  <a:cubicBezTo>
                    <a:pt x="370828" y="280893"/>
                    <a:pt x="370828" y="280893"/>
                    <a:pt x="370828" y="280893"/>
                  </a:cubicBezTo>
                  <a:cubicBezTo>
                    <a:pt x="370828" y="277925"/>
                    <a:pt x="370828" y="277925"/>
                    <a:pt x="370828" y="277925"/>
                  </a:cubicBezTo>
                  <a:cubicBezTo>
                    <a:pt x="370828" y="273474"/>
                    <a:pt x="370828" y="273474"/>
                    <a:pt x="370828" y="273474"/>
                  </a:cubicBezTo>
                  <a:cubicBezTo>
                    <a:pt x="370828" y="267539"/>
                    <a:pt x="370828" y="267539"/>
                    <a:pt x="370828" y="267539"/>
                  </a:cubicBezTo>
                  <a:cubicBezTo>
                    <a:pt x="370828" y="264571"/>
                    <a:pt x="370828" y="264571"/>
                    <a:pt x="370828" y="264571"/>
                  </a:cubicBezTo>
                  <a:cubicBezTo>
                    <a:pt x="370828" y="252701"/>
                    <a:pt x="370828" y="252701"/>
                    <a:pt x="370828" y="252701"/>
                  </a:cubicBezTo>
                  <a:cubicBezTo>
                    <a:pt x="370828" y="249733"/>
                    <a:pt x="370828" y="249733"/>
                    <a:pt x="370828" y="249733"/>
                  </a:cubicBezTo>
                  <a:cubicBezTo>
                    <a:pt x="370828" y="242315"/>
                    <a:pt x="370828" y="242315"/>
                    <a:pt x="370828" y="242315"/>
                  </a:cubicBezTo>
                  <a:cubicBezTo>
                    <a:pt x="363304" y="231928"/>
                    <a:pt x="363304" y="231928"/>
                    <a:pt x="363304" y="231928"/>
                  </a:cubicBezTo>
                  <a:cubicBezTo>
                    <a:pt x="358790" y="227477"/>
                    <a:pt x="358790" y="227477"/>
                    <a:pt x="358790" y="227477"/>
                  </a:cubicBezTo>
                  <a:cubicBezTo>
                    <a:pt x="358790" y="223025"/>
                    <a:pt x="358790" y="223025"/>
                    <a:pt x="358790" y="223025"/>
                  </a:cubicBezTo>
                  <a:cubicBezTo>
                    <a:pt x="358790" y="220058"/>
                    <a:pt x="358790" y="220058"/>
                    <a:pt x="358790" y="220058"/>
                  </a:cubicBezTo>
                  <a:cubicBezTo>
                    <a:pt x="363304" y="214123"/>
                    <a:pt x="363304" y="214123"/>
                    <a:pt x="363304" y="214123"/>
                  </a:cubicBezTo>
                  <a:cubicBezTo>
                    <a:pt x="370828" y="212639"/>
                    <a:pt x="370828" y="212639"/>
                    <a:pt x="370828" y="212639"/>
                  </a:cubicBezTo>
                  <a:cubicBezTo>
                    <a:pt x="376847" y="206704"/>
                    <a:pt x="376847" y="206704"/>
                    <a:pt x="376847" y="206704"/>
                  </a:cubicBezTo>
                  <a:lnTo>
                    <a:pt x="376847" y="199285"/>
                  </a:lnTo>
                  <a:cubicBezTo>
                    <a:pt x="373837" y="185931"/>
                    <a:pt x="373837" y="185931"/>
                    <a:pt x="373837" y="185931"/>
                  </a:cubicBezTo>
                  <a:cubicBezTo>
                    <a:pt x="373837" y="182963"/>
                    <a:pt x="373837" y="182963"/>
                    <a:pt x="373837" y="182963"/>
                  </a:cubicBezTo>
                  <a:cubicBezTo>
                    <a:pt x="373837" y="178512"/>
                    <a:pt x="373837" y="178512"/>
                    <a:pt x="373837" y="178512"/>
                  </a:cubicBezTo>
                  <a:close/>
                  <a:moveTo>
                    <a:pt x="275720" y="116651"/>
                  </a:moveTo>
                  <a:lnTo>
                    <a:pt x="281022" y="116651"/>
                  </a:lnTo>
                  <a:lnTo>
                    <a:pt x="284556" y="116651"/>
                  </a:lnTo>
                  <a:lnTo>
                    <a:pt x="288091" y="120186"/>
                  </a:lnTo>
                  <a:lnTo>
                    <a:pt x="291626" y="125488"/>
                  </a:lnTo>
                  <a:lnTo>
                    <a:pt x="291626" y="130790"/>
                  </a:lnTo>
                  <a:lnTo>
                    <a:pt x="284556" y="134325"/>
                  </a:lnTo>
                  <a:lnTo>
                    <a:pt x="281022" y="130790"/>
                  </a:lnTo>
                  <a:lnTo>
                    <a:pt x="281022" y="125488"/>
                  </a:lnTo>
                  <a:lnTo>
                    <a:pt x="275720" y="121953"/>
                  </a:lnTo>
                  <a:lnTo>
                    <a:pt x="275720" y="120186"/>
                  </a:lnTo>
                  <a:close/>
                  <a:moveTo>
                    <a:pt x="309302" y="107814"/>
                  </a:moveTo>
                  <a:lnTo>
                    <a:pt x="314604" y="107814"/>
                  </a:lnTo>
                  <a:lnTo>
                    <a:pt x="319906" y="113116"/>
                  </a:lnTo>
                  <a:lnTo>
                    <a:pt x="323441" y="116651"/>
                  </a:lnTo>
                  <a:lnTo>
                    <a:pt x="330511" y="120186"/>
                  </a:lnTo>
                  <a:lnTo>
                    <a:pt x="330511" y="116651"/>
                  </a:lnTo>
                  <a:lnTo>
                    <a:pt x="339348" y="116651"/>
                  </a:lnTo>
                  <a:lnTo>
                    <a:pt x="344650" y="116651"/>
                  </a:lnTo>
                  <a:lnTo>
                    <a:pt x="351720" y="121954"/>
                  </a:lnTo>
                  <a:lnTo>
                    <a:pt x="364092" y="130791"/>
                  </a:lnTo>
                  <a:lnTo>
                    <a:pt x="364092" y="139628"/>
                  </a:lnTo>
                  <a:lnTo>
                    <a:pt x="358789" y="144930"/>
                  </a:lnTo>
                  <a:lnTo>
                    <a:pt x="353487" y="144930"/>
                  </a:lnTo>
                  <a:lnTo>
                    <a:pt x="348185" y="144930"/>
                  </a:lnTo>
                  <a:lnTo>
                    <a:pt x="348185" y="146698"/>
                  </a:lnTo>
                  <a:lnTo>
                    <a:pt x="335813" y="146698"/>
                  </a:lnTo>
                  <a:lnTo>
                    <a:pt x="330511" y="146698"/>
                  </a:lnTo>
                  <a:lnTo>
                    <a:pt x="328743" y="146698"/>
                  </a:lnTo>
                  <a:lnTo>
                    <a:pt x="325209" y="141396"/>
                  </a:lnTo>
                  <a:lnTo>
                    <a:pt x="323441" y="134326"/>
                  </a:lnTo>
                  <a:lnTo>
                    <a:pt x="325209" y="127256"/>
                  </a:lnTo>
                  <a:lnTo>
                    <a:pt x="316371" y="127256"/>
                  </a:lnTo>
                  <a:lnTo>
                    <a:pt x="309302" y="125488"/>
                  </a:lnTo>
                  <a:lnTo>
                    <a:pt x="309302" y="120186"/>
                  </a:lnTo>
                  <a:lnTo>
                    <a:pt x="309302" y="116651"/>
                  </a:lnTo>
                  <a:lnTo>
                    <a:pt x="309302" y="111349"/>
                  </a:lnTo>
                  <a:close/>
                  <a:moveTo>
                    <a:pt x="258045" y="93675"/>
                  </a:moveTo>
                  <a:lnTo>
                    <a:pt x="261580" y="93675"/>
                  </a:lnTo>
                  <a:lnTo>
                    <a:pt x="272184" y="93675"/>
                  </a:lnTo>
                  <a:lnTo>
                    <a:pt x="281021" y="93675"/>
                  </a:lnTo>
                  <a:lnTo>
                    <a:pt x="282788" y="100745"/>
                  </a:lnTo>
                  <a:lnTo>
                    <a:pt x="302230" y="100745"/>
                  </a:lnTo>
                  <a:lnTo>
                    <a:pt x="293393" y="106047"/>
                  </a:lnTo>
                  <a:lnTo>
                    <a:pt x="291625" y="107815"/>
                  </a:lnTo>
                  <a:lnTo>
                    <a:pt x="291625" y="104280"/>
                  </a:lnTo>
                  <a:lnTo>
                    <a:pt x="286323" y="104280"/>
                  </a:lnTo>
                  <a:lnTo>
                    <a:pt x="282788" y="104280"/>
                  </a:lnTo>
                  <a:lnTo>
                    <a:pt x="277486" y="104280"/>
                  </a:lnTo>
                  <a:lnTo>
                    <a:pt x="273951" y="104280"/>
                  </a:lnTo>
                  <a:lnTo>
                    <a:pt x="270417" y="104280"/>
                  </a:lnTo>
                  <a:lnTo>
                    <a:pt x="265114" y="104280"/>
                  </a:lnTo>
                  <a:lnTo>
                    <a:pt x="258045" y="102512"/>
                  </a:lnTo>
                  <a:lnTo>
                    <a:pt x="258045" y="100745"/>
                  </a:lnTo>
                  <a:lnTo>
                    <a:pt x="258045" y="97210"/>
                  </a:lnTo>
                  <a:close/>
                  <a:moveTo>
                    <a:pt x="187348" y="51256"/>
                  </a:moveTo>
                  <a:lnTo>
                    <a:pt x="194417" y="51256"/>
                  </a:lnTo>
                  <a:lnTo>
                    <a:pt x="197952" y="51256"/>
                  </a:lnTo>
                  <a:lnTo>
                    <a:pt x="201487" y="53023"/>
                  </a:lnTo>
                  <a:lnTo>
                    <a:pt x="203254" y="56558"/>
                  </a:lnTo>
                  <a:lnTo>
                    <a:pt x="208557" y="65395"/>
                  </a:lnTo>
                  <a:lnTo>
                    <a:pt x="213859" y="65395"/>
                  </a:lnTo>
                  <a:lnTo>
                    <a:pt x="217394" y="74233"/>
                  </a:lnTo>
                  <a:lnTo>
                    <a:pt x="217394" y="81303"/>
                  </a:lnTo>
                  <a:lnTo>
                    <a:pt x="217394" y="86605"/>
                  </a:lnTo>
                  <a:lnTo>
                    <a:pt x="212092" y="86605"/>
                  </a:lnTo>
                  <a:lnTo>
                    <a:pt x="206789" y="81303"/>
                  </a:lnTo>
                  <a:lnTo>
                    <a:pt x="203254" y="77768"/>
                  </a:lnTo>
                  <a:lnTo>
                    <a:pt x="194417" y="81303"/>
                  </a:lnTo>
                  <a:lnTo>
                    <a:pt x="187348" y="83070"/>
                  </a:lnTo>
                  <a:lnTo>
                    <a:pt x="182046" y="79535"/>
                  </a:lnTo>
                  <a:lnTo>
                    <a:pt x="178511" y="74233"/>
                  </a:lnTo>
                  <a:lnTo>
                    <a:pt x="169674" y="68930"/>
                  </a:lnTo>
                  <a:lnTo>
                    <a:pt x="169674" y="63628"/>
                  </a:lnTo>
                  <a:lnTo>
                    <a:pt x="169674" y="56558"/>
                  </a:lnTo>
                  <a:lnTo>
                    <a:pt x="174976" y="56558"/>
                  </a:lnTo>
                  <a:lnTo>
                    <a:pt x="180278" y="56558"/>
                  </a:lnTo>
                  <a:lnTo>
                    <a:pt x="180278" y="53023"/>
                  </a:lnTo>
                  <a:close/>
                  <a:moveTo>
                    <a:pt x="12372" y="15908"/>
                  </a:moveTo>
                  <a:lnTo>
                    <a:pt x="12372" y="21210"/>
                  </a:lnTo>
                  <a:lnTo>
                    <a:pt x="12372" y="24745"/>
                  </a:lnTo>
                  <a:lnTo>
                    <a:pt x="8837" y="28280"/>
                  </a:lnTo>
                  <a:lnTo>
                    <a:pt x="7069" y="31815"/>
                  </a:lnTo>
                  <a:lnTo>
                    <a:pt x="7069" y="38885"/>
                  </a:lnTo>
                  <a:lnTo>
                    <a:pt x="0" y="35350"/>
                  </a:lnTo>
                  <a:lnTo>
                    <a:pt x="0" y="31815"/>
                  </a:lnTo>
                  <a:lnTo>
                    <a:pt x="0" y="28280"/>
                  </a:lnTo>
                  <a:lnTo>
                    <a:pt x="7069" y="21210"/>
                  </a:lnTo>
                  <a:close/>
                  <a:moveTo>
                    <a:pt x="58325" y="0"/>
                  </a:moveTo>
                  <a:lnTo>
                    <a:pt x="63627" y="0"/>
                  </a:lnTo>
                  <a:lnTo>
                    <a:pt x="77767" y="0"/>
                  </a:lnTo>
                  <a:lnTo>
                    <a:pt x="83069" y="0"/>
                  </a:lnTo>
                  <a:lnTo>
                    <a:pt x="88372" y="8837"/>
                  </a:lnTo>
                  <a:lnTo>
                    <a:pt x="88372" y="10604"/>
                  </a:lnTo>
                  <a:lnTo>
                    <a:pt x="88372" y="15907"/>
                  </a:lnTo>
                  <a:lnTo>
                    <a:pt x="86604" y="21209"/>
                  </a:lnTo>
                  <a:lnTo>
                    <a:pt x="86604" y="22977"/>
                  </a:lnTo>
                  <a:lnTo>
                    <a:pt x="81302" y="28279"/>
                  </a:lnTo>
                  <a:lnTo>
                    <a:pt x="77767" y="28279"/>
                  </a:lnTo>
                  <a:lnTo>
                    <a:pt x="72465" y="28279"/>
                  </a:lnTo>
                  <a:lnTo>
                    <a:pt x="68930" y="28279"/>
                  </a:lnTo>
                  <a:lnTo>
                    <a:pt x="60092" y="22977"/>
                  </a:lnTo>
                  <a:lnTo>
                    <a:pt x="58325" y="22977"/>
                  </a:lnTo>
                  <a:lnTo>
                    <a:pt x="49488" y="15907"/>
                  </a:lnTo>
                  <a:lnTo>
                    <a:pt x="49488" y="7070"/>
                  </a:lnTo>
                  <a:lnTo>
                    <a:pt x="49488" y="35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59" name="Text Placeholder 21">
            <a:extLst>
              <a:ext uri="{FF2B5EF4-FFF2-40B4-BE49-F238E27FC236}">
                <a16:creationId xmlns:a16="http://schemas.microsoft.com/office/drawing/2014/main" id="{65BAD121-076D-C3EE-472C-2CF5F2B6860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6486" y="1572974"/>
            <a:ext cx="4259580" cy="172191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0" name="Text Placeholder 21">
            <a:extLst>
              <a:ext uri="{FF2B5EF4-FFF2-40B4-BE49-F238E27FC236}">
                <a16:creationId xmlns:a16="http://schemas.microsoft.com/office/drawing/2014/main" id="{7666BE96-79EF-A375-18C6-C7BC2114C092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46486" y="3933050"/>
            <a:ext cx="4259580" cy="2409838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1" name="Text Placeholder 14">
            <a:extLst>
              <a:ext uri="{FF2B5EF4-FFF2-40B4-BE49-F238E27FC236}">
                <a16:creationId xmlns:a16="http://schemas.microsoft.com/office/drawing/2014/main" id="{F01EDF31-F523-3B9E-D18A-9F7A0FBCB4B9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11460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2" name="Text Placeholder 14">
            <a:extLst>
              <a:ext uri="{FF2B5EF4-FFF2-40B4-BE49-F238E27FC236}">
                <a16:creationId xmlns:a16="http://schemas.microsoft.com/office/drawing/2014/main" id="{CB341F21-10E3-1D94-691F-FBE00D56D57E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51308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CDE5E498-7DEB-5855-8F47-5009C7516FD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32774359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nsagem_Fin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136C20E7-D540-FEFC-F18D-1513D4E64A0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348902" y="2954271"/>
            <a:ext cx="3971140" cy="2303529"/>
          </a:xfrm>
        </p:spPr>
        <p:txBody>
          <a:bodyPr anchor="t"/>
          <a:lstStyle>
            <a:lvl1pPr>
              <a:lnSpc>
                <a:spcPct val="85000"/>
              </a:lnSpc>
              <a:defRPr sz="55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DA17F83-7D8E-88E7-D200-FE8CC39B5C2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35671455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rp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2">
            <a:extLst>
              <a:ext uri="{FF2B5EF4-FFF2-40B4-BE49-F238E27FC236}">
                <a16:creationId xmlns:a16="http://schemas.microsoft.com/office/drawing/2014/main" id="{824CEB4B-BA07-9A91-3821-6A40E25C4CDE}"/>
              </a:ext>
            </a:extLst>
          </p:cNvPr>
          <p:cNvSpPr>
            <a:spLocks/>
          </p:cNvSpPr>
          <p:nvPr userDrawn="1"/>
        </p:nvSpPr>
        <p:spPr bwMode="auto">
          <a:xfrm>
            <a:off x="516757" y="6397804"/>
            <a:ext cx="4824000" cy="1231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noAutofit/>
          </a:bodyPr>
          <a:lstStyle/>
          <a:p>
            <a:fld id="{C84F2FB2-4A16-1542-BD5E-F56870239E74}" type="slidenum">
              <a:rPr lang="en-US" sz="800" smtClean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pPr/>
              <a:t>‹#›</a:t>
            </a:fld>
            <a:r>
              <a:rPr lang="en-US" sz="80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 |  Copyright © 2026 Deloitte Technology SA.</a:t>
            </a:r>
            <a:r>
              <a:rPr lang="en-US" sz="800" noProof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All rights reserved.</a:t>
            </a:r>
            <a:endParaRPr lang="en-US" sz="800" b="0" noProof="0">
              <a:solidFill>
                <a:schemeClr val="bg1">
                  <a:lumMod val="65000"/>
                </a:schemeClr>
              </a:solidFill>
              <a:latin typeface="Open Sans" charset="0"/>
              <a:ea typeface="Open Sans" charset="0"/>
              <a:cs typeface="Open Sans" charset="0"/>
              <a:sym typeface="Frutiger Next Pro Light" charset="0"/>
            </a:endParaRPr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2E0BD630-5D89-D721-C37B-67B2E80B11C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16757" y="584156"/>
            <a:ext cx="11161439" cy="608919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2200">
                <a:latin typeface="+mj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ontent Placeholder 17">
            <a:extLst>
              <a:ext uri="{FF2B5EF4-FFF2-40B4-BE49-F238E27FC236}">
                <a16:creationId xmlns:a16="http://schemas.microsoft.com/office/drawing/2014/main" id="{D075C4B3-B15D-A096-52FA-9210EF94F32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516757" y="267414"/>
            <a:ext cx="11161439" cy="220266"/>
          </a:xfrm>
          <a:prstGeom prst="rect">
            <a:avLst/>
          </a:prstGeom>
        </p:spPr>
        <p:txBody>
          <a:bodyPr lIns="0" anchor="ctr"/>
          <a:lstStyle>
            <a:lvl1pPr marL="0" indent="0">
              <a:buNone/>
              <a:defRPr sz="800" b="1">
                <a:solidFill>
                  <a:schemeClr val="accent5"/>
                </a:solidFill>
                <a:latin typeface="+mn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7531487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slideLayout" Target="../slideLayouts/slideLayout53.xml"/><Relationship Id="rId54" Type="http://schemas.openxmlformats.org/officeDocument/2006/relationships/slideLayout" Target="../slideLayouts/slideLayout54.xml"/><Relationship Id="rId55" Type="http://schemas.openxmlformats.org/officeDocument/2006/relationships/slideLayout" Target="../slideLayouts/slideLayout55.xml"/><Relationship Id="rId56" Type="http://schemas.openxmlformats.org/officeDocument/2006/relationships/slideLayout" Target="../slideLayouts/slideLayout56.xml"/><Relationship Id="rId57" Type="http://schemas.openxmlformats.org/officeDocument/2006/relationships/slideLayout" Target="../slideLayouts/slideLayout57.xml"/><Relationship Id="rId58" Type="http://schemas.openxmlformats.org/officeDocument/2006/relationships/theme" Target="../theme/theme1.xml"/><Relationship Id="rId59" Type="http://schemas.openxmlformats.org/officeDocument/2006/relationships/image" Target="../media/image1.svg"/><Relationship Id="rId60" Type="http://schemas.openxmlformats.org/officeDocument/2006/relationships/image" Target="../media/image2.png"/><Relationship Id="rId61" Type="http://schemas.openxmlformats.org/officeDocument/2006/relationships/image" Target="../media/image3.svg"/><Relationship Id="rId62" Type="http://schemas.openxmlformats.org/officeDocument/2006/relationships/image" Target="../media/image4.svg"/><Relationship Id="rId63" Type="http://schemas.openxmlformats.org/officeDocument/2006/relationships/image" Target="../media/image5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A8885A17-A952-450F-3118-71A2A24FC9E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9"/>
              </a:ext>
            </a:extLst>
          </a:blip>
          <a:stretch>
            <a:fillRect/>
          </a:stretch>
        </p:blipFill>
        <p:spPr>
          <a:xfrm>
            <a:off x="76708" y="6255151"/>
            <a:ext cx="518355" cy="518353"/>
          </a:xfrm>
          <a:prstGeom prst="rect">
            <a:avLst/>
          </a:prstGeom>
        </p:spPr>
      </p:pic>
      <p:sp>
        <p:nvSpPr>
          <p:cNvPr id="3" name="Title Placeholder 2">
            <a:extLst>
              <a:ext uri="{FF2B5EF4-FFF2-40B4-BE49-F238E27FC236}">
                <a16:creationId xmlns:a16="http://schemas.microsoft.com/office/drawing/2014/main" id="{97CC4812-6614-498E-AEEF-3A2787BB94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BC21F6-7874-4503-9751-740C7A14DA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37492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4747C13-4B15-7467-1F34-BCDEE2B8EEE8}"/>
              </a:ext>
            </a:extLst>
          </p:cNvPr>
          <p:cNvSpPr txBox="1"/>
          <p:nvPr userDrawn="1"/>
        </p:nvSpPr>
        <p:spPr>
          <a:xfrm>
            <a:off x="162552" y="6391031"/>
            <a:ext cx="5334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D7B90A4-4106-4227-9FE3-C1859121C33A}" type="slidenum">
              <a:rPr kumimoji="0" lang="pt-PT" sz="10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Verdana" panose="020B0604030504040204" pitchFamily="34" charset="0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pt-PT" sz="10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  <a:ea typeface="Verdana" panose="020B0604030504040204" pitchFamily="34" charset="0"/>
              <a:cs typeface="+mn-cs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AAB1A0A8-07BB-BC6A-FB0F-3522DB07A254}"/>
              </a:ext>
            </a:extLst>
          </p:cNvPr>
          <p:cNvGrpSpPr/>
          <p:nvPr userDrawn="1"/>
        </p:nvGrpSpPr>
        <p:grpSpPr>
          <a:xfrm>
            <a:off x="10991061" y="6282180"/>
            <a:ext cx="941994" cy="190192"/>
            <a:chOff x="10991061" y="6282180"/>
            <a:chExt cx="941994" cy="190192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91B9D74-13A1-A550-A5BA-A2998E89F5F4}"/>
                </a:ext>
              </a:extLst>
            </p:cNvPr>
            <p:cNvSpPr/>
            <p:nvPr/>
          </p:nvSpPr>
          <p:spPr>
            <a:xfrm>
              <a:off x="11657815" y="6328676"/>
              <a:ext cx="111365" cy="143695"/>
            </a:xfrm>
            <a:custGeom>
              <a:avLst/>
              <a:gdLst>
                <a:gd name="connsiteX0" fmla="*/ 111366 w 111365"/>
                <a:gd name="connsiteY0" fmla="*/ 137063 h 143695"/>
                <a:gd name="connsiteX1" fmla="*/ 70466 w 111365"/>
                <a:gd name="connsiteY1" fmla="*/ 143696 h 143695"/>
                <a:gd name="connsiteX2" fmla="*/ 0 w 111365"/>
                <a:gd name="connsiteY2" fmla="*/ 71848 h 143695"/>
                <a:gd name="connsiteX3" fmla="*/ 70466 w 111365"/>
                <a:gd name="connsiteY3" fmla="*/ 0 h 143695"/>
                <a:gd name="connsiteX4" fmla="*/ 111366 w 111365"/>
                <a:gd name="connsiteY4" fmla="*/ 6633 h 143695"/>
                <a:gd name="connsiteX5" fmla="*/ 105836 w 111365"/>
                <a:gd name="connsiteY5" fmla="*/ 35370 h 143695"/>
                <a:gd name="connsiteX6" fmla="*/ 75162 w 111365"/>
                <a:gd name="connsiteY6" fmla="*/ 29845 h 143695"/>
                <a:gd name="connsiteX7" fmla="*/ 41449 w 111365"/>
                <a:gd name="connsiteY7" fmla="*/ 71848 h 143695"/>
                <a:gd name="connsiteX8" fmla="*/ 75162 w 111365"/>
                <a:gd name="connsiteY8" fmla="*/ 113851 h 143695"/>
                <a:gd name="connsiteX9" fmla="*/ 105836 w 111365"/>
                <a:gd name="connsiteY9" fmla="*/ 108326 h 143695"/>
                <a:gd name="connsiteX10" fmla="*/ 111366 w 111365"/>
                <a:gd name="connsiteY10" fmla="*/ 137063 h 143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1365" h="143695">
                  <a:moveTo>
                    <a:pt x="111366" y="137063"/>
                  </a:moveTo>
                  <a:cubicBezTo>
                    <a:pt x="98654" y="140931"/>
                    <a:pt x="84285" y="143696"/>
                    <a:pt x="70466" y="143696"/>
                  </a:cubicBezTo>
                  <a:cubicBezTo>
                    <a:pt x="24320" y="143696"/>
                    <a:pt x="0" y="114959"/>
                    <a:pt x="0" y="71848"/>
                  </a:cubicBezTo>
                  <a:cubicBezTo>
                    <a:pt x="0" y="28737"/>
                    <a:pt x="24320" y="0"/>
                    <a:pt x="70466" y="0"/>
                  </a:cubicBezTo>
                  <a:cubicBezTo>
                    <a:pt x="84285" y="0"/>
                    <a:pt x="98654" y="2765"/>
                    <a:pt x="111366" y="6633"/>
                  </a:cubicBezTo>
                  <a:lnTo>
                    <a:pt x="105836" y="35370"/>
                  </a:lnTo>
                  <a:cubicBezTo>
                    <a:pt x="93399" y="31502"/>
                    <a:pt x="85109" y="29845"/>
                    <a:pt x="75162" y="29845"/>
                  </a:cubicBezTo>
                  <a:cubicBezTo>
                    <a:pt x="51396" y="29845"/>
                    <a:pt x="41449" y="47533"/>
                    <a:pt x="41449" y="71848"/>
                  </a:cubicBezTo>
                  <a:cubicBezTo>
                    <a:pt x="41449" y="96163"/>
                    <a:pt x="51396" y="113851"/>
                    <a:pt x="75162" y="113851"/>
                  </a:cubicBezTo>
                  <a:cubicBezTo>
                    <a:pt x="85109" y="113851"/>
                    <a:pt x="93399" y="112194"/>
                    <a:pt x="105836" y="108326"/>
                  </a:cubicBezTo>
                  <a:lnTo>
                    <a:pt x="111366" y="137063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1825407F-8245-1363-19A0-294442FDD43A}"/>
                </a:ext>
              </a:extLst>
            </p:cNvPr>
            <p:cNvSpPr/>
            <p:nvPr/>
          </p:nvSpPr>
          <p:spPr>
            <a:xfrm>
              <a:off x="11786296" y="6292748"/>
              <a:ext cx="63837" cy="179624"/>
            </a:xfrm>
            <a:custGeom>
              <a:avLst/>
              <a:gdLst>
                <a:gd name="connsiteX0" fmla="*/ 39513 w 63837"/>
                <a:gd name="connsiteY0" fmla="*/ 68539 h 179624"/>
                <a:gd name="connsiteX1" fmla="*/ 39513 w 63837"/>
                <a:gd name="connsiteY1" fmla="*/ 138450 h 179624"/>
                <a:gd name="connsiteX2" fmla="*/ 51950 w 63837"/>
                <a:gd name="connsiteY2" fmla="*/ 150608 h 179624"/>
                <a:gd name="connsiteX3" fmla="*/ 63833 w 63837"/>
                <a:gd name="connsiteY3" fmla="*/ 149505 h 179624"/>
                <a:gd name="connsiteX4" fmla="*/ 63833 w 63837"/>
                <a:gd name="connsiteY4" fmla="*/ 177414 h 179624"/>
                <a:gd name="connsiteX5" fmla="*/ 35370 w 63837"/>
                <a:gd name="connsiteY5" fmla="*/ 179625 h 179624"/>
                <a:gd name="connsiteX6" fmla="*/ 0 w 63837"/>
                <a:gd name="connsiteY6" fmla="*/ 142318 h 179624"/>
                <a:gd name="connsiteX7" fmla="*/ 0 w 63837"/>
                <a:gd name="connsiteY7" fmla="*/ 68534 h 179624"/>
                <a:gd name="connsiteX8" fmla="*/ 0 w 63837"/>
                <a:gd name="connsiteY8" fmla="*/ 68534 h 179624"/>
                <a:gd name="connsiteX9" fmla="*/ 0 w 63837"/>
                <a:gd name="connsiteY9" fmla="*/ 38689 h 179624"/>
                <a:gd name="connsiteX10" fmla="*/ 0 w 63837"/>
                <a:gd name="connsiteY10" fmla="*/ 38689 h 179624"/>
                <a:gd name="connsiteX11" fmla="*/ 0 w 63837"/>
                <a:gd name="connsiteY11" fmla="*/ 20674 h 179624"/>
                <a:gd name="connsiteX12" fmla="*/ 39517 w 63837"/>
                <a:gd name="connsiteY12" fmla="*/ 0 h 179624"/>
                <a:gd name="connsiteX13" fmla="*/ 39517 w 63837"/>
                <a:gd name="connsiteY13" fmla="*/ 38689 h 179624"/>
                <a:gd name="connsiteX14" fmla="*/ 63838 w 63837"/>
                <a:gd name="connsiteY14" fmla="*/ 38689 h 179624"/>
                <a:gd name="connsiteX15" fmla="*/ 63838 w 63837"/>
                <a:gd name="connsiteY15" fmla="*/ 68534 h 179624"/>
                <a:gd name="connsiteX16" fmla="*/ 39517 w 63837"/>
                <a:gd name="connsiteY16" fmla="*/ 68534 h 1796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3837" h="179624">
                  <a:moveTo>
                    <a:pt x="39513" y="68539"/>
                  </a:moveTo>
                  <a:lnTo>
                    <a:pt x="39513" y="138450"/>
                  </a:lnTo>
                  <a:cubicBezTo>
                    <a:pt x="39513" y="147848"/>
                    <a:pt x="45866" y="150608"/>
                    <a:pt x="51950" y="150608"/>
                  </a:cubicBezTo>
                  <a:cubicBezTo>
                    <a:pt x="54715" y="150608"/>
                    <a:pt x="60514" y="150333"/>
                    <a:pt x="63833" y="149505"/>
                  </a:cubicBezTo>
                  <a:lnTo>
                    <a:pt x="63833" y="177414"/>
                  </a:lnTo>
                  <a:cubicBezTo>
                    <a:pt x="55818" y="178796"/>
                    <a:pt x="42003" y="179625"/>
                    <a:pt x="35370" y="179625"/>
                  </a:cubicBezTo>
                  <a:cubicBezTo>
                    <a:pt x="6633" y="179625"/>
                    <a:pt x="0" y="164148"/>
                    <a:pt x="0" y="142318"/>
                  </a:cubicBezTo>
                  <a:lnTo>
                    <a:pt x="0" y="68534"/>
                  </a:lnTo>
                  <a:lnTo>
                    <a:pt x="0" y="68534"/>
                  </a:lnTo>
                  <a:lnTo>
                    <a:pt x="0" y="38689"/>
                  </a:lnTo>
                  <a:lnTo>
                    <a:pt x="0" y="38689"/>
                  </a:lnTo>
                  <a:lnTo>
                    <a:pt x="0" y="20674"/>
                  </a:lnTo>
                  <a:lnTo>
                    <a:pt x="39517" y="0"/>
                  </a:lnTo>
                  <a:lnTo>
                    <a:pt x="39517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7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750B9DD2-C8F4-0DDB-DA01-6FC0207F755F}"/>
                </a:ext>
              </a:extLst>
            </p:cNvPr>
            <p:cNvSpPr/>
            <p:nvPr/>
          </p:nvSpPr>
          <p:spPr>
            <a:xfrm>
              <a:off x="11869218" y="6292752"/>
              <a:ext cx="63837" cy="179619"/>
            </a:xfrm>
            <a:custGeom>
              <a:avLst/>
              <a:gdLst>
                <a:gd name="connsiteX0" fmla="*/ 39513 w 63837"/>
                <a:gd name="connsiteY0" fmla="*/ 68534 h 179619"/>
                <a:gd name="connsiteX1" fmla="*/ 39513 w 63837"/>
                <a:gd name="connsiteY1" fmla="*/ 138445 h 179619"/>
                <a:gd name="connsiteX2" fmla="*/ 51950 w 63837"/>
                <a:gd name="connsiteY2" fmla="*/ 150603 h 179619"/>
                <a:gd name="connsiteX3" fmla="*/ 63833 w 63837"/>
                <a:gd name="connsiteY3" fmla="*/ 149500 h 179619"/>
                <a:gd name="connsiteX4" fmla="*/ 63833 w 63837"/>
                <a:gd name="connsiteY4" fmla="*/ 177409 h 179619"/>
                <a:gd name="connsiteX5" fmla="*/ 35370 w 63837"/>
                <a:gd name="connsiteY5" fmla="*/ 179620 h 179619"/>
                <a:gd name="connsiteX6" fmla="*/ 0 w 63837"/>
                <a:gd name="connsiteY6" fmla="*/ 142313 h 179619"/>
                <a:gd name="connsiteX7" fmla="*/ 0 w 63837"/>
                <a:gd name="connsiteY7" fmla="*/ 20674 h 179619"/>
                <a:gd name="connsiteX8" fmla="*/ 39518 w 63837"/>
                <a:gd name="connsiteY8" fmla="*/ 0 h 179619"/>
                <a:gd name="connsiteX9" fmla="*/ 39518 w 63837"/>
                <a:gd name="connsiteY9" fmla="*/ 38689 h 179619"/>
                <a:gd name="connsiteX10" fmla="*/ 63838 w 63837"/>
                <a:gd name="connsiteY10" fmla="*/ 38689 h 179619"/>
                <a:gd name="connsiteX11" fmla="*/ 63838 w 63837"/>
                <a:gd name="connsiteY11" fmla="*/ 68534 h 179619"/>
                <a:gd name="connsiteX12" fmla="*/ 39518 w 63837"/>
                <a:gd name="connsiteY12" fmla="*/ 68534 h 1796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3837" h="179619">
                  <a:moveTo>
                    <a:pt x="39513" y="68534"/>
                  </a:moveTo>
                  <a:lnTo>
                    <a:pt x="39513" y="138445"/>
                  </a:lnTo>
                  <a:cubicBezTo>
                    <a:pt x="39513" y="147843"/>
                    <a:pt x="45866" y="150603"/>
                    <a:pt x="51950" y="150603"/>
                  </a:cubicBezTo>
                  <a:cubicBezTo>
                    <a:pt x="54715" y="150603"/>
                    <a:pt x="60514" y="150329"/>
                    <a:pt x="63833" y="149500"/>
                  </a:cubicBezTo>
                  <a:lnTo>
                    <a:pt x="63833" y="177409"/>
                  </a:lnTo>
                  <a:cubicBezTo>
                    <a:pt x="55818" y="178791"/>
                    <a:pt x="42003" y="179620"/>
                    <a:pt x="35370" y="179620"/>
                  </a:cubicBezTo>
                  <a:cubicBezTo>
                    <a:pt x="6633" y="179620"/>
                    <a:pt x="0" y="164143"/>
                    <a:pt x="0" y="142313"/>
                  </a:cubicBezTo>
                  <a:lnTo>
                    <a:pt x="0" y="20674"/>
                  </a:lnTo>
                  <a:lnTo>
                    <a:pt x="39518" y="0"/>
                  </a:lnTo>
                  <a:lnTo>
                    <a:pt x="39518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8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35099E5-4132-2812-52F6-47CA25744508}"/>
                </a:ext>
              </a:extLst>
            </p:cNvPr>
            <p:cNvSpPr/>
            <p:nvPr/>
          </p:nvSpPr>
          <p:spPr>
            <a:xfrm>
              <a:off x="10991061" y="6282180"/>
              <a:ext cx="114593" cy="190067"/>
            </a:xfrm>
            <a:custGeom>
              <a:avLst/>
              <a:gdLst>
                <a:gd name="connsiteX0" fmla="*/ 18458 w 114593"/>
                <a:gd name="connsiteY0" fmla="*/ 63356 h 190067"/>
                <a:gd name="connsiteX1" fmla="*/ 19007 w 114593"/>
                <a:gd name="connsiteY1" fmla="*/ 63356 h 190067"/>
                <a:gd name="connsiteX2" fmla="*/ 60601 w 114593"/>
                <a:gd name="connsiteY2" fmla="*/ 46829 h 190067"/>
                <a:gd name="connsiteX3" fmla="*/ 114593 w 114593"/>
                <a:gd name="connsiteY3" fmla="*/ 118451 h 190067"/>
                <a:gd name="connsiteX4" fmla="*/ 50134 w 114593"/>
                <a:gd name="connsiteY4" fmla="*/ 190068 h 190067"/>
                <a:gd name="connsiteX5" fmla="*/ 0 w 114593"/>
                <a:gd name="connsiteY5" fmla="*/ 179047 h 190067"/>
                <a:gd name="connsiteX6" fmla="*/ 0 w 114593"/>
                <a:gd name="connsiteY6" fmla="*/ 0 h 190067"/>
                <a:gd name="connsiteX7" fmla="*/ 18453 w 114593"/>
                <a:gd name="connsiteY7" fmla="*/ 0 h 190067"/>
                <a:gd name="connsiteX8" fmla="*/ 18453 w 114593"/>
                <a:gd name="connsiteY8" fmla="*/ 63356 h 190067"/>
                <a:gd name="connsiteX9" fmla="*/ 18458 w 114593"/>
                <a:gd name="connsiteY9" fmla="*/ 169413 h 190067"/>
                <a:gd name="connsiteX10" fmla="*/ 49864 w 114593"/>
                <a:gd name="connsiteY10" fmla="*/ 176576 h 190067"/>
                <a:gd name="connsiteX11" fmla="*/ 95316 w 114593"/>
                <a:gd name="connsiteY11" fmla="*/ 119279 h 190067"/>
                <a:gd name="connsiteX12" fmla="*/ 54272 w 114593"/>
                <a:gd name="connsiteY12" fmla="*/ 61983 h 190067"/>
                <a:gd name="connsiteX13" fmla="*/ 18463 w 114593"/>
                <a:gd name="connsiteY13" fmla="*/ 75480 h 190067"/>
                <a:gd name="connsiteX14" fmla="*/ 18463 w 114593"/>
                <a:gd name="connsiteY14" fmla="*/ 169413 h 1900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14593" h="190067">
                  <a:moveTo>
                    <a:pt x="18458" y="63356"/>
                  </a:moveTo>
                  <a:lnTo>
                    <a:pt x="19007" y="63356"/>
                  </a:lnTo>
                  <a:cubicBezTo>
                    <a:pt x="29200" y="53713"/>
                    <a:pt x="43800" y="46829"/>
                    <a:pt x="60601" y="46829"/>
                  </a:cubicBezTo>
                  <a:cubicBezTo>
                    <a:pt x="98616" y="46829"/>
                    <a:pt x="114593" y="78230"/>
                    <a:pt x="114593" y="118451"/>
                  </a:cubicBezTo>
                  <a:cubicBezTo>
                    <a:pt x="114593" y="158671"/>
                    <a:pt x="94483" y="190068"/>
                    <a:pt x="50134" y="190068"/>
                  </a:cubicBezTo>
                  <a:cubicBezTo>
                    <a:pt x="30852" y="190068"/>
                    <a:pt x="12673" y="185660"/>
                    <a:pt x="0" y="179047"/>
                  </a:cubicBezTo>
                  <a:lnTo>
                    <a:pt x="0" y="0"/>
                  </a:lnTo>
                  <a:lnTo>
                    <a:pt x="18453" y="0"/>
                  </a:lnTo>
                  <a:lnTo>
                    <a:pt x="18453" y="63356"/>
                  </a:lnTo>
                  <a:close/>
                  <a:moveTo>
                    <a:pt x="18458" y="169413"/>
                  </a:moveTo>
                  <a:cubicBezTo>
                    <a:pt x="27548" y="174369"/>
                    <a:pt x="38569" y="176576"/>
                    <a:pt x="49864" y="176576"/>
                  </a:cubicBezTo>
                  <a:cubicBezTo>
                    <a:pt x="82094" y="176576"/>
                    <a:pt x="95316" y="152058"/>
                    <a:pt x="95316" y="119279"/>
                  </a:cubicBezTo>
                  <a:cubicBezTo>
                    <a:pt x="95316" y="86501"/>
                    <a:pt x="83746" y="61983"/>
                    <a:pt x="54272" y="61983"/>
                  </a:cubicBezTo>
                  <a:cubicBezTo>
                    <a:pt x="37470" y="61983"/>
                    <a:pt x="24797" y="70249"/>
                    <a:pt x="18463" y="75480"/>
                  </a:cubicBezTo>
                  <a:lnTo>
                    <a:pt x="18463" y="169413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35AD44B3-ECF0-FD16-B211-9D51F9E71114}"/>
                </a:ext>
              </a:extLst>
            </p:cNvPr>
            <p:cNvSpPr/>
            <p:nvPr/>
          </p:nvSpPr>
          <p:spPr>
            <a:xfrm>
              <a:off x="11127566" y="6329014"/>
              <a:ext cx="107709" cy="143238"/>
            </a:xfrm>
            <a:custGeom>
              <a:avLst/>
              <a:gdLst>
                <a:gd name="connsiteX0" fmla="*/ 89256 w 107709"/>
                <a:gd name="connsiteY0" fmla="*/ 42692 h 143238"/>
                <a:gd name="connsiteX1" fmla="*/ 56473 w 107709"/>
                <a:gd name="connsiteY1" fmla="*/ 13497 h 143238"/>
                <a:gd name="connsiteX2" fmla="*/ 11849 w 107709"/>
                <a:gd name="connsiteY2" fmla="*/ 23415 h 143238"/>
                <a:gd name="connsiteX3" fmla="*/ 7991 w 107709"/>
                <a:gd name="connsiteY3" fmla="*/ 10467 h 143238"/>
                <a:gd name="connsiteX4" fmla="*/ 59228 w 107709"/>
                <a:gd name="connsiteY4" fmla="*/ 0 h 143238"/>
                <a:gd name="connsiteX5" fmla="*/ 107710 w 107709"/>
                <a:gd name="connsiteY5" fmla="*/ 42142 h 143238"/>
                <a:gd name="connsiteX6" fmla="*/ 107710 w 107709"/>
                <a:gd name="connsiteY6" fmla="*/ 140483 h 143238"/>
                <a:gd name="connsiteX7" fmla="*/ 91458 w 107709"/>
                <a:gd name="connsiteY7" fmla="*/ 140483 h 143238"/>
                <a:gd name="connsiteX8" fmla="*/ 89252 w 107709"/>
                <a:gd name="connsiteY8" fmla="*/ 122304 h 143238"/>
                <a:gd name="connsiteX9" fmla="*/ 40495 w 107709"/>
                <a:gd name="connsiteY9" fmla="*/ 143238 h 143238"/>
                <a:gd name="connsiteX10" fmla="*/ 0 w 107709"/>
                <a:gd name="connsiteY10" fmla="*/ 109082 h 143238"/>
                <a:gd name="connsiteX11" fmla="*/ 89252 w 107709"/>
                <a:gd name="connsiteY11" fmla="*/ 58674 h 143238"/>
                <a:gd name="connsiteX12" fmla="*/ 89252 w 107709"/>
                <a:gd name="connsiteY12" fmla="*/ 42696 h 143238"/>
                <a:gd name="connsiteX13" fmla="*/ 89256 w 107709"/>
                <a:gd name="connsiteY13" fmla="*/ 70514 h 143238"/>
                <a:gd name="connsiteX14" fmla="*/ 18463 w 107709"/>
                <a:gd name="connsiteY14" fmla="*/ 106322 h 143238"/>
                <a:gd name="connsiteX15" fmla="*/ 45736 w 107709"/>
                <a:gd name="connsiteY15" fmla="*/ 128908 h 143238"/>
                <a:gd name="connsiteX16" fmla="*/ 89256 w 107709"/>
                <a:gd name="connsiteY16" fmla="*/ 109352 h 143238"/>
                <a:gd name="connsiteX17" fmla="*/ 89256 w 107709"/>
                <a:gd name="connsiteY17" fmla="*/ 70514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07709" h="143238">
                  <a:moveTo>
                    <a:pt x="89256" y="42692"/>
                  </a:moveTo>
                  <a:cubicBezTo>
                    <a:pt x="89256" y="24238"/>
                    <a:pt x="77961" y="13497"/>
                    <a:pt x="56473" y="13497"/>
                  </a:cubicBezTo>
                  <a:cubicBezTo>
                    <a:pt x="42422" y="13497"/>
                    <a:pt x="26175" y="18179"/>
                    <a:pt x="11849" y="23415"/>
                  </a:cubicBezTo>
                  <a:lnTo>
                    <a:pt x="7991" y="10467"/>
                  </a:lnTo>
                  <a:cubicBezTo>
                    <a:pt x="25895" y="4407"/>
                    <a:pt x="43251" y="0"/>
                    <a:pt x="59228" y="0"/>
                  </a:cubicBezTo>
                  <a:cubicBezTo>
                    <a:pt x="86776" y="0"/>
                    <a:pt x="107710" y="13222"/>
                    <a:pt x="107710" y="42142"/>
                  </a:cubicBezTo>
                  <a:lnTo>
                    <a:pt x="107710" y="140483"/>
                  </a:lnTo>
                  <a:lnTo>
                    <a:pt x="91458" y="140483"/>
                  </a:lnTo>
                  <a:lnTo>
                    <a:pt x="89252" y="122304"/>
                  </a:lnTo>
                  <a:cubicBezTo>
                    <a:pt x="73274" y="138007"/>
                    <a:pt x="58125" y="143238"/>
                    <a:pt x="40495" y="143238"/>
                  </a:cubicBezTo>
                  <a:cubicBezTo>
                    <a:pt x="17904" y="143238"/>
                    <a:pt x="0" y="131119"/>
                    <a:pt x="0" y="109082"/>
                  </a:cubicBezTo>
                  <a:cubicBezTo>
                    <a:pt x="0" y="78779"/>
                    <a:pt x="30577" y="63076"/>
                    <a:pt x="89252" y="58674"/>
                  </a:cubicBezTo>
                  <a:lnTo>
                    <a:pt x="89252" y="42696"/>
                  </a:lnTo>
                  <a:close/>
                  <a:moveTo>
                    <a:pt x="89256" y="70514"/>
                  </a:moveTo>
                  <a:cubicBezTo>
                    <a:pt x="42976" y="73269"/>
                    <a:pt x="18463" y="87589"/>
                    <a:pt x="18463" y="106322"/>
                  </a:cubicBezTo>
                  <a:cubicBezTo>
                    <a:pt x="18463" y="119819"/>
                    <a:pt x="27827" y="128908"/>
                    <a:pt x="45736" y="128908"/>
                  </a:cubicBezTo>
                  <a:cubicBezTo>
                    <a:pt x="63645" y="128908"/>
                    <a:pt x="78789" y="120368"/>
                    <a:pt x="89256" y="109352"/>
                  </a:cubicBezTo>
                  <a:lnTo>
                    <a:pt x="89256" y="70514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60262C56-0EF1-EA71-40E8-721B73B2A99F}"/>
                </a:ext>
              </a:extLst>
            </p:cNvPr>
            <p:cNvSpPr/>
            <p:nvPr/>
          </p:nvSpPr>
          <p:spPr>
            <a:xfrm>
              <a:off x="11265444" y="6329009"/>
              <a:ext cx="111009" cy="140487"/>
            </a:xfrm>
            <a:custGeom>
              <a:avLst/>
              <a:gdLst>
                <a:gd name="connsiteX0" fmla="*/ 18453 w 111009"/>
                <a:gd name="connsiteY0" fmla="*/ 140488 h 140487"/>
                <a:gd name="connsiteX1" fmla="*/ 0 w 111009"/>
                <a:gd name="connsiteY1" fmla="*/ 140488 h 140487"/>
                <a:gd name="connsiteX2" fmla="*/ 0 w 111009"/>
                <a:gd name="connsiteY2" fmla="*/ 2336 h 140487"/>
                <a:gd name="connsiteX3" fmla="*/ 16527 w 111009"/>
                <a:gd name="connsiteY3" fmla="*/ 2336 h 140487"/>
                <a:gd name="connsiteX4" fmla="*/ 18453 w 111009"/>
                <a:gd name="connsiteY4" fmla="*/ 21762 h 140487"/>
                <a:gd name="connsiteX5" fmla="*/ 69965 w 111009"/>
                <a:gd name="connsiteY5" fmla="*/ 0 h 140487"/>
                <a:gd name="connsiteX6" fmla="*/ 111009 w 111009"/>
                <a:gd name="connsiteY6" fmla="*/ 44349 h 140487"/>
                <a:gd name="connsiteX7" fmla="*/ 111009 w 111009"/>
                <a:gd name="connsiteY7" fmla="*/ 140483 h 140487"/>
                <a:gd name="connsiteX8" fmla="*/ 92551 w 111009"/>
                <a:gd name="connsiteY8" fmla="*/ 140483 h 140487"/>
                <a:gd name="connsiteX9" fmla="*/ 92551 w 111009"/>
                <a:gd name="connsiteY9" fmla="*/ 47374 h 140487"/>
                <a:gd name="connsiteX10" fmla="*/ 62253 w 111009"/>
                <a:gd name="connsiteY10" fmla="*/ 15144 h 140487"/>
                <a:gd name="connsiteX11" fmla="*/ 18453 w 111009"/>
                <a:gd name="connsiteY11" fmla="*/ 34426 h 140487"/>
                <a:gd name="connsiteX12" fmla="*/ 18453 w 111009"/>
                <a:gd name="connsiteY12" fmla="*/ 140478 h 140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1009" h="140487">
                  <a:moveTo>
                    <a:pt x="18453" y="140488"/>
                  </a:moveTo>
                  <a:lnTo>
                    <a:pt x="0" y="140488"/>
                  </a:lnTo>
                  <a:lnTo>
                    <a:pt x="0" y="2336"/>
                  </a:lnTo>
                  <a:lnTo>
                    <a:pt x="16527" y="2336"/>
                  </a:lnTo>
                  <a:lnTo>
                    <a:pt x="18453" y="21762"/>
                  </a:lnTo>
                  <a:cubicBezTo>
                    <a:pt x="32504" y="9369"/>
                    <a:pt x="49580" y="0"/>
                    <a:pt x="69965" y="0"/>
                  </a:cubicBezTo>
                  <a:cubicBezTo>
                    <a:pt x="97238" y="0"/>
                    <a:pt x="111009" y="14874"/>
                    <a:pt x="111009" y="44349"/>
                  </a:cubicBezTo>
                  <a:lnTo>
                    <a:pt x="111009" y="140483"/>
                  </a:lnTo>
                  <a:lnTo>
                    <a:pt x="92551" y="140483"/>
                  </a:lnTo>
                  <a:lnTo>
                    <a:pt x="92551" y="47374"/>
                  </a:lnTo>
                  <a:cubicBezTo>
                    <a:pt x="92551" y="30023"/>
                    <a:pt x="85663" y="15144"/>
                    <a:pt x="62253" y="15144"/>
                  </a:cubicBezTo>
                  <a:cubicBezTo>
                    <a:pt x="43795" y="15144"/>
                    <a:pt x="26994" y="27268"/>
                    <a:pt x="18453" y="34426"/>
                  </a:cubicBezTo>
                  <a:lnTo>
                    <a:pt x="18453" y="140478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7AA1958F-D8CB-3E91-AF98-8167163E408E}"/>
                </a:ext>
              </a:extLst>
            </p:cNvPr>
            <p:cNvSpPr/>
            <p:nvPr/>
          </p:nvSpPr>
          <p:spPr>
            <a:xfrm>
              <a:off x="11402705" y="6329009"/>
              <a:ext cx="100267" cy="143238"/>
            </a:xfrm>
            <a:custGeom>
              <a:avLst/>
              <a:gdLst>
                <a:gd name="connsiteX0" fmla="*/ 100268 w 100267"/>
                <a:gd name="connsiteY0" fmla="*/ 137179 h 143238"/>
                <a:gd name="connsiteX1" fmla="*/ 64734 w 100267"/>
                <a:gd name="connsiteY1" fmla="*/ 143238 h 143238"/>
                <a:gd name="connsiteX2" fmla="*/ 0 w 100267"/>
                <a:gd name="connsiteY2" fmla="*/ 71622 h 143238"/>
                <a:gd name="connsiteX3" fmla="*/ 64734 w 100267"/>
                <a:gd name="connsiteY3" fmla="*/ 0 h 143238"/>
                <a:gd name="connsiteX4" fmla="*/ 100268 w 100267"/>
                <a:gd name="connsiteY4" fmla="*/ 6060 h 143238"/>
                <a:gd name="connsiteX5" fmla="*/ 97513 w 100267"/>
                <a:gd name="connsiteY5" fmla="*/ 19831 h 143238"/>
                <a:gd name="connsiteX6" fmla="*/ 66661 w 100267"/>
                <a:gd name="connsiteY6" fmla="*/ 14325 h 143238"/>
                <a:gd name="connsiteX7" fmla="*/ 19277 w 100267"/>
                <a:gd name="connsiteY7" fmla="*/ 71622 h 143238"/>
                <a:gd name="connsiteX8" fmla="*/ 66661 w 100267"/>
                <a:gd name="connsiteY8" fmla="*/ 128913 h 143238"/>
                <a:gd name="connsiteX9" fmla="*/ 97513 w 100267"/>
                <a:gd name="connsiteY9" fmla="*/ 123407 h 143238"/>
                <a:gd name="connsiteX10" fmla="*/ 100268 w 100267"/>
                <a:gd name="connsiteY10" fmla="*/ 137179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0267" h="143238">
                  <a:moveTo>
                    <a:pt x="100268" y="137179"/>
                  </a:moveTo>
                  <a:cubicBezTo>
                    <a:pt x="90075" y="140483"/>
                    <a:pt x="76853" y="143238"/>
                    <a:pt x="64734" y="143238"/>
                  </a:cubicBezTo>
                  <a:cubicBezTo>
                    <a:pt x="19831" y="143238"/>
                    <a:pt x="0" y="112940"/>
                    <a:pt x="0" y="71622"/>
                  </a:cubicBezTo>
                  <a:cubicBezTo>
                    <a:pt x="0" y="30303"/>
                    <a:pt x="19836" y="0"/>
                    <a:pt x="64734" y="0"/>
                  </a:cubicBezTo>
                  <a:cubicBezTo>
                    <a:pt x="76853" y="0"/>
                    <a:pt x="90075" y="2755"/>
                    <a:pt x="100268" y="6060"/>
                  </a:cubicBezTo>
                  <a:lnTo>
                    <a:pt x="97513" y="19831"/>
                  </a:lnTo>
                  <a:cubicBezTo>
                    <a:pt x="86771" y="16527"/>
                    <a:pt x="76853" y="14325"/>
                    <a:pt x="66661" y="14325"/>
                  </a:cubicBezTo>
                  <a:cubicBezTo>
                    <a:pt x="31401" y="14325"/>
                    <a:pt x="19277" y="40770"/>
                    <a:pt x="19277" y="71622"/>
                  </a:cubicBezTo>
                  <a:cubicBezTo>
                    <a:pt x="19277" y="102473"/>
                    <a:pt x="31401" y="128913"/>
                    <a:pt x="66661" y="128913"/>
                  </a:cubicBezTo>
                  <a:cubicBezTo>
                    <a:pt x="76853" y="128913"/>
                    <a:pt x="86766" y="126712"/>
                    <a:pt x="97513" y="123407"/>
                  </a:cubicBezTo>
                  <a:lnTo>
                    <a:pt x="100268" y="137179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F5BEA0AC-588E-A5A5-2EF0-15762248B4C9}"/>
                </a:ext>
              </a:extLst>
            </p:cNvPr>
            <p:cNvSpPr/>
            <p:nvPr/>
          </p:nvSpPr>
          <p:spPr>
            <a:xfrm>
              <a:off x="11514581" y="6329009"/>
              <a:ext cx="121201" cy="143238"/>
            </a:xfrm>
            <a:custGeom>
              <a:avLst/>
              <a:gdLst>
                <a:gd name="connsiteX0" fmla="*/ 0 w 121201"/>
                <a:gd name="connsiteY0" fmla="*/ 71622 h 143238"/>
                <a:gd name="connsiteX1" fmla="*/ 60601 w 121201"/>
                <a:gd name="connsiteY1" fmla="*/ 0 h 143238"/>
                <a:gd name="connsiteX2" fmla="*/ 121202 w 121201"/>
                <a:gd name="connsiteY2" fmla="*/ 71622 h 143238"/>
                <a:gd name="connsiteX3" fmla="*/ 60601 w 121201"/>
                <a:gd name="connsiteY3" fmla="*/ 143238 h 143238"/>
                <a:gd name="connsiteX4" fmla="*/ 0 w 121201"/>
                <a:gd name="connsiteY4" fmla="*/ 71622 h 143238"/>
                <a:gd name="connsiteX5" fmla="*/ 19282 w 121201"/>
                <a:gd name="connsiteY5" fmla="*/ 71622 h 143238"/>
                <a:gd name="connsiteX6" fmla="*/ 60601 w 121201"/>
                <a:gd name="connsiteY6" fmla="*/ 129746 h 143238"/>
                <a:gd name="connsiteX7" fmla="*/ 101920 w 121201"/>
                <a:gd name="connsiteY7" fmla="*/ 71622 h 143238"/>
                <a:gd name="connsiteX8" fmla="*/ 60601 w 121201"/>
                <a:gd name="connsiteY8" fmla="*/ 13497 h 143238"/>
                <a:gd name="connsiteX9" fmla="*/ 19282 w 121201"/>
                <a:gd name="connsiteY9" fmla="*/ 71622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1201" h="143238">
                  <a:moveTo>
                    <a:pt x="0" y="71622"/>
                  </a:moveTo>
                  <a:cubicBezTo>
                    <a:pt x="0" y="33053"/>
                    <a:pt x="18179" y="0"/>
                    <a:pt x="60601" y="0"/>
                  </a:cubicBezTo>
                  <a:cubicBezTo>
                    <a:pt x="103023" y="0"/>
                    <a:pt x="121202" y="33053"/>
                    <a:pt x="121202" y="71622"/>
                  </a:cubicBezTo>
                  <a:cubicBezTo>
                    <a:pt x="121202" y="110190"/>
                    <a:pt x="102744" y="143238"/>
                    <a:pt x="60601" y="143238"/>
                  </a:cubicBezTo>
                  <a:cubicBezTo>
                    <a:pt x="18458" y="143238"/>
                    <a:pt x="0" y="110185"/>
                    <a:pt x="0" y="71622"/>
                  </a:cubicBezTo>
                  <a:close/>
                  <a:moveTo>
                    <a:pt x="19282" y="71622"/>
                  </a:moveTo>
                  <a:cubicBezTo>
                    <a:pt x="19282" y="102748"/>
                    <a:pt x="30024" y="129746"/>
                    <a:pt x="60601" y="129746"/>
                  </a:cubicBezTo>
                  <a:cubicBezTo>
                    <a:pt x="91178" y="129746"/>
                    <a:pt x="101920" y="102748"/>
                    <a:pt x="101920" y="71622"/>
                  </a:cubicBezTo>
                  <a:cubicBezTo>
                    <a:pt x="101920" y="40495"/>
                    <a:pt x="91178" y="13497"/>
                    <a:pt x="60601" y="13497"/>
                  </a:cubicBezTo>
                  <a:cubicBezTo>
                    <a:pt x="30024" y="13497"/>
                    <a:pt x="19282" y="40490"/>
                    <a:pt x="19282" y="71622"/>
                  </a:cubicBez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99A9631C-6549-04E7-25E6-EEB33E7C6919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569712" y="6642100"/>
            <a:ext cx="107791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pt-PT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Informação Interna</a:t>
            </a:r>
          </a:p>
        </p:txBody>
      </p:sp>
    </p:spTree>
    <p:extLst>
      <p:ext uri="{BB962C8B-B14F-4D97-AF65-F5344CB8AC3E}">
        <p14:creationId xmlns:p14="http://schemas.microsoft.com/office/powerpoint/2010/main" val="908163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88" r:id="rId2"/>
    <p:sldLayoutId id="2147483706" r:id="rId3"/>
    <p:sldLayoutId id="2147483679" r:id="rId4"/>
    <p:sldLayoutId id="2147483709" r:id="rId5"/>
    <p:sldLayoutId id="2147483680" r:id="rId6"/>
    <p:sldLayoutId id="2147483708" r:id="rId7"/>
    <p:sldLayoutId id="2147483710" r:id="rId8"/>
    <p:sldLayoutId id="2147483681" r:id="rId9"/>
    <p:sldLayoutId id="2147483682" r:id="rId10"/>
    <p:sldLayoutId id="2147483689" r:id="rId11"/>
    <p:sldLayoutId id="2147483690" r:id="rId12"/>
    <p:sldLayoutId id="2147483698" r:id="rId13"/>
    <p:sldLayoutId id="2147483700" r:id="rId14"/>
    <p:sldLayoutId id="2147483701" r:id="rId15"/>
    <p:sldLayoutId id="2147483702" r:id="rId16"/>
    <p:sldLayoutId id="2147483705" r:id="rId17"/>
    <p:sldLayoutId id="2147483786" r:id="rId18"/>
    <p:sldLayoutId id="2147483711" r:id="rId19"/>
    <p:sldLayoutId id="2147483712" r:id="rId20"/>
    <p:sldLayoutId id="2147483721" r:id="rId21"/>
    <p:sldLayoutId id="2147483722" r:id="rId22"/>
    <p:sldLayoutId id="2147483724" r:id="rId23"/>
    <p:sldLayoutId id="2147483723" r:id="rId24"/>
    <p:sldLayoutId id="2147483727" r:id="rId25"/>
    <p:sldLayoutId id="2147483728" r:id="rId26"/>
    <p:sldLayoutId id="2147483790" r:id="rId27"/>
    <p:sldLayoutId id="2147483683" r:id="rId28"/>
    <p:sldLayoutId id="2147483684" r:id="rId29"/>
    <p:sldLayoutId id="2147483707" r:id="rId30"/>
    <p:sldLayoutId id="2147483685" r:id="rId31"/>
    <p:sldLayoutId id="2147483695" r:id="rId32"/>
    <p:sldLayoutId id="2147483696" r:id="rId33"/>
    <p:sldLayoutId id="2147483697" r:id="rId34"/>
    <p:sldLayoutId id="2147483699" r:id="rId35"/>
    <p:sldLayoutId id="2147483703" r:id="rId36"/>
    <p:sldLayoutId id="2147483704" r:id="rId37"/>
    <p:sldLayoutId id="2147483686" r:id="rId38"/>
    <p:sldLayoutId id="2147483687" r:id="rId39"/>
    <p:sldLayoutId id="2147483691" r:id="rId40"/>
    <p:sldLayoutId id="2147483692" r:id="rId41"/>
    <p:sldLayoutId id="2147483693" r:id="rId42"/>
    <p:sldLayoutId id="2147483694" r:id="rId43"/>
    <p:sldLayoutId id="2147483720" r:id="rId44"/>
    <p:sldLayoutId id="2147483718" r:id="rId45"/>
    <p:sldLayoutId id="2147483785" r:id="rId46"/>
    <p:sldLayoutId id="2147483725" r:id="rId47"/>
    <p:sldLayoutId id="2147483787" r:id="rId48"/>
    <p:sldLayoutId id="2147483791" r:id="rId49"/>
    <p:sldLayoutId id="2147483726" r:id="rId50"/>
    <p:sldLayoutId id="2147483713" r:id="rId51"/>
    <p:sldLayoutId id="2147483788" r:id="rId52"/>
    <p:sldLayoutId id="2147483714" r:id="rId53"/>
    <p:sldLayoutId id="2147483715" r:id="rId54"/>
    <p:sldLayoutId id="2147483717" r:id="rId55"/>
    <p:sldLayoutId id="2147483719" r:id="rId56"/>
    <p:sldLayoutId id="2147483792" r:id="rId57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85000"/>
        </a:lnSpc>
        <a:spcBef>
          <a:spcPts val="600"/>
        </a:spcBef>
        <a:buClr>
          <a:schemeClr val="accent1"/>
        </a:buClr>
        <a:buSzPct val="120000"/>
        <a:buFontTx/>
        <a:buNone/>
        <a:defRPr sz="1400" kern="1200">
          <a:solidFill>
            <a:schemeClr val="tx1"/>
          </a:solidFill>
          <a:latin typeface="+mj-lt"/>
          <a:ea typeface="+mn-ea"/>
          <a:cs typeface="+mn-cs"/>
        </a:defRPr>
      </a:lvl1pPr>
      <a:lvl2pPr marL="26987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 r:embed="rId60"/>
        </a:buBlip>
        <a:defRPr sz="1200" kern="1200">
          <a:solidFill>
            <a:schemeClr val="tx1"/>
          </a:solidFill>
          <a:latin typeface="+mj-lt"/>
          <a:ea typeface="+mn-ea"/>
          <a:cs typeface="+mn-cs"/>
        </a:defRPr>
      </a:lvl2pPr>
      <a:lvl3pPr marL="534988" indent="-26511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1"/>
              </a:ext>
            </a:extLst>
          </a:blip>
        </a:buBlip>
        <a:defRPr sz="1100" kern="1200">
          <a:solidFill>
            <a:schemeClr val="tx1"/>
          </a:solidFill>
          <a:latin typeface="+mj-lt"/>
          <a:ea typeface="+mn-ea"/>
          <a:cs typeface="+mn-cs"/>
        </a:defRPr>
      </a:lvl3pPr>
      <a:lvl4pPr marL="806450" indent="-27146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2"/>
              </a:ext>
            </a:extLst>
          </a:blip>
        </a:buBlip>
        <a:defRPr sz="1000" kern="1200">
          <a:solidFill>
            <a:schemeClr val="tx1"/>
          </a:solidFill>
          <a:latin typeface="+mj-lt"/>
          <a:ea typeface="+mn-ea"/>
          <a:cs typeface="+mn-cs"/>
        </a:defRPr>
      </a:lvl4pPr>
      <a:lvl5pPr marL="107632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3"/>
              </a:ext>
            </a:extLst>
          </a:blip>
        </a:buBlip>
        <a:defRPr sz="900" kern="1200">
          <a:solidFill>
            <a:schemeClr val="tx1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75000"/>
          </a:bodyPr>
          <a:lstStyle/>
          <a:p>
            <a:r>
              <a:t>Índice: Tópicos de Crédito à Habitação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>
            <a:r>
              <a:t>Regime e Finalidades dos Empréstimos: Crédito Habitação Geral e Crédito Hipotecário.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8" sz="quarter"/>
          </p:nvPr>
        </p:nvSpPr>
        <p:spPr/>
        <p:txBody>
          <a:bodyPr/>
          <a:lstStyle/>
          <a:p>
            <a:r>
              <a:t>Fases do Processo de Crédito Habitação: Etapas desde a simulação até ao arquivo.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Servicing de Crédito Habitação: Procedimentos ao longo da vigência do contrato.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>
            <a:r>
              <a:t>Crédito Habitação Obras: Financiamento para obras em imóveis.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21" sz="quarter"/>
          </p:nvPr>
        </p:nvSpPr>
        <p:spPr/>
        <p:txBody>
          <a:bodyPr/>
          <a:lstStyle/>
          <a:p>
            <a:r>
              <a:t>Regime de Crédito Bonificado à Habitação a Pessoa com Deficiência: Condições especiais.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anco CTT">
      <a:dk1>
        <a:srgbClr val="231F20"/>
      </a:dk1>
      <a:lt1>
        <a:srgbClr val="FFFFFF"/>
      </a:lt1>
      <a:dk2>
        <a:srgbClr val="DF0024"/>
      </a:dk2>
      <a:lt2>
        <a:srgbClr val="FFFFFF"/>
      </a:lt2>
      <a:accent1>
        <a:srgbClr val="414042"/>
      </a:accent1>
      <a:accent2>
        <a:srgbClr val="E6E7E8"/>
      </a:accent2>
      <a:accent3>
        <a:srgbClr val="821E82"/>
      </a:accent3>
      <a:accent4>
        <a:srgbClr val="00BEB4"/>
      </a:accent4>
      <a:accent5>
        <a:srgbClr val="FFF392"/>
      </a:accent5>
      <a:accent6>
        <a:srgbClr val="EF4130"/>
      </a:accent6>
      <a:hlink>
        <a:srgbClr val="231F20"/>
      </a:hlink>
      <a:folHlink>
        <a:srgbClr val="E6E7E8"/>
      </a:folHlink>
    </a:clrScheme>
    <a:fontScheme name="Banco CTT">
      <a:majorFont>
        <a:latin typeface="Arial Nova"/>
        <a:ea typeface=""/>
        <a:cs typeface=""/>
      </a:majorFont>
      <a:minorFont>
        <a:latin typeface="Arial Nov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be218ce6-710b-4502-9177-8041d8afe35a" xsi:nil="true"/>
    <lcf76f155ced4ddcb4097134ff3c332f xmlns="50534835-3df8-47a2-b9d8-155d67d749a3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C995766BDE80774A96193DFBED1B1C9C" ma:contentTypeVersion="17" ma:contentTypeDescription="Criar um novo documento." ma:contentTypeScope="" ma:versionID="83a0fec67c8af0930f8d93cee63f2e54">
  <xsd:schema xmlns:xsd="http://www.w3.org/2001/XMLSchema" xmlns:xs="http://www.w3.org/2001/XMLSchema" xmlns:p="http://schemas.microsoft.com/office/2006/metadata/properties" xmlns:ns2="50534835-3df8-47a2-b9d8-155d67d749a3" xmlns:ns3="be218ce6-710b-4502-9177-8041d8afe35a" targetNamespace="http://schemas.microsoft.com/office/2006/metadata/properties" ma:root="true" ma:fieldsID="1b92f10f994b810d0bd85b0978a212a7" ns2:_="" ns3:_="">
    <xsd:import namespace="50534835-3df8-47a2-b9d8-155d67d749a3"/>
    <xsd:import namespace="be218ce6-710b-4502-9177-8041d8afe35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BillingMetadata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0534835-3df8-47a2-b9d8-155d67d749a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11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4ebdd446-84ed-415e-9ee2-1783b2d4b67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e218ce6-710b-4502-9177-8041d8afe35a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2c5bd603-6e49-4dd1-8273-6e9264728b38}" ma:internalName="TaxCatchAll" ma:showField="CatchAllData" ma:web="be218ce6-710b-4502-9177-8041d8afe35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5" ma:displayName="Content Type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2B8F253-7338-428A-9DA4-3EBA7966ADE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E598D4E-B621-49C1-BF92-98B7B3BDFA11}">
  <ds:schemaRefs>
    <ds:schemaRef ds:uri="http://schemas.microsoft.com/office/2006/metadata/properties"/>
    <ds:schemaRef ds:uri="http://www.w3.org/2000/xmlns/"/>
    <ds:schemaRef ds:uri="be218ce6-710b-4502-9177-8041d8afe35a"/>
    <ds:schemaRef ds:uri="http://www.w3.org/2001/XMLSchema-instance"/>
    <ds:schemaRef ds:uri="50534835-3df8-47a2-b9d8-155d67d749a3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5038043A-B8A8-4C1C-A9FC-C15243F7860C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50534835-3df8-47a2-b9d8-155d67d749a3"/>
    <ds:schemaRef ds:uri="be218ce6-710b-4502-9177-8041d8afe35a"/>
  </ds:schemaRefs>
</ds:datastoreItem>
</file>

<file path=docMetadata/LabelInfo.xml><?xml version="1.0" encoding="utf-8"?>
<clbl:labelList xmlns:clbl="http://schemas.microsoft.com/office/2020/mipLabelMetadata">
  <clbl:label id="{77dca226-dd35-460c-828e-b57a892c08cf}" enabled="1" method="Privileged" siteId="{119ca644-d1ee-49a6-b0b4-43515deb6754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Widescreen</PresentationFormat>
  <Slides>46</Slides>
  <Notes>37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47" baseType="lpstr">
      <vt:lpstr>Office Theme</vt:lpstr>
      <vt:lpstr>PowerPoint Presentation</vt:lpstr>
      <vt:lpstr>Agenda</vt:lpstr>
      <vt:lpstr>Estratégia e casos de uso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KPIs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Arquitetura &amp; stack Tecnológico</vt:lpstr>
      <vt:lpstr>PowerPoint Presentation</vt:lpstr>
      <vt:lpstr>PowerPoint Presentation</vt:lpstr>
      <vt:lpstr>PowerPoint Presentation</vt:lpstr>
      <vt:lpstr>Future Roles &amp; Responsabilities</vt:lpstr>
      <vt:lpstr>PowerPoint Presentation</vt:lpstr>
      <vt:lpstr>PowerPoint Presentation</vt:lpstr>
      <vt:lpstr>PowerPoint Presentation</vt:lpstr>
      <vt:lpstr>PowerPoint Presentation</vt:lpstr>
      <vt:lpstr>Plano &amp; Governo</vt:lpstr>
      <vt:lpstr>PowerPoint Presentation</vt:lpstr>
      <vt:lpstr>PowerPoint Presentation</vt:lpstr>
      <vt:lpstr>Dev.AI 2.0 -após Piloto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Anexos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Lara Neves</dc:creator>
  <cp:lastModifiedBy>Microsoft Office User</cp:lastModifiedBy>
  <cp:revision>4</cp:revision>
  <cp:lastPrinted>2022-05-10T10:22:12Z</cp:lastPrinted>
  <dcterms:created xsi:type="dcterms:W3CDTF">2016-10-13T09:50:18Z</dcterms:created>
  <dcterms:modified xsi:type="dcterms:W3CDTF">2026-10-06T22:57:09Z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lassificationContentMarkingFooterLocations">
    <vt:lpwstr>Office Theme:6</vt:lpwstr>
  </property>
  <property fmtid="{D5CDD505-2E9C-101B-9397-08002B2CF9AE}" pid="4" name="ClassificationContentMarkingFooterText">
    <vt:lpwstr>Informação Interna</vt:lpwstr>
  </property>
  <property fmtid="{D5CDD505-2E9C-101B-9397-08002B2CF9AE}" pid="5" name="ContentTypeId">
    <vt:lpwstr>0x010100C995766BDE80774A96193DFBED1B1C9C</vt:lpwstr>
  </property>
  <property fmtid="{D5CDD505-2E9C-101B-9397-08002B2CF9AE}" pid="6" name="_ExtendedDescription">
    <vt:lpwstr/>
  </property>
  <property fmtid="{D5CDD505-2E9C-101B-9397-08002B2CF9AE}" pid="7" name="MSIP_Label_2e1ce160-04c4-4b8a-b588-203017096a80_Enabled">
    <vt:lpwstr>True</vt:lpwstr>
  </property>
  <property fmtid="{D5CDD505-2E9C-101B-9397-08002B2CF9AE}" pid="8" name="MSIP_Label_2e1ce160-04c4-4b8a-b588-203017096a80_SiteId">
    <vt:lpwstr>53aaa621-219b-4405-bf57-7e0a24b1c57a</vt:lpwstr>
  </property>
  <property fmtid="{D5CDD505-2E9C-101B-9397-08002B2CF9AE}" pid="9" name="MSIP_Label_2e1ce160-04c4-4b8a-b588-203017096a80_SetDate">
    <vt:lpwstr>2026-05-18T16:18:44Z</vt:lpwstr>
  </property>
  <property fmtid="{D5CDD505-2E9C-101B-9397-08002B2CF9AE}" pid="10" name="MSIP_Label_2e1ce160-04c4-4b8a-b588-203017096a80_Name">
    <vt:lpwstr>Interna - Banco CTT</vt:lpwstr>
  </property>
  <property fmtid="{D5CDD505-2E9C-101B-9397-08002B2CF9AE}" pid="11" name="MSIP_Label_2e1ce160-04c4-4b8a-b588-203017096a80_ActionId">
    <vt:lpwstr>6e8f276b-d27c-4166-9c09-d12b5041e809</vt:lpwstr>
  </property>
  <property fmtid="{D5CDD505-2E9C-101B-9397-08002B2CF9AE}" pid="12" name="MSIP_Label_2e1ce160-04c4-4b8a-b588-203017096a80_Removed">
    <vt:lpwstr>False</vt:lpwstr>
  </property>
  <property fmtid="{D5CDD505-2E9C-101B-9397-08002B2CF9AE}" pid="13" name="MSIP_Label_2e1ce160-04c4-4b8a-b588-203017096a80_Extended_MSFT_Method">
    <vt:lpwstr>Standard</vt:lpwstr>
  </property>
  <property fmtid="{D5CDD505-2E9C-101B-9397-08002B2CF9AE}" pid="14" name="Sensitivity">
    <vt:lpwstr>Interna - Banco CTT</vt:lpwstr>
  </property>
</Properties>
</file>