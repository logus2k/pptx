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Geral: Aquisição, Transferência (TOIC), Obras (conservação, extraordinária, beneficiação), Construção e Reforço. Destino: Habitação Própria Permanente (HPP), Secundária (HPS) ou Arrendamento (HA).</a:t>
            </a:r>
          </a:p>
          <a:p>
            <a:r>
              <a:t>Crédito Habitação Obras: Financiamento para obras em imóveis, limitado ao custo das obras com IVA incluído.</a:t>
            </a:r>
          </a:p>
          <a:p>
            <a:r>
              <a:t>Regime de Crédito Bonificado à Habitação para Pessoa com Deficiência: Linha de crédito especial para pessoas com deficiência (grau de incapacidade &gt;= 60%), com condições específicas de acesso e permanência.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Fases do Processo de Crédito Habitação: O processo envolve 7 fases, com intervenção de entidades como Rede de Lojas BCTT (RR), Finsolutia, Direção de Crédito (CRE), e avaliadores externos.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Crédito Habitação Obras: Financiamento para obras em imóveis, limitado ao custo das obras com IVA incluído.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Tópicos de Crédito à Habitação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Hipotecário: Inclui Crédito Complementar Isolado e Complementar Associado, garantido por hipoteca ou garantia equivalente.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Servicing de Crédito Habitação: Procedimentos e tarefas ao longo da vigência do contrato, formalizados nas Lojas BCTT (RR) e encaminhados para os serviços centrais (OPE, Finsolutia).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Regime de Crédito Bonificado à Habitação para Pessoa com Deficiência: Linha de crédito especial para pessoas com deficiência (grau de incapacidade &gt;= 60%), com condições específicas de acesso e permanência.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