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Finalidades dos Empréstimos (Aquisição, Obras, etc.)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Fases do Processo de Crédito Habitação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r>
              <a:t>Servicing de Crédito Habitação (Gestão pós-contrato)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5" sz="quarter"/>
          </p:nvPr>
        </p:nvSpPr>
        <p:spPr/>
        <p:txBody>
          <a:bodyPr/>
          <a:lstStyle/>
          <a:p>
            <a:r>
              <a:t>Regime de Crédito Bonificado à Habitação para Pessoas com Deficiência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Índice dos Tópicos de Crédito à Habitação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Crédito à Habitação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