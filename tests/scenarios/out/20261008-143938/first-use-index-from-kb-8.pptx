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 distintas)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durante a vigência do 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 em imóveis)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