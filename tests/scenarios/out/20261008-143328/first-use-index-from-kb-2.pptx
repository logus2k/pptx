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75000"/>
          </a:bodyPr>
          <a:lstStyle/>
          <a:p>
            <a:r>
              <a:t>Índice: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Empréstimos: Abrange Crédito Habitação Geral e Crédito Hipotecário, com finalidades como Aquisição, TOIC, Obras, Construção e Reforço.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Processo: Detalha as 7 fases do processo de concessão de crédito, envolvendo várias entidades.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Habitação: Descreve os procedimentos e tarefas após a contratação, com intervenção de várias direções e entidades.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Obras: Focado no financiamento de obras em imóveis para habitação própria permanente, secundária ou arrendamento.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Bonificado à Habitação a Pessoa com Deficiência: Detalha o regime especial para pessoas com deficiência com grau de incapacidade igual ou superior a 60%.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