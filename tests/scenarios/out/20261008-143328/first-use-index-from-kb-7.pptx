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82500"/>
          </a:bodyPr>
          <a:lstStyle/>
          <a:p>
            <a:r>
              <a:t>Índice de Crédito à Habitação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Fases do Processo de Crédito Habitação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Servicing de Crédito Habitação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t>Regime e Finalidades dos Empréstimos (Crédito Habitação Geral e Hipotecário)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7" sz="quarter"/>
          </p:nvPr>
        </p:nvSpPr>
        <p:spPr/>
        <p:txBody>
          <a:bodyPr/>
          <a:lstStyle/>
          <a:p>
            <a:r>
              <a:t>Crédito Habitação Obras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Regime de Crédito Bonificado à Habitação a Pessoa com Deficiência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47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48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49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50" sz="quarter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51" sz="quarter"/>
          </p:nvPr>
        </p:nvSpPr>
        <p:spPr/>
        <p:txBody>
          <a:bodyPr/>
          <a:lstStyle/>
          <a:p>
            <a:r>
              <a:t>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82500"/>
          </a:bodyPr>
          <a:lstStyle/>
          <a:p>
            <a:r>
              <a:t>Índice de Crédito à Habitação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Fases do Processo de Crédito Habitação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Servicing de Crédito Habitação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t>Regime e Finalidades dos Empréstimos (Crédito Habitação Geral e Hipotecário)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7" sz="quarter"/>
          </p:nvPr>
        </p:nvSpPr>
        <p:spPr/>
        <p:txBody>
          <a:bodyPr/>
          <a:lstStyle/>
          <a:p>
            <a:r>
              <a:t>Crédito Habitação Obras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Regime de Crédito Bonificado à Habitação a Pessoa com Deficiência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47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48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49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50" sz="quarter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51" sz="quarter"/>
          </p:nvPr>
        </p:nvSpPr>
        <p:spPr/>
        <p:txBody>
          <a:bodyPr/>
          <a:lstStyle/>
          <a:p>
            <a: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