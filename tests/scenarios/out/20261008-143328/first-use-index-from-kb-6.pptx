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Crédito Habitação Geral (Aquisição, TOIC, Obras, Construção, Reforço) e Crédito Hipotecário (Complementar Isolado e Complementar Associado). Finalidades: Habitação Própria Permanente (HPP), Habitação Secundária (HPS) e Habitação para Arrendamento (HA).</a:t>
            </a:r>
          </a:p>
          <a:p>
            <a:r>
              <a:t>Regime e Finalidades dos Empréstimos: Crédito Habitação Geral (Aquisição, TOIC, Obras, Construção, Reforço) e Crédito Hipotecário (Complementar Isolado e Complementar Associado). Finalidades: Habitação Própria Permanente (HPP), Habitação Secundária (HPS) e Habitação para Arrendamento (HA).</a:t>
            </a:r>
          </a:p>
          <a:p>
            <a:r>
              <a:t>Fases do Processo de Crédito Habitação: O processo é constituído por 7 fases distintas, envolvendo intervenientes como Rede de Lojas BCTT (RR), Finsolutia, Direção de Crédito (CRE), Direção de Operações (OPE), prestador notarial e avaliadores externos.</a:t>
            </a:r>
          </a:p>
          <a:p>
            <a:r>
              <a:t>Servicing de Crédito Habitação: Procedimentos e tarefas ao longo da vigência do contrato, formalizados nas Lojas BCTT (RR) e encaminhados para os serviços centrais (OPE, Finsolutia).</a:t>
            </a:r>
          </a:p>
          <a:p>
            <a:r>
              <a:t>Crédito Habitação Obras: Financiamento de obras em imóveis para HPP, HPS ou arrendamento, limitado ao custo das obras com IVA incluído.</a:t>
            </a:r>
          </a:p>
          <a:p>
            <a:r>
              <a:t>Regime de Crédito Bonificado à Habitação a Pessoa com Deficiência: Linha de crédito especial para aquisição/construção de HPP para pessoas com deficiência (grau de incapacidade ≥ 60%).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O processo é constituído por 7 fases distintas, envolvendo intervenientes como Rede de Lojas BCTT (RR), Finsolutia, Direção de Crédito (CRE), Direção de Operações (OPE), prestador notarial e avaliadores externos.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Compreende procedimentos e tarefas ao longo da vigência do contrato, formalizados nas Lojas BCTT (RR) e encaminhados para os serviços centrais (OPE, Finsolutia).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Destina-se ao financiamento de obras em imóveis para HPP, HPS ou arrendamento, limitado ao custo das obras com IVA incluído.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>
          <a:xfrm>
            <a:ext cx="0" cy="924647"/>
          </a:xfrm>
        </p:spPr>
        <p:txBody>
          <a:bodyPr/>
          <a:lstStyle/>
          <a:p>
            <a:r>
              <a:t>Regime de Crédito Bonificado à Habitação a Pessoa com Deficiência: Linha de crédito especial para aquisição ou construção de HPP para pessoas com deficiência (grau de incapacidade ≥ 60%). Condições incluem idade, comprovação de incapacidade, e limites de montante e prazo.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