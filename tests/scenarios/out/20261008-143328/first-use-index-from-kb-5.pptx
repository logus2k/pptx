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Inclui Crédito Habitação Geral (Aquisição, TOIC, Obras, Construção) e Crédito Hipotecário (Complementar Isolado/Associado).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Detalha as 7 fases do processo, envolvendo várias entidades.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Abrange os procedimentos e tarefas após a concessão do crédito.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específico para obras em imóveis.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Deficiência: Condições especiais para pessoas com grau de incapacidade igual ou superior a 60%.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