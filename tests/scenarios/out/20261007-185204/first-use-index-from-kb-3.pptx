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Índice dos Tópicos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 (7 fases)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 (Procedimentos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 (Financiamento de obras)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