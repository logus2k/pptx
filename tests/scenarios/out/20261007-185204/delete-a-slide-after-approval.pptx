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 primeiro do contexto; os preços ficam para 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Proposta para o Cliente 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Apresentação de capacidades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Contexto e objetivos</a:t>
            </a:r>
          </a:p>
          <a:p>
            <a:pPr/>
            <a:r>
              <a:t>Solução proposta</a:t>
            </a:r>
          </a:p>
          <a:p>
            <a:pPr lvl="1"/>
            <a:r>
              <a:t>Arquitetura</a:t>
            </a:r>
          </a:p>
          <a:p>
            <a:pPr lvl="1"/>
            <a:r>
              <a:t>Calendário</a:t>
            </a:r>
          </a:p>
          <a:p>
            <a:pPr/>
            <a:r>
              <a:t>Preços e condições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