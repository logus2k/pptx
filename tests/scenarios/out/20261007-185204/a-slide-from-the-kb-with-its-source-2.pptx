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**Idade:** Mutuário(s) entre 18 e 35 anos.</a:t>
            </a:r>
          </a:p>
          <a:p>
            <a:r>
              <a:t>**Domicílio:** Domicílio fiscal em Portugal.</a:t>
            </a:r>
          </a:p>
          <a:p>
            <a:r>
              <a:t>**Rendimento:** Rendimentos não ultrapassem o 8.º escalão do IRS (limite individual: 80.000€; limite para 2 mutuários: 160.000€).</a:t>
            </a:r>
          </a:p>
          <a:p>
            <a:r>
              <a:t>**Propriedade:** Não ser proprietário de prédio urbano ou fração autónoma habitacional.</a:t>
            </a:r>
          </a:p>
          <a:p>
            <a:r>
              <a:t>**Histórico:** Nunca ter usufruído da garantia pessoal do Estado ao abrigo do DL n.º 44/2024.</a:t>
            </a:r>
          </a:p>
          <a:p>
            <a:r>
              <a:t>**Valor da Transação:** Não exceder 450.000,00 euros.</a:t>
            </a:r>
          </a:p>
          <a:p>
            <a:r>
              <a:t>**Finalidade:** Destinar-se à primeira aquisição de habitação própria permanente.</a:t>
            </a:r>
          </a:p>
          <a:p>
            <a:r>
              <a:t>**Garantia:** A garantia pessoal do Estado não ultrapassar 15%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