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deverão ser capazes de compreender a essência deste regime especial. Vamos focar-nos em saber quem pode aceder, quais são os benefícios e como se deve proceder com a documentação. O nosso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exatamente o Crédito Habitação Jovem. É um regime especial criado para apoiar os jovens no acesso à habitação. Vamos ver como ele funciona na prática, especialmente no que toca ao financiamento.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imóvel, o que elimina a necessidade de entrada inicial. O Estado Português entra como fiador, garantindo a diferença entre o LTV padrão de 85% e os 100% que se podem obter. É importante notar que este regime é específico para jovens até aos 35 anos.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apoio. Os critérios são específicos e envolvem idade, residência e situação financeira. É crucial que os candidatos cumpram todos estes requisitos para serem considerados.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deve estar entre 18 e 35 anos, e é necessário ser residente fiscal em Portugal. Em termos de rendimentos, o limite é de €80.000 por pessoa, podendo subir para €160.000 com dois mutuários. Além disso, é exigido que não possuam bens anteriores e que o valor do imóvel não exceda os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analisar os benefícios diretos que os mutuários obtêm, como as isenções fiscais, e como a garantia do Estado se materializa no processo de crédito.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importante é a isenção de IMT e Imposto do Selo para compras até €330.539. A garantia do Estado limita-se a 15% do valor da transação, o que permite atingir os 100% de financiamento. O CTT Bank já faz parte deste protocolo desde 2 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Vamos ver como é feita a aferição da elegibilidade e que tipo de documentos são exigidos em cada etapa, tanto para a criação como para o enquadramento da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divide-se em duas etapas: a análise de Risco e o Enquadramento. É importante saber que a recusa só ocorre após a submissão ao risco. Para iniciar, precisa de alguns documentos como o formulário de adesão e o IRS. Mais tarde, para o enquadramento, serão necessários certificados do Registo e da AT.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se absorveram os pontos principais, gostaria de fazer três perguntas rápidas. A idade máxima é de 35 anos. O regime permite financiar até 100% do valor de aquisição. A aferição ocorre em duas fases: Proposta de Risco e Enquadramento de Proposta.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financiamento total com o apoio do Estado. Lembrem-se sempre de verificar os critérios de elegibilidade, especialmente os limites de rendimento e valor. O processo é estruturado em fases, exigindo a recolha de documentação específica em cada etapa. Espero que esta formação vos tenha esclarecido todos os pontos.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regime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jovens mutuários.</a:t>
            </a:r>
          </a:p>
          <a:p>
            <a:pPr marL="285750" indent="-285750">
              <a:buFont typeface="Arial"/>
              <a:buChar char="•"/>
            </a:pPr>
            <a:r>
              <a:t>Conhecer os benefícios e as condições operacionais do regime.</a:t>
            </a:r>
          </a:p>
          <a:p>
            <a:pPr marL="285750" indent="-285750">
              <a:buFont typeface="Arial"/>
              <a:buChar char="•"/>
            </a:pPr>
            <a:r>
              <a:t>Saber quais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Definir o regime e os seus principais benefícios.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idade de até 35 anos.</a:t>
            </a:r>
          </a:p>
          <a:p>
            <a:pPr marL="285750" indent="-285750">
              <a:buFont typeface="Arial"/>
              <a:buChar char="•"/>
            </a:pPr>
            <a:r>
              <a:t>Foi estabelecido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fiador.</a:t>
            </a:r>
          </a:p>
          <a:p>
            <a:pPr marL="285750" indent="-285750">
              <a:buFont typeface="Arial"/>
              <a:buChar char="•"/>
            </a:pPr>
            <a:r>
              <a:t>Este fiador cobre a diferença entre o LTV usual (85%) e os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candidatar-se ao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Idade: 18 a 35 anos</a:t>
            </a:r>
          </a:p>
          <a:p>
            <a:r>
              <a:t>Residente fiscal em Portugal</a:t>
            </a:r>
          </a:p>
          <a:p>
            <a:r>
              <a:t>Não possuir propriedade anterior</a:t>
            </a:r>
          </a:p>
          <a:p>
            <a:r>
              <a:t>Não ter usado esta garantia do Estado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 máximo (individual): €80.000</a:t>
            </a:r>
          </a:p>
          <a:p>
            <a:r>
              <a:t>Rendimento máximo (dois mutuários): €160.000</a:t>
            </a:r>
          </a:p>
          <a:p>
            <a:r>
              <a:t>Valor da transação: Máx. €450.000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as vantagens fiscais e como funciona a garantia do Estado.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Isenção de IMT e Imposto do Selo na primeira habitação permanente até €330.539.</a:t>
            </a:r>
          </a:p>
          <a:p>
            <a:pPr marL="285750" indent="-285750">
              <a:buFont typeface="Arial"/>
              <a:buChar char="•"/>
            </a:pPr>
            <a:r>
              <a:t>A garantia do Estado não ultrapassa 15% do valor da transação.</a:t>
            </a:r>
          </a:p>
          <a:p>
            <a:pPr marL="285750" indent="-285750">
              <a:buFont typeface="Arial"/>
              <a:buChar char="•"/>
            </a:pPr>
            <a:r>
              <a:t>Isto permite financiamentos de até 100% ou pelo menos 85%.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CH Jovem são precificadas no quadrante de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e Mecanismos de Garantia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Entender as etapas de avaliação e os documentos necessários.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Etapas e Documentos Requeridos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9923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Avaliação de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7204" y="21232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 da Proposta</a:t>
            </a:r>
          </a:p>
        </p:txBody>
      </p:sp>
      <p:cxnSp>
        <p:nvCxnSpPr>
          <p:cNvPr id="9" name="Connector 9"/>
          <p:cNvCxnSpPr>
            <a:stCxn id="7" idx="3"/>
            <a:endCxn id="8" idx="1"/>
          </p:cNvCxnSpPr>
          <p:nvPr/>
        </p:nvCxnSpPr>
        <p:spPr>
          <a:xfrm>
            <a:off x="4703683" y="2809081"/>
            <a:ext cx="150352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a idade máxima para ser elegível para 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percentagem do valor de aquisição pode ser financiada com este regime?</a:t>
            </a:r>
          </a:p>
          <a:p>
            <a:pPr marL="285750" indent="-285750">
              <a:buFont typeface="Arial"/>
              <a:buChar char="•"/>
            </a:pPr>
            <a:r>
              <a:t>Quais são os dois momentos em que ocorre a aferição da elegibilidade?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do Aprendizado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Apoio a jovens (até 35 anos)</a:t>
            </a:r>
          </a:p>
          <a:p>
            <a:r>
              <a:t>Financiamento de até 100%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Foco do CH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Estado atua como fiador</a:t>
            </a:r>
          </a:p>
          <a:p>
            <a:r>
              <a:t>Cobre a diferença do LTV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Mecanismo de Apoio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Critérios rigorosos de elegibilidade</a:t>
            </a:r>
          </a:p>
          <a:p>
            <a:r>
              <a:t>Limites de rendimento e valor de transação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>
            <a:r>
              <a:t>Requisitos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Exige documentação específica</a:t>
            </a:r>
          </a:p>
          <a:p>
            <a:r>
              <a:t>Fases de Proposta de Risco e Enquadramento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Processo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