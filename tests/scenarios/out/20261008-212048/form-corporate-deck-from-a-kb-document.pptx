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crédito foi estabelecido recentemente para apoiar os jovens no acesso à habitação. O ponto chave é que permite financiar até 100% do valor do imóvel, o que elimina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o mecanismo que torna possível o financiamento a 100%. O Estado assume o risco da diferença entre o financiamento padrão e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proponentes devem cumprir. É importante notar os limites de idade, rendimento e valor do imóvel.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critérios gerais, existem limites específicos de rendimento e benefícios fiscais. A isenção de impostos é um incentivo importante para 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distintas. É crucial apresentar a documentação correta em cada fase para garantir a fluidez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 operacionalização, é importante saber que o Banco CTT já faz parte do protocolo. As condições de precificação e a integração do crédito sinal são detalhes operacionais importantes.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Regime criado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Destinado a jovens com idade de 35 anos ou menos.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atua como fiador do empréstimo.</a:t>
            </a:r>
          </a:p>
          <a:p>
            <a:pPr marL="285750" indent="-285750">
              <a:buFont typeface="Arial"/>
              <a:buChar char="•"/>
            </a:pPr>
            <a:r>
              <a:t>Cobre a diferença entre LTV usual (85%) e 100% de financiamento.</a:t>
            </a:r>
          </a:p>
          <a:p>
            <a:pPr marL="285750" indent="-285750">
              <a:buFont typeface="Arial"/>
              <a:buChar char="•"/>
            </a:pPr>
            <a:r>
              <a:t>A garantia pessoal do Estado não excede 15% do valor da transação.</a:t>
            </a:r>
          </a:p>
          <a:p>
            <a:pPr marL="285750" indent="-285750">
              <a:buFont typeface="Arial"/>
              <a:buChar char="•"/>
            </a:pPr>
            <a:r>
              <a:t>Permite assim o financiamento total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 e do Imóvel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para Jovens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exceder o 8.º escalão do IRS</a:t>
            </a:r>
          </a:p>
          <a:p>
            <a:r>
              <a:t>Valor da transação não ultrapassar €450.000,00</a:t>
            </a:r>
          </a:p>
          <a:p>
            <a:r>
              <a:t>Crédito para primeira habitação própria permanente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Limite do 8.º escalão: €80.000 por mutuário individual.</a:t>
            </a:r>
          </a:p>
          <a:p>
            <a:pPr marL="285750" indent="-285750">
              <a:buFont typeface="Arial"/>
              <a:buChar char="•"/>
            </a:pPr>
            <a:r>
              <a:t>Limite para dois mutuários: €160.000 no total.</a:t>
            </a:r>
          </a:p>
          <a:p>
            <a:pPr marL="285750" indent="-285750">
              <a:buFont typeface="Arial"/>
              <a:buChar char="•"/>
            </a:pPr>
            <a:r>
              <a:t>Isenção de IMT e Imposto do Selo até €330.539.</a:t>
            </a:r>
          </a:p>
          <a:p>
            <a:pPr marL="285750" indent="-285750">
              <a:buFont typeface="Arial"/>
              <a:buChar char="•"/>
            </a:pPr>
            <a:r>
              <a:t>Benefício aplicável na compra da primeira habitação.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Isenções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 de Risco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Banco CTT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têm precificação no quadrante 65-85%.</a:t>
            </a:r>
          </a:p>
          <a:p>
            <a:pPr marL="285750" indent="-285750">
              <a:buFont typeface="Arial"/>
              <a:buChar char="•"/>
            </a:pPr>
            <a:r>
              <a:t>O Crédito Sinal Jovem integra o crédito habitação principal.</a:t>
            </a:r>
          </a:p>
          <a:p>
            <a:pPr marL="285750" indent="-285750">
              <a:buFont typeface="Arial"/>
              <a:buChar char="•"/>
            </a:pPr>
            <a:r>
              <a:t>As condições são estabelecidas pelo DL n.º 44/2024.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Parceiros e Condições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