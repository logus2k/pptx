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do Crédito Habitação Jovem: Regime especial para jovens até aos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do Estado: O Estado Português atua como fiador, cobrindo a diferença entre o LTV máximo (85%) e os 100% do valor de aquisição.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Jovem: Apoio à Habitação para Jovens (Outubro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