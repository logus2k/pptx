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Fontes consultadas:</a:t>
            </a:r>
          </a:p>
          <a:p>
            <a:r>
              <a:t>- 11 -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>
            <a:normAutofit fontScale="65000"/>
          </a:bodyPr>
          <a:lstStyle/>
          <a:p>
            <a:r>
              <a:t>Crédito Habitação Jovem</a:t>
            </a:r>
          </a:p>
          <a:p>
            <a:r>
              <a:t>Apresentação sobre Crédito Habitação Jovem para a Equipa Comercial.</a:t>
            </a:r>
          </a:p>
          <a:p>
            <a:r>
              <a:t>Data: Outubro de 2026.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97500"/>
          </a:bodyPr>
          <a:lstStyle/>
          <a:p>
            <a:r>
              <a:t>Acesso à Habitação com Apoio do Estado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