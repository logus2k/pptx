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Crédito Habitação Jovem: Oportunidade para os nossos clientes.</a:t>
            </a:r>
          </a:p>
          <a:p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Apresentação sobre o Crédito Habitação Jovem.</a:t>
            </a:r>
          </a:p>
          <a:p>
            <a:r>
              <a:t>Público-alvo: Equipa Comercial.</a:t>
            </a:r>
          </a:p>
          <a:p>
            <a:r>
              <a:t>Data: Outubro de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