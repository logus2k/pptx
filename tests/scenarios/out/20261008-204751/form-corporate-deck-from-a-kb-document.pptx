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Permite financiar até 100% do valor do imóvel, o que elimina a necessidade de terem capitais próprios iniciais.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atuando como fiador. Esta garantia permite que o financiamento chegue aos 100% do valor de aquisição, superando o LTV padrão de 85%.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focados na idade, residência e capacidade financeira. É importante notar que o crédito deve ser destinado à primeira habitação permanente e respeitar os limites de valor e rendimento.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pelo 8.º escalão do IRS, com valores específicos para um ou dois mutuários. Além disso, há benefícios fiscais significativos para a primeira habitação, e existe também uma opção de crédito sinal.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distintas: a proposta e o enquadramento. É fundamental preparar a documentação correta para cada fase, incluindo declarações fiscais e certidões do imóvel.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CTT já está integrado neste regime, tendo aderido ao protocolo em outubro de 2024. As operações seguem um quadrante de preços específico, e é aconselhável verificar os requisitos detalhados para iniciar o processo.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Apoio à Habitação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Regime especial para jovens até aos 35 anos.</a:t>
            </a:r>
          </a:p>
          <a:p>
            <a:pPr marL="285750" indent="-285750">
              <a:buFont typeface="Arial"/>
              <a:buChar char="•"/>
            </a:pPr>
            <a:r>
              <a:t>Criado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do imóvel.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Português atua como fiador do crédito.</a:t>
            </a:r>
          </a:p>
          <a:p>
            <a:pPr marL="285750" indent="-285750">
              <a:buFont typeface="Arial"/>
              <a:buChar char="•"/>
            </a:pPr>
            <a:r>
              <a:t>Cobre a diferença entre LTV usual (85%) e 100% de financiamento.</a:t>
            </a:r>
          </a:p>
          <a:p>
            <a:pPr marL="285750" indent="-285750">
              <a:buFont typeface="Arial"/>
              <a:buChar char="•"/>
            </a:pPr>
            <a:r>
              <a:t>A garantia pessoal do Estado não excede 15% do valor.</a:t>
            </a:r>
          </a:p>
          <a:p>
            <a:pPr marL="285750" indent="-285750">
              <a:buFont typeface="Arial"/>
              <a:buChar char="•"/>
            </a:pPr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e Financiamento Máximo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Idade entre 18 e 35 anos e domicílio fiscal em Portugal.</a:t>
            </a:r>
          </a:p>
          <a:p>
            <a:pPr marL="285750" indent="-285750">
              <a:buFont typeface="Arial"/>
              <a:buChar char="•"/>
            </a:pPr>
            <a:r>
              <a:t>Rendimentos não podem exceder o 8.º escalão do IRS.</a:t>
            </a:r>
          </a:p>
          <a:p>
            <a:pPr marL="285750" indent="-285750">
              <a:buFont typeface="Arial"/>
              <a:buChar char="•"/>
            </a:pPr>
            <a:r>
              <a:t>Valor da transação não pode ultrapassar €450.000.</a:t>
            </a:r>
          </a:p>
          <a:p>
            <a:pPr marL="285750" indent="-285750">
              <a:buFont typeface="Arial"/>
              <a:buChar char="•"/>
            </a:pPr>
            <a:r>
              <a:t>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Limite do 8.º escalão: €80.000 por mutuário individual.</a:t>
            </a:r>
          </a:p>
          <a:p>
            <a:pPr marL="285750" indent="-285750">
              <a:buFont typeface="Arial"/>
              <a:buChar char="•"/>
            </a:pPr>
            <a:r>
              <a:t>Isenção de IMT e Imposto do Selo até €330.539.</a:t>
            </a:r>
          </a:p>
          <a:p>
            <a:pPr marL="285750" indent="-285750">
              <a:buFont typeface="Arial"/>
              <a:buChar char="•"/>
            </a:pPr>
            <a:r>
              <a:t>O limite de rendimento para dois mutuários é de €160.000.</a:t>
            </a:r>
          </a:p>
          <a:p>
            <a:pPr marL="285750" indent="-285750">
              <a:buFont typeface="Arial"/>
              <a:buChar char="•"/>
            </a:pPr>
            <a:r>
              <a:t>O Crédito Sinal Jovem integra-se no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A aferição ocorre em duas fases: Proposta e Enquadramento.</a:t>
            </a:r>
          </a:p>
          <a:p>
            <a:pPr marL="285750" indent="-285750">
              <a:buFont typeface="Arial"/>
              <a:buChar char="•"/>
            </a:pPr>
            <a:r>
              <a:t>As recusas são emitidas apenas após submissão à análise de Risco.</a:t>
            </a:r>
          </a:p>
          <a:p>
            <a:pPr marL="285750" indent="-285750">
              <a:buFont typeface="Arial"/>
              <a:buChar char="•"/>
            </a:pPr>
            <a:r>
              <a:t>Documentos iniciais: Formulário de adesão, IRS e domicílio fiscal.</a:t>
            </a:r>
          </a:p>
          <a:p>
            <a:pPr marL="285750" indent="-285750">
              <a:buFont typeface="Arial"/>
              <a:buChar char="•"/>
            </a:pPr>
            <a:r>
              <a:t>Documentos de enquadramento: Certidão predial e certificados de não-dívida.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Banco CTT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utilizam um quadrante de preços de 65-85%.</a:t>
            </a:r>
          </a:p>
          <a:p>
            <a:pPr marL="285750" indent="-285750">
              <a:buFont typeface="Arial"/>
              <a:buChar char="•"/>
            </a:pPr>
            <a:r>
              <a:t>O regime visa facilitar o acesso à habitação para jovens.</a:t>
            </a:r>
          </a:p>
          <a:p>
            <a:pPr marL="285750" indent="-285750">
              <a:buFont typeface="Arial"/>
              <a:buChar char="•"/>
            </a:pPr>
            <a:r>
              <a:t>Recomenda-se verificar os requisitos específicos para a sua situação.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Implementação e Próximos Passos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