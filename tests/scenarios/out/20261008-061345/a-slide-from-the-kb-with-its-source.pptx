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valor da transação não pode exceder 450.000,00 euros.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