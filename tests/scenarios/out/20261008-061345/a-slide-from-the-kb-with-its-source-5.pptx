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Destinado a jovens com idade igual ou inferior a 35 anos.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A garantia é prestada pelo Estado Português, que atua como fiador.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Permite financiamento de até 100% do valor de aquisição, eliminando a necessidade de capitais próprios para a entrada.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