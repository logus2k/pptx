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Habitação Jovem com Garantia do Estado: Regime especial para jovens (até 35 anos) para facilitar o acesso à habitação própria permanente.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cobrindo a diferença entre o LTV máximo (85%) e os 100% do valor de aquisição.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para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de Elegibilidade e Financiamento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Crédito Habitação Jovem com Garantia do Estado é um regime especial de acesso ao crédito habitação 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objetivo é facilitar o acesso à habitação própria permanente, permitindo o financiamento de até 100% do valor de aquisição do imóvel,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cobrindo a diferença entre o LTV máximo (85%) e os 100% do valor de aquisição.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Critérios de elegibilidade incluem: idade entre 18 e 35 anos, domicílio fiscal em Portugal, rendimentos não superiores ao 8.º escalão do IRS, e não ser proprietário de prédio urbano.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O valor da transação não pode exceder 450.000,00 euros.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