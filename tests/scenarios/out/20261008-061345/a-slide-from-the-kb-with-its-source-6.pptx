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Regime especial de acesso ao crédito habitação destinado a jovens com idade igual ou inferior a 35 anos.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Garantia prestada pelo Estado Português, cobrindo a diferença entre o LTV máximo (85%) e 100%.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r>
              <a:t>Objetivo: facilitar o acesso à habitação própria permanente, permitindo financiamento de até 100% do valor de aquisição.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>
          <a:xfrm>
            <a:ext cx="0" cy="1179225"/>
          </a:xfrm>
        </p:spPr>
        <p:txBody>
          <a:bodyPr/>
          <a:lstStyle/>
          <a:p>
            <a:r>
              <a:t>Idade: Entre 18 e 35 anos.</a:t>
            </a:r>
          </a:p>
          <a:p>
            <a:r>
              <a:t>Domicílio fiscal em Portugal.</a:t>
            </a:r>
          </a:p>
          <a:p>
            <a:r>
              <a:t>Rendimentos: Não ultrapassar o 8.º escalão do IRS (limite máximo por mutuário: 80.000€).</a:t>
            </a:r>
          </a:p>
          <a:p>
            <a:r>
              <a:t>Propriedade: Não ser proprietário de prédio urbano ou fração autónoma habitacional.</a:t>
            </a:r>
          </a:p>
          <a:p>
            <a:r>
              <a:t>Garantia: Nunca ter usufruído da garantia pessoal do Estado ao abrigo do DL n.º 44/2024.</a:t>
            </a:r>
          </a:p>
          <a:p>
            <a:r>
              <a:t>Valor da Transação: Não exceder 450.000,00€.</a:t>
            </a:r>
          </a:p>
          <a:p>
            <a:r>
              <a:t>Finalidade: Destinar-se à primeira aquisição de habitação própria permanente.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