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>
            <a:normAutofit fontScale="85000"/>
          </a:bodyPr>
          <a:lstStyle/>
          <a:p>
            <a:r>
              <a:t>Apresentação sobre as condições e benefícios do crédito para jovens compradores de casa.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Condições do 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