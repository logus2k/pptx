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Apresentação sobre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Condições do Crédito Habitação Jovem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