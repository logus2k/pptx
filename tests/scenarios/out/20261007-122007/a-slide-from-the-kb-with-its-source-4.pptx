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Permite financiamento de até 100% do valor de aquisição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Elimina a necessidade de capitais próprios para a entrada.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