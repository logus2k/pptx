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do Estado: O Estado Português atua como fiador, cobrindo a diferença entre o LTV máximo (85%) e os 100% do valor de aquisição.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Mutuário(s) entre 18 e 35 anos.</a:t>
            </a:r>
          </a:p>
          <a:p>
            <a:r>
              <a:t>Domicílio Fiscal: Domicílio fiscal em Portugal.</a:t>
            </a:r>
          </a:p>
          <a:p>
            <a:r>
              <a:t>Rendimentos: Não ultrapassar o 8.º escalão do IRS (limite máximo de 80.000€ por mutuário individual).</a:t>
            </a:r>
          </a:p>
          <a:p>
            <a:r>
              <a:t>Propriedade: Não ser proprietário de prédio urbano ou fração autónoma de prédio urbano habitacional.</a:t>
            </a:r>
          </a:p>
          <a:p>
            <a:r>
              <a:t>Histórico: Nunca ter usufruído da garantia pessoal do Estado ao abrigo do DL n.º 44/2024, de 10 de julho.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Garantia pessoal do Estado não ultrapassar 15% do valor da transação.</a:t>
            </a:r>
          </a:p>
          <a:p>
            <a:r>
              <a:t>Regularização: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