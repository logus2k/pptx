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do Crédito Habitação Jovem, um regime especial criado para facilitar o acesso à habitação própria permanente por jovens.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Garantia prestada pelo Estado Português (fiador), cobrindo a diferença entre o LTV máximo (85%) e 100%.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Jovem: Apresentação para Equipa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