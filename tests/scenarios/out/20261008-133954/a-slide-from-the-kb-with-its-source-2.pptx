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Garantia do Estado: O Estado Português atua como fiador, cobrindo a diferença entre o LTV máximo (85%) e os 100% do valor de aquisição.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Jovem: Regime Especial de Acesso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Propriedade: Não ser proprietário de prédio urbano ou fração autónoma de prédio urbano habitacional.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Garantia: Garantia pessoal do Estado não ultrapassar 15% do valor da transação.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08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Idade: Mutuário(s) entre 18 e 35 anos.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Histórico: Nunca ter usufruído da garantia pessoal do Estado ao abrigo do DL n.º 44/2024.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Rendimento: Rendimentos não ultrapassam o 8.º escalão do IRS (limite máximo por mutuário: 80.000€).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Finalidade: Crédito destinado à primeira aquisição de habitação própria permanente.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07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65000"/>
          </a:bodyPr>
          <a:lstStyle/>
          <a:p>
            <a:r>
              <a:t>Condições de Elegibilidade do Crédito Habitação Jovem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Domicílio Fiscal: Domicílio fiscal em Portugal.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Valor da Transação: Não exceder 450.000,00 euros.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