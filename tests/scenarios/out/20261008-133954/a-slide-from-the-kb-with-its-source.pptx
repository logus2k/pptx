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Permite o financiamento de até 100% do valor de aquisição do imóvel,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A garantia pessoal do Estado não ultrapasse 15% do valor da transação do prédio urbano ou de fração autónoma de prédio urbano.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A garantia pessoal do Estado se destine a viabilizar que a instituição de crédito financie a totalidade do valor da transação do prédio urbano ou de fração autónoma de prédio urbano, ou um valor inferior desde que este seja igual ou superior a 85% do referido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O(s) mutuário(s) tenham a sua situação fiscal, bem como a sua situação à luz do regime previdencial que lhes seja aplicável, regularizadas.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