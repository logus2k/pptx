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não seja(m) proprietário(s) de prédio urbano ou de fração autónoma de prédio urbano habitacional.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nunca tenha(m) usufruído da garantia pessoal do Estado ao abrigo do Decreto-Lei n.º 44/2024, de 10 de julho.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usufruam de rendimentos que não ultrapassem o 8.º escalão do imposto sobre o rendimento das pessoas singulares (IRS).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O(s) mutuário(s) tenham 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O valor da transação não exceda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crédito se destine a primeira aquisição de habitação própria permanente.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A garantia pessoal do Estado não ultrapasse 15% do valor da transação do prédio urbano ou de fração autónoma de prédio urbano.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