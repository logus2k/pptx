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Apresentação do Crédito Habitação Jovem: Regime especial de acesso à habitação própria permanente para jovens.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Público-alvo: Jovens com idade igual ou inferior a 35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Objetivo: Facilitar o acesso à habitação, permitindo financiamento de até 100% do valor de aquisição.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Garantia: Prestada pelo Estado Português (fiador), cobrindo a diferença entre o LTV máximo (85%) e 100%.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Para a Equipa Comercial - Outubro de 2026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