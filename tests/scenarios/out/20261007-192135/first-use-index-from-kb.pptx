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Empréstimos: Crédito Habitação Geral (Aquisição, TOIC, Obras, Construção) e Crédito Hipotecário (Complementar Isolado/Associado).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Habitação: 7 fases distintas, envolvendo Rede de Lojas BCTT, Finsolutia, Direção de Crédito, etc.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Habitação: Procedimentos e tarefas ao longo da vigência do contrato, formalizados nas Lojas BCTT (RR).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Obras: Financiamento para obras em imóveis (HPP, HPS, HA), limitado ao custo das obras com IVA incluído.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Deficiência: Condições específicas para pessoas com grau de incapacidade igual ou superior a 60%.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