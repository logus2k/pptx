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Crédito Habitação Jovem com Garantia do Estado é um regime especial de acesso ao crédito habitação 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cobrindo a diferença entre o LTV máximo (85%) e os 100% do valor de aquisição.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Critérios de elegibilidade incluem: idade entre 18 e 35 anos; domicílio fiscal em Portugal; rendimentos não superiores ao 8.º escalão do IRS (limite máximo de 80.000€ por mutuário); não ser proprietário de prédio urbano; e nunca ter usufruído da garantia pessoal do Estado.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O valor da transação não pode exceder 450.000,00 euros.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