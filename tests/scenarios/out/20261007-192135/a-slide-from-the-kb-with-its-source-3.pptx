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p. 4,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Crédito Habitação Jovem com Garantia do Estado: Regime especial para jovens (até 35 anos) para facilitar o acesso à habitação própria permanente.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Garantia prestada pelo Estado Português, cobrindo a diferença entre o LTV máximo (85%) e os 100% do valor de aquisição.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Regime Especial de Acesso à Habitação para Jovens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Permite financiamento de até 100% do valor de aquisição, eliminando a necessidade de capitais próprios para a entrada.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O(s) mutuário(s) tenha(m) entre 18 e 35 anos de idade.</a:t>
            </a:r>
          </a:p>
          <a:p>
            <a:r>
              <a:t>O(s) mutuário(s) tenham domicílio fiscal em Portugal.</a:t>
            </a:r>
          </a:p>
          <a:p>
            <a:r>
              <a:t>O(s) mutuário(s) do contrato usufruam de rendimentos que não ultrapassem o 8.º escalão do imposto sobre o rendimento das pessoas singulares (IRS).</a:t>
            </a:r>
          </a:p>
          <a:p>
            <a:r>
              <a:t>O(s) mutuário(s) do contrato não seja(m) proprietário(s) de prédio urbano ou de fração autónoma de prédio urbano habitacional.</a:t>
            </a:r>
          </a:p>
          <a:p>
            <a:r>
              <a:t>O(s) mutuário(s) do contrato nunca tenha(m) usufruído da garantia pessoal do Estado ao abrigo do Decreto-Lei n.º 44/2024, de 10 de julho.</a:t>
            </a:r>
          </a:p>
          <a:p>
            <a:r>
              <a:t>O valor da transação não exceda 450.000,00 euros.</a:t>
            </a:r>
          </a:p>
          <a:p>
            <a:r>
              <a:t>O crédito se destine a primeira aquisição de habitação própria permanente.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