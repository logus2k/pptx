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que procuram a sua primeira casa. O Estado Português entra como fiador, o que é um grande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maiores benefícios é que não precisa de ter um valor significativo para a entrada. O Estado garante a diferença, permitindo-lhe financiar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poder aceder a este benefício. É fundamental cumprir os requisitos de idade, rendimento e não possuir bens anteriores.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há vantagens fiscais importantes, como a isenção de impostos na primeira habitação. Os limites de rendimento são bem definidos para garantir a elegibilidade.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de avaliação. É importante reunir toda a documentação necessária, que varia consoante a fase e a sua situação de residência.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está envolvido neste programa, e as condições são definidas dentro de um intervalo específico. Estamos aqui para o ajudar a dar o primeiro passo rumo à sua casa.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de crédito habitação para jovens até 35 anos.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 neste regime.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>
            <a:normAutofit fontScale="75000"/>
          </a:bodyPr>
          <a:lstStyle/>
          <a:p>
            <a:r>
              <a:t>Financiamento até 100% do valor da compra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O Estado cobre a diferença entre 85% e 100% do valor, eliminando a necessidade de entrada inicial.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Ter entre 18 e 35 anos</a:t>
            </a:r>
          </a:p>
          <a:p>
            <a:r>
              <a:t>Ser fiscalmente domiciliado em Portugal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Idade e Residência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Rendimentos não exceder o 8.º escalão do IRS</a:t>
            </a:r>
          </a:p>
          <a:p>
            <a:r>
              <a:t>Valor da transação não ultrapassar €450.000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Condições Financeiras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Não possuir propriedade anterior</a:t>
            </a:r>
          </a:p>
          <a:p>
            <a:r>
              <a:t>Não usar esta garantia do Estado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Situação Patrimonial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Essenciais para Elegibilidade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Limites de Rendimento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de Rendimento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Limite 8.º IRS (indivíduo): €80.000</a:t>
            </a:r>
          </a:p>
          <a:p>
            <a:r>
              <a:t>Limite 8.º IRS (dois mutuários): €160.000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de Proposta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de 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são precificadas no quadrante 65-85%.</a:t>
            </a:r>
          </a:p>
          <a:p>
            <a:pPr marL="285750" indent="-285750">
              <a:buFont typeface="Arial"/>
              <a:buChar char="•"/>
            </a:pPr>
            <a:r>
              <a:t>O Serviço de Solicitadoria é opcional, mas aplicável por defeito.</a:t>
            </a:r>
          </a:p>
          <a:p>
            <a:pPr marL="285750" indent="-285750">
              <a:buFont typeface="Arial"/>
              <a:buChar char="•"/>
            </a:pPr>
            <a:r>
              <a:t>Consulte-nos para iniciar a sua simulação hoje mesmo.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Parcerias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