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**Público-Alvo:** Jovens com idade igual ou inferior a 35 anos.</a:t>
            </a:r>
          </a:p>
          <a:p>
            <a:r>
              <a:t>**Objetivo:** Facilitar o acesso à habitação própria permanente, permitindo financiamento de até 100% do valor de aquisição, eliminando a necessidade de capitais próprios para a entrada.</a:t>
            </a:r>
          </a:p>
          <a:p>
            <a:r>
              <a:t>**Garantia:** Prestada pelo Estado Português (fiador), cobrindo a diferença entre o LTV máximo (85%) e os 100% do valor de aquisição.</a:t>
            </a:r>
          </a:p>
          <a:p>
            <a:r>
              <a:t>**Critérios Cumulativos (Exemplos):** Domicílio fiscal em Portugal</a:t>
            </a:r>
          </a:p>
          <a:p>
            <a:r>
              <a:t>Rendimentos não ultrapassarem o 8.º escalão do IRS (limite máximo de 80.000€ por mutuário)</a:t>
            </a:r>
          </a:p>
          <a:p>
            <a:r>
              <a:t>Não ser proprietário de prédio urbano</a:t>
            </a:r>
          </a:p>
          <a:p>
            <a:r>
              <a:t>Primeira aquisição de habitação própria permanente.</a:t>
            </a:r>
          </a:p>
          <a:p>
            <a:r>
              <a:t>**Isenções:** Benefício de isenção de IMT e Imposto do Selo na aquisição do imóvel, até um determinado valor.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