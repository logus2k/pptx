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Crédito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1080" y="3177381"/>
            <a:ext cx="1920239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Pedido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64280" y="3177381"/>
            <a:ext cx="1920239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Análise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07480" y="3177381"/>
            <a:ext cx="1920239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Aprovação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50680" y="3177381"/>
            <a:ext cx="1920239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Entrega</a:t>
            </a:r>
          </a:p>
        </p:txBody>
      </p:sp>
      <p:cxnSp>
        <p:nvCxnSpPr>
          <p:cNvPr id="8" name="Connector 8"/>
          <p:cNvCxnSpPr>
            <a:stCxn id="4" idx="3"/>
            <a:endCxn id="5" idx="1"/>
          </p:cNvCxnSpPr>
          <p:nvPr/>
        </p:nvCxnSpPr>
        <p:spPr>
          <a:xfrm>
            <a:off x="2941319" y="3863181"/>
            <a:ext cx="8229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  <p:cxnSp>
        <p:nvCxnSpPr>
          <p:cNvPr id="9" name="Connector 9"/>
          <p:cNvCxnSpPr>
            <a:stCxn id="5" idx="3"/>
            <a:endCxn id="6" idx="1"/>
          </p:cNvCxnSpPr>
          <p:nvPr/>
        </p:nvCxnSpPr>
        <p:spPr>
          <a:xfrm>
            <a:off x="5684519" y="3863181"/>
            <a:ext cx="8229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  <p:cxnSp>
        <p:nvCxnSpPr>
          <p:cNvPr id="10" name="Connector 10"/>
          <p:cNvCxnSpPr>
            <a:stCxn id="6" idx="3"/>
            <a:endCxn id="7" idx="1"/>
          </p:cNvCxnSpPr>
          <p:nvPr/>
        </p:nvCxnSpPr>
        <p:spPr>
          <a:xfrm>
            <a:off x="8427719" y="3863181"/>
            <a:ext cx="8229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