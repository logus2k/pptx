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das grandes vantagens deste regime é que permite financiar até 100% do valor de compra, eliminando a necessidade de entrada. O Estado Português garante a diferença entre o LTV usual de 85% e os 100% financiados.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proponentes devem cumprir critérios específicos, como a idade e o domicílio fiscal. O limite de rendimento é rigoroso, sendo de €80.000 para um mutuário individual.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da transação e o tipo de imóvel. Além disso, há um benefício fiscal significativo, com isenção de IMT e Imposto do Selo para valores até €330.539.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estruturado em duas etapas distintas: a Proposta e o Enquadramento. Para iniciar, são necessários documentos como o formulário de adesão e a declaração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regime já está em implementação, com o Banco CTT a ter aderido ao protocolo em 2 de outubro de 2024. As ferramentas de simulação já permitem verificar cenários com LTVs superiores a 85%.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Crédito Habitação Jovem: Apoio ao Acesso à Habitação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jovem.</a:t>
            </a:r>
          </a:p>
          <a:p>
            <a:pPr marL="285750" indent="-285750">
              <a:buFont typeface="Arial"/>
              <a:buChar char="•"/>
            </a:pPr>
            <a:r>
              <a:t>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Destina-se a jovens com idade de 35 anos ou menos.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Garantia Estatal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Financiamento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e Garantia Estatal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O Estado Português atua como fiador da diferença.</a:t>
            </a:r>
          </a:p>
          <a:p>
            <a:r>
              <a:t>Garante a diferença entre o LTV usual de 85% e os 100% financiados.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de Rendimento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Não exceder o 8.º escalão do IRS</a:t>
            </a:r>
          </a:p>
          <a:p>
            <a:r>
              <a:t>Limite máximo de €80.000 por mutuário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Valor da transação não pode ultrapassar €450.000.</a:t>
            </a:r>
          </a:p>
          <a:p>
            <a:pPr marL="285750" indent="-285750">
              <a:buFont typeface="Arial"/>
              <a:buChar char="•"/>
            </a:pPr>
            <a:r>
              <a:t>É para primeira habitação própria permanente.</a:t>
            </a:r>
          </a:p>
          <a:p>
            <a:pPr marL="285750" indent="-285750">
              <a:buFont typeface="Arial"/>
              <a:buChar char="•"/>
            </a:pPr>
            <a:r>
              <a:t>Isenção de IMT e Imposto do Selo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Específicas da Transação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Simulações permitem selecionar LTVs acima de 85%.</a:t>
            </a:r>
          </a:p>
          <a:p>
            <a:pPr marL="285750" indent="-285750">
              <a:buFont typeface="Arial"/>
              <a:buChar char="•"/>
            </a:pPr>
            <a:r>
              <a:t>O regime visa facilitar o acesso à habitação jovem.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Implementação e Disponibilidade do Regime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