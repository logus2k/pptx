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Acesso facilitado à habitação com apoio do Estado Português.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Regime especial para jovens (até 35 anos) para facilitar o acesso à habitação própria permanente.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O regime destina-se a jovens com idade igual ou inferior a 35 anos.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Objetivo: facilitar o acesso à habitação própria permanente.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Financiamento de até 100% do valor de aquisição, eliminando a necessidade de capitais próprios para a entrada.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Garantia prestada pelo Estado Português (fiador), cobrindo a diferença entre o LTV máximo (85%) e os 100% do valor de aquisição.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