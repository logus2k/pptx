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jovens no acesso à habitação. O ponto chave é que permite financiar até 100% do valor do imóvel, o que elimina a necessidade de ter capitais próprios para a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regime. O Estado atua como fiador, cobrindo a diferença entre o limite de 85% e os 100% que o regime permite. Isto torna o financiamento total possível.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aceder a este benefício. É necessário cumprir requisitos de idade, rendimento e tipo de habitação. O valor máximo da transação também está definido.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importantes para os mutuários. É importante notar os limites de rendimento para se qualificar e os benefícios fiscais aplicáveis.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envolve duas fases de aferição da elegibilidade. É fundamental reunir a documentação correta para cada fase, tanto para a proposta inicial como para o enquadramento.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 operacionalização, é importante saber que o Banco CTT já aderiu ao protocolo. O regime está formalmente regulamentado e os custos de financiamento estão definidos num determinado quadrante.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Um Apoio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Regime para jovens com idade até aos 35 anos.</a:t>
            </a:r>
          </a:p>
          <a:p>
            <a:pPr marL="285750" indent="-285750">
              <a:buFont typeface="Arial"/>
              <a:buChar char="•"/>
            </a:pPr>
            <a:r>
              <a:t>Criado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do imóvel.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Estado Português atua como fiador do crédito.</a:t>
            </a:r>
          </a:p>
          <a:p>
            <a:pPr marL="285750" indent="-285750">
              <a:buFont typeface="Arial"/>
              <a:buChar char="•"/>
            </a:pPr>
            <a:r>
              <a:t>Cobre a diferença entre LTV máximo (85%) e 100% do valor.</a:t>
            </a:r>
          </a:p>
          <a:p>
            <a:pPr marL="285750" indent="-285750">
              <a:buFont typeface="Arial"/>
              <a:buChar char="•"/>
            </a:pPr>
            <a:r>
              <a:t>A garantia pessoal do Estado não ultrapassa 15% da transação.</a:t>
            </a:r>
          </a:p>
          <a:p>
            <a:pPr marL="285750" indent="-285750">
              <a:buFont typeface="Arial"/>
              <a:buChar char="•"/>
            </a:pPr>
            <a:r>
              <a:t>Visa viabilizar financiamento de 100% ou &gt;=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do Estado Viabiliza o Financiamento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do Crédito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 Limites do Regime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Domicílio fiscal em Portugal</a:t>
            </a:r>
          </a:p>
          <a:p>
            <a:r>
              <a:t>Rendimentos não superiores ao 8.º escalão do IRS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Primeira habitação própria permanente</a:t>
            </a:r>
          </a:p>
          <a:p>
            <a:r>
              <a:t>Limite de transação não pode exceder 450.000,00 euros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Isenção de IMT e Imposto do Selo até 330.539 euros.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8.º escalão: 80.000€ (individual) ou 160.000€ (dois).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Limites de Rendimento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O Crédito Sinal Jovem integra o crédito habitação principal.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Integração do Crédito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Limites de Rendimento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Aferição de Elegibilidade (Risco/Enquadramento)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Documentação para Proposta e Enquadramento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Banco CTT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CH Jovem têm pricing no quadrante de 65-85%.</a:t>
            </a:r>
          </a:p>
          <a:p>
            <a:pPr marL="285750" indent="-285750">
              <a:buFont typeface="Arial"/>
              <a:buChar char="•"/>
            </a:pPr>
            <a:r>
              <a:t>O regime está regulamentado pela Portaria n.º 236-A/2024/1.</a:t>
            </a:r>
          </a:p>
          <a:p>
            <a:pPr marL="285750" indent="-285750">
              <a:buFont typeface="Arial"/>
              <a:buChar char="•"/>
            </a:pPr>
            <a:r>
              <a:t>A adesão ao protocolo facilita a operacionalização do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Parcerias Operacionais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