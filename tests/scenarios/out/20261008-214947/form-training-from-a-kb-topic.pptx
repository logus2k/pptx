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explicar o regime e os seus benefícios. Vamos focar-nos nos requisitos e nos passos para candidatar-se.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fundamental entender o seu propósito e como funciona a sua estrutura.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bastante vantajoso, pois permite financiar até 100% do valor do imóvel. Isto significa que não precisa de ter um valor significativo para a entrada. O Estado Português entra como fiador para cobrir essa diferença, que normalmente seria de 15%.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analisar quem pode beneficiar deste regime. Existem critérios claros de idade, residência e rendimento. Também temos regras específicas para quem não é residente em Portugal. É importante cumprir todos estes requisitos.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são a idade e o domicílio fiscal em Portugal. Em termos de rendimento, há um limite estrito baseado no 8.º escalão do IRS. É importante notar a diferença entre o limite individual e o limite quando há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de rendimento, há restrições sobre o histórico de propriedade e o valor máximo do imóvel. Para os clientes estrangeiros, o requisito do título de residência é rigoroso e deve estar válido no momento da análise.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foca-se nos benefícios diretos que o mutuário obtém. Além do financiamento total, há vantagens fiscais importantes. Também vamos ver como a garantia do Estado é operacionalizada.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benefícios fiscais são significativos, especialmente para a primeira habitação. A garantia do Estado limita-se a 15% do valor da transação, o que permite atingir os 100% de financiamento. O CTT Bank já faz parte deste protocolo.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duas fases distintas: a Proposta de Risco e o Enquadramento da Proposta. É crucial saber que as cartas de recusa só são emitidas após a submissão à análise de risco. Vamos ver a documentação necessária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 o processo, a criação da proposta exige documentos específicos. O formulário de adesão é o ponto de partida. Além disso, precisamos da declaração de IRS e do certificado de domicílio fiscal para comprovar a situação do proponente.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 foco muda para o imóvel. Precisamos de certificados oficiais do Registo e da Autoridade Tributária. Para todos os proponentes, a identificação e a última declaração de rendimentos são sempre requeridas.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resposta para a primeira pergunta é €80.000. A garantia do Estado cobre a diferença entre o LTV de 85% e os 100% do valor de aquisição. Para a criação da proposta, são necessários o formulário de adesão, a declaração de IRS e o certificado de domicílio fiscal.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o imóvel quase na totalidade, com o Estado a dar a segurança necessária. Lembrem-se sempre de verificar os limites de rendimento e os requisitos de documentação. Este regime é um apoio significativo, mas exige o cumprimento de regras claras.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o regime.</a:t>
            </a:r>
          </a:p>
          <a:p>
            <a:pPr marL="285750" indent="-285750">
              <a:buFont typeface="Arial"/>
              <a:buChar char="•"/>
            </a:pPr>
            <a:r>
              <a:t>Conhecer os benefícios fiscais associados à aquisição.</a:t>
            </a:r>
          </a:p>
          <a:p>
            <a:pPr marL="285750" indent="-285750">
              <a:buFont typeface="Arial"/>
              <a:buChar char="•"/>
            </a:pPr>
            <a:r>
              <a:t>Saber quais os documentos necessários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especial para jovens até aos 35 anos.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Regime estabelecido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financiamento de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fiador.</a:t>
            </a:r>
          </a:p>
          <a:p>
            <a:pPr marL="285750" indent="-285750">
              <a:buFont typeface="Arial"/>
              <a:buChar char="•"/>
            </a:pPr>
            <a:r>
              <a:t>Cobre a diferença entre o LTV usual (85%) e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podem exceder o 8.º escalão do IRS</a:t>
            </a:r>
          </a:p>
          <a:p>
            <a:r>
              <a:t>Limite individual: €80.000</a:t>
            </a:r>
          </a:p>
          <a:p>
            <a:r>
              <a:t>Limite para dois mutuários: €160.000 (quociente familiar)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Não possuir propriedade anterior e não ter usado esta garantia do Estado.</a:t>
            </a:r>
          </a:p>
          <a:p>
            <a:pPr marL="285750" indent="-285750">
              <a:buFont typeface="Arial"/>
              <a:buChar char="•"/>
            </a:pPr>
            <a:r>
              <a:t>Valor da transação não pode ultrapassar €450.000.</a:t>
            </a:r>
          </a:p>
          <a:p>
            <a:pPr marL="285750" indent="-285750">
              <a:buFont typeface="Arial"/>
              <a:buChar char="•"/>
            </a:pPr>
            <a:r>
              <a:t>Para estrangeiros, é exigido título de residência temporária há 3 anos.</a:t>
            </a:r>
          </a:p>
          <a:p>
            <a:pPr marL="285750" indent="-285750">
              <a:buFont typeface="Arial"/>
              <a:buChar char="•"/>
            </a:pPr>
            <a:r>
              <a:t>Este título deve estar válido na data da análise; renovações não são aceites.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Restrições e Limites da Transação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7500"/>
          </a:bodyPr>
          <a:lstStyle/>
          <a:p>
            <a:r>
              <a:t>Explorar as vantagens fiscais e o funcionamento da garantia estatal.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Condições de Financiamento e Garantia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Fiscais e Garantia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Isenção de IMT e Imposto do Selo na primeira habitação até €330.539.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do Estado não excede 15% do valor da transação.</a:t>
            </a:r>
          </a:p>
          <a:p>
            <a:r>
              <a:t>Permite financiamento de até 100% ou, no mínimo, 85% do valor.</a:t>
            </a:r>
          </a:p>
          <a:p>
            <a:r>
              <a:t>CTT Bank aderiu ao protocolo em 2 de outubro de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7500"/>
          </a:bodyPr>
          <a:lstStyle/>
          <a:p>
            <a:r>
              <a:t>Entender as fases de avaliação e os documentos necessários.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Formulário de adesão ao CH Jovem.</a:t>
            </a:r>
          </a:p>
          <a:p>
            <a:pPr marL="285750" indent="-285750">
              <a:buFont typeface="Arial"/>
              <a:buChar char="•"/>
            </a:pPr>
            <a:r>
              <a:t>Declaração de IRS (ou declarações SS/pensionista).</a:t>
            </a:r>
          </a:p>
          <a:p>
            <a:pPr marL="285750" indent="-285750">
              <a:buFont typeface="Arial"/>
              <a:buChar char="•"/>
            </a:pPr>
            <a:r>
              <a:t>Certificado de domicílio fiscal.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Documentos para Criação da Proposta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Certificados do Registo e da Autoridade Tributária do imóvel.</a:t>
            </a:r>
          </a:p>
          <a:p>
            <a:pPr marL="285750" indent="-285750">
              <a:buFont typeface="Arial"/>
              <a:buChar char="•"/>
            </a:pPr>
            <a:r>
              <a:t>Documento que ateste o valor de aquisição (ex: CPCV).</a:t>
            </a:r>
          </a:p>
          <a:p>
            <a:pPr marL="285750" indent="-285750">
              <a:buFont typeface="Arial"/>
              <a:buChar char="•"/>
            </a:pPr>
            <a:r>
              <a:t>Bilhete de Identidade/NIF ou Cartão de Cidadão e Última Declaração de Rendimentos (IRS) são necessários para todos.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Documentos para Enquadramento da Proposta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rendimento para um mutuário individual no CH Jovem?</a:t>
            </a:r>
          </a:p>
          <a:p>
            <a:pPr marL="285750" indent="-285750">
              <a:buFont typeface="Arial"/>
              <a:buChar char="•"/>
            </a:pPr>
            <a:r>
              <a:t>Que tipo de garantia o Estado Português fornece neste regime?</a:t>
            </a:r>
          </a:p>
          <a:p>
            <a:pPr marL="285750" indent="-285750">
              <a:buFont typeface="Arial"/>
              <a:buChar char="•"/>
            </a:pPr>
            <a:r>
              <a:t>Quais são os dois tipos de documentos necessários para a criação de uma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Condições e Processo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Características do CH Jovem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para jovens (&lt;= 35 anos)</a:t>
            </a:r>
          </a:p>
          <a:p>
            <a:r>
              <a:t>Financiamento de até 100%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Estado atua como fiador (cobre diferença LTV)</a:t>
            </a:r>
          </a:p>
          <a:p>
            <a:r>
              <a:t>Limites rigorosos de rendimento e valor de transação</a:t>
            </a:r>
          </a:p>
          <a:p>
            <a:r>
              <a:t>Documentação específica em duas fases: criação e enquadramento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