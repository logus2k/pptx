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O ponto mais importante é que permite financiar até 100% do valor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pois garante o financiamento total. O Estado assume o risco da diferença entre o LTV padrão e os 100% que o regime oferece.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 qualificar, deve cumprir requisitos específicos de idade, residência e rendimento. É importante notar que o valor máximo da transação está limitado a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facilitado, existem benefícios fiscais significativos. A isenção de IMT e Imposto do Selo aplica-se a imóveis até um determinado valor.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claras, começando pela submissão da proposta de risco. Certifique-se de reunir toda a documentação necessária para ambas as etapas.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já faz parte deste protocolo, e é importante saber que há especificidades para clientes estrangeiros. Verifique sempre a validade do seu título de residência.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até 35 anos.</a:t>
            </a:r>
          </a:p>
          <a:p>
            <a:pPr marL="285750" indent="-285750">
              <a:buFont typeface="Arial"/>
              <a:buChar char="•"/>
            </a:pPr>
            <a:r>
              <a:t>Criado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aos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Português atua como fiador do crédito.</a:t>
            </a:r>
          </a:p>
          <a:p>
            <a:pPr marL="285750" indent="-285750">
              <a:buFont typeface="Arial"/>
              <a:buChar char="•"/>
            </a:pPr>
            <a:r>
              <a:t>Cobre a diferença entre 85% e 100% do valor.</a:t>
            </a:r>
          </a:p>
          <a:p>
            <a:pPr marL="285750" indent="-285750">
              <a:buFont typeface="Arial"/>
              <a:buChar char="•"/>
            </a:pPr>
            <a:r>
              <a:t>A garantia não ultrapassa 15% do valor da transação.</a:t>
            </a:r>
          </a:p>
          <a:p>
            <a:pPr marL="285750" indent="-285750">
              <a:buFont typeface="Arial"/>
              <a:buChar char="•"/>
            </a:pPr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do Estado Suporta o Seu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 e Patrimoniais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Residente fiscal em Portugal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exceder o 8.º escalão do IRS</a:t>
            </a:r>
          </a:p>
          <a:p>
            <a:r>
              <a:t>Não possuir propriedade anterior</a:t>
            </a:r>
          </a:p>
          <a:p>
            <a:r>
              <a:t>Valor da transação até €450.000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Isenção de IMT e Imposto do Selo aplicável.</a:t>
            </a:r>
          </a:p>
          <a:p>
            <a:pPr marL="285750" indent="-285750">
              <a:buFont typeface="Arial"/>
              <a:buChar char="•"/>
            </a:pPr>
            <a:r>
              <a:t>Válido para imóveis até ao valor de €330.539.</a:t>
            </a:r>
          </a:p>
          <a:p>
            <a:pPr marL="285750" indent="-285750">
              <a:buFont typeface="Arial"/>
              <a:buChar char="•"/>
            </a:pPr>
            <a:r>
              <a:t>É destinado à primeira habitação própria permanente.</a:t>
            </a:r>
          </a:p>
          <a:p>
            <a:pPr marL="285750" indent="-285750">
              <a:buFont typeface="Arial"/>
              <a:buChar char="•"/>
            </a:pPr>
            <a:r>
              <a:t>Benefício fiscal importante para os jovens compradores.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Aquisição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Submissão da Proposta de Risco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Avaliação e 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Específicos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Protocolo e Operações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Informações Adicionais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Aderência do CTT Bank: 2 de outubro de 2024</a:t>
            </a:r>
          </a:p>
          <a:p>
            <a:r>
              <a:t>Quadrante de preços: 65-85%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Estrangeiros: Exige título de residência temporária</a:t>
            </a:r>
          </a:p>
          <a:p>
            <a:r>
              <a:t>Renovações de residência: Não aceites na análise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