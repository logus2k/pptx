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 com Garantia do Estado. Ao final, vocês serão capazes de compreender a essência deste regime. Vamos focar-nos em saber quem pode aceder, quais são os benefícios e como iniciar o processo. 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crédito. É um regime criado especificamente para apoiar jovens na aquisição da primeira habitação. É importante entender a sua natureza e o que o torna atrativo no mercado atual.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vantajoso, pois permite financiar até 100% do valor do imóvel, eliminando a necessidade de capitais próprios para a entrada. O Estado Português entra como fiador, cobrindo a diferença entre o LTV padrão de 85% e o financiamento total. Lembrem-se que este regime foi formalizado pelo Decreto-Lei n.º 44/2024, de 10 de julho, e é para jovens até aos 35 anos.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vamos ver quem pode beneficiar deste apoio. Os critérios são específicos e envolvem idade, residência fiscal e rendimentos. É crucial que os candidatos verifiquem se cumprem todos estes requisitos.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ter entre 18 e 35 anos e estar fiscalmente domiciliado em Portugal. Quanto aos rendimentos, devem estar abaixo do 8.º escalão do IRS, que tem um limite de €80.000 por pessoa. Se forem clientes estrangeiros, um requisito adicional é ter um título de residência temporária válido há pelo menos três anos.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para o valor da transação, que não pode exceder €450.000, e o crédito deve ser para a primeira habitação permanente. Um benefício fiscal importante é a isenção de IMT e Imposto do Selo para valores até €330.539. Além disso, a garantia do Estado tem um limite máximo de 15% do valor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passa por várias etapas, desde a proposta inicial até ao enquadramento final. É fundamental saber em que fase estamos e que documentos são exigidos em cada momento para garantir um processo suave.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dividido em duas etapas: a Proposta de Risco e o Enquadramento de Proposta. É importante notar que as recusas só são emitidas após a submissão ao risco. Para iniciar, precisam do formulário de adesão, IRS e certificado de domicílio fiscal. Na fase seguinte, são necessários o registo predial e a certidão negativa da Autoridade Tributária.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candidatura é formalizada através da Ficha de Adesão ao Produto, ou FAP, que contém os dados do imóvel e a autorização de crédito. Embora opcional, o Serviço de Solicitadoria é aplicado por defeito em aquisições. É relevante saber que o CTT Bank aderiu a este protocolo em 2 de outubro de 2024, caracterizando o Estado como fiador.</a:t>
            </a:r>
          </a:p>
          <a:p/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aqui estão três perguntas. A resposta para a primeira é que a idade máxima é 35 anos. A segunda, o Estado atua como fiador, cobrindo a diferença entre 85% e 100%, com a garantia não excedendo 15% do valor da transação. Para a terceira, são necessários o formulário de adesão, a declaração de IRS e o certificado de domicílio fiscal.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 mecanismo poderoso para jovens que procuram a primeira casa. Ele permite financiamento total com a garantia do Estado, o que é um grande alívio financeiro. Lembrem-se que os requisitos de elegibilidade são rigorosos, focados em idade e rendimento. Finalmente, o sucesso da candidatura depende da correta apresentação da documentação em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 com Garantia do Estado.</a:t>
            </a:r>
          </a:p>
          <a:p>
            <a:r>
              <a:t>Identificar os critérios de elegibilidade para este regime.</a:t>
            </a:r>
          </a:p>
          <a:p>
            <a:r>
              <a:t>Saber quais os benefícios e isenções aplicáveis.</a:t>
            </a:r>
          </a:p>
          <a:p>
            <a:r>
              <a:t>Conhecer a documentação necessária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conceito e os benefícios centrais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destinado a jovens com idade de 35 anos ou menos.</a:t>
            </a:r>
          </a:p>
          <a:p>
            <a:r>
              <a:t>Foi estabelecido pelo Decreto-Lei n.º 44/2024, de 10 de julho.</a:t>
            </a:r>
          </a:p>
          <a:p>
            <a:r>
              <a:t>Permite financiar até 100% do valor de compra, sem necessidade de entrada.</a:t>
            </a:r>
          </a:p>
          <a:p>
            <a:r>
              <a:t>O Estado atua como fiador, cobrindo a diferença do LTV usual (85%) para 100%.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quem pode candidatar-se ao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e domicílio fiscal em Portugal.</a:t>
            </a:r>
          </a:p>
          <a:p>
            <a:r>
              <a:t>Os rendimentos devem ser inferiores ao 8.º escalão do IRS.</a:t>
            </a:r>
          </a:p>
          <a:p>
            <a:r>
              <a:t>O limite máximo do 8.º escalão é de €80.000 por mutuário individual.</a:t>
            </a:r>
          </a:p>
          <a:p>
            <a:r>
              <a:t>Para clientes estrangeiros, é necessário título de residência temporária de pelo menos 3 anos.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valor da transação não pode ultrapassar €450.000.</a:t>
            </a:r>
          </a:p>
          <a:p>
            <a:r>
              <a:t>O crédito deve ser para a primeira habitação própria permanente.</a:t>
            </a:r>
          </a:p>
          <a:p>
            <a:r>
              <a:t>Há isenção de IMT e Imposto do Selo para primeiras habitações até €330.539.</a:t>
            </a:r>
          </a:p>
          <a:p>
            <a:r>
              <a:t>A garantia do Estado não excede 15% do valor da transação.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de avaliação e a documentação necessária.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de Avaliação e Documentação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avaliação ocorre em duas fases: Proposta de Risco e Enquadramento de Proposta.</a:t>
            </a:r>
          </a:p>
          <a:p>
            <a:r>
              <a:t>As cartas de recusa são emitidas apenas para propostas submetidas ao risco.</a:t>
            </a:r>
          </a:p>
          <a:p>
            <a:r>
              <a:t>Para criar a proposta, são necessários o formulário de adesão, IRS e certificado de domicílio fiscal.</a:t>
            </a:r>
          </a:p>
          <a:p>
            <a:r>
              <a:t>Para enquadrar a proposta, são exigidos o certificado do registo predial e certidão negativa da Autoridade Tributária.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e Formalização da Candidatura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Formulário de Adesão (FAP) formaliza a candidatura, incluindo dados do imóvel.</a:t>
            </a:r>
          </a:p>
          <a:p>
            <a:r>
              <a:t>O Serviço de Solicitadoria é opcional, mas aplicado por defeito em aquisições.</a:t>
            </a:r>
          </a:p>
          <a:p>
            <a:r>
              <a:t>A FAP inclui autorização para consulta de crédito.</a:t>
            </a:r>
          </a:p>
          <a:p>
            <a:r>
              <a:t>O CTT Bank aderiu ao protocolo em 2 de outubro de 2024.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idade para aceder ao Crédito Habitação Jovem?</a:t>
            </a:r>
          </a:p>
          <a:p>
            <a:r>
              <a:t>Que tipo de garantia o Estado fornece e qual o seu limite máximo?</a:t>
            </a:r>
          </a:p>
          <a:p>
            <a:r>
              <a:t>Quais são os dois tipos de documentos necessários para a criação da proposta?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apoia jovens (até 35 anos) com financiamento até 100% do valor.</a:t>
            </a:r>
          </a:p>
          <a:p>
            <a:r>
              <a:t>O Estado garante a diferença do LTV, e há isenção fiscal em certos limites.</a:t>
            </a:r>
          </a:p>
          <a:p>
            <a:r>
              <a:t>A elegibilidade depende de critérios como idade, rendimento (8.º escalão) e domicílio fiscal.</a:t>
            </a:r>
          </a:p>
          <a:p>
            <a:r>
              <a:t>O processo exige documentação específica para 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