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Anuais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75360" y="1508760"/>
          <a:ext cx="102412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