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 primeiro do contexto; os preços ficam para o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Proposta para o Cliente 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Apresentação de capacidades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Contexto e objetivos</a:t>
            </a:r>
          </a:p>
          <a:p>
            <a:pPr/>
            <a:r>
              <a:t>Solução proposta</a:t>
            </a:r>
          </a:p>
          <a:p>
            <a:pPr lvl="1"/>
            <a:r>
              <a:t>Arquitetura</a:t>
            </a:r>
          </a:p>
          <a:p>
            <a:pPr lvl="1"/>
            <a:r>
              <a:t>Calendário</a:t>
            </a:r>
          </a:p>
          <a:p>
            <a:pPr/>
            <a:r>
              <a:t>Preços e condições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Antes e depois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Processos manuais</a:t>
            </a:r>
          </a:p>
          <a:p>
            <a:r>
              <a:t>Vários sistemas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Fluxo único</a:t>
            </a:r>
          </a:p>
          <a:p>
            <a:r>
              <a:t>Um só sistema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84960" y="1645920"/>
            <a:ext cx="170688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Pedido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23360" y="1645920"/>
            <a:ext cx="170688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Análise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61760" y="1645920"/>
            <a:ext cx="170688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Aprovação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00160" y="1645920"/>
            <a:ext cx="170688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Entrega</a:t>
            </a:r>
          </a:p>
        </p:txBody>
      </p:sp>
      <p:cxnSp>
        <p:nvCxnSpPr>
          <p:cNvPr id="6" name="Connector 6"/>
          <p:cNvCxnSpPr>
            <a:stCxn id="2" idx="3"/>
            <a:endCxn id="3" idx="1"/>
          </p:cNvCxnSpPr>
          <p:nvPr/>
        </p:nvCxnSpPr>
        <p:spPr>
          <a:xfrm>
            <a:off x="3291840" y="2057400"/>
            <a:ext cx="73152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cxnSp>
      <p:cxnSp>
        <p:nvCxnSpPr>
          <p:cNvPr id="7" name="Connector 7"/>
          <p:cNvCxnSpPr>
            <a:stCxn id="3" idx="3"/>
            <a:endCxn id="4" idx="1"/>
          </p:cNvCxnSpPr>
          <p:nvPr/>
        </p:nvCxnSpPr>
        <p:spPr>
          <a:xfrm>
            <a:off x="5730240" y="2057400"/>
            <a:ext cx="73152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cxnSp>
      <p:cxnSp>
        <p:nvCxnSpPr>
          <p:cNvPr id="8" name="Connector 8"/>
          <p:cNvCxnSpPr>
            <a:stCxn id="4" idx="3"/>
            <a:endCxn id="5" idx="1"/>
          </p:cNvCxnSpPr>
          <p:nvPr/>
        </p:nvCxnSpPr>
        <p:spPr>
          <a:xfrm>
            <a:off x="8168640" y="2057400"/>
            <a:ext cx="73152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