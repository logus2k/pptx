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 e dispersos</a:t>
            </a:r>
          </a:p>
          <a:p>
            <a:r>
              <a:t>Múltiplos sistemas desconectados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de trabalho unificado e automatizado</a:t>
            </a:r>
          </a:p>
          <a:p>
            <a:r>
              <a:t>Plataforma integrada e centralizada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