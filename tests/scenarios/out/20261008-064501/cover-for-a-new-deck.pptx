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O ponto chave é que permite financiar o valor total do imóvel, sem necessidade de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intervenção do Estado é crucial neste regime, pois garante o financiamento total. O Estado assume o risco da diferença entre o LTV padrão e o 100% oferecido.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para a elegibilidade, focados na idade, residência e capacidade financeira. É importante notar que o valor máximo da transação está limitado a €450.000.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definidos de forma clara, e há benefícios fiscais significativos para quem compra a primeira casa. Estes benefícios aplicam-se até um certo valor de aquisição.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estruturado em duas etapas distintas, garantindo uma análise rigorosa. A documentação exigida varia consoante a fase do processo.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clientes estrangeiros, existem requisitos adicionais de comprovação de residência e vínculos. É importante que o título de residência esteja válido na data da análise.</a:t>
            </a:r>
          </a:p>
          <a:p/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várias campanhas em vigor que podem beneficiar os proponentes. Estas ofertas são definidas pelo Banco CTT Marketing e estão sujeitas a condições específicas.</a:t>
            </a:r>
          </a:p>
          <a:p/>
          <a:p>
            <a:r>
              <a:t>Fonte: 13 - Campanhas em Vigor · Campanhas em Vigor Campanha CH Jovem - Oferta Comissões Crédito Habitação Jovem - https://logus2k.com/cortex/?open=ch&amp;path=CH%2F13%20-%20Campanhas%20em%20Vigor.docx&amp;page=1</a:t>
            </a:r>
          </a:p>
          <a:p>
            <a:r>
              <a:t>Fonte: 13 - Campanhas em Vigor · Campanhas em Vigor Campanha Sustentabilidade - Imóveis com Classificação Energética A ou B - https://logus2k.com/cortex/?open=ch&amp;path=CH%2F13%20-%20Campanhas%20em%20Vigor.docx&amp;page=1</a:t>
            </a:r>
          </a:p>
          <a:p>
            <a:r>
              <a:t>Fonte: 13 - Campanhas em Vigor · Campanhas em Vigor Campanha Taxa Promocional 2,60% - Taxa Mista 1 Ano - https://logus2k.com/cortex/?open=ch&amp;path=CH%2F13%20-%20Campanhas%20em%20Vigor.docx&amp;page=1</a:t>
            </a:r>
          </a:p>
          <a:p>
            <a:r>
              <a:t>Fonte: 13 - Campanhas em Vigor · Campanha Avaliação Gratuita - Oferta Comissão de Avaliação - https://logus2k.com/cortex/?open=ch&amp;path=CH%2F13%20-%20Campanhas%20em%20Vigor.docx&amp;page=1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avançar, é recomendado utilizar as simulações disponíveis para verificar a aplicação do LTV superior a 85%. Lembrem-se que as campanhas estão sujeitas a aprovação executiva.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13 - Campanhas em Vigor · Notas sobre Atualização das Campanhas - https://logus2k.com/cortex/?open=ch&amp;path=CH%2F13%20-%20Campanhas%20em%20Vigor.docx&amp;page=1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Jovem: Oportunidade para Jovens Compradores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Regime especial para jovens até aos 35 anos.</a:t>
            </a:r>
          </a:p>
          <a:p>
            <a:r>
              <a:t>Criado pelo Decreto-Lei n.º 44/2024, de 10 de julho.</a:t>
            </a:r>
          </a:p>
          <a:p>
            <a:r>
              <a:t>Permite financiar até 100% do valor do imóvel.</a:t>
            </a:r>
          </a:p>
          <a:p>
            <a:r>
              <a:t>Elimina a necessidade de capitais próprios para a entrada.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Garantia do Estado e Financiamento Máximo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Estado Português atua como fiador do empréstimo.</a:t>
            </a:r>
          </a:p>
          <a:p>
            <a:r>
              <a:t>Cobre a diferença entre 85% e 100% de financiamento.</a:t>
            </a:r>
          </a:p>
          <a:p>
            <a:r>
              <a:t>A garantia do Estado não excede 15% do valor.</a:t>
            </a:r>
          </a:p>
          <a:p>
            <a:r>
              <a:t>Permite financiamento de 100% ou pelo menos 85%.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podem exceder o 8.º escalão do IRS.</a:t>
            </a:r>
          </a:p>
          <a:p>
            <a:r>
              <a:t>Não possuir propriedade anterior nem usar esta garantia.</a:t>
            </a:r>
          </a:p>
          <a:p>
            <a:r>
              <a:t>Valor da transação não pode ultrapassar €450.000.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de Rendimento e Benefícios Fiscais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 de rendimento: €80.000 por mutuário individual.</a:t>
            </a:r>
          </a:p>
          <a:p>
            <a:r>
              <a:t>Até €160.000 para dois mutuários (fator familiar 2).</a:t>
            </a:r>
          </a:p>
          <a:p>
            <a:r>
              <a:t>Isenção de IMT e Imposto do Selo até €330.539.</a:t>
            </a:r>
          </a:p>
          <a:p>
            <a:r>
              <a:t>Crédito deve ser para primeira habitação própria permanente.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Avaliação em duas fases: Proposta de Risco e Enquadramento.</a:t>
            </a:r>
          </a:p>
          <a:p>
            <a:r>
              <a:t>Cartas de recusa só são emitidas após submissão ao risco.</a:t>
            </a:r>
          </a:p>
          <a:p>
            <a:r>
              <a:t>Para criação: Formulário de adesão e declaração IRS.</a:t>
            </a:r>
          </a:p>
          <a:p>
            <a:r>
              <a:t>Para enquadramento: Certificados de Registo e Autoridade Tributária.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Condições Específicas para Clientes Estrangeiros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Clientes estrangeiros precisam de autorização de residência.</a:t>
            </a:r>
          </a:p>
          <a:p>
            <a:r>
              <a:t>O título de residência deve ter sido emitido há pelo menos 3 anos.</a:t>
            </a:r>
          </a:p>
          <a:p>
            <a:r>
              <a:t>Se dois proponentes, apenas um precisa do título de residência.</a:t>
            </a:r>
          </a:p>
          <a:p>
            <a:r>
              <a:t>É obrigatório ter um vínculo efetivo para pelo menos um proponente.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Oportunidades de Campanhas Atuais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Desconto de 0,1% no spread para imóveis com classificação A ou B.</a:t>
            </a:r>
          </a:p>
          <a:p>
            <a:r>
              <a:t>Oferta de descontos em comissões para processos formalizados até Out/2026.</a:t>
            </a:r>
          </a:p>
          <a:p>
            <a:r>
              <a:t>Taxa Promocional de 2,60% para aquisição (1 ano fixo).</a:t>
            </a:r>
          </a:p>
          <a:p>
            <a:r>
              <a:t>Campanha de Avaliação Gratuita para pedidos acima de €150.000.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 e Acompanhamento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Simulações CH Jovem permitem selecionar LTV superior a 85%.</a:t>
            </a:r>
          </a:p>
          <a:p>
            <a:r>
              <a:t>O CTT Bank aderiu ao protocolo em 2 de Outubro de 2024.</a:t>
            </a:r>
          </a:p>
          <a:p>
            <a:r>
              <a:t>As campanhas comerciais são definidas pelo Banco CTT Marketing.</a:t>
            </a:r>
          </a:p>
          <a:p>
            <a:r>
              <a:t>Verificar a elegibilidade e documentação para iniciar o processo.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