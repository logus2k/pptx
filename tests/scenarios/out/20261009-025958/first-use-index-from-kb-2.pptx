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Empréstimos: O Banco CTT oferece Crédito Habitação Geral e Crédito Hipotecário. O Crédito Habitação Geral abrange aquisição, TOIC, obras, construção e reforço, para habitação própria permanente, secundária ou arrendamento. O Crédito Hipotecário inclui complementar isolado e complementar associado.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80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Habitação: Este compreende todos os procedimentos após a concessão, formalizados nas Lojas BCTT, e envolve a Direção de Operações (OPE) e Finsolutia.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Crédito Bonificado à Habitação a Pessoa com Deficiência: Linha de crédito especial para pessoas com deficiência (grau de incapacidade $\ge 60\%$), com condições específicas de acesso e permanência.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Habitação: O processo envolve 7 fases, com intervenção de entidades como a Rede de Lojas BCTT, Finsolutia, Direção de Crédito, e avaliadores externos.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Crédito Habitação Obras: Destina-se a financiar obras em imóveis para habitação própria permanente, secundária ou arrendamento, com limite de financiamento ao custo das obras com IVA incluído.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Regime e Finalidades dos Empréstimos: O Banco CTT oferece Crédito Habitação Geral e Crédito Hipotecário. O Crédito Habitação Geral abrange aquisição, TOIC, obras, construção e reforço, para habitação própria permanente, secundária ou arrendamento. O Crédito Hipotecário inclui complementar isolado e complementar associado.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80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Fases do Processo de Crédito Habitação: O processo envolve 7 fases, com intervenção de entidades como a Rede de Lojas BCTT, Finsolutia, Direção de Crédito, e avaliadores externos.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Servicing de Crédito Habitação: Este compreende todos os procedimentos após a concessão, formalizados nas Lojas BCTT, e envolve a Direção de Operações (OPE) e Finsolutia.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80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Crédito Habitação Obras: Destina-se a financiar obras em imóveis para habitação própria permanente, secundária ou arrendamento, com limite de financiamento ao custo das obras com IVA incluído.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Crédito Bonificado à Habitação a Pessoa com Deficiência: Linha de crédito especial para pessoas com deficiência (grau de incapacidade $\ge 60\%$), com condições específicas de acesso e permanência.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80000"/>
          </a:bodyPr>
          <a:lstStyle/>
          <a:p>
            <a:r>
              <a:t>Índice: Tópicos de Crédito à Habitação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