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75000"/>
          </a:bodyPr>
          <a:lstStyle/>
          <a:p>
            <a:r>
              <a:t>Tópicos de Crédito à Habitação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Fases do Processo de Crédito Habitação: As 7 fases e intervenientes.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Servicing de Crédito Habitação: Procedimentos durante a vigência do contrato.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Regime e Finalidades dos Empréstimos: Crédito Habitação Geral e Crédito Hipotecário.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>
            <a:r>
              <a:t>Crédito Habitação Obras: Financiamento para obras em imóveis.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Regime de Crédito Bonificado à Habitação a Pessoa com Deficiência: Condições especiais.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47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50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51" sz="quarter"/>
          </p:nvPr>
        </p:nvSpPr>
        <p:spPr/>
        <p:txBody>
          <a:bodyPr/>
          <a:lstStyle/>
          <a:p>
            <a: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