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87500"/>
          </a:bodyPr>
          <a:lstStyle/>
          <a:p>
            <a:r>
              <a:t>Índice: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As 7 fases distintas do processo de concessão de crédito à habitação.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Procedimentos e tarefas desencadeadas durante a vigência do contrato (Servicing).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Aquisição de habitação, Transferência de crédito (TOIC), Obras, Construção.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