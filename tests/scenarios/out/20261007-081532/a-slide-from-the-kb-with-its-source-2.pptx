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  <p:sldId id="257" r:id="rId14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Fonte: 11 - Crédito Habitação Jovem, Crédito Habitação Jovem - Garantia do Estado &gt; Crédito Habitação Jovem - Garantia do Estado &gt; O que é o Crédito Habitação Jovem, Crédito Habitação Jovem - Garantia do Estado &gt; Crédito Habitação Jovem - Garantia do Estado &gt; Enquadramento Legal, 2026-10-01 - https://logus2k.com/cortex/?open=ch&amp;path=CH%2F11%20-%20Cr%C3%A9dito%20Habita%C3%A7%C3%A3o%20Jovem.docx&amp;section=O%20que%20%C3%A9%20o%20Cr%C3%A9dito%20Habita%C3%A7%C3%A3o%20Jovem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Crédito Habitação Jovem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>
            <a:normAutofit fontScale="92500"/>
          </a:bodyPr>
          <a:lstStyle/>
          <a:p>
            <a:r>
              <a:t>Apresentação do Crédito Habitação Jovem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Crédito Habitação Jovem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Condições do Crédito Habitação Jovem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O Crédito Habitação Jovem com Garantia do Estado é um regime especial de acesso ao crédito habitação destinado a jovens com idade igual ou inferior a 35 anos, criado pelo Decreto-Lei n.º 44/2024, de 10 de julho, e regulamentado pela Portaria n.º 236-A/2024/1, de 27 de setembro.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O objetivo do regime é facilitar o acesso à habitação própria permanente por parte de jovens, permitindo o financiamento de até 100% do valor de aquisição do imóvel, eliminando a necessidade de capitais próprios para a entrada.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A garantia é prestada pelo Estado Português, que atua como fiador, cobrindo a diferença entre o LTV máximo habitualmente permitido (85%) e os 100% do valor de aquisição.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