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Estrutura da Apresentação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Proposta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Calendário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