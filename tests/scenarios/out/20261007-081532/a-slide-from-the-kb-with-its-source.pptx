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 em Portugal.</a:t>
            </a:r>
          </a:p>
          <a:p>
            <a:r>
              <a:t>Rendimentos não superiores ao 8.º escalão do IRS.</a:t>
            </a:r>
          </a:p>
          <a:p>
            <a:r>
              <a:t>Não ser proprietário de prédio urbano ou fração autónoma habitacional.</a:t>
            </a:r>
          </a:p>
          <a:p>
            <a:r>
              <a:t>Nunca ter usufruído da garantia pessoal do Estado ao abrigo do DL n.º 44/2024, de 10 de julho.</a:t>
            </a:r>
          </a:p>
          <a:p>
            <a:r>
              <a:t>Valor da transação não exceder 450.000,00 euros.</a:t>
            </a:r>
          </a:p>
          <a:p>
            <a:r>
              <a:t>Destino: Primeira aquisição de habitação própria permanente.</a:t>
            </a:r>
          </a:p>
          <a:p>
            <a:r>
              <a:t>Garantia do Estado não ultrapassar 15% do valor da transação.</a:t>
            </a:r>
          </a:p>
          <a:p>
            <a:r>
              <a:t>Garantia visa financiar até 100% do valor da transação (ou &gt;= 85%).</a:t>
            </a:r>
          </a:p>
          <a:p>
            <a:r>
              <a:t>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