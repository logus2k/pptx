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Crédito Habitação Jovem com Garantia do Estado é um regime especial de acesso ao crédito habitação destinado a jovens com idade igual ou inferior a 35 anos, criado pelo Decreto-Lei n.º 44/2024, de 10 de julho, e regulamentado pela Portaria n.º 236-A/2024/1, de 27 de setembro. O objetivo é facilitar o acesso à habitação própria permanente, permitindo o financiamento de até 100% do valor de aquisição do imóvel, eliminando a necessidade de capitais próprios para a entrada. A garantia é prestada pelo Estado Português.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Critérios de Elegibilidade: a) Idade entre 18 e 35 anos; b) Domicílio fiscal em Portugal; c) Rendimentos não ultrapassar o 8.º escalão do IRS; d) Não ser proprietário de prédio urbano; e) Nunca ter usufruído da garantia pessoal do Estado; f) Valor da transação não exceder 450.000,00 euros; g) Destinar-se à primeira aquisição de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pessoal do Estado não ultrapassa 15% do valor da transação. O crédito pode financiar a totalidade do valor da transação ou um valor inferior, desde que seja igual ou superior a 85%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