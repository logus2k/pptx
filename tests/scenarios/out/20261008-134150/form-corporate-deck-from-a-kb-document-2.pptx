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criado especificamente para apoiar os jovens no acesso à habitação. O ponto chave é que permite financiar até 100% do valor do imóvel, o que elimina a necessidade de entrada inicial.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Estado Português assume um papel crucial como fiador neste regime. Esta garantia permite alcançar o financiamento de 100%, cobrindo o excedente do LTV padrão de 85%.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critérios claros de elegibilidade que os candidatos devem cumprir. É importante notar os limites de idade, rendimento e a condição de não possuir bens próprios anteriormente.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 financiamento, existem benefícios fiscais importantes para a primeira habitação. Estes benefícios estão condicionados ao valor da transação e à natureza do imóvel.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avaliação é estruturado em duas etapas distintas: a proposta inicial e o enquadramento. É fundamental preparar toda a documentação exigida para cada fase.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avançar, é necessário seguir o processo de avaliação em duas fases e reunir a documentação completa. Este regime representa uma oportunidade significativa para jovens portugueses.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5000"/>
          </a:bodyPr>
          <a:lstStyle/>
          <a:p>
            <a:r>
              <a:t>Crédito Habitação Jovem: Oportunidade para Jovens Compradores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Regime especial para jovens até aos 35 anos.</a:t>
            </a:r>
          </a:p>
          <a:p>
            <a:r>
              <a:t>Criado pelo Decreto-Lei n.º 44/2024, de 10 de julho.</a:t>
            </a:r>
          </a:p>
          <a:p>
            <a:r>
              <a:t>Permite financiamento de até 100% do valor do imóvel.</a:t>
            </a:r>
          </a:p>
          <a:p>
            <a:r>
              <a:t>Elimina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 que é o Crédito Habitação Jovem?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Estado Português atua como fiador do empréstimo.</a:t>
            </a:r>
          </a:p>
          <a:p>
            <a:r>
              <a:t>Cobre a diferença entre 85% LTV e 100% do valor.</a:t>
            </a:r>
          </a:p>
          <a:p>
            <a:r>
              <a:t>A garantia do Estado não excede 15% do valor.</a:t>
            </a:r>
          </a:p>
          <a:p>
            <a:r>
              <a:t>O CTT Bank aderiu ao protocolo em 2 de outubro de 2024.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Garantia do Estado e Condições de Financiamento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 e domicílio fiscal em Portugal.</a:t>
            </a:r>
          </a:p>
          <a:p>
            <a:r>
              <a:t>Rendimentos não podem exceder o 8.º escalão do IRS.</a:t>
            </a:r>
          </a:p>
          <a:p>
            <a:r>
              <a:t>Limite de rendimento: €80.000 (individual) ou €160.000 (dois).</a:t>
            </a:r>
          </a:p>
          <a:p>
            <a:r>
              <a:t>Não possuir propriedade anterior nem usar esta garantia.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Critérios de Elegibilidade Essenciais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Isenção de IMT e Imposto do Selo até €330.539.</a:t>
            </a:r>
          </a:p>
          <a:p>
            <a:r>
              <a:t>Valor da transação não pode ultrapassar €450.000.</a:t>
            </a:r>
          </a:p>
          <a:p>
            <a:r>
              <a:t>O crédito deve ser para primeira habitação própria permanente.</a:t>
            </a:r>
          </a:p>
          <a:p>
            <a:r>
              <a:t>O Crédito Sinal Jovem integra o crédito habitação principal.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Benefícios Fiscais e Limites da Transação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elegibilidade é aferida em duas fases: Proposta e Enquadramento.</a:t>
            </a:r>
          </a:p>
          <a:p>
            <a:r>
              <a:t>Apenas propostas submetidas a Risco geram cartas de recusa.</a:t>
            </a:r>
          </a:p>
          <a:p>
            <a:r>
              <a:t>Documentos incluem formulário de adesão e declaração de IRS.</a:t>
            </a:r>
          </a:p>
          <a:p>
            <a:r>
              <a:t>São necessários certificados de registo e autoridade fiscal.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Processo de Avaliação e Documentação Necessária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avaliação de elegibilidade ocorre em duas etapas distintas.</a:t>
            </a:r>
          </a:p>
          <a:p>
            <a:r>
              <a:t>Os documentos obrigatórios incluem IRS e certificado de domicílio fiscal.</a:t>
            </a:r>
          </a:p>
          <a:p>
            <a:r>
              <a:t>O regime visa apoiar jovens no acesso à habitação própria.</a:t>
            </a:r>
          </a:p>
          <a:p>
            <a:r>
              <a:t>Mais detalhes sobre a operacionalização estão disponíveis.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Próximos Passos e Informação Adicional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