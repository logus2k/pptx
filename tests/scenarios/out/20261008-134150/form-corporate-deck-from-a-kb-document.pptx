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grande benefício é que permite financiar até 100% do valor do imóvel, o que elimina a necessidade de um valor inicial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papel do Estado é crucial neste regime, atuando como fiador. Ele cobre a diferença necessária para atingir os 100% de financiamento, sendo que a garantia não pode ultrapassar 15% do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os proponentes devem cumprir. É fundamental que o crédito seja destinado à primeira habitação própria permanente e que o valor da transação respeite o limite estabelecido.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mutuários devem cumprir limites de rendimento definidos pelo 8.º escalão do IRS. Além disso, há benefícios fiscais significativos, como a isenção de IMT e Imposto do Selo para certas aquisições.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distintas: a Proposta e o Enquadramento. É importante reunir a documentação correta para cada fase, incluindo declarações fiscais e certificados de propriedade.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concretizar o crédito, é importante notar que o Banco CTT já aderiu ao protocolo. As operações seguem um quadrante de preços específico, e existe também uma opção de Crédito Sinal Jovem integrado.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Destina-se 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atua como fiador do empréstimo.</a:t>
            </a:r>
          </a:p>
          <a:p>
            <a:r>
              <a:t>Cobre a diferença entre 85% e 100% de financiamento.</a:t>
            </a:r>
          </a:p>
          <a:p>
            <a:r>
              <a:t>A garantia do Estado não excede 15% do valor da transação.</a:t>
            </a:r>
          </a:p>
          <a:p>
            <a:r>
              <a:t>Permite financiamento de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Não possuir propriedade urbana em Portugal.</a:t>
            </a:r>
          </a:p>
          <a:p>
            <a:r>
              <a:t>Valor da transação não pode ultrapassar €450.000.</a:t>
            </a:r>
          </a:p>
          <a:p>
            <a:r>
              <a:t>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para Jovens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Rendimento máximo até ao 8.º escalão do IRS.</a:t>
            </a:r>
          </a:p>
          <a:p>
            <a:r>
              <a:t>Limite de €80.000 para um mutuário individual.</a:t>
            </a:r>
          </a:p>
          <a:p>
            <a:r>
              <a:t>Benefício de isenção de IMT e Imposto do Selo.</a:t>
            </a:r>
          </a:p>
          <a:p>
            <a:r>
              <a:t>Isenção válida para habitações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e Enquadramento.</a:t>
            </a:r>
          </a:p>
          <a:p>
            <a:r>
              <a:t>Apenas propostas submetidas a risco geram cartas de recusa.</a:t>
            </a:r>
          </a:p>
          <a:p>
            <a:r>
              <a:t>Documentos iniciais: Formulário de adesão e Declaração de IRS.</a:t>
            </a:r>
          </a:p>
          <a:p>
            <a:r>
              <a:t>Documentos de enquadramento: Certificado de registo predial e AT.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utilizam um quadrante de preços de 65-85%.</a:t>
            </a:r>
          </a:p>
          <a:p>
            <a:r>
              <a:t>Existe um Crédito Sinal Jovem integrado no crédito principal.</a:t>
            </a:r>
          </a:p>
          <a:p>
            <a:r>
              <a:t>A adesão ao protocolo facilita o acesso ao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Operacionalização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