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os participantes estarão aptos a compreender a natureza deste regime especial. Vamos focar-nos em saber quem pode aceder, quais os benefícios e como iniciar o processo de candidatura. Este conhecimento é crucial para orientar os nossos clientes jovens.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exatamente o Crédito Habitação Jovem. Este é um regime especial desenhado especificamente para apoiar os jovens no acesso à habitação. É importante entender a sua base legal e o seu principal objetivo.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o valor total da casa. A chave aqui é a intervenção do Estado como fiador. O Estado cobre a diferença entre o LTV padrão de 85% e os 100% que o regime permite. Isto torna o acesso à habitação muito mais viável para os jovens.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precisamos de saber quem pode aceder. Os critérios são específicos e envolvem idade, residência e situação financeira. Vamos rever detalhadamente estes requisitos para garantir que os nossos clientes cumprem todas as condições.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claros: a idade e o domicílio fiscal são primordiais. Em termos de rendimento, temos limites definidos por escalão do IRS, que variam consoante o número de mutuários. Além disso, há restrições sobre a propriedade prévia e o valor máximo do imóvel.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traz benefícios financeiros muito significativos. Além do financiamento a 100%, há vantagens fiscais diretas. Vamos ver especificamente as isenções de impostos que os mutuários podem usufruir ao comprar a sua primeira casa.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isenções fiscais são um grande incentivo, mas têm um limite de valor do imóvel. É importante notar que a garantia do Estado tem um limite máximo de 15% do valor da transação. O CTT Bank já está integrado neste protocolo, facilitando a simulação para os clientes.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várias etapas, desde a proposta inicial até ao enquadramento final. É crucial que os clientes entendam estas fases e preparem a documentação correta para evitar atrasos. Vamos ver os passos e os documentos exigidos em cada fase.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é sequencial. Primeiro, a proposta é criada com documentos pessoais e fiscais. Depois, ela é enquadrada com documentos do imóvel. É importante saber que a recusa só ocorre após a análise de risco. O Serviço de Solicitadoria é opcional, mas é aplicável por defeito em aquisições.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reflitam sobre estas questões. A idade máxima é de 35 anos. O Estado atua como fiador, cobrindo a diferença entre 85% e 100% do valor. Para o enquadramento, são necessários os certificados do Registo e da Autoridade Tributária.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o valor total da casa com o apoio do Estado. Lembrem-se sempre de verificar os critérios de elegibilidade, especialmente os limites de rendimento e valor. Os benefícios fiscais são um incentivo adicional importante. O processo é estruturado em fases claras que devem ser seguidas com a documentação correta.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Conhecer os benefícios e isenções associadas.</a:t>
            </a:r>
          </a:p>
          <a:p>
            <a:r>
              <a:t>Saber quais os documentos necessários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a natureza e o propósito do regime.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É um regime especial para jovens com idade de até 35 anos.</a:t>
            </a:r>
          </a:p>
          <a:p>
            <a:r>
              <a:t>Foi estabelecido pelo DL n.º 44/2024, de 10 de julho.</a:t>
            </a:r>
          </a:p>
          <a:p>
            <a:r>
              <a:t>Permite financiar até 100% do valor de compra do imóvel.</a:t>
            </a:r>
          </a:p>
          <a:p>
            <a:r>
              <a:t>Elimina a necessidade de os mutuários terem capitais próprios para a entrada.</a:t>
            </a:r>
          </a:p>
          <a:p>
            <a:r>
              <a:t>O Estado Português atua como fiador do empréstimo.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Detalhar quem pode beneficiar deste regime.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e domicílio fiscal em Portugal.</a:t>
            </a:r>
          </a:p>
          <a:p>
            <a:r>
              <a:t>Rendimento não pode exceder o 8.º escalão do IRS.</a:t>
            </a:r>
          </a:p>
          <a:p>
            <a:r>
              <a:t>Um mutuário pode ter rendimento até €80.000.</a:t>
            </a:r>
          </a:p>
          <a:p>
            <a:r>
              <a:t>Dois mutuários podem ter rendimento até €160.000 (por família).</a:t>
            </a:r>
          </a:p>
          <a:p>
            <a:r>
              <a:t>Não deve possuir propriedade anterior nem ter usado esta garantia estatal.</a:t>
            </a:r>
          </a:p>
          <a:p>
            <a:r>
              <a:t>O valor da transação não pode ultrapassar €450.000.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e Isenções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Explicar as vantagens financeiras diretas do regime.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Fiscais e Operacionais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Isenção de IMT e Imposto do Selo na primeira habitação.</a:t>
            </a:r>
          </a:p>
          <a:p>
            <a:r>
              <a:t>A isenção aplica-se a imóveis com valor até €330.539.</a:t>
            </a:r>
          </a:p>
          <a:p>
            <a:r>
              <a:t>A garantia do Estado não excede 15% do valor da transação.</a:t>
            </a:r>
          </a:p>
          <a:p>
            <a:r>
              <a:t>Isto permite financiar até 100% ou, no mínimo, 85%.</a:t>
            </a:r>
          </a:p>
          <a:p>
            <a:r>
              <a:t>O CTT Bank aderiu ao protocolo em 2 de outubro de 2024.</a:t>
            </a:r>
          </a:p>
          <a:p>
            <a:r>
              <a:t>Simulações CH Jovem permitem selecionar a opção LTV &gt; 85%.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e a documentação necessária para submeter o pedido.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Etapas e Documentação Necessária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/>
          </a:bodyPr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para propostas submetidas ao risco.</a:t>
            </a:r>
          </a:p>
          <a:p>
            <a:r>
              <a:t>Para criar a proposta, são necessários formulário de adesão e certidão de domicílio fiscal.</a:t>
            </a:r>
          </a:p>
          <a:p>
            <a:r>
              <a:t>Também é exigida a declaração de IRS ou certificados de SS/pensionista.</a:t>
            </a:r>
          </a:p>
          <a:p>
            <a:r>
              <a:t>Para enquadrar a proposta, são necessários certificados do Registo e da Autoridade Tributária.</a:t>
            </a:r>
          </a:p>
          <a:p>
            <a:r>
              <a:t>Um documento com o valor de aquisição (ex: CPCV) também é necessário.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idade para aceder ao Crédito Habitação Jovem?</a:t>
            </a:r>
          </a:p>
          <a:p>
            <a:r>
              <a:t>Que tipo de garantia o Estado Português fornece neste regime?</a:t>
            </a:r>
          </a:p>
          <a:p>
            <a:r>
              <a:t>Quais são os dois tipos de documentos necessários para o enquadramento da proposta?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Pontos a Retenção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r>
              <a:t>O CH Jovem é um regime para jovens (&lt;= 35 anos) que permite financiar até 100% do valor.</a:t>
            </a:r>
          </a:p>
          <a:p>
            <a:r>
              <a:t>O Estado atua como fiador, cobrindo a diferença do LTV.</a:t>
            </a:r>
          </a:p>
          <a:p>
            <a:r>
              <a:t>Existem critérios rigorosos de elegibilidade, incluindo limites de rendimento e valor da transação.</a:t>
            </a:r>
          </a:p>
          <a:p>
            <a:r>
              <a:t>Os mutuários beneficiam de isenções fiscais na primeira habitação até €330.539.</a:t>
            </a:r>
          </a:p>
          <a:p>
            <a:r>
              <a:t>O processo envolve fases de Proposta de Risco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