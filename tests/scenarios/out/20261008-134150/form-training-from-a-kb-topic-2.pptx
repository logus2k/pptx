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serão capazes de explicar o que é este regime especial. Vamos focar-nos nos requisitos, nos benefícios e nos passos práticos para aceder a este financiamento.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É um regime especial criado para apoiar os jovens no acesso à habitação. Este crédito foi estabelecido pelo Decreto-Lei n.º 44/2024, de 10 de julho.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grande diferencial deste regime é a possibilidade de financiar até 100% do valor do imóvel. Isto significa que não precisa de ter capitais próprios para a entrada. O Estado Português entra como fiador, cobrindo a diferença entre o LTV padrão de 85% e os 100% que o regime permite.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Agora, vamos ver quem pode aceder a este crédito. Existem critérios claros de elegibilidade que os candidatos devem cumprir. Estes critérios abrangem idade, domicílio fiscal e limites de rendimento, além de restrições sobre a propriedade.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pessoais são bem definidos. Os mutuários devem ter entre 18 e 35 anos e estar fiscalmente domiciliados em Portugal. Quanto aos rendimentos, o limite é de €80.000 por pessoa, podendo chegar a €160.000 para um casal, aplicando o quociente familiar.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requisitos financeiros, há condições sobre a transação e o histórico do mutuário. É crucial não possuir outra propriedade e o valor do imóvel não pode ultrapassar €450.000. Para estrangeiros, há uma exigência específica de título de residência válido.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agora ver os benefícios diretos que este regime oferece, como as isenções fiscais. Também abordaremos como a garantia do Estado é operacionalizada no processo de crédito.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benefício significativo é a isenção de IMT e Imposto do Selo para compras de primeira habitação até €330.539. Operacionalmente, a garantia do Estado não excede 15% do valor da transação, permitindo o financiamento máximo de 100%. O CTT Bank já faz parte deste protocolo desde outubro de 2024.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Finalmente, vamos detalhar o processo prático. A avaliação ocorre em duas fases: Proposta de Risco e Enquadramento da Proposta. É fundamental saber que a recusa só é emitida após a submissão à análise de risco.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criar a proposta, precisa de reunir o formulário de adesão, a declaração de IRS e o certificado de domicílio fiscal. Para o enquadramento, são necessários os certificados do Registo e da Autoridade Tributária. Lembrem-se que a Caderneta Predial Urbana deve estar atualizada, com validade inferior a 12 meses.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resposta para a primeira pergunta é €80.000 por mutuário individual. Para a criação da proposta, são necessários o formulário de adesão, a declaração de IRS e o certificado de domicílio fiscal. A isenção aplica-se na compra da primeira habitação até €330.539.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jovens. Permite financiar até 100% com a garantia do Estado. É fundamental respeitar os limites de rendimento e valor. E não se esqueçam dos benefícios fiscais associados a esta primeira habitação.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o regime.</a:t>
            </a:r>
          </a:p>
          <a:p>
            <a:r>
              <a:t>Conhecer os procedimentos e documentação necessária.</a:t>
            </a:r>
          </a:p>
          <a:p>
            <a:r>
              <a:t>Saber como funciona a garantia do Estado neste crédito.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7500"/>
          </a:bodyPr>
          <a:lstStyle/>
          <a:p>
            <a:r>
              <a:t>Apresentar o regime de crédito habitação jovem e os seus benefícios principais.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Permite financiar até 100% do valor de aquisição.</a:t>
            </a:r>
          </a:p>
          <a:p>
            <a:r>
              <a:t>Elimina a necessidade de capitais próprios para a entrada.</a:t>
            </a:r>
          </a:p>
          <a:p>
            <a:r>
              <a:t>O Estado Português atua como fiador.</a:t>
            </a:r>
          </a:p>
          <a:p>
            <a:r>
              <a:t>Cobre a diferença entre o LTV usual (85%) e 100% do valor.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2500"/>
          </a:bodyPr>
          <a:lstStyle/>
          <a:p>
            <a:r>
              <a:t>Detalhar os requisitos de idade, residência e rendimento para os mutuários.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não podem exceder o 8.º escalão do IRS.</a:t>
            </a:r>
          </a:p>
          <a:p>
            <a:r>
              <a:t>Limite de rendimento: €80.000 por mutuário individual.</a:t>
            </a:r>
          </a:p>
          <a:p>
            <a:r>
              <a:t>Até €160.000 para dois mutuários (usando quociente familiar).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Não possuir propriedade anterior nem ter usado esta garantia do Estado.</a:t>
            </a:r>
          </a:p>
          <a:p>
            <a:r>
              <a:t>Valor da transação não pode exceder €450.000.</a:t>
            </a:r>
          </a:p>
          <a:p>
            <a:r>
              <a:t>O crédito deve ser para primeira habitação própria permanente.</a:t>
            </a:r>
          </a:p>
          <a:p>
            <a:r>
              <a:t>Para estrangeiros, é exigido título de residência temporária de pelo menos 3 anos.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Condições da Transação e Elegibilidade Adicional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Fiscais e Operacionais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7500"/>
          </a:bodyPr>
          <a:lstStyle/>
          <a:p>
            <a:r>
              <a:t>Explorar os benefícios fiscais e os detalhes operacionais da garantia do Estado.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 para primeira habitação até €330.539.</a:t>
            </a:r>
          </a:p>
          <a:p>
            <a:r>
              <a:t>A garantia do Estado não ultrapassa 15% do valor da transação.</a:t>
            </a:r>
          </a:p>
          <a:p>
            <a:r>
              <a:t>Permite financiamento até 100% ou pelo menos 85%.</a:t>
            </a:r>
          </a:p>
          <a:p>
            <a:r>
              <a:t>O CTT Bank aderiu ao protocolo em 2 de outubro de 2024.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Isenções e Operacionalização da Garantia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2500"/>
          </a:bodyPr>
          <a:lstStyle/>
          <a:p>
            <a:r>
              <a:t>Entender as fases de avaliação e a documentação necessária para submeter a proposta.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Criação da Proposta: Formulário de adesão, IRS e certificado de domicílio fiscal.</a:t>
            </a:r>
          </a:p>
          <a:p>
            <a:r>
              <a:t>Enquadramento da Proposta: Certificados do Registo e Autoridade Tributária.</a:t>
            </a:r>
          </a:p>
          <a:p>
            <a:r>
              <a:t>A avaliação ocorre em duas fases: Proposta de Risco e Enquadramento.</a:t>
            </a:r>
          </a:p>
          <a:p>
            <a:r>
              <a:t>A Caderneta Predial Urbana deve ter validade inferior a 12 meses para avaliação.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Documentos e Fases de Avaliação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Qual é o limite máximo de rendimento para um mutuário individual neste regime?</a:t>
            </a:r>
          </a:p>
          <a:p>
            <a:r>
              <a:t>Que tipo de documentos são necessários para a criação inicial da proposta?</a:t>
            </a:r>
          </a:p>
          <a:p>
            <a:r>
              <a:t>Qual é a condição específica para a isenção de IMT e Imposto do Selo?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Regime especial para jovens (até 35 anos) com financiamento até 100%.</a:t>
            </a:r>
          </a:p>
          <a:p>
            <a:r>
              <a:t>O Estado garante a diferença do LTV, eliminando a necessidade de entrada.</a:t>
            </a:r>
          </a:p>
          <a:p>
            <a:r>
              <a:t>Existem limites de rendimento e valor de transação definidos.</a:t>
            </a:r>
          </a:p>
          <a:p>
            <a:r>
              <a:t>Benefícios fiscais como isenção de IMT e Imposto do Selo estão disponíveis.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Pontos Chave do 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