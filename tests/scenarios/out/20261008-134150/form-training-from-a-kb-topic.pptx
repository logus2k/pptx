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estarão aptos a compreender o que é este regime especial. Vamos focar-nos nos critérios de elegibilidade, nos passos processuais e nos benefícios que este apoio oferece aos jovens compradores.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desenhado especificamente para apoiar os jovens no acesso à habitação. Foi estabelecido pelo Decreto-Lei n.º 44/2024, datado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aspeto mais notável deste regime é a possibilidade de financiar até 100% do valor do imóvel, o que elimina a necessidade de capitais próprios para a entrada. O Estado Português entra como fiador para cobrir a diferença entre o LTV padrão de 85% e os 100% financiados. É importante notar que a garantia do Estado não excede 15% do valor da transação. O CTT Bank integrou este protocolo em 2 de outubro de 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detalhar quem pode beneficiar deste crédito. Os critérios são específicos e abrangem idade, residência e capacidade financeira. Além disso, existem restrições sobre a propriedade prévia e o valor máximo da transação que devem ser observadas.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ser residente fiscal em Portugal. O rendimento deve respeitar o 8.º escalão do IRS. Individualmente, o limite é de €80.000, mas se houver dois mutuários, este limite pode subir para €160.000, aplicando-se o fator de 2.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restrições importantes, como não possuir propriedade anterior e o valor da transação não pode exceder €450.000. Um benefício fiscal relevante é a isenção de IMT e Imposto do Selo para a primeira habitação, até um valor de €330.539. Para clientes estrangeiros, é exigido um título de residência temporária válido há pelo menos 3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dividido em duas etapas cruciais: a Proposta de Risco e o Enquadramento da Proposta. É vital saber que as cartas de recusa são emitidas apenas para propostas submetidas à análise de risco. Vamos ver agora a documentação exigida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iniciar a proposta, são necessários documentos específicos. Deve apresentar o formulário de adesão, a declaração de IRS ou a declaração de SS/pensionista, e o certificado de domicílio fiscal. A FAP, ou Ficha de Adesão ao Produto, é o documento que formaliza a candidatura, contendo dados do imóvel e autorização para consulta de crédito.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a documentação foca-se no imóvel. São exigidos certificados emitidos pelo Registo e pela Autoridade Tributária. Além disso, é fundamental apresentar um documento que confirme o valor de aquisição, como o CPCV.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reflitam sobre estas questões. O limite individual de rendimento é de €80.000. Para a criação da proposta, são necessários o formulário de adesão, IRS/SS e certificado de domicílio fiscal. O Estado atua como fiador, cobrindo a diferença entre o LTV de 85% e os 100% financiados.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 apoio significativo para jovens, permitindo financiamento total e com garantia estatal. Lembrem-se dos critérios de elegibilidade, que são estritos quanto à idade e rendimento. O processo é estruturado em fases, exigindo documentação precisa em cada etapa. Este regime visa facilitar o acesso à habitação para a população jovem.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Conhecer os procedimentos para a criação e enquadramento de propostas.</a:t>
            </a:r>
          </a:p>
          <a:p>
            <a:r>
              <a:t>Saber quais os benefícios fiscais associados ao regime.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Apresentar o regime especial para jovens, criado pelo DL n.º 44/2024.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de aquisição, eliminando a necessidade de entrada.</a:t>
            </a:r>
          </a:p>
          <a:p>
            <a:r>
              <a:t>O Estado Português atua como fiador, cobrindo a diferença do LTV (85%) para 100%.</a:t>
            </a:r>
          </a:p>
          <a:p>
            <a:r>
              <a:t>A garantia do Estado não ultrapassa 15% do valor da transação.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Verificar os requisitos de idade, residência e rendimento para aceder ao benefício.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anos, e ser residente fiscal em Portugal.</a:t>
            </a:r>
          </a:p>
          <a:p>
            <a:r>
              <a:t>Rendimento não pode exceder o 8.º escalão do IRS.</a:t>
            </a:r>
          </a:p>
          <a:p>
            <a:r>
              <a:t>Limite de rendimento: €80.000 por mutuário individualmente.</a:t>
            </a:r>
          </a:p>
          <a:p>
            <a:r>
              <a:t>Para dois mutuários, o limite é de até €160.000 (usando fator de 2).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Não possuir propriedade anterior nem ter usado esta garantia do Estado.</a:t>
            </a:r>
          </a:p>
          <a:p>
            <a:r>
              <a:t>Valor da transação não pode ultrapassar €450.000.</a:t>
            </a:r>
          </a:p>
          <a:p>
            <a:r>
              <a:t>Isenção de IMT e Imposto do Selo na primeira habitação até €330.539.</a:t>
            </a:r>
          </a:p>
          <a:p>
            <a:r>
              <a:t>Para estrangeiros, é necessário título de residência temporária válido há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Restrições e Benefícios Adicionais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duas fases de avaliação: Proposta de Risco e Enquadramento da Proposta.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necessário o formulário de adesão, declaração de IRS (ou SS/pensionista), e certificado de domicílio fiscal.</a:t>
            </a:r>
          </a:p>
          <a:p>
            <a:r>
              <a:t>A FAP formaliza a candidatura, incluindo dados do imóvel e autorização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para Criação da Proposta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Inclui certificados do Registo e da Autoridade Tributária do imóvel.</a:t>
            </a:r>
          </a:p>
          <a:p>
            <a:r>
              <a:t>É necessário um documento que ateste o valor de aquisição (ex: CPCV).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um mutuário individual no CH Jovem?</a:t>
            </a:r>
          </a:p>
          <a:p>
            <a:r>
              <a:t>Que documentos são necessários para a criação da proposta de crédito?</a:t>
            </a:r>
          </a:p>
          <a:p>
            <a:r>
              <a:t>Qual é o papel do Estado Português neste regime de crédito?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regime para jovens (&lt;= 35 anos) que permite financiar até 100% do valor.</a:t>
            </a:r>
          </a:p>
          <a:p>
            <a:r>
              <a:t>O Estado garante a diferença do LTV, e há benefícios fiscais na primeira habitação.</a:t>
            </a:r>
          </a:p>
          <a:p>
            <a:r>
              <a:t>A elegibilidade depende de critérios rigorosos de idade, rendimento e valor da transação.</a:t>
            </a:r>
          </a:p>
          <a:p>
            <a:r>
              <a:t>O processo exige documentação específica para a criação e enquadramento das propostas.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