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mergulhar no Crédito Habitação Jovem. O objetivo principal é que ao final, todos consigam compreender detalhadamente o que é este regime especial. Vamos focar-nos em saber quem pode aceder, quais são os requisitos e como se formaliza o processo. Ao final, estarão aptos a explicar os benefícios e as regras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o Crédito Habitação Jovem. É um regime especial criado especificamente para apoiar os jovens no acesso à habitação. Este regime foi estabelecido pelo DL n.º 44/2024, datado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maiores benefícios é que este regime permite financiar até 100% do valor do imóvel, o que significa que não precisa de ter capitais próprios para a entrada. O Estado Português entra em ação como fiador. Ele cobre a diferença entre o LTV padrão, que é de 85%, e o valor total de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focar-nos nos critérios de elegibilidade. É fundamental saber quem se enquadra neste regime. Existem requisitos específicos relacionados com a idade, residência e rendimentos dos proponentes.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a idade deve estar entre 18 e 35 anos e é necessário ter domicílio fiscal em Portugal. Em termos de rendimentos, o limite é o 8.º escalão do IRS. Para um mutuário individual, este limite é de €80.000.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de rendimento, há restrições sobre o histórico do mutuário e a transação em si. É necessário não possuir propriedade anterior e não ter usado esta garantia antes. O valor máximo da transação é de €450.000, e o crédito destina-se à primeira habitação própria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secção, vamos ver os benefícios diretos que os mutuários podem obter, como as isenções fiscais, e como o processo operacional da garantia funciona. Estes detalhes são cruciais para entender o valor total do regime.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importante é a isenção de IMT e Imposto do Selo para a primeira habitação, desde que o valor não exceda €330.539. No que toca à garantia, ela não ultrapassa 15% do valor da transação, mas permite o financiamento de até 100% ou, pelo menos, 85%.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envolve várias etapas e exige uma documentação específica. Vamos detalhar como funciona a avaliação e que documentos são necessários em cada fase, desde a criação até ao enquadramento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é feita em duas fases distintas: a Proposta de Risco e o Enquadramento de Proposta. É importante notar que as recusas só são emitidas após a submissão ao risco. Para iniciar, precisa do formulário de adesão, da declaração de IRS ou certificados, e do certificado de domicílio fiscal.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a documentação muda. Precisará da certidão predial, das certidões de não dívida de AT e SS, e do documento que comprove o valor de aquisição. Embora opcional, o Serviço de Solicitadoria é aplicado por defeito para reunir toda a documentação legal.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três questões. A idade máxima é de 35 anos. O Estado atua como fiador, cobrindo a diferença entre 85% e 100%. As duas fases de avaliação são a Proposta de Risco e o Enquadramento de Proposta.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financiamento total com a garantia do Estado. Lembrem-se dos limites de idade, rendimento e valor da transação. O sucesso da candidatura depende da correta apresentação da documentação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regime Crédito Habitação Jovem.</a:t>
            </a:r>
          </a:p>
          <a:p>
            <a:r>
              <a:t>Identificar os critérios de elegibilidade para este crédito.</a:t>
            </a:r>
          </a:p>
          <a:p>
            <a:r>
              <a:t>Conhecer a documentação necessária para a candidatura.</a:t>
            </a:r>
          </a:p>
          <a:p>
            <a:r>
              <a:t>Saber como funciona a garantia do Estado neste regime.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Financiamento e Garantia do Estado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financiar até 100% do valor de compra do imóvel.</a:t>
            </a:r>
          </a:p>
          <a:p>
            <a:r>
              <a:t>Elimina a necessidade de um valor de entrada (capitais próprios).</a:t>
            </a:r>
          </a:p>
          <a:p>
            <a:r>
              <a:t>O Estado Português atua como fiador.</a:t>
            </a:r>
          </a:p>
          <a:p>
            <a:r>
              <a:t>Cobre a diferença entre o LTV usual (85%) e os 100% do valor de aquisição.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regime de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Mutuários devem ter entre 18 e 35 anos de idade.</a:t>
            </a:r>
          </a:p>
          <a:p>
            <a:r>
              <a:t>É obrigatório ter domicílio fiscal em Portugal.</a:t>
            </a:r>
          </a:p>
          <a:p>
            <a:r>
              <a:t>Os rendimentos não podem exceder o 8.º escalão do IRS.</a:t>
            </a:r>
          </a:p>
          <a:p>
            <a:r>
              <a:t>O limite máximo do 8.º escalão é de €80.000 por mutuário individual.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da Transação e Propriedade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pode haver propriedade anterior do mutuário.</a:t>
            </a:r>
          </a:p>
          <a:p>
            <a:r>
              <a:t>Não pode ter utilizado esta garantia do Estado anteriormente.</a:t>
            </a:r>
          </a:p>
          <a:p>
            <a:r>
              <a:t>O valor da transação não pode ultrapassar €450.000.</a:t>
            </a:r>
          </a:p>
          <a:p>
            <a:r>
              <a:t>O crédito deve ser para primeira habitação própria permanente.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os detalhes operacionais do regime.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Isenções Fiscais e Limites de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Há isenção de IMT e Imposto do Selo na primeira habitação.</a:t>
            </a:r>
          </a:p>
          <a:p>
            <a:r>
              <a:t>Esta isenção aplica-se a compras até €330.539.</a:t>
            </a:r>
          </a:p>
          <a:p>
            <a:r>
              <a:t>A garantia do Estado não ultrapassa 15% do valor da transação.</a:t>
            </a:r>
          </a:p>
          <a:p>
            <a:r>
              <a:t>Permite financiamento até 100% ou, no mínimo, 85%.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Descrever as etapas de avaliação e a documentação necessária para 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de Avaliação e Documentos Iniciais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de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necessários: formulário de adesão, IRS ou certificados, e certificado de domicílio fiscal.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o enquadramento, são exigidos: certidão predial, certidões de não dívida (AT e SS), e valor de aquisição.</a:t>
            </a:r>
          </a:p>
          <a:p>
            <a:r>
              <a:t>O Serviço de Solicitadoria é opcional, mas aplicado por defeito em aquisições, reunindo documentação legal.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permitida para beneficiar do Crédito Habitação Jovem?</a:t>
            </a:r>
          </a:p>
          <a:p>
            <a:r>
              <a:t>Que tipo de garantia o Estado Português fornece neste regime?</a:t>
            </a:r>
          </a:p>
          <a:p>
            <a:r>
              <a:t>Quais são os dois tipos de avaliação que ocorrem no processo de elegibilidade?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Crédito Habitação Jovem é um regime para jovens (até 35 anos) com financiamento até 100%.</a:t>
            </a:r>
          </a:p>
          <a:p>
            <a:r>
              <a:t>O Estado garante a diferença entre o LTV padrão e o valor total do imóvel.</a:t>
            </a:r>
          </a:p>
          <a:p>
            <a:r>
              <a:t>Existem limites de rendimento (8.º escalão IRS) e valor de transação (€450.000).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