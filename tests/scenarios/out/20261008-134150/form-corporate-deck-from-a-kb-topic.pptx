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programa foi desenhado especificamente para apoiar os jovens no acesso à habitação. O grande benefício é a possibilidade de financiar até 100% do valor do imóvel.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Garantia do Estado é o pilar deste regime, pois cobre a parte que o financiamento normal não alcançaria. Isto permite que os jovens consigam financiar o valor total do imóvel.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para aceder a esta garantia, focados na idade, nos rendimentos e no valor do imóvel. É fundamental cumprir todos estes requisitos para a elegibilidade.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 facilitado, os mutuários beneficiam de vantagens fiscais significativas. Esta isenção de impostos torna a aquisição ainda mais acessível.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comprovar a elegibilidade, são necessários documentos específicos, como a declaração de IRS e o comprovativo de domicílio fiscal. Para estrangeiros, há requisitos adicionais de residência.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é estruturado em fases de avaliação, começando pela proposta e seguindo para o enquadramento. O CTT Bank já está integrado neste protocolo para facilitar o processo.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Destinado a jovens com 35 anos ou menos.</a:t>
            </a:r>
          </a:p>
          <a:p>
            <a:r>
              <a:t>Criado pelo Decreto-Lei n.º 44/2024, de 10 de julho.</a:t>
            </a:r>
          </a:p>
          <a:p>
            <a:r>
              <a:t>Permite financiar até 100% do valor de compra.</a:t>
            </a:r>
          </a:p>
          <a:p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Apoio ao Jovem Comprador de Casa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atua como fiador do empréstimo.</a:t>
            </a:r>
          </a:p>
          <a:p>
            <a:r>
              <a:t>Cobre a diferença entre 85% e 100% de financiamento.</a:t>
            </a:r>
          </a:p>
          <a:p>
            <a:r>
              <a:t>A garantia do Estado não ultrapassa 15% do valor.</a:t>
            </a:r>
          </a:p>
          <a:p>
            <a:r>
              <a:t>Permite financiamento até 100% ou pelo menos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Como Funciona a Garantia do Estado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abaixo do 8.º escalão do IRS.</a:t>
            </a:r>
          </a:p>
          <a:p>
            <a:r>
              <a:t>Valor da transação não pode exceder €450.000.</a:t>
            </a:r>
          </a:p>
          <a:p>
            <a:r>
              <a:t>O crédito deve ser para a primeira habitação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Essenciais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Selo.</a:t>
            </a:r>
          </a:p>
          <a:p>
            <a:r>
              <a:t>Válido para imóveis até ao valor de €330.539.</a:t>
            </a:r>
          </a:p>
          <a:p>
            <a:r>
              <a:t>Benefício aplicável na compra da primeira habitação.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na Aquisição da Primeira Casa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Limite do 8.º escalão: €80.000 por mutuário individual.</a:t>
            </a:r>
          </a:p>
          <a:p>
            <a:r>
              <a:t>Para estrangeiros: título de residência temporária válido há 3 anos.</a:t>
            </a:r>
          </a:p>
          <a:p>
            <a:r>
              <a:t>Documentação inclui formulário de adesão e IRS.</a:t>
            </a:r>
          </a:p>
          <a:p>
            <a:r>
              <a:t>Certificado de domicílio fiscal é um documento obrigatório.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de Rendimento e Documentação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e Enquadramento.</a:t>
            </a:r>
          </a:p>
          <a:p>
            <a:r>
              <a:t>Apenas propostas submetidas ao risco são recusadas.</a:t>
            </a:r>
          </a:p>
          <a:p>
            <a:r>
              <a:t>A FAP formaliza a candidatura com dados do imóvel.</a:t>
            </a:r>
          </a:p>
          <a:p>
            <a:r>
              <a:t>O CTT Bank aderiu ao protocolo em 2 de outubro de 2024.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para Candidatura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