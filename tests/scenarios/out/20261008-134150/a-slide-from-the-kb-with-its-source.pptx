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100% do valor de aquisição.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Acesso facilitado à habitação para jovens até aos 35 anos.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7500"/>
          </a:bodyPr>
          <a:lstStyle/>
          <a:p>
            <a:r>
              <a:t>Condições de Elegibilidade e Objetivos do Regime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 Crédito Habitação Jovem com Garantia do Estado é um regime especial de acesso ao crédito habitação destinado a jovens com idade igual ou inferior a 35 anos.</a:t>
            </a:r>
          </a:p>
          <a:p>
            <a:r>
              <a:t>Objetivo: facilitar o acesso à habitação própria permanente, permitindo financiamento de até 100% do valor de aquisição do imóvel, eliminando a necessidade de capitais próprios para a entrada.</a:t>
            </a:r>
          </a:p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  <a:p>
            <a:r>
              <a:t>Critérios cumulativos: mutuário(s) entre 18 e 35 anos</a:t>
            </a:r>
          </a:p>
          <a:p>
            <a:r>
              <a:t>domicílio fiscal em Portugal</a:t>
            </a:r>
          </a:p>
          <a:p>
            <a:r>
              <a:t>rendimentos não ultrapassarem o 8.º escalão do IRS (até 80.000€ por mutuário)</a:t>
            </a:r>
          </a:p>
          <a:p>
            <a:r>
              <a:t>não ser proprietário(s) de prédio urbano</a:t>
            </a:r>
          </a:p>
          <a:p>
            <a:r>
              <a:t>nunca ter usufruído da garantia pessoal do Estado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7500"/>
          </a:bodyPr>
          <a:lstStyle/>
          <a:p>
            <a:r>
              <a:t>Condições de Elegibilidade e Objetivos do Regime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valor da transação não exceder 450.000,00 euros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crédito destinado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