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Novo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Regime e Finalidades dos Empréstimos (Aquisição, Obras, TOIC, etc.)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Servicing de Crédito Habitação (Procedimentos pós-contrato)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Regime de Crédito Bonificado à Habitação para Pessoas com Deficiência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 (Simulação até Arquivo)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Habitação Obras (Financiamento de obras)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