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Índice dos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Empréstimos: Crédito Habitação Geral (Aquisição, TOIC, Obras, Construção) e Crédito Hipotecário (Complementar Isolado/Associado). Finalidades: Habitação Própria Permanente (HPP), Habitação Secundária (HPS), Habitação para Arrendamento (HA).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Habitação: O processo envolve 7 fases, com intervenção de várias entidades (RR, Finsolutia, CRE, OPE, Newspring Services, avaliadores externos, seguradora).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Habitação: Procedimentos e tarefas durante a vigência do contrato, formalizados nas Lojas BCTT (RR) e encaminhados para os serviços centrais (OPE, Finsolutia).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Obras: Financiamento para obras em imóveis destinados a HPP, HPS ou HA, limitado ao custo das obras com IVA incluído.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Deficiência: Linha de crédito especial para pessoas com deficiência (grau &gt;= 60%), com condições específicas de acesso e permanência.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