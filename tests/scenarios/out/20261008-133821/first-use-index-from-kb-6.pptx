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75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(Aquisição, TOIC, Obras, Construção)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 (7 fases distintas)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 (Procedimentos ao longo da vigência do 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 (Financiamento de obras em imóveis)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para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