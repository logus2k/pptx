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Geral e Crédito Hipotecário: Inclui finalidades como Aquisição, Transferência de Crédito (TOIC), Obras, Construção e Reforço à Construção.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O processo é composto por 7 fases distintas, envolvendo várias entidades como a Rede de Lojas BCTT, Finsolutia, Direção de Crédito (CRE) e avaliadores externos.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tarefas desencadeados ao longo da vigência do contrato, formalizados nas Lojas BCTT (RR) e encaminhados para os serviços centrais.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Destina-se ao financiamento de obras em imóveis, com valor máximo limitado ao custo das obras com IVA incluído.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Linha de crédito especial para aquisição ou construção de HPP para pessoas com deficiência (grau de incapacidade ≥ 60%).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