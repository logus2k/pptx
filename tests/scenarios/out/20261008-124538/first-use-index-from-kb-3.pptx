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Oferta de Crédito Habitação: Finalidades (Aquisição, TOIC, Obras, Construção,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Processo de Crédito Habitação: As 7 fases de concessão.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Habitação: Procedimentos durante a vigência do contrato.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Regimes Especiais: Crédito Bonificado à Habitação para Pessoas com Deficiência.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