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 ao Projeto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Visão Geral e Objetivos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Este slide apresenta o escopo geral do projeto.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Detalhes sobre os objetivos principais a serem alcançados.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Concessão de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à Habitação (Procedimentos pós-contrato)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 (Financiamento de obras)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para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