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do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Condição 1: Requisitos de elegibilidade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Condição 2: Taxas de juro e comissões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Condição 3: Prazos e amortizações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Condição 4: Documentação necessária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