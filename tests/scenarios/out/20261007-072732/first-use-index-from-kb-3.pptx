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Índice: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Oferta de Crédito Habitação (Regime e Finalidades)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Bonificado à Habitação para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