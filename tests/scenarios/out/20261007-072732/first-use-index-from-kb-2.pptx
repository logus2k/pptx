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100000"/>
          </a:bodyPr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Tipos de Crédito: Crédito Habitação Geral e Crédito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do Crédito: Aquisição, Obras, Construção, etc.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Processo: Simulação à Arquivo (7 fases)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Crédito: Gestão pós-contrato e pedidos dos mutuários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