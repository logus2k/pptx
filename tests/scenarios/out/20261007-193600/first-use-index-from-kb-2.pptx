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Finalidades do Crédito à Habitação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Servicing de Crédito à Habitação (Gestão pós-contrato)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Fases do Processo de Crédito à Habitação (Simulação ao Arquivo)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