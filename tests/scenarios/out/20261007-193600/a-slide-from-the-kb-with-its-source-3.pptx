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os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  <a:p>
            <a:r>
              <a:t>A garantia pessoal do Estado não ultrapasse 15% do valor da transação do prédio urbano ou de fração autónoma de prédio urbano.</a:t>
            </a:r>
          </a:p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