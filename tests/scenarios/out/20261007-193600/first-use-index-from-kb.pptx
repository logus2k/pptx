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Empréstimos: Aquisição, TOIC, Obras, Construção e mais.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Habitação: Desde a simulação até ao arquivo.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Habitação: Gestão e procedimentos durante a vigência do contrato.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Obras: Financiamento específico para realização de obras em imóveis.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Crédito Bonificado à Habitação a Pessoa com Deficiência: Regime especial com condições específicas.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