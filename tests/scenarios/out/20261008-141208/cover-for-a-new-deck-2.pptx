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57500"/>
          </a:bodyPr>
          <a:lstStyle/>
          <a:p>
            <a:r>
              <a:t>Crédito Habitação Jovem com Garantia do Estado</a:t>
            </a:r>
          </a:p>
          <a:p>
            <a:r>
              <a:t>Apresentação sobre o Crédito Habitação Jovem.</a:t>
            </a:r>
          </a:p>
          <a:p>
            <a:r>
              <a:t>Dirigido à Equipa Comercial.</a:t>
            </a:r>
          </a:p>
          <a:p>
            <a:r>
              <a:t>Data: Outubro de 2026.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