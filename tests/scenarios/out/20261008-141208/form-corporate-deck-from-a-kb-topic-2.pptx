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casa própria. O grande benefício é que permite financiar o valor total do imóvel, sem precisar de um grande valor inicial.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que o financiamento chega aos 100%. O Estado assume parte do risco, cobrindo a diferença entre o LTV padrão e o valor total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garantir que o apoio chega a quem mais precisa. É fundamental cumprir os requisitos de idade, rendimento e não possuir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este regime oferece vantagens fiscais importantes. Se a sua compra se enquadrar no limite, pode beneficiar da isenção de impostos.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avançarmos, precisamos de reunir a documentação correta. Os documentos variam consoante a fase, mas a adesão e a comprovação de rendimentos são sempre essenciais.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&gt; Documentação para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&gt;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de análise de risco e enquadramento. O CTT Bank já está integrado neste protocolo, e estamos prontos para guiá-lo através dos passos necessários.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&gt; FAP - Ficha de Adesão ao Produto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não ultrapassa 15% do valor da transação.</a:t>
            </a:r>
          </a:p>
          <a:p>
            <a:r>
              <a:t>Permite financiamento de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Suporta o Seu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€450.000,00.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Essenciais para Ser Elegível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aplicável.</a:t>
            </a:r>
          </a:p>
          <a:p>
            <a:r>
              <a:t>Válido para a primeira habitação permanente.</a:t>
            </a:r>
          </a:p>
          <a:p>
            <a:r>
              <a:t>Limite de isenção até €330.539.</a:t>
            </a:r>
          </a:p>
          <a:p>
            <a:r>
              <a:t>Benefício direto na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Compra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necessário o formulário de adesão e certidão de domicílio fiscal.</a:t>
            </a:r>
          </a:p>
          <a:p>
            <a:r>
              <a:t>Deve apresentar a declaração de IRS atualizada.</a:t>
            </a:r>
          </a:p>
          <a:p>
            <a:r>
              <a:t>Para o enquadramento, precisa de certificados do Registo e Autoridade Tributária.</a:t>
            </a:r>
          </a:p>
          <a:p>
            <a:r>
              <a:t>O Serviço de Solicitadoria é opcional, mas recomendado.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 para Iniciar o Processo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 FAP formaliza a sua candidatura e autorizações.</a:t>
            </a:r>
          </a:p>
          <a:p>
            <a:r>
              <a:t>O CTT Bank aderiu ao protocolo em 2 de outubro de 2024.</a:t>
            </a:r>
          </a:p>
          <a:p>
            <a:r>
              <a:t>Contacte-nos para iniciar a sua análise de elegibilidade.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para Aceder ao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