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estabelecido para apoiar os jovens no acesso à habitação. Permite financiar até 100% do valor do imóvel, o que é um grande benefício.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garantia do Estado é fundamental neste regime, pois cobre a diferença de financiamento. O Banco CTT já integrou este protocolo.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requisitos claros de elegibilidade que os candidatos devem cumprir. É importante notar o limite de valor da transação e o foco na primeira habitação.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critérios de idade, os rendimentos são rigorosamente avaliados. Há também benefícios fiscais importantes para as primeiras habitações.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Crédito Sinal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envolve duas etapas de verificação. É crucial preparar toda a documentação necessária em cada fase para agilizar o processo.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resumo, este é um instrumento poderoso para jovens que procuram a sua primeira casa. Recomenda-se que os interessados consultem os limites de rendimento e valor antes de avançar.</a:t>
            </a:r>
          </a:p>
          <a:p/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Um Regime de Apoio à Habitação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Regime especial para jovens até aos 35 anos.</a:t>
            </a:r>
          </a:p>
          <a:p>
            <a:r>
              <a:t>Criado pelo Decreto-Lei n.º 44/2024, de 10 de julho.</a:t>
            </a:r>
          </a:p>
          <a:p>
            <a:r>
              <a:t>Permite financiamento de até 100% do valor do imóvel.</a:t>
            </a:r>
          </a:p>
          <a:p>
            <a:r>
              <a:t>Elimina a necessidade de capitais próprios.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Português atua como fiador do empréstimo.</a:t>
            </a:r>
          </a:p>
          <a:p>
            <a:r>
              <a:t>Cobre a diferença entre LTV (85%) e 100% do valor.</a:t>
            </a:r>
          </a:p>
          <a:p>
            <a:r>
              <a:t>A garantia pessoal do Estado não excede 15% do valor.</a:t>
            </a:r>
          </a:p>
          <a:p>
            <a:r>
              <a:t>O Banco CTT aderiu ao protocolo em 2 de outubro de 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funciona a Garantia do Estado?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Não possuir propriedade urbana no território nacional.</a:t>
            </a:r>
          </a:p>
          <a:p>
            <a:r>
              <a:t>Valor da transação não pode ultrapassar €450.000.</a:t>
            </a:r>
          </a:p>
          <a:p>
            <a:r>
              <a:t>Crédito deve ser para primeira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para Jovens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Rendimento não pode exceder o 8.º escalão do IRS.</a:t>
            </a:r>
          </a:p>
          <a:p>
            <a:r>
              <a:t>Limite de €80.000 para um mutuário; €160.000 para dois.</a:t>
            </a:r>
          </a:p>
          <a:p>
            <a:r>
              <a:t>Isenção de IMT e Imposto do Selo até €330.539.</a:t>
            </a:r>
          </a:p>
          <a:p>
            <a:r>
              <a:t>O Banco CTT oferece 'Crédito Sinal Jovem' para o sinal.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de Rendimento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elegibilidade é aferida em fases de Proposta e Enquadramento.</a:t>
            </a:r>
          </a:p>
          <a:p>
            <a:r>
              <a:t>Para a proposta, são necessários o formulário de adesão e IRS.</a:t>
            </a:r>
          </a:p>
          <a:p>
            <a:r>
              <a:t>Para o enquadramento, exige-se certidão predial e certificados fiscais.</a:t>
            </a:r>
          </a:p>
          <a:p>
            <a:r>
              <a:t>Documentos obrigatórios incluem declaração de IRS ou SS/pensionista.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regime visa facilitar o acesso à habitação para jovens.</a:t>
            </a:r>
          </a:p>
          <a:p>
            <a:r>
              <a:t>Financiamento de até 100% com garantia do Estado.</a:t>
            </a:r>
          </a:p>
          <a:p>
            <a:r>
              <a:t>Verificar os limites de rendimento e valor da transação.</a:t>
            </a:r>
          </a:p>
          <a:p>
            <a:r>
              <a:t>Contactar o Banco CTT para iniciar o processo de adesão.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Resumo e Próximos Passos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