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regime foi criado especificamente para apoiar os jovens no acesso à habitação. É importante notar que foi formalizado pelo Decreto-Lei n.º 44/2024.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grande vantagem deste regime é que permite financiar até 100% do valor do imóvel. O Estado Português assegura a diferença, atuando como fiador.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Os requisitos de elegibilidade são claros, focando-se na idade e no rendimento. O limite de rendimento para o 8.º escalão é de €80.000 por indivíduo.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Além do financiamento, há benefícios fiscais significativos para a primeira habitação. A garantia do Estado é um pilar que permite atingir os 100% de financiamento.</a:t>
            </a:r>
          </a:p>
          <a:p/>
          <a:p>
            <a:r>
              <a:t>Fonte: 11 - Crédito Habitação Jovem &gt; Crédito Habitação Jovem - Garantia do Estado &gt; Isenção de IMT e Imposto do Selo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processo de avaliação é estruturado em duas etapas distintas. É crucial preparar a documentação correta para cada fase, seja a proposta inicial ou o enquadramento final.</a:t>
            </a:r>
          </a:p>
          <a:p/>
          <a:p>
            <a:r>
              <a:t>Fonte: 11 - Crédito Habitação Jovem &gt; Crédito Habitação Jovem - Garantia do Estado &gt; Aferição da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Enquadramento de Proposta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Banco CTT já está integrado neste protocolo, o que facilita o acesso. As operações são precificadas dentro de uma faixa específica, e há um crédito sinal que se integra no principal.</a:t>
            </a:r>
          </a:p>
          <a:p/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80000"/>
          </a:bodyPr>
          <a:lstStyle/>
          <a:p>
            <a:r>
              <a:t>Crédito Habitação Jovem: Apoio ao Acesso à Habitação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É um regime de crédito habitação especial.</a:t>
            </a:r>
          </a:p>
          <a:p>
            <a:r>
              <a:t>Destinado a jovens com idade de 35 anos ou menos.</a:t>
            </a:r>
          </a:p>
          <a:p>
            <a:r>
              <a:t>Estabelecido pelo Decreto-Lei n.º 44/2024, de 10 de julho.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Regime Especial para Jovens até 35 Anos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Permite financiar até 100% do valor de aquisição.</a:t>
            </a:r>
          </a:p>
          <a:p>
            <a:r>
              <a:t>Elimina a necessidade de os mutuários terem capitais próprios.</a:t>
            </a:r>
          </a:p>
          <a:p>
            <a:r>
              <a:t>O Estado Português atua como fiador nesta operação.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Financiamento Total Sem Necessidade de Entrada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Idade entre 18 e 35 anos e residente fiscal em Portugal.</a:t>
            </a:r>
          </a:p>
          <a:p>
            <a:r>
              <a:t>Rendimentos não podem exceder o 8.º escalão do IRS.</a:t>
            </a:r>
          </a:p>
          <a:p>
            <a:r>
              <a:t>Valor da transação não pode ultrapassar €450.000,00.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Critérios de Elegibilidade e Limites de Rendimento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Isenção de IMT e Imposto do Selo até €330.539.</a:t>
            </a:r>
          </a:p>
          <a:p>
            <a:r>
              <a:t>A garantia do Estado cobre a diferença até 100% do LTV.</a:t>
            </a:r>
          </a:p>
          <a:p>
            <a:r>
              <a:t>A garantia estatal não excede 15% do valor da transação.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Benefícios Fiscais e Garantia Estatal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A elegibilidade é aferida em duas fases: Risco e Enquadramento.</a:t>
            </a:r>
          </a:p>
          <a:p>
            <a:r>
              <a:t>Para a proposta, são necessários formulário, IRS e domicílio fiscal.</a:t>
            </a:r>
          </a:p>
          <a:p>
            <a:r>
              <a:t>Para o enquadramento, requer-se certidões do registo e fiscais.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Processo de Avaliação e Documentação Necessária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O Banco CTT aderiu ao protocolo em 2 de outubro de 2024.</a:t>
            </a:r>
          </a:p>
          <a:p>
            <a:r>
              <a:t>As operações são precificadas no quadrante 65-85%.</a:t>
            </a:r>
          </a:p>
          <a:p>
            <a:r>
              <a:t>O Crédito Sinal Jovem integra o crédito habitação principal.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Implementação e Próximos Passos Operacionais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