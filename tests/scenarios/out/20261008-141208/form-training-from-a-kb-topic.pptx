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deverão ser capazes de explicar o regime e os seus benefícios. Vamos focar-nos nos requisitos e no processo de candidatura. O objetivo é que saiam daqui com um conhecimento sólido sobre 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regime especial. É um apoio criado para facilitar o acesso à habitação a jovens. É importante entender a sua natureza legal e o seu propósito.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notável pela sua capacidade de financiar até 100% do imóvel. O Estado entra como fiador para cobrir essa diferença. É fundamental notar que a garantia do Estado tem um limite de 15% do valor da transação. Isto torna o acesso muito mais fácil para os jovens.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é, vamos ver quem pode beneficiar deste regime. Os critérios são específicos e envolvem idade, residência e rendimentos. É crucial cumprir todos estes requisitos.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claros: idade entre 18 e 35 anos e residência fiscal em Portugal. Os limites de rendimento são definidos pelo 8.º escalão do IRS, sendo 80.000€ para um e 160.000€ para dois. Além disso, há restrições sobre propriedade anterior e o valor máximo do imóvel.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traz benefícios significativos, nomeadamente em termos fiscais. Vamos também ver como funciona a avaliação da elegibilidade e os benefícios associados.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chave é a isenção de impostos na primeira habitação, até um certo valor. O processo de avaliação é estruturado em duas etapas distintas. É importante saber que a recusa só ocorre após a submissão ao risco. O CTT Bank já faz parte deste protocolo.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 com o crédito, é necessário reunir a documentação correta. Existem documentos diferentes para a criação inicial da proposta e para o seu enquadramento final. A organização é fundamental.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documentação varia consoante a fase do processo. Para iniciar, precisamos de documentos pessoais e fiscais. Para o enquadramento, são necessários documentos do imóvel. Lembrem-se que, para estrangeiros, o título de residência deve ser válido e ter sido emitido há pelo menos três anos.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idade máxima é de 35 anos. O Estado Português atua como fiador, cobrindo a diferença entre o LTV usual (85%) e os 100% de financiamento. Os dois tipos de documentos são os necessários para a criação da proposta e os necessários para o enquadramento da proposta.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este regime é uma ferramenta poderosa para jovens que procuram a primeira casa. O ponto central é o financiamento de 100% com a garantia do Estado. Não se esqueçam dos limites de rendimento e valor do imóvel. A preparação da documentação é a chave para um processo bem-sucedido.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do regime.</a:t>
            </a:r>
          </a:p>
          <a:p>
            <a:r>
              <a:t>Saber quais os benefícios e isenções aplicáveis.</a:t>
            </a:r>
          </a:p>
          <a:p>
            <a:r>
              <a:t>Conhecer a documentação necessária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de crédito habitação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até aos 35 anos, criado pelo DL n.º 44/2024, de 10 de julho.</a:t>
            </a:r>
          </a:p>
          <a:p>
            <a:r>
              <a:t>Permite financiar até 100% do valor de aquisição, eliminando a necessidade de entrada.</a:t>
            </a:r>
          </a:p>
          <a:p>
            <a:r>
              <a:t>O Estado Português atua como fiador, cobrindo a diferença entre 85% e 100% do valor.</a:t>
            </a:r>
          </a:p>
          <a:p>
            <a:r>
              <a:t>A garantia do Estado não excede 15% do valor da transação, permitindo financiamento até 100% ou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Detalhar os requisitos para aceder ao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Mutuários devem ter entre 18 e 35 anos e ser residentes fiscais em Portugal.</a:t>
            </a:r>
          </a:p>
          <a:p>
            <a:r>
              <a:t>Os rendimentos não podem exceder o 8.º escalão do IRS.</a:t>
            </a:r>
          </a:p>
          <a:p>
            <a:r>
              <a:t>Limite de rendimento: 80.000€ por mutuário individual, ou 160.000€ para dois.</a:t>
            </a:r>
          </a:p>
          <a:p>
            <a:r>
              <a:t>Não pode possuir propriedade anterior nem ter usado esta garantia do Estado antes.</a:t>
            </a:r>
          </a:p>
          <a:p>
            <a:r>
              <a:t>O valor da transação não pode ultrapassar os 450.000,00€.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Explorar as vantagens fiscais e as etapas operacionais do crédito.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Há isenção de IMT e Imposto do Selo na primeira habitação até €330.539.</a:t>
            </a:r>
          </a:p>
          <a:p>
            <a:r>
              <a:t>A avaliação da elegibilidade ocorre em duas fases: Proposta de Risco e Enquadramento da Proposta.</a:t>
            </a:r>
          </a:p>
          <a:p>
            <a:r>
              <a:t>As cartas de recusa são emitidas apenas para propostas submetidas ao risco.</a:t>
            </a:r>
          </a:p>
          <a:p>
            <a:r>
              <a:t>O CTT Bank aderiu ao protocolo em 2 de outubro de 2024, operando no quadrante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Vantagens e Processo de Avaliação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Revisitar os documentos exigidos para a criação e enquadramento da proposta.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criar a proposta: formulário de adesão, declaração IRS (ou SS/pensionista) e certificado de domicílio fiscal.</a:t>
            </a:r>
          </a:p>
          <a:p>
            <a:r>
              <a:t>Para enquadrar a proposta: certificados do Registo e da Autoridade Tributária, e documento com valor de compra (ex: CPCV).</a:t>
            </a:r>
          </a:p>
          <a:p>
            <a:r>
              <a:t>A FAP formaliza a candidatura, incluindo dados do imóvel e autorização de consulta de crédito.</a:t>
            </a:r>
          </a:p>
          <a:p>
            <a:r>
              <a:t>Para estrangeiros, é obrigatório título de residência temporária válido há pelo menos 3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Documentos para Candidatura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a idade máxima para beneficiar do Crédito Habitação Jovem?</a:t>
            </a:r>
          </a:p>
          <a:p>
            <a:r>
              <a:t>Que tipo de garantia oferece o Estado Português neste regime?</a:t>
            </a:r>
          </a:p>
          <a:p>
            <a:r>
              <a:t>Quais são os dois tipos de documentos necessários para a candidatura?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Crédito Habitação Jovem é um apoio para jovens (até 35 anos) que permite financiar até 100% do imóvel.</a:t>
            </a:r>
          </a:p>
          <a:p>
            <a:r>
              <a:t>O Estado garante a diferença de financiamento, e há isenção de impostos na primeira habitação até €330.539.</a:t>
            </a:r>
          </a:p>
          <a:p>
            <a:r>
              <a:t>Os requisitos incluem limites de rendimento (até 8.º escalão do IRS) e valor de transação (até €450.000).</a:t>
            </a:r>
          </a:p>
          <a:p>
            <a:r>
              <a:t>O processo exige documentação específica para a criação e enquadramento da proposta.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