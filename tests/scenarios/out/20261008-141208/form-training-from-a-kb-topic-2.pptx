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formação, vamos detalhar o Crédito Habitação Jovem. Ao final, vocês serão capazes de explicar o regime e os seus benefícios. Vamos focar-nos nos requisitos e nos passos práticos para os interessados. O objetivo é dar-vos uma visão completa deste apoio.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começar por definir o que é este regime. É um apoio específico criado para facilitar o acesso à habitação para os jovens. É importante conhecer a sua origem legal e o seu propósito principal.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foi criado pelo Decreto-Lei n.º 44/2024, de 10 de julho, e visa apoiar os jovens. A característica mais apelativa é que permite financiar até 100% do valor do imóvel. Isto significa que não precisam de ter um valor de entrada significativo.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Agora, vamos abordar quem pode beneficiar deste regime. Existem critérios claros de elegibilidade que os candidatos devem cumprir. Vamos rever a idade, o domicílio e os limites de rendimento.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requisitos são específicos. A idade deve estar entre 18 e 35 anos, e é necessário estar fiscalmente domiciliado em Portugal. Além disso, existem restrições sobre a propriedade anterior e o valor da transação, que não pode exceder €450.000.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 relação aos rendimentos, o limite é de €80.000 para um mutuário individual. Se forem dois, o limite sobe para €160.000, aplicando o coeficiente familiar. Além disso, há um benefício fiscal importante: isenção de IMT e Imposto do Selo para a primeira habitação até um certo valor.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é um pilar do regime. O Estado Português entra como fiador para cobrir a diferença de financiamento. Vamos ver exatamente como funciona essa cobertura e quais são os limites operacionais.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Estado atua como fiador, cobrindo a diferença entre o LTV padrão de 85% e os 100% que o regime permite. É crucial saber que a garantia do Estado tem um limite máximo de 15% do valor da transação. O CTT Bank já faz parte deste protocolo.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candidatura tem fases bem definidas: Proposta de Risco e Enquadramento da Proposta. É vital saber que a recusa só é emitida após a submissão à análise de risco. Vamos ver a documentação necessária para cada fase.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documentação é dividida por fases. Para iniciar, precisam de formulários e comprovativos de rendimento e domicílio. Para enquadrar, são necessários documentos do imóvel, como certidões. Para a avaliação, há prazos de validade específicos para os documentos prediais.</a:t>
            </a:r>
          </a:p>
          <a:p/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&gt; Documentação para Avaliação do Imóvel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idade máxima é de 35 anos. O Estado garante a diferença entre o LTV de 85% e os 100% de financiamento. Para a criação da proposta, são necessários o formulário de adesão, a declaração de IRS (ou certificados) e o certificado de domicílio fiscal.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resumir, este é um apoio robusto para jovens que querem comprar casa sem grandes dificuldades de entrada. O Estado garante a parte que falta, mas há limites claros a respeitar. Lembrem-se sempre de preparar a documentação correta para cada fase do processo.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2500"/>
          </a:bodyPr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Compreender o que é o Crédito Habitação Jovem.</a:t>
            </a:r>
          </a:p>
          <a:p>
            <a:r>
              <a:t>Identificar os critérios de elegibilidade para o regime.</a:t>
            </a:r>
          </a:p>
          <a:p>
            <a:r>
              <a:t>Saber como funciona a garantia do Estado no financiamento.</a:t>
            </a:r>
          </a:p>
          <a:p>
            <a:r>
              <a:t>Conhecer a documentação necessária para a candidatura.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Objetivos da Formação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O Que É o 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2500"/>
          </a:bodyPr>
          <a:lstStyle/>
          <a:p>
            <a:r>
              <a:t>Apresentar o regime de crédito habitação especial para jovens.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É um regime especial para jovens com 35 anos ou menos.</a:t>
            </a:r>
          </a:p>
          <a:p>
            <a:r>
              <a:t>Foi estabelecido pelo Decreto-Lei n.º 44/2024, de 10 de julho.</a:t>
            </a:r>
          </a:p>
          <a:p>
            <a:r>
              <a:t>Permite financiar até 100% do valor de compra do imóvel.</a:t>
            </a:r>
          </a:p>
          <a:p>
            <a:r>
              <a:t>Elimina a necessidade de um valor de entrada (capitais próprios).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Características Principais do Regime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2500"/>
          </a:bodyPr>
          <a:lstStyle/>
          <a:p>
            <a:r>
              <a:t>Detalhar quem pode aceder ao Crédito Habitação Jovem.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Mutuários devem ter entre 18 e 35 anos.</a:t>
            </a:r>
          </a:p>
          <a:p>
            <a:r>
              <a:t>É obrigatório o domicílio fiscal em Portugal.</a:t>
            </a:r>
          </a:p>
          <a:p>
            <a:r>
              <a:t>Os rendimentos não podem exceder o 8.º escalão do IRS.</a:t>
            </a:r>
          </a:p>
          <a:p>
            <a:r>
              <a:t>Não podem possuir propriedade anteriormente.</a:t>
            </a:r>
          </a:p>
          <a:p>
            <a:r>
              <a:t>Não podem ter usado esta garantia do Estado antes.</a:t>
            </a:r>
          </a:p>
          <a:p>
            <a:r>
              <a:t>O valor da transação não pode ultrapassar €450.000.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Requisitos Pessoais e Financeiros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limite do 8.º escalão é de €80.000 por indivíduo.</a:t>
            </a:r>
          </a:p>
          <a:p>
            <a:r>
              <a:t>Para dois mutuários, o limite é de €160.000 (quotient familiar).</a:t>
            </a:r>
          </a:p>
          <a:p>
            <a:r>
              <a:t>Há isenção de IMT e Imposto do Selo para a primeira habitação.</a:t>
            </a:r>
          </a:p>
          <a:p>
            <a:r>
              <a:t>Esta isenção aplica-se a imóveis até €330.539.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Limites de Rendimento e Isenções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Papel da Garantia do Estado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0000"/>
          </a:bodyPr>
          <a:lstStyle/>
          <a:p>
            <a:r>
              <a:t>Entender como o Estado Português assegura o financiamento.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Estado garante a diferença entre o LTV habitual (85%) e os 100% de financiamento.</a:t>
            </a:r>
          </a:p>
          <a:p>
            <a:r>
              <a:t>A garantia do Estado não ultrapassa 15% do valor da transação.</a:t>
            </a:r>
          </a:p>
          <a:p>
            <a:r>
              <a:t>Permite financiar até 100% ou, no mínimo, 85% do valor.</a:t>
            </a:r>
          </a:p>
          <a:p>
            <a:r>
              <a:t>O CTT Bank aderiu ao protocolo em 2 de outubro de 2024.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Mecanismo de Cobertura e Limites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Processo de Candidatura e Documentação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2500"/>
          </a:bodyPr>
          <a:lstStyle/>
          <a:p>
            <a:r>
              <a:t>Compreender as fases de avaliação e a documentação necessária.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Para criar a proposta: Formulário de adesão, IRS ou certificados de SS/pensionista, e certificado de domicílio fiscal.</a:t>
            </a:r>
          </a:p>
          <a:p>
            <a:r>
              <a:t>Para enquadrar a proposta: Certidão do registo predial, certificados fiscais (negativos e sem dívidas), e prova do valor de aquisição.</a:t>
            </a:r>
          </a:p>
          <a:p>
            <a:r>
              <a:t>Para avaliação do imóvel: Caderneta Predial Urbana com validade &lt; 12 meses, e Certidão de Teor com validade &lt; 6 meses.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Documentos para Criação e Avaliação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Qual é a idade máxima para beneficiar do Crédito Habitação Jovem?</a:t>
            </a:r>
          </a:p>
          <a:p>
            <a:r>
              <a:t>Qual é o limite máximo de financiamento que o Estado garante?</a:t>
            </a:r>
          </a:p>
          <a:p>
            <a:r>
              <a:t>Que documentos são necessários para a criação inicial da proposta?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Verificação de Conhecimento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O Crédito Habitação Jovem é um regime para jovens (até 35 anos) que permite financiar até 100% do imóvel.</a:t>
            </a:r>
          </a:p>
          <a:p>
            <a:r>
              <a:t>O Estado Português atua como fiador, cobrindo a diferença de financiamento.</a:t>
            </a:r>
          </a:p>
          <a:p>
            <a:r>
              <a:t>Existem limites de rendimento (até €80.000/indivíduo) e valor de transação (€450.000).</a:t>
            </a:r>
          </a:p>
          <a:p>
            <a:r>
              <a:t>O processo exige documentação específica para a criação e enquadramento da proposta.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Principais Pontos a Retirar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