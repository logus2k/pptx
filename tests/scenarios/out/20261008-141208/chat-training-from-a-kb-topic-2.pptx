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compreender a essência deste regime especial. Vamos focar-nos em saber quem pode aceder, quais são os benefícios e como se deve preparar a documentação.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regime. É um apoio específico criado para facilitar o acesso à habitação a jovens. Este regime foi estabelecido por um diploma legal específico em Portugal.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mais relevante é que este regime é direcionado para jovens até aos 35 anos. O seu enquadramento legal é o Decreto-Lei n.º 44/2024. A grande vantagem é que permite financiar 100% do valor, o que elimina a necessidade de ter um valor inicial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entender o papel do Estado neste processo. O Estado atua como fiador, o que é crucial para permitir este financiamento total. Vamos ver como essa garantia operacionaliza o crédito.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cobre a diferença entre o limite padrão de 85% e os 100% que o regime permite. É importante notar que a garantia do Estado tem um limite máximo de 15% do valor da transação. O Banco CTT já está integrado neste protocolo desde 2 de outubro de 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em quem pode candidatar-se. Existem critérios claros de idade, residência e rendimento que devem ser cumpridos. Vamos detalhar estes requisitos para garantir que todos compreendem as regras.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idade, que deve estar entre 18 e 35 anos, e ser residente fiscal em Portugal. Além disso, há restrições sobre possuir bens ou ter usado esta garantia antes. O valor máximo da transação é de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específicos. Para um mutuário individual, o limite é de €80.000. Se houver dois mutuários, o limite pode subir para €160.000, aplicando-se o fator familiar de 2.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abordar os benefícios diretos, como as isenções fiscais, e como é feita a avaliação da elegibilidade. O processo é dividido em etapas, e é importante saber o que esperar em cada uma.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beneficiam de isenção de IMT e Imposto do Selo se a primeira habitação for até €330.539. A avaliação passa por duas etapas: a Proposta de Risco e o Enquadramento de Proposta. É importante saber que as recusas só são formalizadas após a submissão à análise de risco.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é um passo crítico. Vamos separar os documentos necessários para a criação da proposta e os necessários para o enquadramento da proposta. A preparação destes documentos é fundamental para um processo suave.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a proposta, precisam de documentos pessoais como o formulário de adesão e a declaração de IRS. Para o enquadramento, são necessários documentos relacionados com o imóvel, como os certificados prediais e o documento que atesta o valor de aquisição, como o CPCV.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responder à primeira, a idade máxima é 35 anos. A garantia do Estado cobre a diferença entre 85% e 100%, com um limite máximo de 15% do valor da transação. Para o enquadramento, são necessários os certificados prediais (Registo e AT) e um documento que indique o valor de aquisição, como o CPCV.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 que querem comprar casa sem grandes entraves iniciais. A garantia do Estado é o pilar deste regime, permitindo o financiamento total. Lembrem-se sempre de verificar os limites de rendimento e os requisitos documentais. Este é um apoio significativo para o mercado imobiliário jovem.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isenções associadas.</a:t>
            </a:r>
          </a:p>
          <a:p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Como funciona a intervenção do Estado na garantia do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Cobertura e Limites da Garantia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Estado garante a diferença entre o LTV usual (85%) e 100%.</a:t>
            </a:r>
          </a:p>
          <a:p>
            <a:r>
              <a:t>A garantia do Estado não ultrapassa 15% do valor da transação.</a:t>
            </a:r>
          </a:p>
          <a:p>
            <a:r>
              <a:t>Permite o financiamento até 100% ou pelo menos 85% do valor.</a:t>
            </a:r>
          </a:p>
          <a:p>
            <a:r>
              <a:t>O Banco CTT aderiu ao protocolo em 2 de outubro de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Requisitos essenciais para que os jovens possam aceder ao crédito.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Rendimento não pode exceder o 8.º escalão do IRS.</a:t>
            </a:r>
          </a:p>
          <a:p>
            <a:r>
              <a:t>Não possuir propriedade anterior nem ter usado esta garantia do Estado.</a:t>
            </a:r>
          </a:p>
          <a:p>
            <a:r>
              <a:t>O valor da transação não pode ultrapassar €450.000.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de Rendimento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 individual: €80.000 por mutuário.</a:t>
            </a:r>
          </a:p>
          <a:p>
            <a:r>
              <a:t>Limite para dois mutuários: até €160.000 (usando fator familiar 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Processo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Vantagens fiscais e as fases de avaliação da elegibilidade.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Isenções e 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Isenção de IMT e Imposto do Selo na primeira habitação até €330.539.</a:t>
            </a:r>
          </a:p>
          <a:p>
            <a:r>
              <a:t>A avaliação ocorre em duas fases: Proposta de Risco e Enquadramento de Proposta.</a:t>
            </a:r>
          </a:p>
          <a:p>
            <a:r>
              <a:t>Cartas de recusa só são emitidas após submissão à análise de risco.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Quais documentos são exigidos para iniciar e finalizar a candidatura.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para Criação e Enquadramento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Criação da Proposta: Formulário de adesão, IRS ou certificados de SS/pensionista, e certificado de domicílio fiscal.</a:t>
            </a:r>
          </a:p>
          <a:p>
            <a:r>
              <a:t>Enquadramento da Proposta: Certificados prediais (Registo e AT) e documento do valor de aquisição (ex: CPCV).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do Aprendizado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para se candidatar ao Crédito Habitação Jovem?</a:t>
            </a:r>
          </a:p>
          <a:p>
            <a:r>
              <a:t>Que tipo de garantia o Estado fornece e qual o seu limite máximo?</a:t>
            </a:r>
          </a:p>
          <a:p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financiar até 100% com garantia do Estado.</a:t>
            </a:r>
          </a:p>
          <a:p>
            <a:r>
              <a:t>Os benefícios incluem isenção de IMT/IS e a cobertura da diferença de LTV pelo Estado.</a:t>
            </a:r>
          </a:p>
          <a:p>
            <a:r>
              <a:t>É crucial cumprir os critérios de elegibilidade, incluindo limites de rendimento e valor da transação.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