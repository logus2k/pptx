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Regime especial de acesso à habitação própria permanente para jovens.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Público-alvo: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