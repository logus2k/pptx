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Nesta formação, vamos detalhar o Crédito Habitação Jovem. Ao final, vocês serão capazes de explicar o que é este regime especial. Vamos focar-nos nos requisitos, nos benefícios e no processo de candidatura. O objetivo é que saiam daqui com um conhecimento sólido sobre este apoio.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Vamos começar por definir o Crédito Habitação Jovem. É um regime especial criado para apoiar os jovens no acesso à habitação. Este regime foi estabelecido pelo Decreto-Lei n.º 44/2024, de 10 de julho.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característica mais apelativa é o financiamento de até 100% do valor do imóvel, o que elimina a necessidade de um valor de entrada. O Estado Português entra como fiador neste processo. Ele cobre a diferença entre o LTV padrão de 85% e os 100% que o regime permite.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Agora, vamos analisar quem pode beneficiar deste regime. Existem critérios específicos que os proponentes devem cumprir. É fundamental conhecer estes requisitos para evitar frustrações no processo.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Os mutuários devem ter entre 18 e 35 anos e estar fiscalmente domiciliados em Portugal. Os rendimentos são um ponto crucial; não podem ultrapassar o 8.º escalão do IRS. Para um mutuário individual, o limite é de €80.000, podendo chegar a €160.000 para dois mutuários.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Apuramento dos Rendimentos do(s) Mutuário(s)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Existem restrições importantes sobre o histórico do mutuário e o imóvel. É necessário não possuir propriedade anterior e não ter utilizado esta garantia do Estado. Além disso, o valor da transação tem um teto de €450.000, e deve ser para a primeira habitação própria permanente.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· Crédito Habitação Jovem - Garantia do Estado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Este regime não traz apenas facilidade de financiamento, mas também benefícios diretos. Vamos ver as vantagens fiscais, como a isenção de impostos, e como funciona a garantia do Estado na prática.</a:t>
            </a:r>
          </a:p>
          <a:p/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Um benefício fiscal significativo é a isenção de IMT e Imposto do Selo para compras até €330.539. A garantia do Estado tem um limite de 15% do valor da transação, mas permite o financiamento de até 100% ou, no mínimo, 85%. O CTT Bank também aderiu a este protocolo em 2 de outubro de 2024.</a:t>
            </a:r>
          </a:p>
          <a:p/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Garantia do Estado - Operacionalização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candidatura envolve várias etapas e a apresentação de documentação específica. Vamos ver como funciona a avaliação e quais os papéis que precisam de reunir para avançar com o pedido.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  <a:p>
            <a:r>
              <a:t>Fonte: 05 - Documentos Necessários · Documentos Necessários para o Crédito Habitação Jovem com Garantia do Estado - https://logus2k.com/cortex/?open=ch&amp;path=CH%2F05%20-%20Documentos%20Necess%C3%A1rios.docx&amp;page=1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 processo de elegibilidade passa por duas fases: a Proposta de Risco e o Enquadramento da Proposta. É importante notar que as recusas só são emitidas após a submissão ao risco. Para iniciar, precisam do formulário de adesão, declaração de IRS e certificado de domicílio fiscal. Para o enquadramento, são necessários os certificados do Registo e da Autoridade Tributária.</a:t>
            </a:r>
          </a:p>
          <a:p/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Criação de Proposta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Documentação Obrigatória - Enquadramento de Proposta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resposta para a primeira pergunta é que a idade deve ser entre 18 e 35 anos. A isenção de IMT e Imposto do Selo aplica-se à primeira habitação própria permanente, até um valor específico. As cartas de recusa são emitidas apenas para propostas que foram submetidas à análise de risco.</a:t>
            </a:r>
          </a:p>
          <a:p/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Isenção de IMT e Imposto do Selo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Aferição da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Para resumir, o Crédito Habitação Jovem é uma ferramenta poderosa para jovens. Permite financiar até 100% do imóvel, com o Estado a atuar como fiador. Lembrem-se sempre de verificar os limites de rendimento e valor da transação. Os benefícios fiscais e a garantia são os pilares deste regime.</a:t>
            </a:r>
          </a:p>
          <a:p/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O que é o Crédito Habitação Jovem - https://logus2k.com/cortex/?open=ch&amp;path=CH%2F11%20-%20Cr%C3%A9dito%20Habita%C3%A7%C3%A3o%20Jovem.docx&amp;page=1</a:t>
            </a:r>
          </a:p>
          <a:p>
            <a:r>
              <a:t>Fonte: 11 - Crédito Habitação Jovem &gt; Crédito Habitação Jovem - Garantia do Estado &gt; Critérios de Elegibilidade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5"/>
            <a:ext cx="103632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0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0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7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7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0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1435100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38"/>
            <a:ext cx="27432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38"/>
            <a:ext cx="80264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0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0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0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Crédito Habitação Jovem com Garantia do Estado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Objetivos da Formação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Compreender o que é o Crédito Habitação Jovem.</a:t>
            </a:r>
          </a:p>
          <a:p>
            <a:r>
              <a:t>Identificar os critérios de elegibilidade para este regime.</a:t>
            </a:r>
          </a:p>
          <a:p>
            <a:r>
              <a:t>Saber quais os benefícios e vantagens do regime.</a:t>
            </a:r>
          </a:p>
          <a:p>
            <a:r>
              <a:t>Conhecer a documentação necessária para a candidatura.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 que é o Crédito Habitação Jovem?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Apresentar o regime de crédito habitação jovem.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Características Principais do Regime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Permite financiamento de até 100% do valor do imóvel.</a:t>
            </a:r>
          </a:p>
          <a:p>
            <a:r>
              <a:t>Elimina a necessidade de capitais próprios para a entrada.</a:t>
            </a:r>
          </a:p>
          <a:p>
            <a:r>
              <a:t>O Estado Português atua como fiador.</a:t>
            </a:r>
          </a:p>
          <a:p>
            <a:r>
              <a:t>Cobre a diferença entre o LTV usual (85%) e 100% do valor.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Critérios de Elegibilidade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Verificar os requisitos para aceder à garantia pública.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Requisitos Pessoais e Financeiros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Idade entre 18 e 35 anos.</a:t>
            </a:r>
          </a:p>
          <a:p>
            <a:r>
              <a:t>Domicílio fiscal em Portugal.</a:t>
            </a:r>
          </a:p>
          <a:p>
            <a:r>
              <a:t>Rendimentos não podem exceder o 8.º escalão do IRS.</a:t>
            </a:r>
          </a:p>
          <a:p>
            <a:r>
              <a:t>Limite de rendimento: €80.000 por mutuário individual.</a:t>
            </a:r>
          </a:p>
          <a:p>
            <a:r>
              <a:t>Até €160.000 para dois mutuários (fator de 2).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Restrições e Limites da Transação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Não possuir propriedade anterior.</a:t>
            </a:r>
          </a:p>
          <a:p>
            <a:r>
              <a:t>Não ter usado esta garantia do Estado antes.</a:t>
            </a:r>
          </a:p>
          <a:p>
            <a:r>
              <a:t>Valor da transação não pode exceder €450.000.</a:t>
            </a:r>
          </a:p>
          <a:p>
            <a:r>
              <a:t>O crédito deve ser para primeira habitação própria permanente.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Benefícios Fiscais e Operacionais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Explorar as vantagens fiscais e operacionais do regime.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Vantagens Fiscais e Garantia do Estado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Isenção de IMT e Imposto do Selo para primeira habitação até €330.539.</a:t>
            </a:r>
          </a:p>
          <a:p>
            <a:r>
              <a:t>A garantia do Estado não ultrapassa 15% do valor da transação.</a:t>
            </a:r>
          </a:p>
          <a:p>
            <a:r>
              <a:t>Permite financiamento até 100% ou pelo menos 85% do valor.</a:t>
            </a:r>
          </a:p>
          <a:p>
            <a:r>
              <a:t>O CTT Bank aderiu ao protocolo em 2 de outubro de 2024.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Processo de Candidatura e Documentação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Entender as etapas e os documentos necessários para submeter a proposta.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Etapas e Documentos Necessários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 avaliação ocorre em duas fases: Proposta de Risco e Enquadramento da Proposta.</a:t>
            </a:r>
          </a:p>
          <a:p>
            <a:r>
              <a:t>As cartas de recusa são emitidas apenas para propostas submetidas ao risco.</a:t>
            </a:r>
          </a:p>
          <a:p>
            <a:r>
              <a:t>Para a criação da proposta: formulário de adesão, IRS e certificado de domicílio fiscal.</a:t>
            </a:r>
          </a:p>
          <a:p>
            <a:r>
              <a:t>Para o enquadramento: certificados do Registo e Autoridade Tributária, e valor de compra (ex: CPCV).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Verificação do Conhecimento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Qual é o limite máximo de idade para beneficiar do CH Jovem?</a:t>
            </a:r>
          </a:p>
          <a:p>
            <a:r>
              <a:t>Que tipo de imóvel deve ser adquirido para beneficiar da isenção de IMT e Imposto do Selo?</a:t>
            </a:r>
          </a:p>
          <a:p>
            <a:r>
              <a:t>Em que fase do processo de elegibilidade são emitidas as cartas de recusa?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Principais Pontos a Retirar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O CH Jovem é um regime para jovens (18-35 anos) com financiamento até 100%.</a:t>
            </a:r>
          </a:p>
          <a:p>
            <a:r>
              <a:t>O Estado garante a diferença, eliminando a necessidade de entrada inicial.</a:t>
            </a:r>
          </a:p>
          <a:p>
            <a:r>
              <a:t>Existem limites de rendimento e valor de transação a cumprir.</a:t>
            </a:r>
          </a:p>
          <a:p>
            <a:r>
              <a:t>Benefícios incluem isenção fiscal e a garantia do Estado.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