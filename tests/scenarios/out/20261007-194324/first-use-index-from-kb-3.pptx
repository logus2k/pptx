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Crédito Habitação Geral e Hipotecário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Finalidades: Aquisição, Obras, Construção, etc.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Bonificado à Habitação para Pessoas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