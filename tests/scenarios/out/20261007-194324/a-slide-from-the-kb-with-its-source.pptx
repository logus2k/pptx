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11 - Crédito Habitação Jovem, Crédito Habitação Jovem - Garantia do Estado &gt; O que é o Crédito Habitação Jovem, Crédito Habitação Jovem - Garantia do Estado, p. 1, p. 4, 2026-10-07 -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11 - Crédito Habitação Jovem, Crédito Habitação Jovem - Garantia do Estado, p. 1, 2026-10-07 -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43" sz="quarter"/>
          </p:nvPr>
        </p:nvSpPr>
        <p:spPr/>
        <p:txBody>
          <a:bodyPr/>
          <a:lstStyle/>
          <a:p>
            <a:r>
              <a:t>Regime especial de acesso ao crédito habitação destinado a jovens com idade igual ou inferior a 35 anos.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44" sz="quarter"/>
          </p:nvPr>
        </p:nvSpPr>
        <p:spPr/>
        <p:txBody>
          <a:bodyPr/>
          <a:lstStyle/>
          <a:p>
            <a:r>
              <a:t>A garantia é prestada pelo Estado Português (fiador), cobrindo a diferença entre o LTV máximo (85%) e os 100%.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45" sz="quarter"/>
          </p:nvPr>
        </p:nvSpPr>
        <p:spPr/>
        <p:txBody>
          <a:bodyPr/>
          <a:lstStyle/>
          <a:p>
            <a:r>
              <a:t>Objetivo: Facilitar o acesso à habitação própria permanente, permitindo financiamento de até 100% do valor de aquisição.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67500"/>
          </a:bodyPr>
          <a:lstStyle/>
          <a:p>
            <a:r>
              <a:t>Condições do Crédito Habitação Jovem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>
          <a:xfrm>
            <a:ext cx="0" cy="1179225"/>
          </a:xfrm>
        </p:spPr>
        <p:txBody>
          <a:bodyPr/>
          <a:lstStyle/>
          <a:p>
            <a:r>
              <a:t>Idade: Igual ou inferior a 35 anos.</a:t>
            </a:r>
          </a:p>
          <a:p>
            <a:r>
              <a:t>Objetivo: Facilitar acesso à habitação própria permanente (financiamento até 100%).</a:t>
            </a:r>
          </a:p>
          <a:p>
            <a:r>
              <a:t>Garantia: Prestada pelo Estado Português (fiador), cobrindo a diferença entre LTV máximo (85%) e 100%.</a:t>
            </a:r>
          </a:p>
          <a:p>
            <a:r>
              <a:t>Critérios de Elegibilidade (cumulativos): Idade (18-35)</a:t>
            </a:r>
          </a:p>
          <a:p>
            <a:r>
              <a:t>Domicílio fiscal em Portugal</a:t>
            </a:r>
          </a:p>
          <a:p>
            <a:r>
              <a:t>Rendimentos não ultrapassam o 8.º escalão do IRS</a:t>
            </a:r>
          </a:p>
          <a:p>
            <a:r>
              <a:t>Não ser proprietário</a:t>
            </a:r>
          </a:p>
          <a:p>
            <a:r>
              <a:t>Nunca ter usufruído desta garantia</a:t>
            </a:r>
          </a:p>
          <a:p>
            <a:r>
              <a:t>Valor da transação até 450.000,00€</a:t>
            </a:r>
          </a:p>
          <a:p>
            <a:r>
              <a:t>Destino: Primeira aquisição de habitação própria permanente</a:t>
            </a:r>
          </a:p>
          <a:p>
            <a:r>
              <a:t>Garantia não ultrapassa 15% do valor da transação</a:t>
            </a:r>
          </a:p>
          <a:p>
            <a:r>
              <a:t>Situação fiscal e previdencial regularizada.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