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120.0</c:v>
                </c:pt>
                <c:pt idx="1">
                  <c:v>150.0</c:v>
                </c:pt>
                <c:pt idx="2">
                  <c:v>200.0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Falar primeiro do contexto; os preços ficam para 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Proposta para o Cliente 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Apresentação de capacidades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Contexto e objetivos</a:t>
            </a:r>
          </a:p>
          <a:p>
            <a:pPr/>
            <a:r>
              <a:t>Solução proposta</a:t>
            </a:r>
          </a:p>
          <a:p>
            <a:pPr lvl="1"/>
            <a:r>
              <a:t>Arquitetura</a:t>
            </a:r>
          </a:p>
          <a:p>
            <a:pPr lvl="1"/>
            <a:r>
              <a:t>Calendário</a:t>
            </a:r>
          </a:p>
          <a:p>
            <a:pPr/>
            <a:r>
              <a:t>Preços e condições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Antes e depois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Processos manuais</a:t>
            </a:r>
          </a:p>
          <a:p>
            <a:r>
              <a:t>Vários sistemas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Fluxo único</a:t>
            </a:r>
          </a:p>
          <a:p>
            <a:r>
              <a:t>Um só sistema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75360" y="1508760"/>
          <a:ext cx="1024128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