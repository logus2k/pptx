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Habitação: Descreve as 7 fases do processo de concessão, envolvendo várias entidades.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Habitação: Explica os procedimentos e intervenientes após a contratação do crédito.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Empréstimos: Detalha as categorias de crédito (Geral e Hipotecário) e os fins (Aquisição, Obras, etc.).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Bonificado à Habitação a Pessoa com Deficiência: Informa sobre o regime especial para pessoas com grau de incapacidade igual ou superior a 60%.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