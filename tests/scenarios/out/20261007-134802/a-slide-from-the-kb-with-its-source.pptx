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Garantia prestada pelo Estado Português (fiador), cobrindo a diferença entre o LTV máximo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