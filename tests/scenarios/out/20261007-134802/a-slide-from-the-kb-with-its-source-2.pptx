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Apresentação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Idade: 18 a 35 anos.</a:t>
            </a:r>
          </a:p>
          <a:p>
            <a:r>
              <a:t>Domicílio fiscal em Portugal.</a:t>
            </a:r>
          </a:p>
          <a:p>
            <a:r>
              <a:t>Rendimentos não superiores ao 8.º escalão do IRS (limite máximo por mutuário: 80.000€).</a:t>
            </a:r>
          </a:p>
          <a:p>
            <a:r>
              <a:t>Não ser proprietário de prédio urbano ou fração autónoma.</a:t>
            </a:r>
          </a:p>
          <a:p>
            <a:r>
              <a:t>Nunca ter usufruído da garantia pessoal do Estado para este regime.</a:t>
            </a:r>
          </a:p>
          <a:p>
            <a:r>
              <a:t>Valor da transação não exceder 450.000,00€.</a:t>
            </a:r>
          </a:p>
          <a:p>
            <a:r>
              <a:t>Destino: Primeira aquisição de habitação própria permanente.</a:t>
            </a:r>
          </a:p>
          <a:p>
            <a:r>
              <a:t>Garantia pessoal do Estado não ultrapassar 15% do valor da transação.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