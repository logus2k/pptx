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Crédito Habitação Jovem - Garantia do Estado &gt; O que é o Crédito Habitação Jovem,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Apresentação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especial de acesso ao crédito habitação destinado 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aquisição, eliminando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 garantia é prestada pelo Estado Português (fiador), cobrindo a diferença entre o LTV máximo habitualmente permitido (85%) e os 100% do valor de aquisição.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