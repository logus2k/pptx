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anos, criado pelo Decreto-Lei n.º 44/2024, de 10 de julho, e regulamentado pela Portaria n.º 236-A/2024/1, de 27 de setembro.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Garantia: Prestada pelo Estado Português, que atua como fiador, cobrindo a diferença entre o LTV máximo (85%) e os 100% do valor de aquisição.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>
          <a:xfrm>
            <a:ext cx="0" cy="1166237"/>
          </a:xfrm>
        </p:spPr>
        <p:txBody>
          <a:bodyPr/>
          <a:lstStyle/>
          <a:p>
            <a:r>
              <a:t>Critérios de acesso (cumulativos): 1. Idade entre 18 e 35 anos. 2. Domicílio fiscal em Portugal. 3. Rendimentos não ultrapassarem o 8.º escalão do IRS (limite máximo 80.000€ por mutuário). 4. Não ser proprietário de prédio urbano. 5. Nunca ter usufruído da garantia pessoal do Estado ao abrigo do DL n.º 44/2024. 6. Valor da transação não exceder 450.000,00 euros. 7. Destino: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