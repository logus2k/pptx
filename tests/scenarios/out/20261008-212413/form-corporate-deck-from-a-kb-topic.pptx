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especial foi criado para facilitar o acesso à casa própria aos jovens. Com o Crédito Habitação Jovem, pode financiar o valor total do imóvel.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critérios de elegibilidade são específicos e visam apoiar os jovens compradores. É fundamental cumprir os requisitos de idade e rendimento estabelecidos.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financiamento, existem benefícios fiscais importantes para a primeira habitação própria permanente. Estes limites ajudam a definir o âmbito da aplicação do regime.</a:t>
            </a:r>
          </a:p>
          <a:p/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papel do Estado é crucial, pois atua como fiador para cobrir o risco adicional. Este mecanismo permite que o financiamento chegue aos 100% do valor de aquisição.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é estruturado em etapas claras, começando pela proposta e seguindo para o enquadramento. Certifique-se de reunir toda a documentação necessária desde o início.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CTT Bank está integrada neste protocolo, facilitando o acesso a este regime. Recomendamos que consulte os detalhes operacionais para entender melhor o processo de avaliação.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 Sua Oportunidade para Comprar Casa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Permite financiar até 100% do valor de aquisição.</a:t>
            </a:r>
          </a:p>
          <a:p>
            <a:pPr marL="285750" indent="-285750">
              <a:buFont typeface="Arial"/>
              <a:buChar char="•"/>
            </a:pPr>
            <a:r>
              <a:t>Elimina a necessidade de capitais próprios para a entrada.</a:t>
            </a:r>
          </a:p>
          <a:p>
            <a:pPr marL="285750" indent="-285750">
              <a:buFont typeface="Arial"/>
              <a:buChar char="•"/>
            </a:pPr>
            <a:r>
              <a:t>O Estado Português atua como fiador neste regime.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Total Sem Necessidade de Entrada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Entre 18 e 35 anos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Idade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Domicílio fiscal em Portugal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t>Residência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Inferior ao 8.º escalão do IRS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Rendimento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Quem Pode Aceder a Este Regime Especial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Benefícios Fiscais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Limite de Transação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Financeiros e Benefícios Fiscais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Valor máximo da transação: €450.000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Isenção de IMT e Imposto do Selo</a:t>
            </a:r>
          </a:p>
          <a:p>
            <a:r>
              <a:t>Isenção aplicável até à compra de €330.539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Estado garante a diferença entre 85% e 100% do valor.</a:t>
            </a:r>
          </a:p>
          <a:p>
            <a:pPr marL="285750" indent="-285750">
              <a:buFont typeface="Arial"/>
              <a:buChar char="•"/>
            </a:pPr>
            <a:r>
              <a:t>A garantia do Estado não excede 15% do valor da transação.</a:t>
            </a:r>
          </a:p>
          <a:p>
            <a:pPr marL="285750" indent="-285750">
              <a:buFont typeface="Arial"/>
              <a:buChar char="•"/>
            </a:pPr>
            <a:r>
              <a:t>O regime foi estabelecido pelo DL n.º 44/2024.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Funciona a Garantia do Estado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Passos para Iniciar a Sua Candidatura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9923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Proposta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7204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Enquadramento</a:t>
            </a:r>
          </a:p>
        </p:txBody>
      </p:sp>
      <p:cxnSp>
        <p:nvCxnSpPr>
          <p:cNvPr id="9" name="Connector 9"/>
          <p:cNvCxnSpPr>
            <a:stCxn id="7" idx="3"/>
            <a:endCxn id="8" idx="1"/>
          </p:cNvCxnSpPr>
          <p:nvPr/>
        </p:nvCxnSpPr>
        <p:spPr>
          <a:xfrm>
            <a:off x="4703683" y="2809081"/>
            <a:ext cx="150352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A CTT Bank aderiu ao protocolo em 2 de outubro de 2024.</a:t>
            </a:r>
          </a:p>
          <a:p>
            <a:pPr marL="285750" indent="-285750">
              <a:buFont typeface="Arial"/>
              <a:buChar char="•"/>
            </a:pPr>
            <a:r>
              <a:t>Os processos são avaliados em fases de risco e enquadramento.</a:t>
            </a:r>
          </a:p>
          <a:p>
            <a:pPr marL="285750" indent="-285750">
              <a:buFont typeface="Arial"/>
              <a:buChar char="•"/>
            </a:pPr>
            <a:r>
              <a:t>Consulte a documentação completa para detalhes operacionais.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Informação Adicional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