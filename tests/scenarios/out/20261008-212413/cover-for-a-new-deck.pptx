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Público-alvo: Jovens com idade igual ou inferior a 35 anos.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Garantia: Prestada pelo Estado Português, cobrindo a diferença entre o LTV máximo (85%) e 100%.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Requisitos chave: Domicílio fiscal em Portugal, rendimentos não superiores ao 8.º escalão do IRS, primeira aquisição, etc.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Jovem: Para a Equipa Comercial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