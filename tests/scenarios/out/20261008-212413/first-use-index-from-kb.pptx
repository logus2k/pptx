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Crédito Habitação Obras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Finalidades dos Empréstimos (HPP, HPS, HA)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Crédito Bonificado a Pessoas com Deficiência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t>Servicing de Crédito Habitação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>
            <a:normAutofit fontScale="97500"/>
          </a:bodyPr>
          <a:lstStyle/>
          <a:p>
            <a:r>
              <a:t>Índice: Crédito à Habitação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35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36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>
            <a:r>
              <a:t>Outros tópicos relacionados com o crédito à habitação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idx="38" sz="quarter"/>
          </p:nvPr>
        </p:nvSpPr>
        <p:spPr/>
        <p:txBody>
          <a:bodyPr/>
          <a:lstStyle/>
          <a:p>
            <a: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