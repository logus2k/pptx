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focar-nos em capacitar todos os participantes sobre o Crédito Habitação Jovem. Ao final, deverão ser capazes de explicar o regime, verificar se os clientes cumprem os requisitos e conhecer os passos do processo. Vamos começar por definir o que é este regime especial.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inicial visa dar uma visão geral do Crédito Habitação Jovem. É fundamental entender o propósito deste regime, que foi criado para apoiar os jovens no acesso à habitação própria permanente.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central deste regime é a sua capacidade de financiar até 100% do valor do imóvel. Isto é um grande benefício, pois elimina a necessidade de os jovens terem um valor inicial para a entrada. Lembrem-se que este regime foi formalizado pelo Decreto-Lei n.º 44/2024.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foca-se nos requisitos. É crucial que os consultores saibam exatamente quem pode aceder a este benefício. Vamos rever os critérios de idade, domicílio fiscal e os limites de rendimento estabelecidos.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critérios de elegibilidade são rigorosos e devem ser verificados cuidadosamente. A idade e o domicílio fiscal são básicos, mas também temos limites de rendimento e de valor do imóvel. É importante notar que o crédito deve ser para a primeira habitação própria permanente.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detalhar os limites financeiros. O rendimento é um ponto chave, com limites específicos para um ou dois mutuários. A garantia do Estado entra em ação para cobrir a diferença, permitindo o financiamento máximo. O CTT Bank aderiu a este protocolo em 2 de outubro de 2024.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aborda os benefícios tangíveis e o fluxo de trabalho. Os mutuários beneficiam de isenções fiscais importantes, e o processo de avaliação passa por fases distintas, como a Proposta de Risco.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benefícios fiscais são um grande atrativo, especialmente para imóveis até €330.539. O processo de elegibilidade é estruturado em duas etapas claras. É importante salientar que a recusa só ocorre após a submissão à análise de risco.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documentação é dividida em duas fases: criação e enquadramento. A FAP é o documento que formaliza a intenção do cliente. É vital que os consultores saibam quais os documentos exigidos em cada etapa do processo.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resposta para a primeira pergunta é €80.000. A garantia do Estado cobre a diferença entre o LTV normal (85%) e os 100% de financiamento. Para a criação da proposta, são necessários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 que procuram a sua primeira casa. O benefício principal é o financiamento total, suportado pela garantia do Estado. Lembrem-se sempre de verificar os limites de rendimento e de seguir rigorosamente as fases de avaliação e documentação. Estão agora preparados para aconselhar os seus clientes sobre este regime.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o regime.</a:t>
            </a:r>
          </a:p>
          <a:p>
            <a:pPr marL="285750" indent="-285750">
              <a:buFont typeface="Arial"/>
              <a:buChar char="•"/>
            </a:pPr>
            <a:r>
              <a:t>Conhecer os benefícios e isenções fiscais associados.</a:t>
            </a:r>
          </a:p>
          <a:p>
            <a:pPr marL="285750" indent="-285750">
              <a:buFont typeface="Arial"/>
              <a:buChar char="•"/>
            </a:pPr>
            <a:r>
              <a:t>Saber quais a documentação necessária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especial para jovens com idade de 35 anos ou menos.</a:t>
            </a:r>
          </a:p>
          <a:p>
            <a:pPr marL="285750" indent="-285750">
              <a:buFont typeface="Arial"/>
              <a:buChar char="•"/>
            </a:pPr>
            <a:r>
              <a:t>Foi estabelecido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financiamento de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os mutuários terem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Detalhar os requisitos que os mutuários devem cumprir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 e Transação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Domicílio fiscal em Portugal</a:t>
            </a:r>
          </a:p>
          <a:p>
            <a:r>
              <a:t>Não ter propriedade anterior</a:t>
            </a:r>
          </a:p>
          <a:p>
            <a:r>
              <a:t>Não ter usado esta garantia do Estado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Rendimentos não podem exceder o 8.º escalão do IRS</a:t>
            </a:r>
          </a:p>
          <a:p>
            <a:r>
              <a:t>Valor da transação não pode ultrapassar os €450.000,00</a:t>
            </a:r>
          </a:p>
          <a:p>
            <a:r>
              <a:t>Crédito deve ser para a primeira habitação própria permanente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Limite de rendimento: €80.000 por mutuário individualmente.</a:t>
            </a:r>
          </a:p>
          <a:p>
            <a:pPr marL="285750" indent="-285750">
              <a:buFont typeface="Arial"/>
              <a:buChar char="•"/>
            </a:pPr>
            <a:r>
              <a:t>Até €160.000 para dois mutuários (usando fator familiar de 2).</a:t>
            </a:r>
          </a:p>
          <a:p>
            <a:pPr marL="285750" indent="-285750">
              <a:buFont typeface="Arial"/>
              <a:buChar char="•"/>
            </a:pPr>
            <a:r>
              <a:t>A garantia do Estado não excede 15% do valor da transação.</a:t>
            </a:r>
          </a:p>
          <a:p>
            <a:pPr marL="285750" indent="-285750">
              <a:buFont typeface="Arial"/>
              <a:buChar char="•"/>
            </a:pPr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Garantia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e Processo de Candidatura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Explorar as vantagens fiscais e os passos para formalizar o pedido de crédito.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Isenção de IMT e Imposto do Selo na primeira habitação até €330.539.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Benefícios Fiscais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Ocorre em duas fases: Proposta de Risco e Enquadramento de Proposta.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Avaliação do Crédito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Cartas de recusa emitidas apenas para propostas submetidas ao risco.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Recusa de Proposta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Vantagens Fiscais e Avaliação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Enquadramento da Proposta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Criação da Proposta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Formulário de adesão</a:t>
            </a:r>
          </a:p>
          <a:p>
            <a:r>
              <a:t>IRS</a:t>
            </a:r>
          </a:p>
          <a:p>
            <a:r>
              <a:t>Certificado de domicílio fiscal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Certificados de registo</a:t>
            </a:r>
          </a:p>
          <a:p>
            <a:r>
              <a:t>Certificado da autoridade fiscal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o limite máximo de rendimento para um mutuário individual no CH Jovem?</a:t>
            </a:r>
          </a:p>
          <a:p>
            <a:pPr marL="285750" indent="-285750">
              <a:buFont typeface="Arial"/>
              <a:buChar char="•"/>
            </a:pPr>
            <a:r>
              <a:t>Que tipo de garantia oferece o Estado Português neste regime?</a:t>
            </a:r>
          </a:p>
          <a:p>
            <a:pPr marL="285750" indent="-285750">
              <a:buFont typeface="Arial"/>
              <a:buChar char="•"/>
            </a:pPr>
            <a:r>
              <a:t>Quais são os dois tipos de documentos necessários para a criação de uma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CH Jovem é um regime para jovens (até 35 anos) que permite financiamento de até 100%.</a:t>
            </a:r>
          </a:p>
          <a:p>
            <a:pPr marL="285750" indent="-285750">
              <a:buFont typeface="Arial"/>
              <a:buChar char="•"/>
            </a:pPr>
            <a:r>
              <a:t>O Estado atua como fiador, cobrindo a diferença de LTV.</a:t>
            </a:r>
          </a:p>
          <a:p>
            <a:pPr marL="285750" indent="-285750">
              <a:buFont typeface="Arial"/>
              <a:buChar char="•"/>
            </a:pPr>
            <a:r>
              <a:t>Existem limites claros de rendimento e valor da transação a cumprir.</a:t>
            </a:r>
          </a:p>
          <a:p>
            <a:pPr marL="285750" indent="-285750">
              <a:buFont typeface="Arial"/>
              <a:buChar char="•"/>
            </a:pPr>
            <a:r>
              <a:t>O processo envolve fases de avaliação e requer documentação específica.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