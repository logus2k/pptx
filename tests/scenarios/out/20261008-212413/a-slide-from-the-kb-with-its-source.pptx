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Crédito Habitação Jovem - Garantia do Estado &gt; O que é o Crédito Habitação Jovem,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especial para jovens com idade igual ou inferior a 35 anos, criado pelo Decreto-Lei n.º 44/2024, de 10 de julho, e regulamentado pela Portaria n.º 236-A/2024/1, de 27 de setembro.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Objetivo: Facilitar o acesso à habitação própria permanente, permitindo financiamento de até 100% do valor de aquisição, eliminando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 garantia é prestada pelo Estado Português (fiador), cobrindo a diferença entre o LTV máximo (85%) e os 100% do valor de aquisição.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