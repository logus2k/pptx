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Permite financiar até 100% do valor do imóvel, o que elimina a necessidade de entrada inicial.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vantagem é que o Estado atua como garantidor, cobrindo a diferença entre o financiamento padrão e os 100%. Isto torna o acesso ao crédito muito mais viável.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devem ser cumpridos. É fundamental verificar a idade, o rendimento e o valor do imóvel para se qualificar para este regime.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limites de rendimento, existem benefícios fiscais importantes para quem adquire a primeira casa. Estes benefícios podem reduzir significativamente os custos iniciais da compra.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duas fases de avaliação. É importante reunir a documentação correta desde o início para garantir que a sua proposta seja analisada corretamente.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CTT Bank já está integrado neste protocolo, e existem opções como o Crédito Signal Jovem para complementar a entrada. Estamos aqui para o ajudar a dar o próximo passo.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de crédito habitação jovem.</a:t>
            </a:r>
          </a:p>
          <a:p>
            <a:pPr marL="285750" indent="-285750">
              <a:buFont typeface="Arial"/>
              <a:buChar char="•"/>
            </a:pPr>
            <a:r>
              <a:t>Destinado a pessoas com 35 anos ou menos.</a:t>
            </a:r>
          </a:p>
          <a:p>
            <a:pPr marL="285750" indent="-285750">
              <a:buFont typeface="Arial"/>
              <a:buChar char="•"/>
            </a:pPr>
            <a:r>
              <a:t>Criado pelo Decreto-Lei n.º 44/2024.</a:t>
            </a:r>
          </a:p>
          <a:p>
            <a:pPr marL="285750" indent="-285750">
              <a:buFont typeface="Arial"/>
              <a:buChar char="•"/>
            </a:pPr>
            <a:r>
              <a:t>Permite financiamento até 100% do valor.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 Compradores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garante a diferença do LTV (85%) para 100%.</a:t>
            </a:r>
          </a:p>
          <a:p>
            <a:pPr marL="285750" indent="-285750">
              <a:buFont typeface="Arial"/>
              <a:buChar char="•"/>
            </a:pPr>
            <a:r>
              <a:t>A garantia do Estado não ultrapassa 15% do valor.</a:t>
            </a:r>
          </a:p>
          <a:p>
            <a:pPr marL="285750" indent="-285750">
              <a:buFont typeface="Arial"/>
              <a:buChar char="•"/>
            </a:pPr>
            <a:r>
              <a:t>Permite financiamento de 100% ou pelo menos 85%.</a:t>
            </a:r>
          </a:p>
          <a:p>
            <a:pPr marL="285750" indent="-285750">
              <a:buFont typeface="Arial"/>
              <a:buChar char="•"/>
            </a:pPr>
            <a:r>
              <a:t>O Estado atua como garantidor no processo.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com Garantia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Financeiros e Patrimoniais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Residente fiscal em Portugal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 não superior ao 8º escalão do IRS</a:t>
            </a:r>
          </a:p>
          <a:p>
            <a:r>
              <a:t>Não possuir propriedade anterior nem usar esta garantia</a:t>
            </a:r>
          </a:p>
          <a:p>
            <a:r>
              <a:t>Valor da transação não pode exceder €450.000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Benefícios Fiscais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Limites de Rendimento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Máximo por pessoa: €80.000</a:t>
            </a:r>
          </a:p>
          <a:p>
            <a:r>
              <a:t>Máximo para dois: €160.000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Isenção de IMT e Imposto do Selo até €330.539</a:t>
            </a:r>
          </a:p>
          <a:p>
            <a:r>
              <a:t>Benefício fiscal para primeira habitação permanente</a:t>
            </a:r>
          </a:p>
          <a:p>
            <a:r>
              <a:t>Isenção parcial possível até €633.453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Simplificado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Fase 1: Proposta de Risco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Fase 2: Enquadramento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CTT Bank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O Crédito Signal Jovem é um empréstimo de curto prazo.</a:t>
            </a:r>
          </a:p>
          <a:p>
            <a:pPr marL="285750" indent="-285750">
              <a:buFont typeface="Arial"/>
              <a:buChar char="•"/>
            </a:pPr>
            <a:r>
              <a:t>Consulte-nos para iniciar a sua proposta de crédito.</a:t>
            </a:r>
          </a:p>
          <a:p>
            <a:pPr marL="285750" indent="-285750">
              <a:buFont typeface="Arial"/>
              <a:buChar char="•"/>
            </a:pPr>
            <a:r>
              <a:t>Disponibilizamos apoio para clientes estrangeiros.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Informação 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