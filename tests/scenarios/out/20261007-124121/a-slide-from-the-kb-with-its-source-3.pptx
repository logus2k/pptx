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especial para jovens (até 35 anos) com garantia do Estado.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Objetivo: facilitar acesso à habitação própria permanente, financiando até 100% do valor de aquisição.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Estado Português atua como fiador, cobrindo a diferença do LTV (85% para 100%).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Critérios chave: Idade (18-35), domicílio fiscal em Portugal, rendimentos até 8.º escalão IRS, primeira habitação, valor transação até 450.000€.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