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sobre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Igual ou inferior a 35 anos.</a:t>
            </a:r>
          </a:p>
          <a:p>
            <a:r>
              <a:t>Domicílio Fiscal: Deve ter domicílio fiscal em Portugal.</a:t>
            </a:r>
          </a:p>
          <a:p>
            <a:r>
              <a:t>Rendimentos: Não ultrapassar o 8.º escalão do IRS.</a:t>
            </a:r>
          </a:p>
          <a:p>
            <a:r>
              <a:t>Propriedade: Não ser proprietário de prédio urbano ou fração autónoma habitacional.</a:t>
            </a:r>
          </a:p>
          <a:p>
            <a:r>
              <a:t>Histórico: Nunca ter usufruído da garantia pessoal do Estado ao abrigo do DL n.º 44/2024.</a:t>
            </a:r>
          </a:p>
          <a:p>
            <a:r>
              <a:t>Valor da Transação: Não exceder 450.000,00 euros.</a:t>
            </a:r>
          </a:p>
          <a:p>
            <a:r>
              <a:t>Finalidade: Destinar-se à primeira aquisição de habitação própria permanente.</a:t>
            </a:r>
          </a:p>
          <a:p>
            <a:r>
              <a:t>Garantia: A garantia pessoal do Estado não deve ultrapassar 15% do valor da transação.</a:t>
            </a:r>
          </a:p>
          <a:p>
            <a:r>
              <a:t>Financiamento: O crédito deve viabilizar o financiamento de, pelo menos, 85% do valor da transação.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