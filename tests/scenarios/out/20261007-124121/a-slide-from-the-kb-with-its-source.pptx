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(até 35 anos), criado pelo DL n.º 44/2024 e Portaria n.º 236-A/2024/1.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Facilita o acesso à habitação própria permanente, financiando até 100% do valor de aquisição sem necessidade de capitais próprios.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Estado Português atua como fiador, cobrindo a diferença entre o LTV máximo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