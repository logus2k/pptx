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até Arquivo)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(Aquisição, Obras, Transferência, etc.)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