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p. 4,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A garantia é prestada pelo Estado Português, que atua como fiador.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Regime especial de acesso ao crédito habitação destinado a jovens.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Permite o financiamento de até 100% do valor de aquisição do imóvel, eliminando a necessidade de capitais próprios para a entrada.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