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- 02 -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- 12 -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3" sz="quarter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Regime e Finalidades dos Empréstimos (Aquisição, Obras, etc.)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01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idx="10" sz="quarter"/>
          </p:nvPr>
        </p:nvSpPr>
        <p:spPr/>
        <p:txBody>
          <a:bodyPr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80000"/>
          </a:bodyPr>
          <a:lstStyle/>
          <a:p>
            <a:r>
              <a:t>Índice: Tópicos de Crédito à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Servicing de Crédito Habitação (Gestão pós-contrato)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03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t>05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02</a:t>
            </a:r>
          </a:p>
        </p:txBody>
      </p:sp>
      <p:sp>
        <p:nvSpPr>
          <p:cNvPr id="14" name="Text Placeholder 13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15" name="Text Placeholder 14"/>
          <p:cNvSpPr>
            <a:spLocks noGrp="1"/>
          </p:cNvSpPr>
          <p:nvPr>
            <p:ph type="body" idx="22" sz="quarter"/>
          </p:nvPr>
        </p:nvSpPr>
        <p:spPr/>
        <p:txBody>
          <a:bodyPr/>
          <a:lstStyle/>
          <a:p>
            <a:r>
              <a:t>04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