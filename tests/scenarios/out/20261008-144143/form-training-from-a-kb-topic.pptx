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deverão ser capazes de explicar o que é este regime especial. Vamos focar-nos nos requisitos, nos benefícios e nos passos práticos para aceder a este financiamento.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Este é um regime de crédito especial criado para apoiar os jovens no acesso à habitação em Portugal. É importante conhecer a sua origem legal e o seu propósito principal.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muito vantajoso, pois permite financiar até 100% do valor do imóvel. Isto significa que não precisa de ter um valor inicial para a entrada. O Estado Português entra como fiador, o que é um pilar fundamental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analisar os critérios. Não basta ser jovem; existem requisitos específicos de residência, rendimento e situação patrimonial. É crucial cumprir todos estes requisitos para que o pedido seja considerado.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são claros: idade, residência e rendimento. O limite de rendimento é rigoroso, sendo €80.000 para um indivíduo. Além disso, é uma condição que o mutuário não possua outra propriedade e que nunca tenha usufruído desta garantia estatal.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limites claros para o valor do imóvel, sendo €450.000 o teto. Há também benefícios fiscais importantes, como a isenção de IMT e Imposto do Selo até um certo valor. Para estrangeiros, há requisitos adicionais de residência que devem ser verificados.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tem fases bem definidas, começando pela proposta e seguindo para o enquadramento. A documentação é extensa e deve ser preparada com cuidado, pois é essencial para a análise do pedido.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não é imediato; passa por duas etapas de avaliação. É importante notar que a recusa só ocorre após a submissão ao risco. Para iniciar, precisa de reunir documentos como o formulário de adesão e a sua declaração de IRS.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fase de enquadramento, o foco muda para a documentação do imóvel, como os certificados de registo e a avaliação. É relevante saber que o CTT Bank já aderiu ao protocolo. A garantia do Estado cobre a diferença entre o LTV padrão e os 100% permitidos.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reflitam sobre estas questões. O limite de rendimento individual é de €80.000. Para criar a proposta, precisa do formulário de adesão, IRS e certificado de domicílio fiscal. O Estado atua como fiador, cobrindo a diferença entre o LTV padrão e os 100% do valor de aquisição.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jovens. Permite financiar o imóvel até 100% com o apoio do Estado. No entanto, é crucial respeitar os limites de rendimento e valor. Lembrem-se que o processo é estruturado em fases de avaliação e requer documentação completa.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este regime.</a:t>
            </a:r>
          </a:p>
          <a:p>
            <a:r>
              <a:t>Conhecer os procedimentos e documentação necessários.</a:t>
            </a:r>
          </a:p>
          <a:p>
            <a:r>
              <a:t>Saber como funciona a garantia do Estado neste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o regime de crédito habitação jovem.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até aos 35 anos.</a:t>
            </a:r>
          </a:p>
          <a:p>
            <a:r>
              <a:t>Foi estabelecido pelo Decreto-Lei n.º 44/2024, de 10 de julho.</a:t>
            </a:r>
          </a:p>
          <a:p>
            <a:r>
              <a:t>Permite financiar até 100% do valor de aquisição.</a:t>
            </a:r>
          </a:p>
          <a:p>
            <a:r>
              <a:t>Elimina a necessidade de capitais próprios para a entrada.</a:t>
            </a:r>
          </a:p>
          <a:p>
            <a:r>
              <a:t>O Estado Português atua como fiador.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Verificar quem pode aceder ao Crédito Habitação Jovem.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anos, e ser residente fiscal em Portugal.</a:t>
            </a:r>
          </a:p>
          <a:p>
            <a:r>
              <a:t>Rendimentos não podem exceder o 8.º escalão do IRS.</a:t>
            </a:r>
          </a:p>
          <a:p>
            <a:r>
              <a:t>Limite de rendimento: €80.000 por mutuário individual.</a:t>
            </a:r>
          </a:p>
          <a:p>
            <a:r>
              <a:t>Para dois mutuários, o limite é de até €160.000 (usando o quociente familiar).</a:t>
            </a:r>
          </a:p>
          <a:p>
            <a:r>
              <a:t>Não possuir propriedade anterior nem ter usado esta garantia do Estado.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Valor da transação não pode ultrapassar €450.000.</a:t>
            </a:r>
          </a:p>
          <a:p>
            <a:r>
              <a:t>É destinado à primeira habitação própria permanente.</a:t>
            </a:r>
          </a:p>
          <a:p>
            <a:r>
              <a:t>Isenção de IMT e Imposto do Selo até €330.539.</a:t>
            </a:r>
          </a:p>
          <a:p>
            <a:r>
              <a:t>Para estrangeiros, é necessário título de residência temporária há 3 anos.</a:t>
            </a:r>
          </a:p>
          <a:p>
            <a:r>
              <a:t>Este título deve estar válido na data da análise.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da Transação e Benefícios Fiscais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Entender as fases de avaliação e a documentação necessária.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de Risco e Enquadramento da Proposta.</a:t>
            </a:r>
          </a:p>
          <a:p>
            <a:r>
              <a:t>As cartas de recusa são emitidas apenas para propostas submetidas ao risco.</a:t>
            </a:r>
          </a:p>
          <a:p>
            <a:r>
              <a:t>Para criar a proposta, são necessários o formulário de adesão, IRS e certificado de domicílio fiscal.</a:t>
            </a:r>
          </a:p>
          <a:p>
            <a:r>
              <a:t>A FAP formaliza a candidatura, incluindo identificação e autorização de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de Avaliação e Documentos Iniciais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Para enquadrar a proposta, são necessários certificados do Registo e da Autoridade Tributária.</a:t>
            </a:r>
          </a:p>
          <a:p>
            <a:r>
              <a:t>Deve apresentar um documento com o valor de aquisição (ex: CPCV).</a:t>
            </a:r>
          </a:p>
          <a:p>
            <a:r>
              <a:t>O CTT Bank aderiu ao protocolo em 2 de outubro de 2024.</a:t>
            </a:r>
          </a:p>
          <a:p>
            <a:r>
              <a:t>As operações são precificadas no quadrante de 65-85% do LTV.</a:t>
            </a:r>
          </a:p>
          <a:p>
            <a:r>
              <a:t>A garantia do Estado cobre a diferença entre 85% e 100% do valor.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Documentação para Enquadramento e Operacionalização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o limite máximo de rendimento para um mutuário individual neste regime?</a:t>
            </a:r>
          </a:p>
          <a:p>
            <a:r>
              <a:t>Que documentos são necessários para a criação inicial da proposta?</a:t>
            </a:r>
          </a:p>
          <a:p>
            <a:r>
              <a:t>Qual é o papel do Estado Português neste regime de crédito?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CH Jovem é um apoio para jovens (até 35 anos) que permite financiar até 100% do imóvel.</a:t>
            </a:r>
          </a:p>
          <a:p>
            <a:r>
              <a:t>O Estado Português garante a diferença de financiamento, cobrindo até 15% do valor.</a:t>
            </a:r>
          </a:p>
          <a:p>
            <a:r>
              <a:t>Existem limites rigorosos de rendimento (€80k/€160k) e valor da transação (€450k).</a:t>
            </a:r>
          </a:p>
          <a:p>
            <a:r>
              <a:t>O processo exige documentação específica, como IRS e certificados de registo, e passa por duas fases de avaliação.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