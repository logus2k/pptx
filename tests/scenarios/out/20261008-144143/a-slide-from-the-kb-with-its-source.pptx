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  <p:sldId id="257" r:id="rId14"/>
    <p:sldId id="258" r:id="rId15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14" Type="http://schemas.openxmlformats.org/officeDocument/2006/relationships/slide" Target="slides/slide2.xml"/><Relationship Id="rId15" Type="http://schemas.openxmlformats.org/officeDocument/2006/relationships/slide" Target="slides/slide3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2" sz="quarter"/>
          </p:nvPr>
        </p:nvSpPr>
        <p:spPr/>
        <p:txBody>
          <a:bodyPr/>
          <a:lstStyle/>
          <a:p>
            <a:r>
              <a:t>Regime especial de acesso ao crédito habitação destinado a jovens com idade igual ou inferior a 35 anos.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31" sz="quarter"/>
          </p:nvPr>
        </p:nvSpPr>
        <p:spPr/>
        <p:txBody>
          <a:bodyPr/>
          <a:lstStyle/>
          <a:p>
            <a:r>
              <a:t>Objetivo: facilitar o acesso à habitação própria permanente, permitindo financiamento de até 100% do valor de aquisição.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33" sz="quarter"/>
          </p:nvPr>
        </p:nvSpPr>
        <p:spPr/>
        <p:txBody>
          <a:bodyPr/>
          <a:lstStyle/>
          <a:p>
            <a:r>
              <a:t>Garantia prestada pelo Estado Português, cobrindo a diferença entre o LTV máximo (85%) e os 100% do valor de aquisição.</a:t>
            </a:r>
          </a:p>
        </p:txBody>
      </p:sp>
      <p:sp>
        <p:nvSpPr>
          <p:cNvPr id="11" name="Text Placeholder 10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>
          <a:xfrm>
            <a:ext cx="0" cy="1179225"/>
          </a:xfrm>
        </p:spPr>
        <p:txBody>
          <a:bodyPr/>
          <a:lstStyle/>
          <a:p>
            <a:r>
              <a:t>O(s) mutuário(s) tenha(m) entre 18 e 35 anos de idade.</a:t>
            </a:r>
          </a:p>
          <a:p>
            <a:r>
              <a:t>O(s) mutuário(s) tenham domicílio fiscal em Portugal.</a:t>
            </a:r>
          </a:p>
          <a:p>
            <a:r>
              <a:t>O(s) mutuário(s) do contrato usufruam de rendimentos que não ultrapassem o 8.º escalão do imposto sobre o rendimento das pessoas singulares (IRS).</a:t>
            </a:r>
          </a:p>
          <a:p>
            <a:r>
              <a:t>O(s) mutuário(s) do contrato não seja(m) proprietário(s) de prédio urbano ou de fração autónoma de prédio urbano habitacional.</a:t>
            </a:r>
          </a:p>
          <a:p>
            <a:r>
              <a:t>O(s) mutuário(s) do contrato nunca tenha(m) usufruído da garantia pessoal do Estado ao abrigo do Decreto-Lei n.º 44/2024, de 10 de julho.</a:t>
            </a:r>
          </a:p>
          <a:p>
            <a:r>
              <a:t>O valor da transação não exceda 450.000,00 euros.</a:t>
            </a:r>
          </a:p>
          <a:p>
            <a:r>
              <a:t>O crédito se destine a primeira aquisição de habitação própria permanente.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67500"/>
          </a:bodyPr>
          <a:lstStyle/>
          <a:p>
            <a:r>
              <a:t>Condições do Crédito Habitação Jovem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A garantia pessoal do Estado não ultrapasse 15% do valor da transação do prédio urbano ou de fração autónoma de prédio urbano.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A garantia pessoal do Estado se destine a viabilizar que a instituição de crédito financie a totalidade do valor da transação do prédio urbano ou de fração autónoma de prédio urbano, ou um valor inferior desde que este seja igual ou superior a 85% do referido valor da transação.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O(s) mutuário(s) tenham a sua situação fiscal, bem como a sua situação à luz do regime previdencial que lhes seja aplicável, regularizadas.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