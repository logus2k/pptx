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mais importante é que permite financiar o valor total da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garante o empréstimo, o que elimina a necessidade de ter um grande valor inicial. Isto é possível porque o Estado assume parte do risco.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 qualificar, deve cumprir vários requisitos, como a idade e os limites de rendimento. É importante notar que o valor da transação tem um teto máximo.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vantagens fiscais significativas para quem compra a sua primeira casa. Esta isenção aplica-se até um determinado valor.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de avaliação, começando pela proposta. É fundamental reunir a documentação correta, especialmente se for um cliente estrangeiro.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a Ficha de Adesão ao Produto é o passo formal. Lembre-se que o CTT Bank já está integrado neste regime desde outubro de 2024.</a:t>
            </a:r>
          </a:p>
          <a:p/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Destinado a pessoas com idade de até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da casa.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fiador.</a:t>
            </a:r>
          </a:p>
          <a:p>
            <a:r>
              <a:t>Cobre a diferença entre 85% e 100% do valor.</a:t>
            </a:r>
          </a:p>
          <a:p>
            <a:r>
              <a:t>A garantia do Estado não ultrapassa 15% do valor.</a:t>
            </a:r>
          </a:p>
          <a:p>
            <a:r>
              <a:t>Permite financiar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Sem Necessidade de Capital Próprio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Selo.</a:t>
            </a:r>
          </a:p>
          <a:p>
            <a:r>
              <a:t>Aplica-se na compra da primeira habitação.</a:t>
            </a:r>
          </a:p>
          <a:p>
            <a:r>
              <a:t>Válido para valores de até €330.539.</a:t>
            </a:r>
          </a:p>
          <a:p>
            <a:r>
              <a:t>Benefício adicional para a primeira casa.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Apenas propostas submetidas ao risco são rejeitadas.</a:t>
            </a:r>
          </a:p>
          <a:p>
            <a:r>
              <a:t>Documentos incluem formulário de adesão e declaração IRS.</a:t>
            </a:r>
          </a:p>
          <a:p>
            <a:r>
              <a:t>Para estrangeiros, é preciso título de residência válido.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FAP formaliza a candidatura com dados do imóvel.</a:t>
            </a:r>
          </a:p>
          <a:p>
            <a:r>
              <a:t>Documentos de enquadramento incluem certidões do Registo e Finanças.</a:t>
            </a:r>
          </a:p>
          <a:p>
            <a:r>
              <a:t>O CTT Bank aderiu ao protocolo em 2 de outubro de 2024.</a:t>
            </a:r>
          </a:p>
          <a:p>
            <a:r>
              <a:t>As operações utilizam um quadrante de preços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