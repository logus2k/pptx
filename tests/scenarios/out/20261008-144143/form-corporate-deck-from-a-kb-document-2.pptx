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foi formalizado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a possibilidade de financiar até 100% do imóvel. O Estado Português assume o papel de fiador para cobrir essa diferença.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proponentes devem cumprir vários critérios rigorosos. Estes incluem limites de idade, rendimento e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claros, sendo €80.000 o máximo por mutuário individual. Além disso, há benefícios fiscais significativos na compra da primeira habitação.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é estruturado em duas etapas distintas. É crucial apresentar a documentação correta em cada fase para garantir um andamento célere.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Instituições como o Banco CTT já aderiram a este protocolo, indicando a operacionalização do regime. O Crédito Sinal Jovem também faz parte deste ecossistema de apoio.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Estabelecido pelo Decreto-Lei n.º 44/2024.</a:t>
            </a:r>
          </a:p>
          <a:p>
            <a:r>
              <a:t>Destinado a jovens com idade de 35 anos ou menos.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financiamento de até 100% do valor.</a:t>
            </a:r>
          </a:p>
          <a:p>
            <a:r>
              <a:t>Elimina a necessidade de entrada inicial.</a:t>
            </a:r>
          </a:p>
          <a:p>
            <a:r>
              <a:t>O Estado Português atua como fiador.</a:t>
            </a:r>
          </a:p>
          <a:p>
            <a:r>
              <a:t>Cobre a diferença do LTV usual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e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do 8.º escalão: €80.000 por indivíduo.</a:t>
            </a:r>
          </a:p>
          <a:p>
            <a:r>
              <a:t>Isenção de IMT e Imposto do Selo até €330.539.</a:t>
            </a:r>
          </a:p>
          <a:p>
            <a:r>
              <a:t>Isenção parcial aplica-se até €633.453.</a:t>
            </a:r>
          </a:p>
          <a:p>
            <a:r>
              <a:t>O crédito deve ser para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elegibilidade é avaliada em duas fases: Proposta e Enquadramento.</a:t>
            </a:r>
          </a:p>
          <a:p>
            <a:r>
              <a:t>Apenas propostas submetidas a risco geram recusas.</a:t>
            </a:r>
          </a:p>
          <a:p>
            <a:r>
              <a:t>Documentos iniciais incluem formulário, IRS e domicílio fiscal.</a:t>
            </a:r>
          </a:p>
          <a:p>
            <a:r>
              <a:t>Fase de enquadramento exige certificados de registo e AT.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Avaliação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Banco CTT aderiu ao protocolo em 2 de outubro de 2024.</a:t>
            </a:r>
          </a:p>
          <a:p>
            <a:r>
              <a:t>As operações são precificadas no quadrante 65-85%.</a:t>
            </a:r>
          </a:p>
          <a:p>
            <a:r>
              <a:t>O Crédito Sinal Jovem integra o crédito habitação principal.</a:t>
            </a:r>
          </a:p>
          <a:p>
            <a:r>
              <a:t>O regime visa apoiar o acesso à habitação jovem.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Envolvimento Institucional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