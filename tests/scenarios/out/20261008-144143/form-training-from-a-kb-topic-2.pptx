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que é este regime especial. Vamos focar-nos nos benefícios, nos requisitos e no processo de candidatura. 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criado para apoiar os jovens no acesso à habitação. É importante entender a sua base legal e o seu principal objetivo.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bastante vantajoso, pois permite financiar até 100% do valor do imóvel. Isto significa que não precisa de ter um valor significativo para a entrada. O Estado Português entra como fiador para cobrir essa diferença, que normalmente seria de 15%.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beneficiar deste apoio. Existem critérios claros de idade, residência e rendimento que os proponentes devem cumprir. É fundamental verificar estes requisitos antes de avançar.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específicos. A idade e a residência fiscal são primordiais. Quanto aos rendimentos, o limite é de €80.000 por pessoa, podendo chegar a €160.000 para um casal. Além disso, o imóvel deve ser para primeira habitação permanente e o valor não pode exceder os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traz benefícios significativos, nomeadamente em termos fiscais e na operacionalização da garantia. Vamos ver como se traduzem estas vantagens na prática para os mutuários.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chave é a isenção de IMT e Imposto do Selo, mas esta tem um limite de valor de €330.539. Operacionalmente, o Estado garante até 15% do valor, permitindo o financiamento total. O CTT Bank já está integrado neste protocolo.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fases bem definidas, começando pela proposta de risco e seguindo para o enquadramento. É crucial preparar a documentação correta para cada etapa para evitar atrasos.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sequencial. Primeiro, a proposta de risco, onde se avalia a viabilidade. Depois, o enquadramento, que envolve a documentação do imóvel. Lembrem-se que a FAP é o documento que formaliza o início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idade limite é de 35 anos. O Estado atua como fiador, cobrindo a diferença entre 85% e 100% do valor. Para a criação da proposta, são necessários o formulário de adesão e o certificado de domicílio fiscal.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CH Jovem é uma ferramenta poderosa para jovens que querem comprar casa sem grandes barreiras de entrada. Lembrem-se sempre dos limites de idade, rendimento e valor. O sucesso da candidatura depende da correta apresentação de toda a documentação exigida em cada fase.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 (CH Jovem).</a:t>
            </a:r>
          </a:p>
          <a:p>
            <a:r>
              <a:t>Identificar os critérios de elegibilidade para este regime especial.</a:t>
            </a:r>
          </a:p>
          <a:p>
            <a:r>
              <a:t>Conhecer os benefícios e isenções associadas ao CH Jovem.</a:t>
            </a:r>
          </a:p>
          <a:p>
            <a:r>
              <a:t>Saber quais os documentos necessários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a natureza e o propósito do regime CH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com idade de até 35 anos.</a:t>
            </a:r>
          </a:p>
          <a:p>
            <a:r>
              <a:t>Foi estabelecido pelo DL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entre o LTV usual (85%) e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Detalhar quem pode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ser fiscal residente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mutuário individual.</a:t>
            </a:r>
          </a:p>
          <a:p>
            <a:r>
              <a:t>Para dois mutuários, o limite é de até €160.000.</a:t>
            </a:r>
          </a:p>
          <a:p>
            <a:r>
              <a:t>Não possuir propriedade anterior nem ter usado esta garantia estatal.</a:t>
            </a:r>
          </a:p>
          <a:p>
            <a:r>
              <a:t>O 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e Condições Específicas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Explorar as vantagens fiscais e operacionais do regime.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na primeira habitação.</a:t>
            </a:r>
          </a:p>
          <a:p>
            <a:r>
              <a:t>A isenção aplica-se a compras até ao valor de €330.539.</a:t>
            </a:r>
          </a:p>
          <a:p>
            <a:r>
              <a:t>A garantia estatal cobre a diferença entre 85% e 100% do valor.</a:t>
            </a:r>
          </a:p>
          <a:p>
            <a:r>
              <a:t>A garantia não excede 15% do valor da transação.</a:t>
            </a:r>
          </a:p>
          <a:p>
            <a:r>
              <a:t>O CTT Bank aderiu ao protocolo em 2 de outubro de 2024.</a:t>
            </a:r>
          </a:p>
          <a:p>
            <a:r>
              <a:t>Simulações permitem selecionar a flag 'SIM' para LTV &gt;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Vantagens Fiscais e Operacionais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os documentos necessários para submeter o pedido.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de Risco e Enquadramento de Proposta.</a:t>
            </a:r>
          </a:p>
          <a:p>
            <a:r>
              <a:t>As cartas de rejeição são emitidas apenas após a submissão à análise de risco.</a:t>
            </a:r>
          </a:p>
          <a:p>
            <a:r>
              <a:t>Para a proposta, são necessários formulário de adesão e certificado de domicílio fiscal.</a:t>
            </a:r>
          </a:p>
          <a:p>
            <a:r>
              <a:t>A declaração IRS ou certificados de SS/pensionista é obrigatória.</a:t>
            </a:r>
          </a:p>
          <a:p>
            <a:r>
              <a:t>Para o enquadramento, são necessários certificados do Registo e da Autoridade Tributária.</a:t>
            </a:r>
          </a:p>
          <a:p>
            <a:r>
              <a:t>A FAP formaliza a candidatura, incluindo identificação e autorização de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Etapas e Documentos Necessários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idade para beneficiar do CH Jovem?</a:t>
            </a:r>
          </a:p>
          <a:p>
            <a:r>
              <a:t>Que tipo de garantia oferece o Estado Português neste regime?</a:t>
            </a:r>
          </a:p>
          <a:p>
            <a:r>
              <a:t>Quais são os dois tipos de documentos necessários para a criação da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do Conhecimento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CH Jovem é um apoio para jovens (até 35 anos) que permite financiar até 100% do imóvel.</a:t>
            </a:r>
          </a:p>
          <a:p>
            <a:r>
              <a:t>O Estado garante a diferença do LTV, eliminando a necessidade de entrada.</a:t>
            </a:r>
          </a:p>
          <a:p>
            <a:r>
              <a:t>Existem limites de rendimento e valor de transação a cumprir.</a:t>
            </a:r>
          </a:p>
          <a:p>
            <a:r>
              <a:t>A candidatura exige documentação específica, dividida em fases de proposta e enquadramento.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Pontos a Retenção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