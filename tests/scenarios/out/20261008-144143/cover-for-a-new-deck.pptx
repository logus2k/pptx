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Fontes consultadas:</a:t>
            </a:r>
          </a:p>
          <a:p>
            <a:r>
              <a:t>- 11 - Crédito Habitação Jovem, Crédito Habitação Jovem - Garantia do Estado &gt; O que é o Crédito Habitação Jovem, Crédito Habitação Jovem - Garantia do Estado, p. 1, 2026-10-07 - https://logus2k.com/cortex/?open=ch&amp;path=CH%2F11%20-%20Cr%C3%A9dito%20Habita%C3%A7%C3%A3o%20Jovem.docx&amp;page=1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" name="Text Placeholder 2"/>
          <p:cNvSpPr>
            <a:spLocks noGrp="1"/>
          </p:cNvSpPr>
          <p:nvPr>
            <p:ph type="body" idx="12" sz="quarter"/>
          </p:nvPr>
        </p:nvSpPr>
        <p:spPr/>
        <p:txBody>
          <a:bodyPr>
            <a:normAutofit fontScale="57500"/>
          </a:bodyPr>
          <a:lstStyle/>
          <a:p>
            <a:r>
              <a:t>Crédito Habitação Jovem com Garantia do Estado</a:t>
            </a:r>
          </a:p>
          <a:p>
            <a:r>
              <a:t>Apresentação sobre o Crédito Habitação Jovem.</a:t>
            </a:r>
          </a:p>
          <a:p>
            <a:r>
              <a:t>Destinada à Equipa Comercial.</a:t>
            </a:r>
          </a:p>
          <a:p>
            <a:r>
              <a:t>Data: Outubro de 2026.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1" sz="quarter"/>
          </p:nvPr>
        </p:nvSpPr>
        <p:spPr/>
        <p:txBody>
          <a:bodyPr/>
          <a:lstStyle/>
          <a:p>
            <a:r>
              <a:t>Crédito Habitação Jovem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