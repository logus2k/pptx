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ponto mais relevante é que permite financiar até 100% do valor do imóvel, o que elimina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o pilar deste regime, pois permite ultrapassar o LTV padrão de 85%. O Estado assume parte do risco, limitando a sua garantia a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fundamental notar os limites de idade, rendimento e o facto de ser para a primeira habitação própria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 para a primeira casa. O processo de elegibilidade é estruturado em duas fases distintas, e o Banco CTT já faz parte deste protocolo.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exige documentação específica em diferentes fases. É importante saber que a recusa só é formalizada após a submissão à análise de risco. O CTT já disponibiliza ferramentas para simular estes cenários.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é crucial verificar se cumpre todos os critérios de rendimento e idade. Lembre-se que o Crédito Sinal Jovem pode ser integrado no crédito principal. Este é um apoio significativo para quem procura a primeira casa.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Apoio à Aquisição da Primeira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LTV habitual (85%) e 100%.</a:t>
            </a:r>
          </a:p>
          <a:p>
            <a:r>
              <a:t>A garantia do Estado não excede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até €80.000 por mutuário individual.</a:t>
            </a:r>
          </a:p>
          <a:p>
            <a:r>
              <a:t>Transação não pode ultrapassar €450.000 e é para primeira habitação.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ao regime?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  <a:p>
            <a:r>
              <a:t>A elegibilidade é aferida em duas fases: Proposta e Risco.</a:t>
            </a:r>
          </a:p>
          <a:p>
            <a:r>
              <a:t>Documentação inclui formulário, IRS e certificado de domicílio fiscal.</a:t>
            </a:r>
          </a:p>
          <a:p>
            <a:r>
              <a:t>O Banco CTT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Criação da proposta exige formulário, IRS e certificado fiscal.</a:t>
            </a:r>
          </a:p>
          <a:p>
            <a:r>
              <a:t>Enquadramento da proposta requer certificados de Registo e Autoridade Tributária.</a:t>
            </a:r>
          </a:p>
          <a:p>
            <a:r>
              <a:t>Apenas propostas submetidas a risco recebem recusa formal.</a:t>
            </a:r>
          </a:p>
          <a:p>
            <a:r>
              <a:t>Simulações permitem selecionar LTVs acima de 85% no CTT.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regime apoia a aquisição da primeira habitação permanente.</a:t>
            </a:r>
          </a:p>
          <a:p>
            <a:r>
              <a:t>O Crédito Sinal Jovem integra-se no crédito habitação principal.</a:t>
            </a:r>
          </a:p>
          <a:p>
            <a:r>
              <a:t>Consulte os limites de rendimento para o seu caso específico.</a:t>
            </a:r>
          </a:p>
          <a:p>
            <a:r>
              <a:t>Aproveite os benefícios fiscais disponíveis para a sua compra.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Considerações Finais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