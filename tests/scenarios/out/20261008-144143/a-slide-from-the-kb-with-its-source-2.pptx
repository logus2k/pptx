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0000"/>
          </a:bodyPr>
          <a:lstStyle/>
          <a:p>
            <a:r>
              <a:t>Condições do 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Regime especial de acesso ao crédito habitação destinado a jovens com idade igual ou inferior a 35 anos, criado pelo Decreto-Lei n.º 44/2024, de 10 de julho.</a:t>
            </a:r>
          </a:p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  <a:p>
            <a:r>
              <a:t>Critérios cumulativos para acesso à garantia pública: a) Idade entre 18 e 35 anos</a:t>
            </a:r>
          </a:p>
          <a:p>
            <a:r>
              <a:t>b) Domicílio fiscal em Portugal</a:t>
            </a:r>
          </a:p>
          <a:p>
            <a:r>
              <a:t>c) Rendimentos não ultrapassarem o 8.º escalão do IRS (limite máximo de 80.000€ por mutuário)</a:t>
            </a:r>
          </a:p>
          <a:p>
            <a:r>
              <a:t>d) Não ser proprietário de prédio urbano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0000"/>
          </a:bodyPr>
          <a:lstStyle/>
          <a:p>
            <a:r>
              <a:t>Condições do 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e) Nunca ter usufruído da garantia pessoal do Estado ao abrigo do DL n.º 44/2024</a:t>
            </a:r>
          </a:p>
          <a:p>
            <a:r>
              <a:t>f) Valor da transação não exceder 450.000,00 euros</a:t>
            </a:r>
          </a:p>
          <a:p>
            <a:r>
              <a:t>g) Destino a primeira aquisição de habitação própria permanente</a:t>
            </a:r>
          </a:p>
          <a:p>
            <a:r>
              <a:t>h) Garantia pessoal do Estado não ultrapassar 15% do valor da transação</a:t>
            </a:r>
          </a:p>
          <a:p>
            <a:r>
              <a:t>i) Garantia visa financiar a totalidade do valor da transação (até 100%) ou um valor inferior igual ou superior a 85% do valor da transação</a:t>
            </a:r>
          </a:p>
          <a:p>
            <a:r>
              <a:t>j)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