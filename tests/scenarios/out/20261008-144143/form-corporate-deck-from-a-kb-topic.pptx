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A grande vantagem é que permite financiar o valor total do imóvel, sem necessidade de entrada.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garante uma parte do empréstimo, o que é crucial para atingir o financiamento de 100%. Esta garantia é o que torna este regime tão acessível.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se qualificar para este regime. É importante verificar se cumpre todos os requisitos, como a idade e os limites de rendimento.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dos limites de rendimento, existem benefícios fiscais significativos para a primeira habitação. Para clientes estrangeiros, há requisitos adicionais de residência.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estruturado em fases claras, começando pela proposta e seguindo para o enquadramento. Certifique-se de ter toda a documentação necessária para cada etapa.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CTT Bank está pronto para apoiar este regime, e as nossas simulações ajudam a visualizar as opções de LTV. Estamos aqui para guiá-lo através de todo o processo.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Oportunidade para Jovens Compradores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até aos 35 anos.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Regime Especial para Jovens até aos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Português atua como fiador do empréstimo.</a:t>
            </a:r>
          </a:p>
          <a:p>
            <a:r>
              <a:t>Cobre a diferença entre 85% e 100% do valor.</a:t>
            </a:r>
          </a:p>
          <a:p>
            <a:r>
              <a:t>A garantia estatal não excede 15% do valor.</a:t>
            </a:r>
          </a:p>
          <a:p>
            <a:r>
              <a:t>Permite financiamento até 100% ou pelo menos 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do Estado para Apoiar o Financiamento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Ser mutuário entre 18 e 35 anos e residente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 estatal.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de Elegibilidade Essenciais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Rendimento máximo: €80.000 (um mutuário) ou €160.000 (dois).</a:t>
            </a:r>
          </a:p>
          <a:p>
            <a:r>
              <a:t>Isenção de IMT e Imposto do Selo na primeira habitação.</a:t>
            </a:r>
          </a:p>
          <a:p>
            <a:r>
              <a:t>Benefício fiscal aplica-se até ao valor de €330.539.</a:t>
            </a:r>
          </a:p>
          <a:p>
            <a:r>
              <a:t>Para estrangeiros, é necessário título de residência temporária.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Benefícios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Apenas propostas submetidas ao risco são recusadas.</a:t>
            </a:r>
          </a:p>
          <a:p>
            <a:r>
              <a:t>Documentos iniciais incluem formulário de adesão e IRS.</a:t>
            </a:r>
          </a:p>
          <a:p>
            <a:r>
              <a:t>Para enquadramento, são necessários certificados do Registo e Autoridade Tributária.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Simplificado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  <a:p>
            <a:r>
              <a:t>Simulações CH Jovem permitem selecionar LTVs acima de 85%.</a:t>
            </a:r>
          </a:p>
          <a:p>
            <a:r>
              <a:t>Documentos como BI/NIF e IRS são necessários para a proposta.</a:t>
            </a:r>
          </a:p>
          <a:p>
            <a:r>
              <a:t>O Serviço de Solicitadoria pode ser aplicado por defeito.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Suporte Disponível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