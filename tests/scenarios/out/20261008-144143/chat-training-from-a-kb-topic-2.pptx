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serão capazes de explicar o que é este regime especial. Vamos focar-nos nos requisitos, nos processos e nos benefícios que este apoio oferece aos jovens compradores de casa.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É um regime especial criado para apoiar os jovens no acesso à habitação. Este regime foi estabelecido por um diploma legal específico.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ponto mais relevante é que este regime elimina a necessidade de capitais próprios para a entrada. O Estado Português entra como fiador, o que é crucial. Ele cobre a diferença entre o LTV padrão de 85% e os 100% que o regime permite financiar.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que sabemos o que é, precisamos de saber quem pode beneficiar. Os critérios de elegibilidade são rigorosos e envolvem idade, residência e rendimentos. Vamos rever estes pontos com atenção.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incluem a idade e o domicílio fiscal. Quanto aos rendimentos, o limite é de €80.000 para um mutuário. Se houver dois, o limite pode subir para €160.000, aplicando o quociente familiar.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restrições importantes, como não possuir outra propriedade. O valor máximo da transação é de €450.000. Além disso, há benefícios fiscais, como a isenção de IMT e Imposto do Selo até um certo valor. Para estrangeiros, há requisitos específicos de residência.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passa por várias etapas, desde a proposta inicial até ao enquadramento final. É fundamental saber quais os documentos que deve reunir em cada fase para evitar atrasos.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é sequencial, começando pela Proposta de Risco. É importante notar que a recusa só acontece depois de a proposta ser submetida ao risco. A documentação varia consoante a fase: a criação exige dados pessoais e fiscais, enquanto o enquadramento exige documentos do imóvel.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Ficha de Adesão ao Produto, ou FAP, é o documento que formaliza o pedido. Além disso, a documentação fiscal é vital. Lembrem-se que, embora opcional, o Serviço de Solicitadoria é aplicado por defeito em processos de aquisição.</a:t>
            </a:r>
          </a:p>
          <a:p/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finalizar a parte técnica, focando-nos em como a garantia funciona na prática. É importante saber que existem parceiros envolvidos e que as condições de precificação são específicas.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garantia tem um limite máximo de 15% do valor da transação. É importante notar que o CTT Bank já faz parte deste protocolo desde outubro de 2024. As condições de precificação estão definidas num intervalo específico.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resposta para a primeira pergunta é €80.000. O valor máximo para isenção é de €330.539. A candidatura é formalizada através da Ficha de Adesão ao Produto (FAP).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jovens. Ele elimina a necessidade de entrada através da garantia do Estado. Lembrem-se sempre de verificar os critérios de elegibilidade e de preparar a documentação correta para cada fase do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o regime.</a:t>
            </a:r>
          </a:p>
          <a:p>
            <a:r>
              <a:t>Conhecer os passos para a candidatura e documentação necessária.</a:t>
            </a:r>
          </a:p>
          <a:p>
            <a:r>
              <a:t>Saber como funciona a garantia do Estado neste regime.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o regime de crédito habitação jovem.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 um empréstimo especial para jovens com 35 anos ou menos.</a:t>
            </a:r>
          </a:p>
          <a:p>
            <a:r>
              <a:t>Permite financiar até 100% do valor de compra, sem entrada.</a:t>
            </a:r>
          </a:p>
          <a:p>
            <a:r>
              <a:t>O Estado Português atua como fiador do empréstimo.</a:t>
            </a:r>
          </a:p>
          <a:p>
            <a:r>
              <a:t>A garantia cobre a diferença entre 85% e 100% do valor.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Verificar os requisitos para aceder ao Crédito Habitação Jovem.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Idade entre 18 e 35 anos, e domicílio fiscal em Portugal.</a:t>
            </a:r>
          </a:p>
          <a:p>
            <a:r>
              <a:t>Rendimento não pode exceder o 8.º escalão do IRS.</a:t>
            </a:r>
          </a:p>
          <a:p>
            <a:r>
              <a:t>Limite de rendimento: €80.000 por mutuário individual.</a:t>
            </a:r>
          </a:p>
          <a:p>
            <a:r>
              <a:t>Para dois mutuários, o limite é de até €160.000 (quociente familiar).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Restrições e Limites da Transação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Não ter propriedade anterior nem ter usado esta garantia do Estado.</a:t>
            </a:r>
          </a:p>
          <a:p>
            <a:r>
              <a:t>Valor da transação não pode ultrapassar €450.000.</a:t>
            </a:r>
          </a:p>
          <a:p>
            <a:r>
              <a:t>A isenção de IMT/IS aplica-se a imóveis até €330.539.</a:t>
            </a:r>
          </a:p>
          <a:p>
            <a:r>
              <a:t>Para estrangeiros, é necessário título de residência temporária válido há 3 anos.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Candidatura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as fases de avaliação e a documentação necessária.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Fases de Avaliação e Documentação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avaliação ocorre em duas fases: Proposta de Risco e Enquadramento de Proposta.</a:t>
            </a:r>
          </a:p>
          <a:p>
            <a:r>
              <a:t>As cartas de recusa só são emitidas após a submissão à análise de risco.</a:t>
            </a:r>
          </a:p>
          <a:p>
            <a:r>
              <a:t>Para a criação da proposta, precisa de formulário, IRS e certificado de domicílio fiscal.</a:t>
            </a:r>
          </a:p>
          <a:p>
            <a:r>
              <a:t>Para o enquadramento, são necessários certificados do Registo e da Autoridade Tributária.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Documentos Essenciais para a Candidatura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formulário de adesão e a FAP formalizam a candidatura do cliente.</a:t>
            </a:r>
          </a:p>
          <a:p>
            <a:r>
              <a:t>A FAP inclui dados do imóvel e autorização para consulta de crédito.</a:t>
            </a:r>
          </a:p>
          <a:p>
            <a:r>
              <a:t>Documentos de IRS ou certificados de SS/pensionista são requeridos.</a:t>
            </a:r>
          </a:p>
          <a:p>
            <a:r>
              <a:t>O Serviço de Solicitadoria é opcional, mas aplicado por defeito em aquisições.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Operacionalização da Garantia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Compreender como a garantia do Estado é aplicada na prática.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Detalhes da Garantia e Parcerias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garantia do Estado não ultrapassa 15% do valor da transação.</a:t>
            </a:r>
          </a:p>
          <a:p>
            <a:r>
              <a:t>Permite financiamento até 100% ou, no mínimo, 85% do valor.</a:t>
            </a:r>
          </a:p>
          <a:p>
            <a:r>
              <a:t>O CTT Bank aderiu ao protocolo em 2 de outubro de 2024.</a:t>
            </a:r>
          </a:p>
          <a:p>
            <a:r>
              <a:t>As operações CH Jovem são precificadas no quadrante 65-85%.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o limite máximo de rendimento para um mutuário individual no CH Jovem?</a:t>
            </a:r>
          </a:p>
          <a:p>
            <a:r>
              <a:t>Qual é o valor máximo da transação que beneficia da isenção de IMT e Imposto do Selo?</a:t>
            </a:r>
          </a:p>
          <a:p>
            <a:r>
              <a:t>Que tipo de documento é necessário para formalizar a candidatura do cliente?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Pontos a Retenção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CH Jovem é um apoio para jovens (até 35 anos) que permite financiar até 100% do imóvel.</a:t>
            </a:r>
          </a:p>
          <a:p>
            <a:r>
              <a:t>O Estado atua como fiador, cobrindo a diferença de LTV.</a:t>
            </a:r>
          </a:p>
          <a:p>
            <a:r>
              <a:t>Os critérios incluem idade, domicílio fiscal e limites de rendimento definidos.</a:t>
            </a:r>
          </a:p>
          <a:p>
            <a:r>
              <a:t>O processo exige documentação específica em fases de Proposta e Enquadramento.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