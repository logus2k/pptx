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Nesta formação, vamos detalhar o Crédito Habitação Jovem. Ao final, vocês serão capazes de explicar o que é este regime especial. Vamos focar-nos nos requisitos, nos benefícios e no processo de candidatura. O objetivo é dar-vos uma visão completa deste apoio.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começar por definir o Crédito Habitação Jovem. Este é um regime específico criado para apoiar os jovens no acesso à habitação. É fundamental entender o seu propósito antes de analisarmos os detalhes.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é muito vantajoso, pois permite financiar até 100% do imóvel. O Estado entra como fiador para cobrir a diferença entre o LTV padrão de 85% e os 100%. É importante notar que a garantia do Estado tem um limite máximo de 15% do valor da transação.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Agora, vamos mergulhar nos critérios de elegibilidade. É crucial que os candidatos entendam todos os requisitos para garantir que cumprem as condições. Vamos ver os limites de idade, rendimento e património.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requisitos são claros: idade entre 18 e 35 anos e domicílio fiscal em Portugal. O rendimento é limitado ao 8.º escalão do IRS, que pode chegar a €80.000 por pessoa. Além disso, é exigido que seja a primeira habitação e que não tenha usado esta garantia antes.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Existem limites importantes para o valor da transação, que não pode exceder €450.000. Há também benefícios fiscais, como a isenção de IMT e Imposto do Selo até um certo valor. Para estrangeiros, há requisitos adicionais de residência que devem ser rigorosamente cumpridos.</a:t>
            </a:r>
          </a:p>
          <a:p/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  <a:p>
            <a:r>
              <a:t>Fonte: 16 - Oferta Estrangeiros no Crédito Habitação · Oferta Estrangeiros no Crédito Habitação - https://logus2k.com/cortex/?open=ch&amp;path=CH%2F16%20-%20Oferta%20Estrangeiros%20no%20Cr%C3%A9dito%20Habita%C3%A7%C3%A3o.docx&amp;page=1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candidatura tem fases bem definidas. Vamos ver como funciona a aferição da elegibilidade e que documentos são necessários em cada etapa. A preparação da documentação é um passo crítico para o sucesso do processo.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elegibilidade é sequencial. Primeiro, há a Proposta de Risco, onde se verifica a elegibilidade inicial. Se for rejeitado, recebe-se uma carta. Se passar, segue-se o Enquadramento de Proposta, que resulta na emissão da FINE, confirmando a elegibilidade.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documentação varia consoante a fase. Para iniciar, precisa de documentos pessoais e fiscais. Para avançar, são necessários documentos do imóvel, como certidões. A FAP é o documento chave que formaliza todo o processo.</a:t>
            </a:r>
          </a:p>
          <a:p/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&gt; FAP - Ficha de Adesão ao Produto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verificar o que aprendemos, vou fazer três perguntas. A idade máxima é 35 anos. A garantia do Estado cobre a diferença até 100%, mas o limite da garantia é de 15% do valor da transação. Para o enquadramento, são necessários o registo predial, certificados fiscais e prova do valor de aquisição.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resumir, o Crédito Habitação Jovem é uma ferramenta poderosa para jovens. Permite financiar quase tudo, com o Estado a dar a garantia. Lembrem-se dos limites de rendimento e valor. O processo é estruturado em fases, e a documentação correta é essencial em cada etapa.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Crédito Habitação Jovem com Garantia do Estado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da Formação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Compreender o que é o Crédito Habitação Jovem.</a:t>
            </a:r>
          </a:p>
          <a:p>
            <a:r>
              <a:t>Identificar os critérios de elegibilidade para este regime.</a:t>
            </a:r>
          </a:p>
          <a:p>
            <a:r>
              <a:t>Conhecer os benefícios e isenções associadas.</a:t>
            </a:r>
          </a:p>
          <a:p>
            <a:r>
              <a:t>Saber quais os documentos necessários para a candidatura.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 Que É o Crédito Habitação Jovem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Apresentar o regime de crédito habitação especial para jovens.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Características Principais do Regime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É um regime especial para jovens até aos 35 anos, criado pelo DL n.º 44/2024, de 10 de julho.</a:t>
            </a:r>
          </a:p>
          <a:p>
            <a:r>
              <a:t>Permite financiar até 100% do valor de compra, eliminando a necessidade de entrada.</a:t>
            </a:r>
          </a:p>
          <a:p>
            <a:r>
              <a:t>O Estado Português atua como fiador, cobrindo a diferença entre 85% e 100% do valor.</a:t>
            </a:r>
          </a:p>
          <a:p>
            <a:r>
              <a:t>A garantia do Estado não ultrapassa 15% do valor da transação.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Critérios de Elegibilidade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Detalhar os requisitos que os mutuários devem cumprir para aceder ao crédito.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Requisitos Pessoais e Financeiros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Mutuário deve ter entre 18 e 35 anos e ser fiscalmente domiciliado em Portugal.</a:t>
            </a:r>
          </a:p>
          <a:p>
            <a:r>
              <a:t>Os rendimentos não podem exceder o 8.º escalão do IRS.</a:t>
            </a:r>
          </a:p>
          <a:p>
            <a:r>
              <a:t>O limite do 8.º escalão é de €80.000 por indivíduo ou €160.000 para dois.</a:t>
            </a:r>
          </a:p>
          <a:p>
            <a:r>
              <a:t>Não pode possuir propriedade anterior nem ter usado esta garantia do Estado.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Limites da Transação e Isenções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valor da transação não pode ultrapassar €450.000.</a:t>
            </a:r>
          </a:p>
          <a:p>
            <a:r>
              <a:t>A isenção de IMT e Imposto do Selo aplica-se a imóveis até €330.539.</a:t>
            </a:r>
          </a:p>
          <a:p>
            <a:r>
              <a:t>Para estrangeiros, é obrigatório título de residência temporária válido há pelo menos 3 anos.</a:t>
            </a:r>
          </a:p>
          <a:p>
            <a:r>
              <a:t>O título de residência deve estar válido na data da análise, sem renovações em curso.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Processo de Aferição e Documentação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Entender as fases de avaliação e a documentação necessária para a candidatura.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Fases da Avaliação da Elegibilidade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avaliação ocorre em duas fases: Proposta de Risco e Enquadramento de Proposta.</a:t>
            </a:r>
          </a:p>
          <a:p>
            <a:r>
              <a:t>Na Proposta de Risco, é emitida uma carta de rejeição se for inelegível.</a:t>
            </a:r>
          </a:p>
          <a:p>
            <a:r>
              <a:t>No Enquadramento de Proposta, é emitida a FINE se o candidato for considerado elegível.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Documentação Necessária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Para a criação da proposta: formulário de adesão, IRS ou certificados de SS/pensionista, e prova de domicílio fiscal.</a:t>
            </a:r>
          </a:p>
          <a:p>
            <a:r>
              <a:t>Para o enquadramento: certidão do registo predial, certificados fiscais (negativos e sem dívidas), e prova do valor de aquisição.</a:t>
            </a:r>
          </a:p>
          <a:p>
            <a:r>
              <a:t>A FAP formaliza a candidatura, incluindo dados do imóvel e autorização de consulta de crédito.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Verificação de Conhecimento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Qual é a idade máxima permitida para aceder ao Crédito Habitação Jovem?</a:t>
            </a:r>
          </a:p>
          <a:p>
            <a:r>
              <a:t>Que percentagem do valor de aquisição pode ser financiada com a garantia do Estado?</a:t>
            </a:r>
          </a:p>
          <a:p>
            <a:r>
              <a:t>Que documentos são necessários para o enquadramento da proposta?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Principais Pontos a Retirar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CH Jovem é um regime para jovens (até 35 anos) que permite financiamento de até 100%.</a:t>
            </a:r>
          </a:p>
          <a:p>
            <a:r>
              <a:t>O Estado atua como fiador, cobrindo a diferença do LTV padrão.</a:t>
            </a:r>
          </a:p>
          <a:p>
            <a:r>
              <a:t>Existem limites claros de rendimento (€80k/€160k) e valor da transação (€450k).</a:t>
            </a:r>
          </a:p>
          <a:p>
            <a:r>
              <a:t>O processo envolve fases de Proposta de Risco e Enquadramento de Proposta, com documentação específica para cada uma.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