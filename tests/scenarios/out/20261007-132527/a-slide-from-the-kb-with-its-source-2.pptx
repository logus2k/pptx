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Crédito Habitação Jovem - Garantia do Estado &gt; O que é o Crédito Habitação Jovem, Crédito Habitação Jovem - Garantia do Estado &gt; Crédito Habitação Jovem - Garantia do Estado &gt; Enquadramento Legal, 2026-10-01 - https://logus2k.com/cortex/?open=ch&amp;path=CH%2F11%20-%20Cr%C3%A9dito%20Habita%C3%A7%C3%A3o%20Jovem.docx&amp;section=O%20que%20%C3%A9%20o%20Cr%C3%A9dito%20Habita%C3%A7%C3%A3o%20Jovem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Apresentação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especial para jovens (até 35 anos) com garantia do Estado.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Permite financiamento de até 100% do valor de aquisição, eliminando a necessidade de capitais próprios.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 Estado Português atua como fiador, cobrindo a diferença entre o LTV (85%) e os 100% do valor de aquisição.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