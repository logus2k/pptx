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Não ser proprietário de prédio urbano ou fração autónoma habitacional.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Garantia do Estado: Não ultrapassar 15% do valor da transação.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08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Idade: Igual ou inferior a 35 anos.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Nunca ter usufruído da garantia pessoal do Estado (Decreto-Lei n.º 44/2024).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Rendimentos não ultrapassarem o 8.º escalão do IRS.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Destino: Primeira aquisição de habitação própria permanente.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>
            <a:r>
              <a:t>07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72500"/>
          </a:bodyPr>
          <a:lstStyle/>
          <a:p>
            <a:r>
              <a:t>Condições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Domicílio fiscal em Portugal.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Valor da transação não exceder 450.000,00 euros.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