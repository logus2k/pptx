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 Finalidades dos Empréstimos: Aquisição, Transferência (TOIC), Obras, Construção e Reforço.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Fases do Processo de Crédito Habitação: Desde a simulação até ao arquivo da documentação.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Crédito Habitação Obras: Financiamento para obras em imóveis.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Tópicos de Crédito à Habitação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Tipos de Crédito: Crédito Habitação Geral e Crédito Hipotecário (Complementar Isolado/Associado).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Servicing de Crédito Habitação: Procedimentos e tarefas durante a vigência do contrato.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Regime de Crédito Bonificado à Habitação: Condições para pessoas com deficiência.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