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Tópicos Principais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Oferta de Crédito Habitação (Regime e Finalidades)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