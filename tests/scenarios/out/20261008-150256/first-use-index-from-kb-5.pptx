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01 - Oferta de Crédito Habitação, Oferta de Crédito Habitação do Banco CTT &gt; Regime e Finalidades dos Empréstimos, Oferta de Crédito Habitação do Banco CTT &gt; Crédito Habitação Obras, p. 1, p. 3, 2026-10-07 - https://logus2k.com/cortex/?open=ch&amp;path=CH%2F01%20-%20Oferta%20de%20Cr%C3%A9dito%20Habita%C3%A7%C3%A3o.docx&amp;page=1</a:t>
            </a:r>
          </a:p>
          <a:p>
            <a:r>
              <a:t>Fonte: 02 - Fases do Processo de Crédito Habitação, Fases do Processo de Crédito Habitação, p. 1, 2026-10-07 - https://logus2k.com/cortex/?open=ch&amp;path=CH%2F02%20-%20Fases%20do%20Processo%20de%20Cr%C3%A9dito%20Habita%C3%A7%C3%A3o.docx&amp;page=1</a:t>
            </a:r>
          </a:p>
          <a:p>
            <a:r>
              <a:t>Fonte: 12 - Servicing de Crédito Habitação, Servicing de Crédito Habitação, p. 1, 2026-10-07 - https://logus2k.com/cortex/?open=ch&amp;path=CH%2F12%20-%20Servicing%20de%20Cr%C3%A9dito%20Habita%C3%A7%C3%A3o.docx&amp;page=1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Índice de Crédito à Habitação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Índice dos Tópicos de Crédito à Habitação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Oferta de Crédito Habitação (Regime e Finalidades)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Fases do Processo de Crédito Habitação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Servicing de Crédito Habitação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Crédito Habitação Obras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t>Regime de Crédito Bonificado à Habitação para Pessoa com Deficiência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