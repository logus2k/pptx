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Regime e Finalidades dos Empréstimos: Crédito Habitação Geral e Hipotecário (HPP, HPS, HA)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 sz="quarter"/>
          </p:nvPr>
        </p:nvSpPr>
        <p:spPr/>
        <p:txBody>
          <a:bodyPr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7500"/>
          </a:bodyPr>
          <a:lstStyle/>
          <a:p>
            <a:r>
              <a:t>Índice: Crédito à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Servicing de Crédito Habitação: Gestão e procedimentos pós-contratação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Regime de Crédito Bonificado: Condições especiais para pessoas com deficiência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Fases do Processo de Crédito Habitação: As 7 etapas do processo de concessão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Crédito Habitação Obras: Financiamento para obras em imóveis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