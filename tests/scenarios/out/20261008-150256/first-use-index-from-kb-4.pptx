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 (Gestão Contratual)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para Pessoas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