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anos, criado pelo Decreto-Lei n.º 44/2024, de 10 de julho, e regulamentado pela Portaria n.º 236-A/2024/1, de 27 de setembro.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