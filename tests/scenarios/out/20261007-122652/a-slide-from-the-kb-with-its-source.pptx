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Apresentação sobre 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regime destina-se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financiando até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