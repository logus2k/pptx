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Crédito Habitação Jovem com Garantia do Estado é um regime especial de acesso ao crédito habitação 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 objetivo é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