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Apresentação sobre 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Idade: entre 18 e 35 anos.</a:t>
            </a:r>
          </a:p>
          <a:p>
            <a:r>
              <a:t>Domicílio fiscal em Portugal.</a:t>
            </a:r>
          </a:p>
          <a:p>
            <a:r>
              <a:t>Rendimentos não ultrapassam o 8.º escalão do IRS.</a:t>
            </a:r>
          </a:p>
          <a:p>
            <a:r>
              <a:t>Não ser proprietário de imóvel urbano.</a:t>
            </a:r>
          </a:p>
          <a:p>
            <a:r>
              <a:t>Nunca ter usufruído da garantia pessoal do Estado (Decreto-Lei n.º 44/2024).</a:t>
            </a:r>
          </a:p>
          <a:p>
            <a:r>
              <a:t>Valor da transação não excede 450.000,00 euros.</a:t>
            </a:r>
          </a:p>
          <a:p>
            <a:r>
              <a:t>Destino: primeira aquisição de habitação própria permanente.</a:t>
            </a:r>
          </a:p>
          <a:p>
            <a:r>
              <a:t>Garantia do Estado não ultrapassa 15% do valor da transação.</a:t>
            </a:r>
          </a:p>
          <a:p>
            <a:r>
              <a:t>O crédito deve financiar pelo menos 85% do valor da transação.</a:t>
            </a:r>
          </a:p>
          <a:p>
            <a:r>
              <a:t>Situação fiscal e previdencial regularizada.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