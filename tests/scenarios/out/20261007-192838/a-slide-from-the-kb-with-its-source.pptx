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para jovens (idade &lt;= 35 anos), criado pelo DL n.º 44/2024 e regulamentado pela Portaria n.º 236-A/2024/1.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Garantia: Prestada pelo Estado Português (fiador), cobrindo a diferença entre o LTV máximo (85%) e os 100% do valor de aquisição.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Critérios de acesso (cumulativos): Idade entre 18 e 35 anos; domicílio fiscal em Portugal; rendimentos não ultrapassarem o 8.º escalão do IRS; não ser proprietário de prédio urbano; nunca ter usufruído da garantia pessoal do Estado; valor da transação não exceder 450.000,00 euros; crédito para primeira habitação própria permanente.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Isenções: Benefício de isenção de IMT e Imposto do Selo na aquisição, se o imóvel for até 330.539 euros.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