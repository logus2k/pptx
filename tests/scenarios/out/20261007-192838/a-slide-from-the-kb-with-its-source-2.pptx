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especial criado pelo Decreto-Lei n.º 44/2024, de 10 de julho.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