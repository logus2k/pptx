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p. 4,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para jovens (até 35 anos).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Garantia prestada pelo Estado Português, que atua como fiador.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Regime especial de acesso à habitação própria permanente com apoio do Estado.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 regime destina-se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 objetivo é facilitar o acesso à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Permite o financiamento de até 100% do valor de aquisição, eliminando a necessidade de capitais próprios para a entrada.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