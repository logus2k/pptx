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O ponto mais relevante é que permite financiar até 100% do valor do imóvel, o que elimina a necessidade de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garantia do Estado é fundamental neste regime, pois assegura o financiamento total. Ela cobre a diferença entre o LTV padrão de 85% e o valor total do imóvel.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serem elegíveis, os proponentes devem cumprir critérios rigorosos de idade, residência e rendimento. É importante notar que o valor da transação tem um limite máximo estabelecido.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limites de rendimento são claros, sendo €80.000 o teto para um mutuário individual. Além disso, há um benefício fiscal significativo para a primeira habitação.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avaliação é estruturado em duas etapas distintas, começando pela análise de risco. É crucial preparar toda a documentação necessária para cada fase do processo.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finalizar, é importante saber que o Banco CTT já aderiu ao protocolo, o que facilita a operacionalização. O Crédito Sinal Jovem também está integrado no processo principal.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Um Regime Especial para Jovens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Regime especial para jovens até aos 35 anos.</a:t>
            </a:r>
          </a:p>
          <a:p>
            <a:r>
              <a:t>Criado pelo Decreto-Lei n.º 44/2024, de 10 de julho.</a:t>
            </a:r>
          </a:p>
          <a:p>
            <a:r>
              <a:t>Permite financiamento de até 100% do valor do imóvel.</a:t>
            </a:r>
          </a:p>
          <a:p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Português atua como fiador do crédito.</a:t>
            </a:r>
          </a:p>
          <a:p>
            <a:r>
              <a:t>Cobre a diferença entre 85% LTV e 100% do valor.</a:t>
            </a:r>
          </a:p>
          <a:p>
            <a:r>
              <a:t>A garantia do Estado não excede 15% do valor da transação.</a:t>
            </a:r>
          </a:p>
          <a:p>
            <a:r>
              <a:t>Permite financiamento até 100% ou pelo menos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Papel da Garantia do Estado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não podem exceder o 8.º escalão do IRS.</a:t>
            </a:r>
          </a:p>
          <a:p>
            <a:r>
              <a:t>Não pode haver propriedade anterior nem uso prévio desta garantia.</a:t>
            </a:r>
          </a:p>
          <a:p>
            <a:r>
              <a:t>Valor da transação não pode ultrapassar €450.000.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Essenciais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Limite do 8.º IRS: €80.000 por indivíduo.</a:t>
            </a:r>
          </a:p>
          <a:p>
            <a:r>
              <a:t>Para dois mutuários, o limite é de €160.000.</a:t>
            </a:r>
          </a:p>
          <a:p>
            <a:r>
              <a:t>Isenção de IMT e Imposto do Selo na primeira habitação.</a:t>
            </a:r>
          </a:p>
          <a:p>
            <a:r>
              <a:t>Benefício fiscal aplica-se até €330.539.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de Rendimento e Benefícios Fiscais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elegibilidade é avaliada em duas fases: Risco e Enquadramento.</a:t>
            </a:r>
          </a:p>
          <a:p>
            <a:r>
              <a:t>A Proposta de Risco pode resultar em carta de rejeição.</a:t>
            </a:r>
          </a:p>
          <a:p>
            <a:r>
              <a:t>Documentos incluem formulário, IRS e certificado de domicílio fiscal.</a:t>
            </a:r>
          </a:p>
          <a:p>
            <a:r>
              <a:t>Para enquadramento, são necessários registos prediais e certificados AT.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Avaliação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Banco CTT aderiu ao protocolo em 2 de outubro de 2024.</a:t>
            </a:r>
          </a:p>
          <a:p>
            <a:r>
              <a:t>As operações utilizam um quadrante de preços 65-85%.</a:t>
            </a:r>
          </a:p>
          <a:p>
            <a:r>
              <a:t>O Crédito Sinal Jovem integra o crédito habitação principal.</a:t>
            </a:r>
          </a:p>
          <a:p>
            <a:r>
              <a:t>A adesão ao protocolo facilita o acesso ao regime.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Implementação Operacional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