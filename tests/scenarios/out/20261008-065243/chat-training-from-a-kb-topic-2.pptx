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desmistificar o Crédito Habitação Jovem. Ao final, vocês serão capazes de explicar o que é este regime e quem pode beneficiar dele. Vamos focar-nos nos requisitos, nos processos e nos benefícios que este crédito oferece aos jovens portugueses.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entender a base legal e o conceito central do CH Jovem. Este regime foi criado especificamente para apoiar os jovens no acesso à habitação. É importante conhecer o enquadramento legal para entender todos os seus direitos e obrigações.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Enquadramento Legal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mais apelativo deste regime é a possibilidade de financiar até 100% do valor do imóvel. Isto significa que os jovens não precisam de ter capitais próprios para a entrada. O Estado Português entra como fiador, o que é crucial para tornar este financiamento possível.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mergulhar nos critérios. Não basta querer a casa; é preciso cumprir requisitos específicos. Vamos ver os limites de idade, a necessidade de residência fiscal em Portugal e os limites de rendimento estabelecidos pelo IRS.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critérios são claros: idade, residência e rendimento. É fundamental notar a distinção entre um e dois mutuários no cálculo dos rendimentos. O limite de 80.000€ por pessoa é um ponto chave a reter.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existem limites para o imóvel e benefícios fiscais importantes. Vamos ver o teto de valor da transação e, crucialmente, a isenção de IMT e Imposto do Selo para quem compra a primeira casa.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valor máximo da transação é de 450.000 euros, e o crédito deve ser para a primeira habitação permanente. A garantia do Estado é fundamental, pois cobre a diferença entre o LTV máximo de 85% e o financiamento total de 100%.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não é um evento único; ele tem duas fases cruciais. A elegibilidade é aferida em dois momentos distintos: quando a proposta é submetida a Risco e no Enquadramento da proposta. É importante que os candidatos compreendam esta sequência.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proposta, a documentação é específica. Além dos documentos de identificação e formulários, os comprovativos de rendimento são essenciais. Lembrem-se que clientes estrangeiros têm requisitos adicionais de residência.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a análise do imóvel e das obrigações fiscais. Precisamos de certidões que atestem a situação legal do imóvel e a inexistência de dívidas. O serviço de solicitadoria pode ser usado para reunir toda esta documentação.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ponto prático importante é o Crédito Sinal Jovem, disponibilizado pelo Banco CTT. Este mecanismo ajuda a cobrir o valor do sinal, o que é muito útil, pois evita que haja dupla tributação no processo.</a:t>
            </a:r>
          </a:p>
          <a:p/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testar o que aprendemos, aqui estão três perguntas. A resposta para o limite de rendimento é 160.000€. A isenção aplica-se até 330.539 euros. A elegibilidade é aferida na Proposta submetida a Risco e no Enquadramento de proposta.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CH Jovem é uma ferramenta poderosa para jovens. Ele permite o financiamento total com a segurança da garantia do Estado. Lembrem-se sempre dos limites de idade, rendimento e valor da transação. O sucesso na candidatura depende de cumprir rigorosamente as fases de aferição e apresentar a documentação correta.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Jovem: Um Guia Completo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(CH Jovem).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necessária para a candidatura.</a:t>
            </a:r>
          </a:p>
          <a:p>
            <a:r>
              <a:t>Saber como funciona a garantia do Estado neste crédito.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definição e o enquadramento legal do CH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para jovens com idade máxima de 35 anos.</a:t>
            </a:r>
          </a:p>
          <a:p>
            <a:r>
              <a:t>Regulamentado pelo DL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A garantia é providenciada pelo Estado Português.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de idade, residência e rendimento para aceder ao CH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deve estar entre 18 e 35 anos.</a:t>
            </a:r>
          </a:p>
          <a:p>
            <a:r>
              <a:t>É obrigatório ter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do 8.º escalão: 80.000€ por mutuário individual.</a:t>
            </a:r>
          </a:p>
          <a:p>
            <a:r>
              <a:t>Para dois mutuários, o limite é de 160.000€.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Explicar os limites de valor da transação e os benefícios fiscais associados.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e Vantagens Financeiras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Valor da transação não pode ultrapassar 450.000,00 euros.</a:t>
            </a:r>
          </a:p>
          <a:p>
            <a:r>
              <a:t>O crédito deve ser para primeira habitação própria permanente.</a:t>
            </a:r>
          </a:p>
          <a:p>
            <a:r>
              <a:t>Isenção de IMT e Imposto do Selo até 330.539 euros.</a:t>
            </a:r>
          </a:p>
          <a:p>
            <a:r>
              <a:t>A garantia do Estado cobre a diferença entre 85% e 100% do valor.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Candidatura: Aferição da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Descrever as duas fases de aferição de elegibilidade do processo.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Necessário: Formulário de adesão e Cartão de cidadão.</a:t>
            </a:r>
          </a:p>
          <a:p>
            <a:r>
              <a:t>É exigida a Declaração de IRS ou comprovativos de rendimentos.</a:t>
            </a:r>
          </a:p>
          <a:p>
            <a:r>
              <a:t>Deve ser apresentada a Nota de liquidação de IRS.</a:t>
            </a:r>
          </a:p>
          <a:p>
            <a:r>
              <a:t>Para clientes estrangeiros, é preciso título/termo de residência temporária.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Exige-se Certidão predial e Certidão Predial Negativa.</a:t>
            </a:r>
          </a:p>
          <a:p>
            <a:r>
              <a:t>São necessárias Certidões de não dívida (AT e SS).</a:t>
            </a:r>
          </a:p>
          <a:p>
            <a:r>
              <a:t>Deve ser apresentado o documento que comprova o valor de aquisição.</a:t>
            </a:r>
          </a:p>
          <a:p>
            <a:r>
              <a:t>O Serviço de Solicitadoria é opcional, mas aplicável por defeito.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Papel do Crédito Sinal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como o Banco CTT facilita o financiamento do sinal.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casal de mutuários no CH Jovem?</a:t>
            </a:r>
          </a:p>
          <a:p>
            <a:r>
              <a:t>Que impostos são isentos na compra da primeira habitação, até certo valor?</a:t>
            </a:r>
          </a:p>
          <a:p>
            <a:r>
              <a:t>Quais são os dois momentos em que a elegibilidade é aferida no processo?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 do CH Jovem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O CH Jovem é um regime para jovens (&lt;= 35 anos) com garantia do Estado.</a:t>
            </a:r>
          </a:p>
          <a:p>
            <a:r>
              <a:t>Permite financiar até 100% do valor, eliminando a necessidade de entrada.</a:t>
            </a:r>
          </a:p>
          <a:p>
            <a:r>
              <a:t>Os requisitos incluem idade (18-35 anos), domicílio fiscal e rendimentos limitados.</a:t>
            </a:r>
          </a:p>
          <a:p>
            <a:r>
              <a:t>Existem benefícios fiscais como a isenção de IMT e Imposto do Selo.</a:t>
            </a:r>
          </a:p>
          <a:p>
            <a:r>
              <a:t>O processo envolve duas fases de aferição de elegibilidade e documentação específica.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