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deverão ser capazes de explicar o regime e os seus benefícios. Vamos focar-nos nos critérios de elegibilidade e nos passos práticos para a candidatura. O objetivo é que saiam daqui com um conhecimento sólido sobre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É um regime especial criado para apoiar os jovens no acesso à habitação. É importante entender o seu propósito e como ele se diferencia de outros produtos.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até 100% do valor do imóvel, o que elimina a necessidade de entrada. O Estado Português entra como fiador para cobrir essa diferença, que normalmente seria coberta pelo LTV de 85%. Lembrem-se que este regime é específico para jovens até aos 35 anos.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mergulhar nos critérios de elegibilidade. É crucial que os candidatos cumpram todos os requisitos. Vamos ver os limites de idade, rendimento e outras condições específicas.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a idade deve estar entre 18 e 35 anos e o domicílio fiscal deve ser em Portugal. Os limites de rendimento são importantes; individualmente, não podem ultrapassar €80.000. Se forem dois, o limite sobe para €160.000. Além disso, não podem ser proprietários anteriores nem ter usado esta garantia antes.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para o valor da transação, que não pode passar dos €450.000. É fundamental que seja para a primeira habitação própria permanente. Há um benefício fiscal: se o valor for até €330.539, há isenção de IMT e Imposto do Selo. A garantia do Estado cobre até 15% do valor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segue etapas bem definidas. Vamos ver como é feita a aferição da elegibilidade e que documentos são exigidos em cada fase. A preparação da documentação é um passo crítico.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tem duas etapas de avaliação: a Proposta de Risco e o Enquadramento de Proposta. É importante notar que as recusas só ocorrem após a submissão ao risco. Para iniciar, precisam do formulário de adesão e dos documentos fiscais. Na fase seguinte, são exigidos os certificados do imóvel e os comprovativos de não-dívida.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Algumas informações operacionais são relevantes. O CTT Bank já aderiu ao protocolo. As simulações permitem verificar o LTV superior a 85%. Para estrangeiros, o requisito de residência é rigoroso: deve ter sido emitida há pelo menos 3 anos e estar válida no momento da análise. O serviço de solicitadoria é um apoio que se aplica por defeito.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idade máxima é de 35 anos. A elegibilidade é aferida em duas fases: Proposta de Risco e Enquadramento de Proposta. O valor máximo para isenção de IMT e Imposto do Selo é de €330.539.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este regime é uma ferramenta poderosa para jovens que querem comprar casa sem grandes entraves financeiros. O ponto chave é a garantia do Estado que permite o financiamento total. Lembrem-se sempre de verificar os limites de rendimento e os requisitos de documentação. Este apoio visa facilitar o acesso à habitação própria permanente.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regime Crédito Habitação Jovem.</a:t>
            </a:r>
          </a:p>
          <a:p>
            <a:r>
              <a:t>Identificar os critérios de elegibilidade para jovens mutuários.</a:t>
            </a:r>
          </a:p>
          <a:p>
            <a:r>
              <a:t>Conhecer os procedimentos e documentação necessária para a candidatura.</a:t>
            </a:r>
          </a:p>
          <a:p>
            <a:r>
              <a:t>Saber como funciona a garantia do Estado neste regime.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e os seus benefícios principais.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com idade de até 35 anos.</a:t>
            </a:r>
          </a:p>
          <a:p>
            <a:r>
              <a:t>Foi estabelecido pelo DL n.º 44/2024, de 10 de julho.</a:t>
            </a:r>
          </a:p>
          <a:p>
            <a:r>
              <a:t>Permite financiar até 100% do valor de aquisição do imóvel.</a:t>
            </a:r>
          </a:p>
          <a:p>
            <a:r>
              <a:t>Elimina a necessidade de os mutuários terem capitais próprios para a entrada.</a:t>
            </a:r>
          </a:p>
          <a:p>
            <a:r>
              <a:t>O Estado Português atua como fiador, cobrindo a diferença entre 85% e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Detalhar quem pode aceder ao benefício e quais são as restrições.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Rendimento não pode exceder o 8.º escalão do IRS.</a:t>
            </a:r>
          </a:p>
          <a:p>
            <a:r>
              <a:t>Limite de rendimento: €80.000 por mutuário individual.</a:t>
            </a:r>
          </a:p>
          <a:p>
            <a:r>
              <a:t>Para dois mutuários, o limite pode chegar a €160.000 (usando o quociente familiar).</a:t>
            </a:r>
          </a:p>
          <a:p>
            <a:r>
              <a:t>Não ter propriedade anterior nem ter usado esta garantia do Estado antes.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valor da transação não pode ultrapassar €450.000.</a:t>
            </a:r>
          </a:p>
          <a:p>
            <a:r>
              <a:t>É necessário que o crédito seja para primeira habitação própria permanente.</a:t>
            </a:r>
          </a:p>
          <a:p>
            <a:r>
              <a:t>Para isenção de IMT e Imposto do Selo, o valor deve ser até €330.539.</a:t>
            </a:r>
          </a:p>
          <a:p>
            <a:r>
              <a:t>A garantia do Estado não ultrapassa 15% do valor da transação.</a:t>
            </a:r>
          </a:p>
          <a:p>
            <a:r>
              <a:t>Permite financiamento até 100% ou, no mínimo,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Entender as fases de avaliação e os documentos necessários para avançar.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duas fases: Proposta de Risco e Enquadramento de Proposta.</a:t>
            </a:r>
          </a:p>
          <a:p>
            <a:r>
              <a:t>As cartas de recusa são emitidas apenas para propostas submetidas a risco.</a:t>
            </a:r>
          </a:p>
          <a:p>
            <a:r>
              <a:t>Para criar a proposta, são necessários: formulário de adesão, IRS e certificado de domicílio fiscal.</a:t>
            </a:r>
          </a:p>
          <a:p>
            <a:r>
              <a:t>Para enquadrar a proposta, são necessários: certificados do Registo e Autoridade Tributária, certificados de não-dívida (AT e SS) e documento de valor de compra.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de Avaliação e Documentos Iniciais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CTT Bank aderiu ao protocolo em 2 de outubro de 2024.</a:t>
            </a:r>
          </a:p>
          <a:p>
            <a:r>
              <a:t>Simulações CH Jovem permitem selecionar a opção LTV &gt; 85%.</a:t>
            </a:r>
          </a:p>
          <a:p>
            <a:r>
              <a:t>Para clientes estrangeiros, é obrigatório ter título de residência temporária com pelo menos 3 anos de emissão.</a:t>
            </a:r>
          </a:p>
          <a:p>
            <a:r>
              <a:t>Este título deve estar válido na data da análise; renovações em processo não são aceites.</a:t>
            </a:r>
          </a:p>
          <a:p>
            <a:r>
              <a:t>O Serviço de Solicitadoria é opcional, mas aplicado por defeito em aquisições.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Informação Adicional e Operacionalização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a idade máxima permitida para beneficiar do Crédito Habitação Jovem?</a:t>
            </a:r>
          </a:p>
          <a:p>
            <a:r>
              <a:t>Quais são os dois momentos em que a elegibilidade é aferida no processo?</a:t>
            </a:r>
          </a:p>
          <a:p>
            <a:r>
              <a:t>Qual é o valor máximo da transação para beneficiar da isenção de IMT e Imposto do Selo?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Crédito Habitação Jovem é um regime para jovens (até 35 anos) que permite financiar até 100% do imóvel.</a:t>
            </a:r>
          </a:p>
          <a:p>
            <a:r>
              <a:t>O Estado Português garante a diferença entre o LTV padrão e 100% do valor de aquisição.</a:t>
            </a:r>
          </a:p>
          <a:p>
            <a:r>
              <a:t>Os requisitos incluem idade, domicílio fiscal e limites de rendimento específicos.</a:t>
            </a:r>
          </a:p>
          <a:p>
            <a:r>
              <a:t>O processo exige documentação detalhada, avaliada em fases de Risco e Enquadramento.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