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que é este regime especial. Vamos focar-nos nos requisitos, nos benefícios e no processo de candidatura. O objetivo é dar-vos uma visão completa deste apoio ao jovem proprietário.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conhecer a sua base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imóvel. O Estado Português entra como fiador, cobrindo a diferença que normalmente exigiria um capital próprio. Lembrem-se que este regime é específico para jovens até aos 35 anos.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os critérios de elegibilidade. Não basta ser jovem; existem requisitos específicos que os candidatos devem cumprir. Estes critérios abrangem idade, residência e capacidade financeira.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deve estar entre 18 e 35 anos, e é necessário ser residente fiscal em Portugal. Os limites de rendimento são rigorosos, sendo €80.000 para um mutuário. Além disso, o imóvel deve ser para primeira habitação permanente e o valor não pode exceder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nos benefícios concretos que o regime oferece. Além do financiamento total, há vantagens fiscais importantes. Vamos também ver como a garantia do Estado funciona na prática.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chave é a isenção de IMT e Imposto do Selo para imóveis até €330.539. A garantia do Estado cobre até 15% do valor da transação, assegurando o financiamento de 100%. O Banco CTT já faz parte deste protocolo desde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Finalmente, vamos falar sobre o processo prático. A avaliação ocorre em duas fases distintas. É crucial saber quais os documentos para cada fase, pois a documentação correta é essencial para evitar atrasos.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tem duas etapas: Proposta de Risco e Enquadramento. É importante notar que as recusas só ocorrem após a análise de risco. Para iniciar, precisam de formulários e documentos fiscais. Se forem estrangeiros, o título de residência deve estar válido há pelo menos três anos.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O limite individual é de €80.000. O Estado atua como fiador, cobrindo a diferença entre 85% e 100%. Para criar a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valor total do imóvel, com o Estado a garantir a diferença. Os benefícios fiscais são um grande incentivo, mas é crucial cumprir os limites de rendimento e valor. Lembrem-se sempre das duas fases de avaliação no processo de candidatura.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Saber quais os documentos necessários para a candidatura.</a:t>
            </a:r>
          </a:p>
          <a:p>
            <a:r>
              <a:t>Conhecer os benefícios fiscais associados ao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candidatos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é de até €160.000 (quociente familiar).</a:t>
            </a:r>
          </a:p>
          <a:p>
            <a:r>
              <a:t>Não possuir propriedade anterior nem ter usado esta garantia estatal.</a:t>
            </a:r>
          </a:p>
          <a:p>
            <a:r>
              <a:t>O 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Condições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Explicar os benefícios fiscais e a operacionalização da garantia estatal.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para compras até €330.539.</a:t>
            </a:r>
          </a:p>
          <a:p>
            <a:r>
              <a:t>A garantia estatal não excede 15% do valor da transação.</a:t>
            </a:r>
          </a:p>
          <a:p>
            <a:r>
              <a:t>Permite financiamento de até 100% ou, no mínimo, 85%.</a:t>
            </a:r>
          </a:p>
          <a:p>
            <a:r>
              <a:t>O Banco CTT aderiu ao protocolo em 2 de outubro de 2024.</a:t>
            </a:r>
          </a:p>
          <a:p>
            <a:r>
              <a:t>O Crédito Sinal Jovem integra o crédito principal, sem dupla tributação de ISUC.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Garantia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0000"/>
          </a:bodyPr>
          <a:lstStyle/>
          <a:p>
            <a:r>
              <a:t>Descrever as fases de avaliação e os documentos necessários para submeter a proposta.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passa por Proposta de Risco e Enquadramento da Proposta.</a:t>
            </a:r>
          </a:p>
          <a:p>
            <a:r>
              <a:t>As cartas de recusa só são emitidas após submissão à análise de risco.</a:t>
            </a:r>
          </a:p>
          <a:p>
            <a:r>
              <a:t>Para criar a proposta: formulário de adesão, IRS, e certificado de domicílio fiscal.</a:t>
            </a:r>
          </a:p>
          <a:p>
            <a:r>
              <a:t>Para enquadrar a proposta: certificados do Registo e Autoridade Tributária.</a:t>
            </a:r>
          </a:p>
          <a:p>
            <a:r>
              <a:t>Para estrangeiros, é necessário título de residência temporária válido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e Documentos Necessários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Que tipo de garantia oferece o Estado Português neste regime?</a:t>
            </a:r>
          </a:p>
          <a:p>
            <a:r>
              <a:t>Quais são os dois tipos de documentos necessários para a criação de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apoio para jovens (até 35 anos) que permite financiar até 100% do imóvel.</a:t>
            </a:r>
          </a:p>
          <a:p>
            <a:r>
              <a:t>O Estado atua como fiador, e há benefícios fiscais como isenção de IMT/IS para valores até €330.539.</a:t>
            </a:r>
          </a:p>
          <a:p>
            <a:r>
              <a:t>Os requisitos incluem limites de rendimento e valor de transação (até €450.000).</a:t>
            </a:r>
          </a:p>
          <a:p>
            <a:r>
              <a:t>O processo envolve duas fases de avaliação e requer documentação específica para cada etapa.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