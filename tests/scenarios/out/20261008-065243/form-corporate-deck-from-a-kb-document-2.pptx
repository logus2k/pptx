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ponto mais relevante é que permite financiar até 100% do valor do imóvel, o que elimina a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atuando como fiador. Esta garantia permite que os jovens consigam financiamento total ou muito próximo disso, superando o LTV padrão de 85%.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critérios de elegibilidade são bem definidos, focando-se na idade e na capacidade financeira do proponente. É importante notar que o valor máximo da transação é de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de rendimento, que podem ser ajustados para casais. Além disso, há benefícios fiscais significativos para a primeira habitação, e o crédito sinal é integrado no processo principal.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distintas, garantindo uma análise completa. É fundamental preparar a documentação correta para cada fase, desde a adesão até ao enquadramento da proposta.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Banco CTT já faz parte deste protocolo, o que facilita o acesso. Este regime representa uma oportunidade clara para jovens que procuram comprar a sua primeira casa, aproveitando as condições vantajosas.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crédito.</a:t>
            </a:r>
          </a:p>
          <a:p>
            <a:r>
              <a:t>Cobre a diferença entre 85% e 100% do valor.</a:t>
            </a:r>
          </a:p>
          <a:p>
            <a:r>
              <a:t>A garantia não excede 15% do valor da transação.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usar esta garantia.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ao Regime?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de rendimento: €80.000 por mutuário individual.</a:t>
            </a:r>
          </a:p>
          <a:p>
            <a:r>
              <a:t>Até €160.000 para dois mutuários (quociente familiar).</a:t>
            </a:r>
          </a:p>
          <a:p>
            <a:r>
              <a:t>Isenção de IMT e Imposto do Selo até €330.539.</a:t>
            </a:r>
          </a:p>
          <a:p>
            <a:r>
              <a:t>O Crédito Sinal Jovem integra o crédito habitação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Avaliação em duas fases: Proposta de Risco e Enquadramento.</a:t>
            </a:r>
          </a:p>
          <a:p>
            <a:r>
              <a:t>Documentos iniciais: Formulário, IRS e certificado de domicílio fiscal.</a:t>
            </a:r>
          </a:p>
          <a:p>
            <a:r>
              <a:t>Documentos de enquadramento: Certificados de Registo e Autoridade Tributária.</a:t>
            </a:r>
          </a:p>
          <a:p>
            <a:r>
              <a:t>Refusos são emitidos apenas após submissão à análise de risco.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Elegibilidade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são precificadas no quadrante 65-85%.</a:t>
            </a:r>
          </a:p>
          <a:p>
            <a:r>
              <a:t>O regime visa facilitar o acesso à habitação para jovens.</a:t>
            </a:r>
          </a:p>
          <a:p>
            <a:r>
              <a:t>Aproveite os benefícios de financiamento e isenções fiscais.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Parcerias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