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- 02 -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- 12 -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Índice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Oferta de Crédito Habitação: Finalidades (Aquisição, Obras, etc.) e Tipos (Geral e Hipotecário).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Servicing de Crédito Habitação: Procedimentos e intervenientes após a contratação.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Processo de Crédito Habitação: As 7 fases de concessão, desde a simulação até ao arquivo.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Casos Especiais: Regime de Crédito Bonificado para Pessoas com Deficiência.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