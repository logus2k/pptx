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  <p:sldId id="258" r:id="rId15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11 - Crédito Habitação Jovem, Crédito Habitação Jovem - Garantia do Estado &gt; O que é o Crédito Habitação Jovem, Crédito Habitação Jovem - Garantia do Estado, p. 1, 2026-10-07 -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11 - Crédito Habitação Jovem, Crédito Habitação Jovem - Garantia do Estado &gt; O que é o Crédito Habitação Jovem, Crédito Habitação Jovem - Garantia do Estado, p. 1, 2026-10-07 -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43" sz="quarter"/>
          </p:nvPr>
        </p:nvSpPr>
        <p:spPr/>
        <p:txBody>
          <a:bodyPr/>
          <a:lstStyle/>
          <a:p>
            <a:r>
              <a:t>Regime especial de acesso ao crédito habitação destinado a jovens com idade igual ou inferior a 35 anos.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44" sz="quarter"/>
          </p:nvPr>
        </p:nvSpPr>
        <p:spPr/>
        <p:txBody>
          <a:bodyPr/>
          <a:lstStyle/>
          <a:p>
            <a:r>
              <a:t>A garantia é prestada pelo Estado Português, atuando como fiador.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45" sz="quarter"/>
          </p:nvPr>
        </p:nvSpPr>
        <p:spPr/>
        <p:txBody>
          <a:bodyPr/>
          <a:lstStyle/>
          <a:p>
            <a:r>
              <a:t>Permite o financiamento de até 100% do valor de aquisição do imóvel, eliminando a necessidade de capitais próprios para a entrada.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67500"/>
          </a:bodyPr>
          <a:lstStyle/>
          <a:p>
            <a:r>
              <a:t>Condições do Crédito Habitação Jovem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>
          <a:xfrm>
            <a:ext cx="0" cy="1179225"/>
          </a:xfrm>
        </p:spPr>
        <p:txBody>
          <a:bodyPr/>
          <a:lstStyle/>
          <a:p>
            <a:r>
              <a:t>O(s) mutuário(s) tenha(m) entre 18 e 35 anos de idade.</a:t>
            </a:r>
          </a:p>
          <a:p>
            <a:r>
              <a:t>O(s) mutuário(s) tenham domicílio fiscal em Portugal.</a:t>
            </a:r>
          </a:p>
          <a:p>
            <a:r>
              <a:t>O(s) mutuário(s) do contrato usufruam de rendimentos que não ultrapassem o 8.º escalão do imposto sobre o rendimento das pessoas singulares (IRS).</a:t>
            </a:r>
          </a:p>
          <a:p>
            <a:r>
              <a:t>O(s) mutuário(s) do contrato não seja(m) proprietário(s) de prédio urbano ou de fração autónoma de prédio urbano habitacional.</a:t>
            </a:r>
          </a:p>
          <a:p>
            <a:r>
              <a:t>O(s) mutuário(s) do contrato nunca tenha(m) usufruído da garantia pessoal do Estado ao abrigo do Decreto-Lei n.º 44/2024, de 10 de julho.</a:t>
            </a:r>
          </a:p>
          <a:p>
            <a:r>
              <a:t>O valor da transação não exceda 450.000,00 euros.</a:t>
            </a:r>
          </a:p>
          <a:p>
            <a:r>
              <a:t>O crédito se destine a primeira aquisição de habitação própria permanente.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67500"/>
          </a:bodyPr>
          <a:lstStyle/>
          <a:p>
            <a:r>
              <a:t>Condições do Crédito Habitação Jovem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A garantia pessoal do Estado não ultrapasse 15% do valor da transação do prédio urbano ou de fração autónoma de prédio urbano.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O(s) mutuário(s) tenham a sua situação fiscal, bem como a sua situação à luz do regime previdencial que lhes seja aplicável, regularizadas.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