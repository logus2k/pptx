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especial de acesso ao crédito habitação destinado a jovens com idade igual ou inferior a 35 anos.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Garantia do Estado: O Estado Português atua como fiador, cobrindo a diferença entre o LTV máximo (85%) e os 100% do valor de aquisição.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Regime Especial de Acesso à Habitação para Jovens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t>Valor da Transação: Não exceder 450.000,00 euros.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Rendimento: Não ultrapassar o 8.º escalão do IRS (limite máximo de 80.000€ por mutuário individual).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Idade: Entre 18 e 35 anos.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Domicílio Fiscal: Em Portugal.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Finalidade: Crédito destinado à primeira aquisição de habitação própria permanente.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t>Propriedade: Não ser proprietário de prédio urbano ou fração autónoma de prédio urbano habitacional.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Garantia: Nunca ter usufruído da garantia pessoal do Estado ao abrigo do Decreto-Lei n.º 44/2024, de 10 de julho.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