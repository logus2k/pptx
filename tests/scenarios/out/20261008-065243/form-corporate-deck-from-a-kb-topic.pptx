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regime foi desenhado especificamente para apoiar os jovens no acesso à habitação. O ponto mais importante é que permite financiar até 100% do valor de aquisição.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intervenção do Estado é crucial neste regime, pois garante o financiamento total. O Estado assume o risco da diferença entre o LTV padrão e os 100% que o regime permite.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Existem critérios claros de elegibilidade que devem ser cumpridos. É importante notar os limites de idade, rendimento e o valor máximo da transação.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Além do financiamento, este regime oferece benefícios fiscais significativos. A isenção de IMT e Imposto do Selo é um incentivo importante para os jovens compradores.</a:t>
            </a:r>
          </a:p>
          <a:p/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é estruturado em fases distintas, começando pela criação da proposta. Certifique-se de ter toda a documentação necessária para cada etapa.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05 - Documentos Necessários · Documentos Necessários para o Crédito Habitação &gt; FAP - Ficha de Adesão ao Produto - https://logus2k.com/cortex/?open=ch&amp;path=CH%2F05%20-%20Documentos%20Necess%C3%A1rios.docx&amp;page=1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Estamos prontos para o ajudar a avançar com o seu projeto. As nossas ferramentas de simulação já refletem as condições deste regime especial. Não hesite em contactar-nos.</a:t>
            </a:r>
          </a:p>
          <a:p/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16 - Oferta Estrangeiros no Crédito Habitação · Oferta Estrangeiros no Crédito Habitação - https://logus2k.com/cortex/?open=ch&amp;path=CH%2F16%20-%20Oferta%20Estrangeiros%20no%20Cr%C3%A9dito%20Habita%C3%A7%C3%A3o.docx&amp;page=1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clientes particulares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75000"/>
          </a:bodyPr>
          <a:lstStyle/>
          <a:p>
            <a:r>
              <a:t>Crédito Habitação Jovem: A Sua Oportunidade para Comprar Casa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É um regime especial para jovens até aos 35 anos.</a:t>
            </a:r>
          </a:p>
          <a:p>
            <a:r>
              <a:t>Criado pelo Decreto-Lei n.º 44/2024, de 10 de julho.</a:t>
            </a:r>
          </a:p>
          <a:p>
            <a:r>
              <a:t>Permite financiar até 100% do valor da casa.</a:t>
            </a:r>
          </a:p>
          <a:p>
            <a:r>
              <a:t>Elimina a necessidade de capitais próprios para a entrada.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Um Regime Especial para Jovens Compradores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O Estado Português atua como fiador do empréstimo.</a:t>
            </a:r>
          </a:p>
          <a:p>
            <a:r>
              <a:t>Cobre a diferença entre 85% e 100% do valor.</a:t>
            </a:r>
          </a:p>
          <a:p>
            <a:r>
              <a:t>A garantia não ultrapassa 15% do valor da transação.</a:t>
            </a:r>
          </a:p>
          <a:p>
            <a:r>
              <a:t>Permite financiamento até 100% ou pelo menos 85%.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A Garantia do Estado Suporta o Seu Projeto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Idade entre 18 e 35 anos e domicílio fiscal em Portugal.</a:t>
            </a:r>
          </a:p>
          <a:p>
            <a:r>
              <a:t>Rendimentos não podem exceder o 8.º escalão do IRS.</a:t>
            </a:r>
          </a:p>
          <a:p>
            <a:r>
              <a:t>Não pode possuir imóvel nem ter usado esta garantia antes.</a:t>
            </a:r>
          </a:p>
          <a:p>
            <a:r>
              <a:t>Valor da transação não pode ultrapassar €450.000.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Requisitos Chave para Ser Elegível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Isenção de IMT e Imposto do Selo aplicável.</a:t>
            </a:r>
          </a:p>
          <a:p>
            <a:r>
              <a:t>Válido para imóveis até ao valor de €330.539.</a:t>
            </a:r>
          </a:p>
          <a:p>
            <a:r>
              <a:t>A isenção é para a primeira habitação própria permanente.</a:t>
            </a:r>
          </a:p>
          <a:p>
            <a:r>
              <a:t>Benefício adicional para quem se enquadra no regime.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Benefícios Fiscais na Aquisição da Sua Primeira Casa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A avaliação ocorre em duas fases: Proposta e Enquadramento.</a:t>
            </a:r>
          </a:p>
          <a:p>
            <a:r>
              <a:t>Para a proposta, precisa de formulário, IRS e domicílio fiscal.</a:t>
            </a:r>
          </a:p>
          <a:p>
            <a:r>
              <a:t>Para o enquadramento, são necessários certificados do imóvel.</a:t>
            </a:r>
          </a:p>
          <a:p>
            <a:r>
              <a:t>A FAP formaliza a candidatura com dados do imóvel.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Como Iniciar o Processo de Candidatura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O CTT Bank aderiu ao protocolo em 2 de outubro de 2024.</a:t>
            </a:r>
          </a:p>
          <a:p>
            <a:r>
              <a:t>As simulações permitem selecionar LTVs acima de 85%.</a:t>
            </a:r>
          </a:p>
          <a:p>
            <a:r>
              <a:t>Consulte os nossos especialistas para iniciar a sua análise.</a:t>
            </a:r>
          </a:p>
          <a:p>
            <a:r>
              <a:t>Verifique os requisitos específicos para clientes estrangeiros.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Próximos Passos e Simulações Disponíveis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