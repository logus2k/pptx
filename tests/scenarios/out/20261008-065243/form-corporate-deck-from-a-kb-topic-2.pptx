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ponto mais importante é que permite financiar até 100% do valor do imóvel, o que elimina a necessidade de ter uma entrada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pois atua como fiador. Isto permite que o financiamento chegue aos 100% do valor de compra, superando o LTV padrão de 85%.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devem ser cumpridos. É fundamental verificar a idade, o domicílio fiscal e os limites de rendimento estabelecidos.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limites de rendimento, há benefícios fiscais importantes para a primeira habitação. Lembre-se que, para clientes estrangeiros, é necessário cumprir requisitos específicos de residência.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duas etapas distintas: a criação da proposta e o seu enquadramento. Reúna a documentação necessária para cada fase para agilizar 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Recomendamos que utilize as simulações disponíveis para verificar como o seu perfil se enquadra neste regime. Estamos aqui para guiá-lo através de cada etapa do processo.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do Estado não excede 15% do valor.</a:t>
            </a:r>
          </a:p>
          <a:p>
            <a:r>
              <a:t>Permite financiamento de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do Estado Facilita o Seu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Mutuário deve ter entre 18 e 35 anos.</a:t>
            </a:r>
          </a:p>
          <a:p>
            <a:r>
              <a:t>É necessário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pode possuir outro imóvel nem usar esta garantia.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 Este Regime?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Rendimento máximo: €80.000 por pessoa, até €160.000 para dois.</a:t>
            </a:r>
          </a:p>
          <a:p>
            <a:r>
              <a:t>Valor da transação não pode ultrapassar €450.000.</a:t>
            </a:r>
          </a:p>
          <a:p>
            <a:r>
              <a:t>Isenção de IMT e Imposto do Selo até €330.539.</a:t>
            </a:r>
          </a:p>
          <a:p>
            <a:r>
              <a:t>Para estrangeiros, exige-se título de residência temporário.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Financeiros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Para a proposta, precisa de formulário, IRS e domicílio fiscal.</a:t>
            </a:r>
          </a:p>
          <a:p>
            <a:r>
              <a:t>Para o enquadramento, são necessários certificados do imóvel.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Iniciar o Processo de Candidatura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Consulte as simulações CH Jovem para ver LTV &gt; 85%.</a:t>
            </a:r>
          </a:p>
          <a:p>
            <a:r>
              <a:t>Apresente a sua documentação para iniciar a avaliação.</a:t>
            </a:r>
          </a:p>
          <a:p>
            <a:r>
              <a:t>Este regime é uma oportunidade única para jovens compradores.</a:t>
            </a:r>
          </a:p>
          <a:p>
            <a:r>
              <a:t>Fale connosco para saber mais sobre os requisitos.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Passos: Simule e Garanta o Seu Futuro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