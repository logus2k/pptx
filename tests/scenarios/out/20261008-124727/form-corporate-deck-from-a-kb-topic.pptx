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desenhado especificamente para apoiar os jovens no acesso à habitação. Permite um financiamento muito vantajoso, chegando até 100% do valor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grande benefício é que o Estado Português garante a diferença, eliminando a necessidade de ter um grande valor para a entrada. Isto torna o acesso à casa muito mais acessível.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serem elegíveis, existem critérios claros que devem ser cumpridos. É fundamental verificar a idade, o domicílio fiscal e os limites de rendimento estabelecidos.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específicos e variam consoante o número de mutuários. Além disso, o valor máximo do imóvel que pode ser adquirido sob este regime é de €450.000.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há benefícios fiscais significativos para a primeira habitação. O processo de candidatura é estruturado em fases de avaliação de risco e enquadramento.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o primeiro passo é reunir a documentação necessária, como o formulário de adesão e os comprovativos fiscais. Estamos aqui para guiá-lo em cada etapa do processo.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para jovens com idade até aos 35 anos.</a:t>
            </a:r>
          </a:p>
          <a:p>
            <a:r>
              <a:t>Criado pelo DL n.º 44/2024, de 10 de julho.</a:t>
            </a:r>
          </a:p>
          <a:p>
            <a:r>
              <a:t>Permite financiamento de até 100% do valor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do Estado não ultrapassa 15% do valor.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Sem Necessidade de Capitais Próprios para a 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possuir propriedade anterior nem usar esta garantia.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limite máximo do 8.º escalão é de €80.000/pessoa.</a:t>
            </a:r>
          </a:p>
          <a:p>
            <a:r>
              <a:t>Para dois mutuários, o limite é de €160.000.</a:t>
            </a:r>
          </a:p>
          <a:p>
            <a:r>
              <a:t>O 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Valor da Transação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até €330.539.</a:t>
            </a:r>
          </a:p>
          <a:p>
            <a:r>
              <a:t>A avaliação ocorre em duas fases: Proposta e Enquadramento.</a:t>
            </a:r>
          </a:p>
          <a:p>
            <a:r>
              <a:t>Documentos incluem formulário de adesão e declaração IRS.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Processo de Candidatura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Reúna o formulário de adesão e os seus documentos fiscais.</a:t>
            </a:r>
          </a:p>
          <a:p>
            <a:r>
              <a:t>Apresente a proposta para avaliação de risco.</a:t>
            </a:r>
          </a:p>
          <a:p>
            <a:r>
              <a:t>O CTT Bank está pronto para apoiar a sua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para Iniciar o Seu Processo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