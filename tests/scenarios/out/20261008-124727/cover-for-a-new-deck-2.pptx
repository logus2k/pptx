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Apresentação do Crédito Habitação Jovem, um regime especial de acesso à habitação própria permanente para jovens.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Permite o financiamento de até 100% do valor de aquisição do imóvel, eliminando a necessidade de capitais próprios para a entrada.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Garantia prestada pelo Estado Português, que atua como fiador.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Jovem: Acesso à Habitação para Jovens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