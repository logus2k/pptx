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regime, identificar quem pode beneficiar e entender os passos do processo. Vamos focar-nos nos aspetos legais e práticos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regime. É um apoio específico criado para facilitar o acesso à habitação para os jovens portugueses. Este regime foi estabelecido por um diploma legal recente.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mais relevante deste regime é a possibilidade de financiar 100% do valor do imóvel. Isto significa que os jovens não precisam de ter dinheiro para a entrada. O Estado entra como fiador para cobrir essa diferença, que normalmente seria coberta pelo LTV de 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beneficiar. Existem critérios claros de idade, residência e rendimento que os candidatos devem cumprir. É fundamental verificar estes requisitos antes de avançar com qualquer proposta.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bem definidos: idade e domicílio fiscal são obrigatórios. Em relação aos rendimentos, há limites específicos dependendo do número de mutuários. Além disso, o crédito deve ser destinado à primeira habitação permanente do mutuário.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Há limites claros tanto para o valor do imóvel como para a garantia do Estado. É importante notar que, além do financiamento, os mutuários beneficiam de isenções fiscais importantes, mas estas têm um limite de valor associado.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etapas bem definidas, começando pela proposta e seguindo para o enquadramento. A documentação necessária varia consoante a fase em que o processo se encontra. Vamos detalhar cada uma destas fases.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importante saber que a recusa só ocorre após a análise de risco. Na fase inicial de criação da proposta, o foco está na identificação do mutuário, exigindo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o imóvel, exigindo certidões oficiais. Se o mutuário for estrangeiro, há um requisito adicional rigoroso sobre o título de residência. Lembrem-se que o serviço de solicitadoria é um apoio que pode ser usado por defeito.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finalizar, vamos abordar alguns detalhes operacionais. Isto inclui as parcerias bancárias e os quadrantes de preços aplicados a estas operações. É importante ter conhecimento destes aspetos para aconselhar corretamente os clientes.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operacionalização envolve parcerias específicas, como a do CTT Bank, que aderiu recentemente. Os custos são definidos por um quadrante de preços específico. Reitero que a garantia do Estado tem um limite máximo de 15% sobre o valor da transação.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respondam a estas três questões. A idade máxima é 35 anos. O limite individual é de €80.000. Para o enquadramento, são necessários certificados do Registo e da Autoridade Tributária, e um documento de valor de aquisição como o CPCV.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financiamento total com o apoio do Estado. Lembrem-se dos limites de idade, rendimento e valor. O sucesso da candidatura depende da correta apresentação de toda a documentação exigida em cada fase.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Saber como funciona a garantia do Estado.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aquisição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fiador, cobrindo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5000"/>
          </a:bodyPr>
          <a:lstStyle/>
          <a:p>
            <a:r>
              <a:t>Definir quem pode aceder aos benefícios do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Rendimentos não podem exceder o 8.º escalão do IRS.</a:t>
            </a:r>
          </a:p>
          <a:p>
            <a:r>
              <a:t>Um mutuário pode ter rendimentos até €80.000.</a:t>
            </a:r>
          </a:p>
          <a:p>
            <a:r>
              <a:t>Dois mutuários podem ter rendimentos até €160.000 (fator de 2).</a:t>
            </a:r>
          </a:p>
          <a:p>
            <a:r>
              <a:t>O crédito deve ser para 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A garantia do Estado não excede 15% do valor da transação.</a:t>
            </a:r>
          </a:p>
          <a:p>
            <a:r>
              <a:t>Os mutuários beneficiam de isenção de IMT e Imposto do Selo.</a:t>
            </a:r>
          </a:p>
          <a:p>
            <a:r>
              <a:t>Esta isenção aplica-se a primeiras habitações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a candidatura.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o formulário de adesão.</a:t>
            </a:r>
          </a:p>
          <a:p>
            <a:r>
              <a:t>Também são exigidas a declaração de IRS e o certificado de domicílio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o enquadramento, são necessários certificados do Registo e da Autoridade Tributária.</a:t>
            </a:r>
          </a:p>
          <a:p>
            <a:r>
              <a:t>É preciso também um documento que ateste o valor de aquisição (ex: CPCV).</a:t>
            </a:r>
          </a:p>
          <a:p>
            <a:r>
              <a:t>O Serviço de Solicitadoria é opcional, mas aplicável por defeito em aquisições.</a:t>
            </a:r>
          </a:p>
          <a:p>
            <a:r>
              <a:t>Para estrangeiros, é obrigatório ter título de residência temporária com pelo menos 3 anos de emissão.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Conhecer os detalhes operacionais e as parcerias envolvidas no regime.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As operações de CH Jovem utilizam um quadrante de preços de 65-85%.</a:t>
            </a:r>
          </a:p>
          <a:p>
            <a:r>
              <a:t>O Estado Português atua como fiador para cobrir a diferença do LTV.</a:t>
            </a:r>
          </a:p>
          <a:p>
            <a:r>
              <a:t>A garantia do Estado não ultrapassa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Parcerias e Condições de Mercado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Qual é o limite máximo de rendimento para um mutuário individual?</a:t>
            </a:r>
          </a:p>
          <a:p>
            <a:r>
              <a:t>Que tipo de documentos são necessários para o enquadramento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(até 35 anos) que permite financiar até 100% do imóvel.</a:t>
            </a:r>
          </a:p>
          <a:p>
            <a:r>
              <a:t>O Estado atua como fiador, cobrindo a diferença do LTV, com garantia máxima de 15%.</a:t>
            </a:r>
          </a:p>
          <a:p>
            <a:r>
              <a:t>Os critérios incluem limites de rendimento (ex: €80k/mutuário) e valor da transação (até €450k).</a:t>
            </a:r>
          </a:p>
          <a:p>
            <a:r>
              <a:t>O processo exige documentação específica, como formulário de adesão e certidões fiscais.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