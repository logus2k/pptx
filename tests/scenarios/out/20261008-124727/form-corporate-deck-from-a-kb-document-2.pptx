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foi criado especificamente para apoiar jovens no acesso à habitação. Permite um financiamento muito elevado, chegando até 100% do valor do imóvel.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intervenção do Estado é crucial neste regime, atuando como fiador. Isto permite que os mutuários consigam financiamento total, mesmo com limites de LTV mais baixos.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Existem critérios claros de elegibilidade que os candidatos devem cumprir. É importante notar os limites de rendimento e o valor máximo da transação.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Além do financiamento, existem benefícios fiscais significativos para os mutuários. Os limites de rendimento são definidos com base no 8.º escalão do IRS.</a:t>
            </a:r>
          </a:p>
          <a:p/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candidatura envolve duas fases de verificação da elegibilidade. É fundamental reunir toda a documentação exigida em cada etapa.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 a adesão de instituições como o Banco CTT, o regime está operacional. É importante estar ciente do pricing e seguir rigorosamente os passos de aferição.</a:t>
            </a:r>
          </a:p>
          <a:p/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5000"/>
          </a:bodyPr>
          <a:lstStyle/>
          <a:p>
            <a:r>
              <a:t>Crédito Habitação Jovem: Um Apoio para Jovens Compradores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Regime para jovens com idade de até 35 anos.</a:t>
            </a:r>
          </a:p>
          <a:p>
            <a:r>
              <a:t>Criado pelo DL n.º 44/2024, de 10 de julho.</a:t>
            </a:r>
          </a:p>
          <a:p>
            <a:r>
              <a:t>Permite financiamento de até 100% do valor do imóvel.</a:t>
            </a:r>
          </a:p>
          <a:p>
            <a:r>
              <a:t>Elimina a necessidade de capitais próprios para a entrada.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O que é o Crédito Habitação Jovem?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Estado Português atua como fiador do crédito.</a:t>
            </a:r>
          </a:p>
          <a:p>
            <a:r>
              <a:t>Cobre a diferença entre LTV máximo (85%) e 100%.</a:t>
            </a:r>
          </a:p>
          <a:p>
            <a:r>
              <a:t>A garantia pessoal do Estado não ultrapassa 15% do valor.</a:t>
            </a:r>
          </a:p>
          <a:p>
            <a:r>
              <a:t>Visa financiar até 100% ou no mínimo 85%.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Como Funciona a Garantia do Estado?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Idade entre 18 e 35 anos e domicílio fiscal em Portugal.</a:t>
            </a:r>
          </a:p>
          <a:p>
            <a:r>
              <a:t>Rendimentos não superiores ao 8.º escalão do IRS.</a:t>
            </a:r>
          </a:p>
          <a:p>
            <a:r>
              <a:t>Valor da transação não pode exceder 450.000,00 euros.</a:t>
            </a:r>
          </a:p>
          <a:p>
            <a:r>
              <a:t>Crédito deve ser para primeira habitação própria permanente.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Quem Pode Beneficiar do Regime?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Isenção de IMT e Imposto do Selo até 330.539 euros.</a:t>
            </a:r>
          </a:p>
          <a:p>
            <a:r>
              <a:t>Limite do 8.º escalão: 80.000€ (individual) ou 160.000€ (dois).</a:t>
            </a:r>
          </a:p>
          <a:p>
            <a:r>
              <a:t>O Crédito Sinal Jovem integra o crédito habitação principal.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Benefícios Fiscais e Limites de Rendimento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A aferição de elegibilidade ocorre em dois momentos.</a:t>
            </a:r>
          </a:p>
          <a:p>
            <a:r>
              <a:t>São necessários Formulário de adesão e Declaração de IRS.</a:t>
            </a:r>
          </a:p>
          <a:p>
            <a:r>
              <a:t>Para enquadramento: Certidão predial e Certidão de não dívida.</a:t>
            </a:r>
          </a:p>
          <a:p>
            <a:r>
              <a:t>O Banco CTT aderiu ao protocolo em 2 de outubro de 2024.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Processo de Candidatura e Documentação Necessária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Aderência do Banco CTT ao protocolo em 2 de outubro de 2024.</a:t>
            </a:r>
          </a:p>
          <a:p>
            <a:r>
              <a:t>As operações CH Jovem têm pricing no quadrante de 65-85%.</a:t>
            </a:r>
          </a:p>
          <a:p>
            <a:r>
              <a:t>A elegibilidade é aferida em Proposta a Risco e Enquadramento.</a:t>
            </a:r>
          </a:p>
          <a:p>
            <a:r>
              <a:t>Recomenda-se iniciar com a documentação completa.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Próximos Passos e Operacionalização do Regime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