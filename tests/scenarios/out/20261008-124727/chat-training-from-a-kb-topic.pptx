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focar-nos em fornecer-vos um conhecimento sólido sobre o Crédito Habitação Jovem. Ao final, vocês serão capazes de explicar o que é este regime especial. Vamos detalhar os critérios de elegibilidade e os benefícios que estão disponíveis. Também abordaremos a documentação necessária para iniciar 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de crédito habitação especial, criado especificamente para apoiar os jovens no acesso à habitação. É importante notar que este regime foi estabelecido pelo Decreto-Lei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das grandes vantagens deste regime é a possibilidade de financiar até 100% do valor do imóvel, o que elimina a necessidade de ter capitais próprios para a entrada. O Estado Português entra como fiador, cobrindo a diferença entre o LTV padrão de 85% e os 100% que é possível obter. Além disso, existe uma opção chamada 'Crédito Sinal Jovem' que pode ser usada para cobrir a entrada, sendo integrada no crédito principal.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analisar quem pode beneficiar deste crédito. Existem critérios claros que os proponentes devem cumprir. Estes critérios abrangem idade, residência fiscal e capacidade financeira. É fundamental que os candidatos estejam cientes destes requisitos para não terem a candidatura rejeitada.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bem definidos: o mutuário deve ter entre 18 e 35 anos e estar fiscalmente domiciliado em Portugal. No que toca aos rendimentos, eles não podem ultrapassar o 8.º escalão do IRS. Para um indivíduo, este limite é de €80.000, mas para dois mutuários, o limite pode subir para €160.000, aplicando-se o quociente familiar.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há limites para o imóvel. O valor da transação não pode exceder €450.000 para se beneficiar da garantia pública. A garantia pessoal do Estado tem um limite de 15% do valor da transação. É importante lembrar que, para clientes estrangeiros, é obrigatório apresentar um título de residência temporária válido há pelo menos três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incentivos mais apelativos deste regime é o benefício fiscal. Os mutuários que adquirem a sua primeira habitação podem beneficiar de isenções importantes. Vamos detalhar quais são estas isenções e até que valor se aplicam.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mutuários beneficiam de uma isenção de IMT e de Imposto do Selo. Esta vantagem é específica para a compra da primeira habitação. É crucial saber que este benefício está condicionado a um valor máximo da transação, que é de €330.539.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exige a apresentação de vários documentos, dependendo da fase. Vamos dividir isto em dois momentos: a criação da proposta e o enquadramento da proposta. É vital ter toda a documentação correta para evitar atrasos no processo.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criar a proposta, são necessários o formulário de adesão, a declaração de IRS ou, se for pensionista, a declaração da Segurança Social. Além disso, é obrigatório apresentar o certificado de domicílio fiscal. A FAP, ou Ficha de Adesão ao Produto, formaliza a candidatura, recolhendo dados do imóvel e autorizações de crédito.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a proposta está a ser enquadrada, a documentação muda. É necessário apresentar o certificado de registo predial do imóvel. Também são exigidos certificados negativos de propriedade junto da AT, bem como os certificados de não-dívida emitidos pela AT e pela Segurança Social.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gostaria de fazer três perguntas. Qual é o limite máximo de rendimento para um mutuário individual? A resposta é €80.000. Que isenções fiscais são aplicáveis na compra da primeira habitação? São isenções de IMT e Imposto do Selo. E quais são os dois tipos de certificados necessários para o enquadramento da proposta? São o certificado de registo predial e os certificados de não-dívida da AT e SS.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concluir, reitero os pontos mais importantes. O Crédito Habitação Jovem é um apoio crucial para os jovens, permitindo financiar até 100% com a garantia do Estado. Lembrem-se dos limites de rendimento e valor da transação. Os benefícios fiscais são significativos, especialmente para a primeira habitação. E, claro, a preparação da documentação é fundamental para um processo bem-sucedido.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regime de Crédito Habitação Jovem.</a:t>
            </a:r>
          </a:p>
          <a:p>
            <a:r>
              <a:t>Identificar os critérios de elegibilidade para este crédito.</a:t>
            </a:r>
          </a:p>
          <a:p>
            <a:r>
              <a:t>Saber quais os benefícios fiscais associados ao regime.</a:t>
            </a:r>
          </a:p>
          <a:p>
            <a:r>
              <a:t>Conhecer a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conceito e o enquadramento legal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financiar até 100% do valor de compra, eliminando a necessidade de entrada.</a:t>
            </a:r>
          </a:p>
          <a:p>
            <a:r>
              <a:t>O Estado Português atua como fiador, cobrindo a diferença do LTV (85%) para 100%.</a:t>
            </a:r>
          </a:p>
          <a:p>
            <a:r>
              <a:t>O Estado garante que o financiamento atinge 100% ou pelo menos 85% do valor.</a:t>
            </a:r>
          </a:p>
          <a:p>
            <a:r>
              <a:t>Existe também o 'Crédito Sinal Jovem' para financiar a entrada, integrado no crédito principal.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aceder ao regime e quais os limites aplicáveis.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Rendimentos não podem exceder o 8.º escalão do IRS.</a:t>
            </a:r>
          </a:p>
          <a:p>
            <a:r>
              <a:t>O limite máximo do 8.º escalão é de €80.000 por mutuário individual.</a:t>
            </a:r>
          </a:p>
          <a:p>
            <a:r>
              <a:t>Para dois mutuários, o limite é de €160.000 (usando o quociente familiar).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da Transação e Garantia Estatal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valor da transação não pode ultrapassar €450.000 para acesso à garantia pública.</a:t>
            </a:r>
          </a:p>
          <a:p>
            <a:r>
              <a:t>A garantia pessoal do Estado não excede 15% do valor da transação.</a:t>
            </a:r>
          </a:p>
          <a:p>
            <a:r>
              <a:t>A garantia permite financiar até 100% ou pelo menos 85% do valor.</a:t>
            </a:r>
          </a:p>
          <a:p>
            <a:r>
              <a:t>Para clientes estrangeiros, é exigido título de residência temporária válido há 3 anos.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Isenções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para a aquisição da primeira habitação.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Isenção de Impostos na Primeira Habitação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Benefício de isenção de IMT e Imposto do Selo.</a:t>
            </a:r>
          </a:p>
          <a:p>
            <a:r>
              <a:t>A isenção aplica-se à compra da primeira habitação.</a:t>
            </a:r>
          </a:p>
          <a:p>
            <a:r>
              <a:t>O limite de valor para beneficiar é de €330.539.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Candidatura: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Revisar os documentos necessários para a criação e enquadramento da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Formulário de adesão, declaração de IRS (ou SS/pensionista).</a:t>
            </a:r>
          </a:p>
          <a:p>
            <a:r>
              <a:t>Certificado de domicílio fiscal é um documento obrigatório.</a:t>
            </a:r>
          </a:p>
          <a:p>
            <a:r>
              <a:t>A FAP formaliza a candidatura, incluindo dados do imóvel e autorização de crédito.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Certificado de registo predial do imóvel.</a:t>
            </a:r>
          </a:p>
          <a:p>
            <a:r>
              <a:t>Certificado negativo de propriedade junto da AT.</a:t>
            </a:r>
          </a:p>
          <a:p>
            <a:r>
              <a:t>Certificados de não-dívida da AT e da 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do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mutuário individual neste regime?</a:t>
            </a:r>
          </a:p>
          <a:p>
            <a:r>
              <a:t>Que isenções fiscais são aplicáveis na compra da primeira habitação?</a:t>
            </a:r>
          </a:p>
          <a:p>
            <a:r>
              <a:t>Quais são os dois tipos de certificados necessários para o enquadramento da proposta?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com financiamento até 100% via garantia do Estado.</a:t>
            </a:r>
          </a:p>
          <a:p>
            <a:r>
              <a:t>Existem limites de rendimento (até €80k/€160k) e valor da transação (€450k).</a:t>
            </a:r>
          </a:p>
          <a:p>
            <a:r>
              <a:t>Beneficia-se de isenção de IMT/IS em habitações até €330.539.</a:t>
            </a:r>
          </a:p>
          <a:p>
            <a:r>
              <a:t>A candidatura exige documentação específica para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