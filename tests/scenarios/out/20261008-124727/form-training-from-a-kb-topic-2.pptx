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deverão ser capazes de explicar o que é este regime especial. Vamos focar-nos nos critérios de elegibilidade e nos passos práticos para a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entender a sua base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imóvel. O Estado Português entra como fiador para cobrir a diferença entre os 85% normais e os 100% que o regime permite. Isto significa que os jovens não precisam de ter um valor de entrada significativo.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quem pode beneficiar deste crédito. Existem requisitos específicos que os candidatos devem cumprir. É crucial verificar todos estes critérios antes de avançar com qualquer candidatura.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idade e domicílio fiscal são básicos. No que toca aos rendimentos, há limites claros definidos pelo 8.º escalão do IRS. Um mutuário individual pode ter até €80.000, e para dois, o limite sobe para €160.000, considerando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critérios de rendimento, há restrições sobre o histórico do mutuário, como não possuir bens anteriores. O valor máximo da transação é de €450.000. Se o candidato for estrangeiro, deve apresentar um título de residência temporária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aborda os benefícios diretos, como as isenções fiscais, e como se desenrola o processo de candidatura. É importante conhecer os passos para garantir que a proposta é avaliada corretamente.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muito atrativo é a isenção de IMT e Imposto do Selo, desde que a compra seja para a primeira habitação e o valor não exceda €330.539. A garantia do Estado tem um limite de 15% do valor da transação, mas permite atingir 100% de financiamento. O CTT Bank já faz parte deste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tem duas etapas distintas: a Proposta de Risco e o Enquadramento da Proposta. É fundamental apresentar a documentação correta em cada fase. A FAP é o documento chave que formaliza o início do processo de candidatura.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resposta para a primeira é €80.000. Para a segunda, são os certificados do Registo e da Autoridade Tributária. E o benefício fiscal é a isenção de IMT e Imposto do Selo até €330.539.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querem comprar casa sem grandes entraves financeiros. Lembrem-se que o apoio do Estado é fundamental para atingir os 100% de financiamento. O sucesso da candidatura depende do cumprimento rigoroso dos critérios e da entrega da documentação correta em cada etapa.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necessários.</a:t>
            </a:r>
          </a:p>
          <a:p>
            <a:r>
              <a:t>Saber sobre os benefícios fiscais associados.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a natureza e o propósito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empréstimo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os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Detalhar quem pode aceder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Mutuário deve ter entre 18 e 35 anos.</a:t>
            </a:r>
          </a:p>
          <a:p>
            <a:r>
              <a:t>É necessário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até €80.000 por mutuário individual.</a:t>
            </a:r>
          </a:p>
          <a:p>
            <a:r>
              <a:t>Para dois mutuários, o limite é de €160.000 (por quociente familiar).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Não pode haver propriedade anterior do mutuário.</a:t>
            </a:r>
          </a:p>
          <a:p>
            <a:r>
              <a:t>Não pode ter usado esta garantia do Estado antes.</a:t>
            </a:r>
          </a:p>
          <a:p>
            <a:r>
              <a:t>Valor da transação não pode ultrapassar €450.000.</a:t>
            </a:r>
          </a:p>
          <a:p>
            <a:r>
              <a:t>O crédito deve ser para primeira habitação própria permanente.</a:t>
            </a:r>
          </a:p>
          <a:p>
            <a:r>
              <a:t>Para estrangeiros, é exigido título de residência temporária de pelo menos 3 anos.</a:t>
            </a:r>
          </a:p>
          <a:p>
            <a:r>
              <a:t>Este título deve estar válido na data da análise.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Restrições da Transação e Elegibilidade Adicional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as vantagens fiscais e os passos para solicitar o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na primeira habitação.</a:t>
            </a:r>
          </a:p>
          <a:p>
            <a:r>
              <a:t>A isenção aplica-se a compras até €330.539.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 pelo menos 85%.</a:t>
            </a:r>
          </a:p>
          <a:p>
            <a:r>
              <a:t>O CTT Bank aderiu ao protocolo em 2 de outubro de 2024.</a:t>
            </a:r>
          </a:p>
          <a:p>
            <a:r>
              <a:t>Simulações permitem selecionar a flag 'SIM' para LTV &gt;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Operacionais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formulário de adesão, IRS e certificado de domicílio fiscal.</a:t>
            </a:r>
          </a:p>
          <a:p>
            <a:r>
              <a:t>Para enquadrar a proposta, são necessários certificados do Registo e Autoridade Tributária.</a:t>
            </a:r>
          </a:p>
          <a:p>
            <a:r>
              <a:t>A FAP formaliza a candidatura, incluindo identificação e autorização de crédito.</a:t>
            </a:r>
          </a:p>
          <a:p>
            <a:r>
              <a:t>O Serviço de Solicitadoria é opcional, mas aplicável por defeito em aquisições.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da Avaliação e Documentação Necessária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tipo de documentos são necessários para a fase de 'Enquadramento de Proposta'?</a:t>
            </a:r>
          </a:p>
          <a:p>
            <a:r>
              <a:t>Qual é o principal benefício fiscal associado à compra da primeira habitação?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apoio para jovens (até 35 anos) que permite financiar até 100% do imóvel.</a:t>
            </a:r>
          </a:p>
          <a:p>
            <a:r>
              <a:t>O Estado atua como fiador, cobrindo a diferença do LTV.</a:t>
            </a:r>
          </a:p>
          <a:p>
            <a:r>
              <a:t>Existem limites de rendimento e valor de transação a cumprir.</a:t>
            </a:r>
          </a:p>
          <a:p>
            <a:r>
              <a:t>Beneficia-se de isenções fiscais em certas condições.</a:t>
            </a:r>
          </a:p>
          <a:p>
            <a:r>
              <a:t>O processo exige documentação específica para as fases de Proposta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