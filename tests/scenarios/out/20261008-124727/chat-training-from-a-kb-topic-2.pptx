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deverão ser capazes de explicar o que é este regime especial. Vamos focar-nos nos requisitos, na garantia do Estado e nos passos práticos para a candidatura.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para apoiar os jovens no acesso à habitação. É importante entender a sua natureza e o seu propósito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características deste crédito são muito vantajosas. O ponto mais notável é a possibilidade de financiar 100% do imóvel, o que elimina a necessidade de capital próprio para a entrada. O Estado garante a diferença, atuando como fiador, mas com um limite máximo de 15% do valor da transação.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beneficiar deste regime. Os critérios são específicos e envolvem idade, residência e capacidade financeira. É crucial que os candidatos verifiquem se cumprem todos estes requisitos.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claros: ter entre 18 e 35 anos e residir fiscalmente em Portugal. No que toca aos rendimentos, o limite é definido pelo 8.º escalão do IRS. É importante notar a diferença entre o limite individual e o limite quando há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a transação em si tem limites, como o valor máximo de €450.000 e a condição de ser a primeira habitação permanente. Há também benefícios fiscais significativos, como a isenção de IMT e Imposto do Selo até um certo valor. Para estrangeiros, há requisitos adicionais de residência.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exige uma documentação rigorosa. Vamos dividir isto em duas fases: a criação da proposta e o enquadramento da proposta. É fundamental preparar todos os documentos com antecedência para agilizar o processo.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criar a proposta, o foco está na comprovação da identidade e da situação fiscal. Precisam do formulário de adesão, da declaração de IRS e do certificado de domicílio fiscal. Lembrem-se que o Serviço de Solicitadoria pode ser usado, mesmo que seja opcional.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a proposta está a ser enquadrada, o foco muda para a verificação do imóvel e das dívidas. Precisam de documentos que comprovem a situação legal do imóvel, como o registo predial e os certificados negativos junto da AT e da SS.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finalizar, vamos ver algumas funcionalidades adicionais e como o processo é operacionalizado no mercado. O Banco CTT, por exemplo, tem protocolos e ofertas específicas que vale a pena conhecer.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termos de mercado, o Banco CTT tem um protocolo estabelecido e precifica as operações neste quadrante específico. Além disso, eles oferecem um 'Crédito Sinal Jovem' que pode ser usado para cobrir a entrada, sendo integrado no crédito principal.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resposta para a primeira pergunta é €80.000. A garantia pessoal do Estado não pode ultrapassar 15% do valor da transação. Para o enquadramento, são necessários o certificado do registo predial e os certificados de não-dívida da AT e SS.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o imóvel até ao máximo, graças à garantia do Estado. Lembrem-se sempre de verificar os limites de rendimento e os requisitos documentais. Este regime visa facilitar o acesso à primeira habitação permanente.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Conhecer a documentação necessária para a candidatura.</a:t>
            </a:r>
          </a:p>
          <a:p>
            <a:r>
              <a:t>Saber como funciona a garantia do Estado neste crédito.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até aos 35 anos, criado pelo DL n.º 44/2024, de 10 de julho.</a:t>
            </a:r>
          </a:p>
          <a:p>
            <a:r>
              <a:t>Permite financiar até 100% do valor de aquisição, eliminando a necessidade de entrada.</a:t>
            </a:r>
          </a:p>
          <a:p>
            <a:r>
              <a:t>O Estado Português atua como fiador, cobrindo a diferença entre 85% e 100% do valor.</a:t>
            </a:r>
          </a:p>
          <a:p>
            <a:r>
              <a:t>A garantia pessoal do Estado não ultrapassa 15% do valor da transação.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máximo do 8.º escalão é de €80.000 por indivíduo.</a:t>
            </a:r>
          </a:p>
          <a:p>
            <a:r>
              <a:t>Para dois mutuários, o limite é de €160.000 (usando o quociente familiar).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da Transação e Benefícios Fiscais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  <a:p>
            <a:r>
              <a:t>O crédito deve ser para a primeira habitação própria permanente.</a:t>
            </a:r>
          </a:p>
          <a:p>
            <a:r>
              <a:t>Benefício de isenção de IMT e Imposto do Selo até €330.539.</a:t>
            </a:r>
          </a:p>
          <a:p>
            <a:r>
              <a:t>Para estrangeiros, é necessário título de residência temporária válido há 3 anos.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os documentos necessários para iniciar e finalizar a proposta de crédito.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Criação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São exigidos o formulário de adesão e a declaração de IRS.</a:t>
            </a:r>
          </a:p>
          <a:p>
            <a:r>
              <a:t>É necessário apresentar extratos de Segurança Social ou pensões.</a:t>
            </a:r>
          </a:p>
          <a:p>
            <a:r>
              <a:t>Deve ser fornecido o certificado de domicílio fiscal.</a:t>
            </a:r>
          </a:p>
          <a:p>
            <a:r>
              <a:t>O Serviço de Solicitadoria é opcional, mas aplicável por defeito em aquisições.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preciso a certidão do registo predial do imóvel.</a:t>
            </a:r>
          </a:p>
          <a:p>
            <a:r>
              <a:t>Deve ser apresentado o certificado negativo de propriedade da AT.</a:t>
            </a:r>
          </a:p>
          <a:p>
            <a:r>
              <a:t>São necessários certificados de não-dívida da AT e da Segurança Social.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Opções Adicionais e Operacionalização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ferramentas complementares e os detalhes operacionais do crédito.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Detalhes Operacionais e Financiamento Complementar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CH Jovem são precificadas no quadrante 65-85%.</a:t>
            </a:r>
          </a:p>
          <a:p>
            <a:r>
              <a:t>O Banco CTT oferece 'Crédito Sinal Jovem' para financiar a entrada.</a:t>
            </a:r>
          </a:p>
          <a:p>
            <a:r>
              <a:t>Este crédito sinal é integrado no crédito habitação principal.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rendimento para um mutuário individual no 8.º escalão do IRS?</a:t>
            </a:r>
          </a:p>
          <a:p>
            <a:r>
              <a:t>Que percentagem do valor da transação a garantia pessoal do Estado não pode ultrapassar?</a:t>
            </a:r>
          </a:p>
          <a:p>
            <a:r>
              <a:t>Quais são os dois tipos de documentos necessários para o enquadramento da proposta?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de apoio para jovens (até 35 anos) que permite financiar até 100% do imóvel.</a:t>
            </a:r>
          </a:p>
          <a:p>
            <a:r>
              <a:t>A garantia do Estado cobre a diferença entre 85% e 100% do valor, com um limite de 15% da transação.</a:t>
            </a:r>
          </a:p>
          <a:p>
            <a:r>
              <a:t>Os requisitos incluem idade, domicílio fiscal e rendimentos limitados ao 8.º escalão do IRS.</a:t>
            </a:r>
          </a:p>
          <a:p>
            <a:r>
              <a:t>O processo exige documentação específica para criação e enquadramento da proposta, com benefícios fiscais associados.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