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jovens no acesso à habitação. A grande vantagem é que permite financiar até 100% do valor, eliminando a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os candidatos devem cumprir. É importante notar os limites de rendimento e o valor máximo da transação estabelecidos pelo regime.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mutuários beneficiam de isenções fiscais importantes na compra da primeira habitação. A garantia do Estado assegura o financiamento, cobrindo a diferença até 100%.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envolve duas fases distintas de verificação. É crucial reunir a documentação correta para ambas as etapas, incluindo o uso do Crédito Sinal Jovem.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Crédito Sinal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importante ter clareza sobre os limites de rendimento definidos para os mutuários. A regulamentação legal e a adesão de instituições como o Banco CTT são fundamentais para o funcionamento do programa.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Enquadramento Legal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o primeiro passo é confirmar a elegibilidade e preparar a documentação. Este regime oferece uma oportunidade única para jovens adquirirem a sua primeira habitação com apoio estatal.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Crédito Sinal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Proprietários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Regime para jovens com idade máxima de 35 anos.</a:t>
            </a:r>
          </a:p>
          <a:p>
            <a:r>
              <a:t>Criado pelo DL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iniciais.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Valor da transação não pode ultrapassar 450.000,00 euros.</a:t>
            </a:r>
          </a:p>
          <a:p>
            <a:r>
              <a:t>O crédito deve ser para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de Elegibilidade e Limites do Crédito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em imóveis até 330.539 euros.</a:t>
            </a:r>
          </a:p>
          <a:p>
            <a:r>
              <a:t>O Estado Português atua como fiador do empréstimo.</a:t>
            </a:r>
          </a:p>
          <a:p>
            <a:r>
              <a:t>A garantia do Estado não ultrapassa 15% do valor da transação.</a:t>
            </a:r>
          </a:p>
          <a:p>
            <a:r>
              <a:t>O regime financia até 100% ou no mínimo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Garantia do Estado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aferida em dois momentos: Risco e Enquadramento.</a:t>
            </a:r>
          </a:p>
          <a:p>
            <a:r>
              <a:t>Para a proposta, são necessários Formulário de adesão e Declaração de IRS.</a:t>
            </a:r>
          </a:p>
          <a:p>
            <a:r>
              <a:t>Para o enquadramento, exigem-se Certidão predial e Certidão de não dívida.</a:t>
            </a:r>
          </a:p>
          <a:p>
            <a:r>
              <a:t>O Banco CTT disponibiliza o Crédito Sinal Jovem.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Candidatura: Proposta e Enquadramento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do 8.º escalão do IRS é de 80.000 euros por mutuário.</a:t>
            </a:r>
          </a:p>
          <a:p>
            <a:r>
              <a:t>A documentação inclui Cartão de cidadão e Nota de liquidação de IRS.</a:t>
            </a:r>
          </a:p>
          <a:p>
            <a:r>
              <a:t>O regime está regulamentado pela Portaria n.º 236-A/2024/1.</a:t>
            </a:r>
          </a:p>
          <a:p>
            <a:r>
              <a:t>O Banco CTT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Detalhes sobre os Rendimentos e Documentação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Verifique se cumpre os critérios de idade e rendimento.</a:t>
            </a:r>
          </a:p>
          <a:p>
            <a:r>
              <a:t>Reúna a documentação necessária para a Proposta a Risco.</a:t>
            </a:r>
          </a:p>
          <a:p>
            <a:r>
              <a:t>Consulte os detalhes do Crédito Sinal Jovem para o sinal.</a:t>
            </a:r>
          </a:p>
          <a:p>
            <a:r>
              <a:t>Aproveite os benefícios fiscais para a sua primeira casa.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Passos: Iniciar o Seu Projeto Habitacional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