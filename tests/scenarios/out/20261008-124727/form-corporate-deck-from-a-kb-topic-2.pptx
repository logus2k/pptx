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Permite financiar até 100% do valor de aquisição, o que é um grande alívio na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segurança do Estado é o pilar deste regime. Ele garante que o financiamento atinge os 100% necessários, cobrindo a diferença acima do LTV padrão de 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 qualificar, é fundamental cumprir os critérios de idade e rendimento estabelecidos. Além disso, existem restrições sobre a propriedade anterior e o valor máximo do imóvel.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adicional muito importante é a isenção fiscal. Esta vantagem aplica-se à compra da primeira habitação, desde que o valor não exceda o limite estipulado.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requer documentação específica em diferentes fases. É importante saber quais documentos são necessários para a criação inicial da proposta e para o seu posterior enquadramento.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distintas. Se for um cliente estrangeiro, lembre-se que o título de residência deve estar válido na data da análise.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até 35 anos.</a:t>
            </a:r>
          </a:p>
          <a:p>
            <a:r>
              <a:t>Criado pelo DL n.º 44/2024, de 10 de julho.</a:t>
            </a:r>
          </a:p>
          <a:p>
            <a:r>
              <a:t>Permite financiamento de até 100% do valor.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não ultrapassa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para Apoiar a Sua Compra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pode possuir imóvel nem ter usado esta garantia antes.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aplicável.</a:t>
            </a:r>
          </a:p>
          <a:p>
            <a:r>
              <a:t>Válido para a primeira habitação própria permanente.</a:t>
            </a:r>
          </a:p>
          <a:p>
            <a:r>
              <a:t>Limite de isenção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Primeira Habitação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criar a proposta: formulário de adesão e IRS.</a:t>
            </a:r>
          </a:p>
          <a:p>
            <a:r>
              <a:t>Para enquadrar a proposta: certidão do registo predial.</a:t>
            </a:r>
          </a:p>
          <a:p>
            <a:r>
              <a:t>É necessário o certificado de domicílio fiscal.</a:t>
            </a:r>
          </a:p>
          <a:p>
            <a:r>
              <a:t>Os documentos variam entre criação e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 para a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O CTT Bank aderiu ao protocolo em 2 de outubro de 2024.</a:t>
            </a:r>
          </a:p>
          <a:p>
            <a:r>
              <a:t>Para estrangeiros, é exigido título de residência válido.</a:t>
            </a:r>
          </a:p>
          <a:p>
            <a:r>
              <a:t>Os produtos são cotados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