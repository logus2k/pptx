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Habitação Geral e Crédito Hipotecário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Finalidades do Imóvel: HPP, HPS e HA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