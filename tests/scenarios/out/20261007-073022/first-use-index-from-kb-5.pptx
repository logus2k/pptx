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Tipos de Crédito: Crédito Habitação Geral e Crédito Hipotecário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Finalidades de Destino do Imóvel: HPP, HPS e HA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Habitação: 7 fases distintas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Servicing de Crédito Habitação: Procedimentos ao longo da vigência do contrato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Bonificado à Habitação: Regime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