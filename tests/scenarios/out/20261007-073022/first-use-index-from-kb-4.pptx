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Crédito Habitação Geral: Aquisição, Transferência (TOIC), Obras, Construção e Reforço.</a:t>
            </a:r>
          </a:p>
          <a:p>
            <a:r>
              <a:t>Crédito Hipotecário: Complementar Isolado e Complementar Associado.</a:t>
            </a:r>
          </a:p>
          <a:p>
            <a:r>
              <a:t>Finalidades do Imóvel: Habitação Própria Permanente (HPP), Secundária (HPS) e Arrendamento (HA).</a:t>
            </a:r>
          </a:p>
          <a:p>
            <a:r>
              <a:t>Fases do Processo de Crédito Habitação (7 fases).</a:t>
            </a:r>
          </a:p>
          <a:p>
            <a:r>
              <a:t>Servicing de Crédito Habitação: Procedimentos pós-contrato.</a:t>
            </a:r>
          </a:p>
          <a:p>
            <a:r>
              <a:t>Crédito Bonificado à Habitação para Pessoas com Deficiência (Regime especial).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