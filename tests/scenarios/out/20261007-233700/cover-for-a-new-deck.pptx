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Acesso facilitado à habitação própria permanente para jovens.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Para a Equipa Comercial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Outubro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