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Regime especial de acesso ao crédito habitação para jovens com idade igual ou inferior a 35 anos.</a:t>
            </a:r>
          </a:p>
          <a:p>
            <a:r>
              <a:t>Objetivo: facilitar o acesso à habitação própria permanente, permitindo financiamento de até 100% do valor de aquisição, eliminando a necessidade de capitais próprios para a entrada.</a:t>
            </a:r>
          </a:p>
          <a:p>
            <a:r>
              <a:t>A garantia é prestada pelo Estado Português, que atua como fiador, cobrindo a diferença entre o LTV máximo habitualmente permitido (85%) e os 100% do valor de aquisição.</a:t>
            </a:r>
          </a:p>
          <a:p>
            <a:r>
              <a:t>Critérios cumulativos para acesso à garantia pública: idade entre 18 e 35 anos</a:t>
            </a:r>
          </a:p>
          <a:p>
            <a:r>
              <a:t>domicílio fiscal em Portugal</a:t>
            </a:r>
          </a:p>
          <a:p>
            <a:r>
              <a:t>rendimentos não ultrapassarem o 8.º escalão do IRS</a:t>
            </a:r>
          </a:p>
          <a:p>
            <a:r>
              <a:t>não ser proprietário de prédio urbano</a:t>
            </a:r>
          </a:p>
          <a:p>
            <a:r>
              <a:t>nunca ter usufruído desta garantia</a:t>
            </a:r>
          </a:p>
          <a:p>
            <a:r>
              <a:t>valor da transação não exceder 450.000,00 euros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para primeira aquisição de habitação própria permanente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e regularização da situação fiscal e previdencial.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