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Regime especial destinado a jovens com idade igual ou inferior a 35 anos, criado pelo Decreto-Lei n.º 44/2024, de 10 de julho.</a:t>
            </a:r>
          </a:p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  <a:p>
            <a:r>
              <a:t>Critérios de acesso (cumulativos): idade entre 18 e 35 anos</a:t>
            </a:r>
          </a:p>
          <a:p>
            <a:r>
              <a:t>domicílio fiscal em Portugal</a:t>
            </a:r>
          </a:p>
          <a:p>
            <a:r>
              <a:t>rendimentos não ultrapassarem o 8.º escalão do IRS</a:t>
            </a:r>
          </a:p>
          <a:p>
            <a:r>
              <a:t>não ser proprietário de prédio urbano</a:t>
            </a:r>
          </a:p>
          <a:p>
            <a:r>
              <a:t>nunca ter usufruído da garantia pessoal do Estado ao abrigo do DL n.º 44/2024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valor da transação não exceder 450.000,00 euros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crédito para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