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Este é o conteúdo do novo slide.</a:t>
            </a:r>
          </a:p>
          <a:p>
            <a:r>
              <a:t>Regime e Finalidades dos Empréstimos (Crédito Geral vs. Hipotecário)</a:t>
            </a:r>
          </a:p>
          <a:p>
            <a:r>
              <a:t>Fases do Processo de Crédito Habitação</a:t>
            </a:r>
          </a:p>
          <a:p>
            <a:r>
              <a:t>Servicing de Crédito Habitação (Gestão pós-contrato)</a:t>
            </a:r>
          </a:p>
          <a:p>
            <a:r>
              <a:t>Tipos de Crédito Especiais (Obras, Bonificado para Pessoas com Deficiência)</a:t>
            </a:r>
          </a:p>
          <a:p>
            <a:r>
              <a:t>Fatores de Diferenciação do Banco CTT (Vantagens Competitivas)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