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Novo Slide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Este é o corpo do novo slide.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/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/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