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Novo Tópico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Este é o conteúdo do novo slide.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</a:t>
            </a:r>
          </a:p>
          <a:p>
            <a:r>
              <a:t>Tipos de Crédito: Geral vs. Hipotecário</a:t>
            </a:r>
          </a:p>
          <a:p>
            <a:r>
              <a:t>Fases do Processo de Crédito</a:t>
            </a:r>
          </a:p>
          <a:p>
            <a:r>
              <a:t>Servicing de Crédito Habitação</a:t>
            </a:r>
          </a:p>
          <a:p>
            <a:r>
              <a:t>Crédito Bonificado (PCD)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sp>
        <p:nvSpPr>
          <p:cNvPr id="16" name="Text Placeholder 15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17" name="Text Placeholder 16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/>
        </p:txBody>
      </p:sp>
      <p:sp>
        <p:nvSpPr>
          <p:cNvPr id="18" name="Text Placeholder 17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sp>
        <p:nvSpPr>
          <p:cNvPr id="19" name="Text Placeholder 18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