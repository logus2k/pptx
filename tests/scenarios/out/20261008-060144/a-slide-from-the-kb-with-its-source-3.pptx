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Estado, Crédito Habitação Jovem - Garantia do Estado &gt; O que é o Crédito Habitação Jovem,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Destinado a jovens com idade igual ou inferior a 35 anos.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Permite financiamento de até 100% do valor de aquisição,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O objetivo é facilitar o acesso à habitação própria permanente por parte de jovens.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