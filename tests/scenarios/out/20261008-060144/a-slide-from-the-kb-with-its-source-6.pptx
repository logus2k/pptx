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Habitação Jovem com Garantia do Estado: Regime especial para jovens até aos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Garantia: Prestada pelo Estado Português, cobrindo a diferença para atingir 100% do valor.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Acesso facilitado à habitação para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 regime destina-se a jovens com idade igual ou inferior a 35 anos.</a:t>
            </a:r>
          </a:p>
          <a:p>
            <a:r>
              <a:t>O objetivo é facilitar o acesso à habitação própria permanente, permitindo financiamento de até 100% do valor de aquisição.</a:t>
            </a:r>
          </a:p>
          <a:p>
            <a:r>
              <a:t>A garantia é prestada pelo Estado Português, cobrindo a diferença para atingir 100% do valor.</a:t>
            </a:r>
          </a:p>
          <a:p>
            <a:r>
              <a:t>O valor da transação não pode exceder 450.000,00 euros.</a:t>
            </a:r>
          </a:p>
          <a:p>
            <a:r>
              <a:t>Os mutuários devem ter domicílio fiscal em Portugal e rendimentos que não ultrapassem o 8.º escalão do IRS.</a:t>
            </a:r>
          </a:p>
          <a:p>
            <a:r>
              <a:t>O crédito destina-se à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