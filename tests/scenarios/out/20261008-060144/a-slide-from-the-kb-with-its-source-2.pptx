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Apresentação sobre o Crédito Habitação Jovem com Garantia do Estado.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Acesso à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Regime especial para jovens (até 35 anos) que facilita o acesso à habitação própria permanente.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Entre 18 e 35 anos.</a:t>
            </a:r>
          </a:p>
          <a:p>
            <a:r>
              <a:t>Domicílio Fiscal: Em Portugal.</a:t>
            </a:r>
          </a:p>
          <a:p>
            <a:r>
              <a:t>Rendimentos: Não ultrapassar o 8.º escalão do IRS (limite individual: 80.000€; dois mutuários: 160.000€).</a:t>
            </a:r>
          </a:p>
          <a:p>
            <a:r>
              <a:t>Propriedade: Não ser proprietário de prédio urbano ou fração autónoma.</a:t>
            </a:r>
          </a:p>
          <a:p>
            <a:r>
              <a:t>Garantia Anterior: Nunca ter usufruído da garantia pessoal do Estado ao abrigo do DL n.º 44/2024.</a:t>
            </a:r>
          </a:p>
          <a:p>
            <a:r>
              <a:t>Valor da Transação: Não exceder 450.000,00€.</a:t>
            </a:r>
          </a:p>
          <a:p>
            <a:r>
              <a:t>Finalidade: Destinar-se à primeira aquisição de habitação própria permanente.</a:t>
            </a:r>
          </a:p>
          <a:p>
            <a:r>
              <a:t>Garantia do Estado: Não ultrapassar 15% do valor da transação.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