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Condições de Elegibilidade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Idade: Igual ou inferior a 35 anos.</a:t>
            </a:r>
          </a:p>
          <a:p>
            <a:r>
              <a:t>Domicílio fiscal em Portugal.</a:t>
            </a:r>
          </a:p>
          <a:p>
            <a:r>
              <a:t>Rendimento: Não ultrapassar o 8.º escalão do IRS.</a:t>
            </a:r>
          </a:p>
          <a:p>
            <a:r>
              <a:t>Propriedade: Não ser proprietário de prédio urbano ou fração autónoma.</a:t>
            </a:r>
          </a:p>
          <a:p>
            <a:r>
              <a:t>Garantia: Nunca ter usufruído da garantia pessoal do Estado ao abrigo do DL n.º 44/2024.</a:t>
            </a:r>
          </a:p>
          <a:p>
            <a:r>
              <a:t>Valor da transação: Não exceder 450.000,00 euros.</a:t>
            </a:r>
          </a:p>
          <a:p>
            <a:r>
              <a:t>Finalidade: Primeira aquisição de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