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especial para jovens (idade &lt;= 35 anos), criado pelo DL n.º 44/2024 e regulamentado pela Portaria n.º 236-A/2024/1.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Estado: atua como fiador, cobrindo a diferença entre o LTV máximo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