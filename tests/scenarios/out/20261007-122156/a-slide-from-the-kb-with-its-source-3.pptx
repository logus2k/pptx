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97500"/>
          </a:bodyPr>
          <a:lstStyle/>
          <a:p>
            <a:r>
              <a:t>Apresentação sobre as condições e benefícios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de elegibilidade para o Crédito Habitação Jovem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Taxas de juro e prazos disponíveis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associados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