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ao crédito habitação para jovens (até 35 anos) com garantia do Estado.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Crédito Habitação Jovem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60000"/>
          </a:bodyPr>
          <a:lstStyle/>
          <a:p>
            <a:r>
              <a:t>Regime especial de acesso ao crédito habitação para jovens (até 35 anos) com garantia do Estado.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