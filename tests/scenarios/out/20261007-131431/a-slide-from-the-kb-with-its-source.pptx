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de elegibilidade: requisitos de rendimento, idade e situação profissional.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Taxas de juro e spread aplicáveis ao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Montantes máximos de financiamento disponíveis.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Prazos de amortização e opções de pagamento.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