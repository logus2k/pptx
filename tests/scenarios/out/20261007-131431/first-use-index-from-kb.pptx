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2026-10-01 - https://logus2k.com/cortex/?open=ch&amp;path=CH%2F01%20-%20Oferta%20de%20Cr%C3%A9dito%20Habita%C3%A7%C3%A3o.docx&amp;section=Regime%20e%20Finalidades%20dos%20Empr%C3%A9stimos</a:t>
            </a:r>
          </a:p>
          <a:p>
            <a:r>
              <a:t>Fonte: 02 - Fases do Processo de Crédito Habitação, Fases do Processo de Crédito Habitação, 2026-10-01 - https://logus2k.com/cortex/?open=ch&amp;path=CH%2F02%20-%20Fases%20do%20Processo%20de%20Cr%C3%A9dito%20Habita%C3%A7%C3%A3o.docx&amp;section=Fases%20do%20Processo%20de%20Cr%C3%A9dito%20Habita%C3%A7%C3%A3o</a:t>
            </a:r>
          </a:p>
          <a:p>
            <a:r>
              <a:t>Fonte: 12 - Servicing de Crédito Habitação, Servicing de Crédito Habitação, 2026-10-01 - https://logus2k.com/cortex/?open=ch&amp;path=CH%2F12%20-%20Servicing%20de%20Cr%C3%A9dito%20Habita%C3%A7%C3%A3o.docx&amp;section=Servicing%20de%20Cr%C3%A9dito%20Habita%C3%A7%C3%A3o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Oferta de Crédito Habitação: Crédito Habitação Geral, Crédito Hipotecário, Crédito Habitação Obras e Regime Bonificado.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Servicing de Crédito Habitação: Procedimentos e tarefas durante a vigência do contrato.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Habitação: Etapas desde a simulação até ao arquivo da documentação.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Tipos de Crédito: Detalhes sobre as finalidades (HPP, HPS, HA) e requisitos específicos.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