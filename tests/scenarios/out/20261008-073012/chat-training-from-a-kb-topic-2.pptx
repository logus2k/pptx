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compreender a essência deste regime especial. Vamos focar-nos em saber quem pode aceder, quais são os passos e como a garantia do Estado entra em jogo. O nosso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 Habitação Jovem. É um regime especial criado para apoiar os jovens no acesso à habitação. É importante conhecer a sua origem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específico para jovens, com um limite de idade de 35 anos. A sua base legal é o Decreto-Lei n.º 44/2024. O aspeto mais apelativo é que permite financiar 100% do valor do imóvel, o que significa que não precisam de ter dinheiro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aceder a este benefício. Existem critérios claros de elegibilidade que os proponentes devem cumprir. Vamos analisar a idade, o domicílio e os rendimentos.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que deve estar entre 18 e 35 anos, e o domicílio fiscal em Portugal. Os rendimentos são limitados ao 8.º escalão do IRS. Para um mutuário, o limite é de 80.000 euros, mas pode subir para 160.000 euros se houver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importantes, como não possuir imóveis anteriormente nem ter usado esta garantia. O valor máximo da transação é de €450.000. A garantia do Estado cobre até 15% do valor, o que permite atingir 100% ou pelo menos 85% de financiamento.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 mutuário recebe. Vamos ver a isenção de impostos e como o Estado atua como fiador para garantir o empréstimo.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significativo é a isenção de IMT e Imposto do Selo, mas apenas para a primeira habitação e até um valor de €330.539. Além disso, o Estado Português assume o papel de fiador, cobrindo a diferença entre o LTV padrão de 85% e o 100% que o regime permite.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Vamos ver como é feita a avaliação da elegibilidade e que tipo de documentos são exigidos em cada etapa. A documentação é crucial para o sucesso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passa por duas etapas: a Proposta de Risco e o Enquadramento da Proposta. É importante notar que as recusas só são emitidas após a submissão ao risco. Para iniciar, precisam do formulário de adesão, da declaração de IRS e do certificado de domicílio fiscal.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os documentos focam-se no imóvel, como os certificados do Registo e da Autoridade Tributária, e o CPCV. O CTT Bank integrou este protocolo em 2 de outubro de 2024. As simulações permitem verificar a opção de LTV superior a 85%.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finalizar com algumas considerações especiais. Isto inclui requisitos para clientes estrangeiros e uma visão geral dos documentos que são sempre necessários em processos de crédito habitação.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clientes estrangeiros, o título de residência temporária deve ter pelo menos três anos de validade e estar válido no momento da análise. Em termos gerais, os documentos essenciais são o BI/NIF, a última declaração de IRS e o FAP. Lembrem-se que o Serviço de Solicitadoria é opcional, mas geralmente aplicado em processos de aquisição.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idade máxima é 35 anos. O valor máximo da transação é de €450.000. Para criar a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robusto para jovens, permitindo financiamento total com a garantia do Estado. Lembrem-se dos limites de idade, rendimento e valor. Os benefícios fiscais são importantes, mas estão condicionados. O sucesso depende de seguir rigorosamente os procedimentos e apresentar a documentação correta.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necessária.</a:t>
            </a:r>
          </a:p>
          <a:p>
            <a:r>
              <a:t>Saber como funciona a garantia do Estado neste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quem pode beneficiar do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Mutuário deve ter entre 18 e 35 anos e ser fiscalmente domiciliado em Portugal.</a:t>
            </a:r>
          </a:p>
          <a:p>
            <a:r>
              <a:t>Os rendimentos não podem exceder o 8.º escalão do IRS.</a:t>
            </a:r>
          </a:p>
          <a:p>
            <a:r>
              <a:t>O limite de rendimento é de €80.000 por mutuário individual.</a:t>
            </a:r>
          </a:p>
          <a:p>
            <a:r>
              <a:t>Para dois mutuários, o limite pode chegar a €160.000.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Adicionais e Limites de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pode ter propriedade anterior nem ter usado esta garantia do Estado.</a:t>
            </a:r>
          </a:p>
          <a:p>
            <a:r>
              <a:t>O valor da transação não pode ultrapassar os €450.000.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ou, no mínimo, 85%.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os benefícios fiscais e o funcionamento da garantia.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Isenções e Garantia do 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Há isenção de IMT e Imposto do Selo na primeira habitação.</a:t>
            </a:r>
          </a:p>
          <a:p>
            <a:r>
              <a:t>Esta isenção aplica-se a compras até €330.539.</a:t>
            </a:r>
          </a:p>
          <a:p>
            <a:r>
              <a:t>O Estado Português atua como fiador do empréstimo.</a:t>
            </a:r>
          </a:p>
          <a:p>
            <a:r>
              <a:t>Cobre a diferença entre o LTV usual (85%) e os 100% do valor.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o formulário de adesão.</a:t>
            </a:r>
          </a:p>
          <a:p>
            <a:r>
              <a:t>Também são exigidos a declaração de IRS e o certificado de domicílio fiscal.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e Outros Detalhes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o enquadramento, são necessários certificados do Registo e da Autoridade Tributária.</a:t>
            </a:r>
          </a:p>
          <a:p>
            <a:r>
              <a:t>É preciso um documento que indique o valor da compra, como o CPCV.</a:t>
            </a:r>
          </a:p>
          <a:p>
            <a:r>
              <a:t>O CTT Bank aderiu ao protocolo em 2 de outubro de 2024.</a:t>
            </a:r>
          </a:p>
          <a:p>
            <a:r>
              <a:t>Simulações CH Jovem permitem selecionar a opção LTV &gt; 85%.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Considerações Especiais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Abordar as especificidades para clientes estrangeiros e documentação geral.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para Estrangeiros e Documentos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Estrangeiros precisam de título de residência temporária com pelo menos 3 anos.</a:t>
            </a:r>
          </a:p>
          <a:p>
            <a:r>
              <a:t>Este título deve estar válido na data da análise; renovações em curso não são aceites.</a:t>
            </a:r>
          </a:p>
          <a:p>
            <a:r>
              <a:t>Documentos base incluem BI/NIF ou Cartão de Cidadão e a última declaração de IRS.</a:t>
            </a:r>
          </a:p>
          <a:p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para aceder ao Crédito Habitação Jovem?</a:t>
            </a:r>
          </a:p>
          <a:p>
            <a:r>
              <a:t>Qual é o valor máximo da transação coberto por esta garantia?</a:t>
            </a:r>
          </a:p>
          <a:p>
            <a:r>
              <a:t>Que documentos são necessários para a criação inicial da proposta?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financiamento de até 100%.</a:t>
            </a:r>
          </a:p>
          <a:p>
            <a:r>
              <a:t>O Estado atua como fiador, cobrindo a diferença de LTV (até 15%).</a:t>
            </a:r>
          </a:p>
          <a:p>
            <a:r>
              <a:t>Existem limites de rendimento (€80k/€160k) e valor de transação (€450k).</a:t>
            </a:r>
          </a:p>
          <a:p>
            <a:r>
              <a:t>Benefícios incluem isenção de IMT/IS em certas condições, e o processo exige documentação específica.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