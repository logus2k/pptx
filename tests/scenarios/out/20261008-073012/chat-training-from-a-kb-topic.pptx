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 com Garantia do Estado. Ao final, deverão ser capazes de compreender o seu funcionamento. Vamos focar-nos nos requisitos, nos benefícios e no processo de candidatura.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crédito. É um regime específico criado para apoiar os jovens no acesso à habitação. É importante conhecer o seu enquadramento legal para entender todos os seus benefícios.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 porque permite financiar até 100% do valor do imóvel. O Estado entra como fiador para cobrir essa diferença em relação ao LTV padrão de 85%. É um apoio direto para facilitar a entrada na habitação.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analisar quem pode beneficiar deste crédito. Existem critérios claros relacionados com a idade, o domicílio fiscal e os rendimentos. É fundamental cumprir todos estes requisitos para ser elegível.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claros: ter entre 18 e 35 anos e residir fiscalmente em Portugal. Além disso, há um limite de rendimento associado ao 8.º escalão do IRS. Lembrem-se que este limite é de 80.000 euros por pessoa.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ao valor do imóvel e ao propósito do crédito. É crucial que seja para a primeira habitação própria permanente e que o valor não exceda €450.000. Além disso, há um benefício fiscal significativo, isenção de IMT e Imposto do Selo até um certo valor.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foca-se em como a garantia do Estado se materializa no processo de crédito. Vamos ver os limites da garantia e como os bancos operam dentro deste quadro.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tem um limite máximo de 15% do valor da transação. Este mecanismo permite atingir os 100% de financiamento. É relevante notar que o CTT Bank aderiu ao protocolo em outubro de 2024, operando numa faixa específica.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não é imediato; envolve várias etapas de avaliação. Vamos detalhar as fases de aferição e quais os documentos que precisa de preparar para cada fase.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tem duas etapas distintas: a proposta de risco e o enquadramento. É importante saber que a recusa só ocorre após a submissão ao risco. A documentação varia por fase, sendo o formulário de adesão essencial para a criação inicial da proposta.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aqui estão três perguntas. A idade máxima é 35 anos. A isenção aplica-se à primeira habitação própria permanente até €330.539. A aferição ocorre em Proposta de Risco e Enquadramento de Proposta.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instrumento poderoso para jovens. Permite financiar até 100% com a garantia do Estado. Lembrem-se dos limites de idade e rendimento. Os benefícios fiscais são um grande incentivo. E, claro, o sucesso depende da correta submissão da documentação em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 com Garantia do Estado.</a:t>
            </a:r>
          </a:p>
          <a:p>
            <a:r>
              <a:t>Identificar os critérios de elegibilidade para jovens mutuários.</a:t>
            </a:r>
          </a:p>
          <a:p>
            <a:r>
              <a:t>Saber quais os benefícios fiscais associados a este regime.</a:t>
            </a:r>
          </a:p>
          <a:p>
            <a:r>
              <a:t>Conhecer os passos e documentação necessária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conceito e o enquadramento legal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Destina-se a jovens com 35 anos ou menos, estabelecido pelo DL n.º 44/2024, de 10 de julho.</a:t>
            </a:r>
          </a:p>
          <a:p>
            <a:r>
              <a:t>Permite financiar até 100% do valor de aquisição, eliminando a necessidade de entrada.</a:t>
            </a:r>
          </a:p>
          <a:p>
            <a:r>
              <a:t>O Estado atua como fiador, cobrindo a diferença entre o LTV usual (85%) e os 100% de financiamento.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aceder ao benefício e quais os limites aplicáveis.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com domicílio fiscal em Portugal.</a:t>
            </a:r>
          </a:p>
          <a:p>
            <a:r>
              <a:t>Os rendimentos devem ser inferiores ao 8.º escalão do IRS.</a:t>
            </a:r>
          </a:p>
          <a:p>
            <a:r>
              <a:t>O limite máximo do 8.º escalão é de €80.000 por mutuário individual.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valor da transação não pode ultrapassar €450.000.</a:t>
            </a:r>
          </a:p>
          <a:p>
            <a:r>
              <a:t>O crédito deve ser destinado à primeira habitação própria permanente.</a:t>
            </a:r>
          </a:p>
          <a:p>
            <a:r>
              <a:t>Há isenção de IMT e Imposto do Selo para primeiras habitações até €330.539.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Operacionalização da Garantia do Estado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como a garantia do Estado funciona na prática e os seus limites.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Cobertura e Limites da Garantia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garantia do Estado não excede 15% do valor da transação.</a:t>
            </a:r>
          </a:p>
          <a:p>
            <a:r>
              <a:t>Permite financiamento até 100% ou, no mínimo, 85% do valor.</a:t>
            </a:r>
          </a:p>
          <a:p>
            <a:r>
              <a:t>O CTT Bank aderiu ao protocolo em 2 de outubro de 2024, operando no quadrante 65-85%.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Aferição da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Conhecer as fases de avaliação e a documentação necessária para iniciar o processo.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de Avaliação e Documentação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elegibilidade é avaliada em duas fases: Proposta de Risco e Enquadramento de Proposta.</a:t>
            </a:r>
          </a:p>
          <a:p>
            <a:r>
              <a:t>As cartas de recusa são emitidas apenas para propostas submetidas a risco.</a:t>
            </a:r>
          </a:p>
          <a:p>
            <a:r>
              <a:t>Para criar a proposta, são necessários o formulário de adesão, IRS e certificado de domicílio fiscal.</a:t>
            </a:r>
          </a:p>
          <a:p>
            <a:r>
              <a:t>Para o enquadramento, são exigidos o certificado do registo predial e certificado negativo da Autoridade Tributária.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a idade máxima para beneficiar do Crédito Habitação Jovem?</a:t>
            </a:r>
          </a:p>
          <a:p>
            <a:r>
              <a:t>Que tipo de imóvel deve ser adquirido para beneficiar da isenção de IMT e Imposto do Selo?</a:t>
            </a:r>
          </a:p>
          <a:p>
            <a:r>
              <a:t>Quais são os dois momentos em que ocorre a aferição da elegibilidade?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t>O regime apoia jovens (até 35 anos) com financiamento até 100% do valor.</a:t>
            </a:r>
          </a:p>
          <a:p>
            <a:r>
              <a:t>O Estado garante a diferença do LTV, permitindo a aquisição sem entrada.</a:t>
            </a:r>
          </a:p>
          <a:p>
            <a:r>
              <a:t>Existem limites de rendimento (8.º escalão IRS) e valor da transação (€450.000).</a:t>
            </a:r>
          </a:p>
          <a:p>
            <a:r>
              <a:t>Benefícios fiscais incluem isenção de IMT e Imposto do Selo para primeiras habitações.</a:t>
            </a:r>
          </a:p>
          <a:p>
            <a:r>
              <a:t>O processo exige documentação específica para 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