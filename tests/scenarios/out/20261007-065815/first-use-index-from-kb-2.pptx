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609600" y="685800"/>
            <a:ext cx="10972800" cy="3429000"/>
          </a:xfrm>
        </p:spPr>
        <p:txBody>
          <a:bodyPr/>
          <a:lstStyle/>
          <a:p>
            <a:r>
              <a:t>1. Oferta de Crédito Habitação (Regime e Finalidades)</a:t>
            </a:r>
          </a:p>
          <a:p>
            <a:r>
              <a:t>2. Fases do Processo de Crédito Habitação</a:t>
            </a:r>
          </a:p>
          <a:p>
            <a:r>
              <a:t>3. Servicing de Crédito Habitação</a:t>
            </a:r>
          </a:p>
          <a:p>
            <a:r>
              <a:t>4. Crédito Habitação Obras</a:t>
            </a:r>
          </a:p>
          <a:p>
            <a:r>
              <a:t>5. Crédito Bonificado à Habitação a Pessoa com Deficiência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