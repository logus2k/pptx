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Novo Título do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Conteúdo principal do novo slide.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