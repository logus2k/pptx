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1. Regime e Finalidades dos Empréstimos</a:t>
            </a:r>
          </a:p>
          <a:p>
            <a:r>
              <a:t>2. Fases do Processo de Crédito Habitação</a:t>
            </a:r>
          </a:p>
          <a:p>
            <a:r>
              <a:t>3. Servicing de Crédito Habitação</a:t>
            </a:r>
          </a:p>
          <a:p>
            <a:r>
              <a:t>4. Crédito Habitação Obras</a:t>
            </a:r>
          </a:p>
          <a:p>
            <a:r>
              <a:t>5. Regime de Crédito Bonificado à Habitação a Pessoa com Deficiência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