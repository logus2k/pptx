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Apresentação sobre 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especial para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o acesso à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de até 100% do valor de aquisição do imóvel.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Garantia prestada pelo Estado Português (fiador).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