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A principal vantagem é a possibilidade de financiar 100% do valor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atua como fiador. Isto permite que os jovens consigam financiamentos mais elevados, chegando até 100%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importante notar os limites de idade e rendimento, bem como a condição de não possuir habitação prévia.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a primeira habitação. Para clientes estrangeiros, há requisitos específicos de residência que devem ser verificados.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claras, começando pela proposta e seguindo para o enquadramento. A CTT Bank já faz parte deste protocolo, facilitando a simulação.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Recomendamos que analisem atentamente os critérios de elegibilidade e preparem a documentação necessária. Estamos disponíveis para guiá-los em cada etapa deste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Porta de Entrada para a Casa Própria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Permite financiar até 100% do valor de compra.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Criado pelo Decreto-Lei n.º 44/2024, de 10 de julho.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Segurança do Estado como Fiador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garantia do Estado não excede 15%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Cobre a diferença entre 85% e 100% do valor.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Permite financiamento até 100% ou pelo menos 85%.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Rendimentos não podem exceder o 8.º escalão do IRS.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Não ter propriedade anterior nem usar esta garantia.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Transação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Para estrangeiros, é necessário título de residência temporário.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Valor da transação não pode ultrapassar €450.000.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título de residência deve estar válido na data da análise.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Para enquadramento, são necessários certificados de imóvel e dívidas.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Documentos iniciais incluem formulário, IRS e domicílio fiscal.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CTT Bank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Passos: Comece a Sua Jornada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Verifique se cumpre os critérios de idade e rendimento.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Consulte as simulações para verificar o LTV superior a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Reúna a documentação necessária para a criação de proposta.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Contacte-nos para iniciar o seu processo de candidatura.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