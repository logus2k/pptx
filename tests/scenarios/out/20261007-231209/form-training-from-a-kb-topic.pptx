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 treino, vamos desmistificar o Crédito Habitação Jovem. Ao final, vocês serão capazes de explicar o que é este regime especial. Vamos focar-nos nos benefícios, nos requisitos e no processo documental. O objetivo é que saiam daqui com total clareza sobre como funciona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o Crédito Habitação Jovem. É um regime especial criado para apoiar os jovens no acesso à habitação. É fundamental conhecer o seu enquadramento legal para entender a sua validade e aplicação.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características centrais deste regime são muito vantajosas. O ponto mais notável é a possibilidade de financiar 100% do imóvel, o que elimina a necessidade de entrada. O Estado Português entra como fiador para cobrir essa diferença, garantindo a viabilidade do financiamento.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abordar os requisitos. Não basta ser jovem; há critérios específicos de residência, rendimento e valor do imóvel. É crucial que os mutuários cumpram todos estes requisitos para que o crédito seja aprovado.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idade, residência e rendimento. O limite de rendimento é estipulado pelo 8.º escalão do IRS. É importante notar a diferença entre o limite individual e o limite quando há dois mutuários no crédito.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existem limites sobre o imóvel e o financiamento. O valor máximo da transação é de €450.000, e o foco é a primeira habitação. A garantia do Estado tem um limite percentual, mas permite atingir os 100% de financiamento.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traz benefícios significativos, nomeadamente no âmbito fiscal. Além disso, existem apoios operacionais, como o crédito sinal, que facilitam o processo de aquisição.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benefícios fiscais são um grande atrativo, com isenção de IMT e Imposto do Selo até um certo valor do imóvel. Adicionalmente, o Banco CTT disponibiliza um 'Crédito Sinal Jovem' para ajudar com o valor da entrada, um apoio operacional importante.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exige documentação específica, dividida em duas fases: criação e enquadramento da proposta. É vital organizar estes documentos com antecedência para evitar atrasos no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é dividida. Para iniciar, precisamos de dados pessoais e fiscais. Para avançar, são necessários documentos do imóvel e de inexistência de dívidas. A FAP é o documento chave que formaliza o pedido, e o Serviço de Solicitadoria pode ser acionado automaticamente.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pergunta é €80.000. A garantia do Estado cobre a diferença entre o LTV de 85% e os 100% de financiamento. Para o enquadramento, são necessários o certificado de registo predial e a certidão negativa da AT.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CH Jovem é uma ferramenta poderosa para jovens compradores. Permite acesso total ao financiamento com a garantia do Estado. Não se esqueçam dos benefícios fiscais e da importância de preparar toda a documentação necessária. Este regime visa facilitar o acesso à primeira habitação permanente.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Um Guia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do Treino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Conhecer os benefícios e isenções aplicáveis.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Identificar os critérios de elegibilidade para este regime.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CH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conceito e o enquadramento legal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É um regime especial para jovens com 35 anos ou menos.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Criado pelo Decreto-Lei n.º 44/2024, de 10 de julho.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O Estado Português atua como fiador.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Cobre a diferença entre o LTV usual (85%) e os 100%.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aceder ao benefício e os limites financeiros.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Requisitos Pessoais e Financeiros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Mutuário deve ter entre 18 e 35 anos de idade.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É necessário ser fiscalmente residente em Portugal.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Os rendimentos devem ser inferiores ao 8.º escalão do IRS.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 limite do 8.º escalão é de €80.000 por mutuário individual.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Para dois mutuários, o limite é de €160.000.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Garantia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garantia do Estado não excede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crédito deve ser destinado à primeira habitação própria permanente.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Permite financiamento de até 100% ou, no mínimo, 85%.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as vantagens fiscais e as opções de apoio adicional.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Isenções e Apoios Adicionais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Há isenção de IMT e Imposto do Selo para primeira habitação.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O Banco CTT oferece 'Crédito Sinal Jovem'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 isenção aplica-se a imóveis até €330.539.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Este protocolo foi aderido em 2 de outubro de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Descrever a documentação necessária para iniciar e finalizar 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Para criar a proposta: Formulário de adesão, IRS ou declarações de SS/pensionista, e certificado de domicílio fiscal.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FAP formaliza a candidatura, incluindo dados do imóvel e autorização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Para enquadrar a proposta: Certificado de registo predial, certidão negativa da AT, e certificados de não-dívida da AT e SS.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Serviço de Solicitadoria é opcional, mas aplicável por defeito em aquisições.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Quais são os dois tipos de documentos necessários para o enquadramento de uma proposta?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Que tipo de garantia o Estado Português fornece neste regime?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Resumo: CH Jovem em Destaque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É um apoio para jovens (até 35 anos) que permite financiar até 100% do imóvel.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Existem benefícios fiscais, como isenção de IMT e Imposto do Selo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Estado garante o financiamento, cobrindo a diferença do LTV.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processo exige documentação específica para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