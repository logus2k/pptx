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criado para apoiar os jovens no acesso à habitação. O Estado Português assume um papel crucial como fiador neste processo.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critérios claros para a elegibilidade, focados na idade, residência e capacidade financeira. É fundamental que o crédito seja para a primeira habitação permanente.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limites de rendimento são bem definidos, e a garantia do Estado permite atingir 100% de financiamento. Há também benefícios fiscais significativos para valores mais baixos.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elegibilidade é estruturado em duas etapas distintas. É crucial reunir a documentação correta para cada fase para garantir um andamento célere.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 importante notar a adesão de instituições financeiras como o CTT Bank. O crédito sinal jovem complementa o processo principal de financiamento.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avançar, o primeiro passo é confirmar se se enquadra nos critérios estabelecidos. Recomenda-se contactar as entidades parceiras para iniciar a submissão da proposta.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5000"/>
          </a:bodyPr>
          <a:lstStyle/>
          <a:p>
            <a:r>
              <a:t>Crédito Habitação Jovem: Oportunidade para Jovens Proprietários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Contexto: O que é o Crédito Habitação Jovem?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Regime especial para jovens até aos 35 anos.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O Estado Português atua como fiador do crédito.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Estabelecido pelo Decreto-Lei n.º 44/2024, de 10 de julho.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Permite financiamento de até 100% do valor do imóvel.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Substância: Condições de Elegibilidade Detalhadas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Idade entre 18 e 35 anos e domicílio fiscal em Portugal.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Limite de transação não superior a €450.000.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Rendimentos até ao 8.º escalão do IRS.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Crédito destinado à primeira habitação própria permanente.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Substância: Limites de Rendimento e Garantia Estatal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Limite do 8.º escalão: €80.000 (individual) ou €160.000 (dois).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A garantia estatal não excede 15% do valor da transação.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Garantia do Estado cobre a diferença até 100% do valor.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Isenção de IMT e Imposto do Selo até €330.539.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Substância: Processo de Avaliação e Documentação Necessária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Avaliação em duas fases: Proposta de Risco e Enquadramento.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Para proposta: Formulário, IRS e prova de domicílio fiscal.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Refusos são emitidos apenas após submissão ao risco.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Para enquadramento: Certidão de registo e certificados de não-dívida.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Conclusões: Aspectos Operacionais e Parcerias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O CTT Bank aderiu ao protocolo em 2 de outubro de 2024.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O Crédito Sinal Jovem integra-se no crédito principal.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Operações utilizam um quadrante de preços de 65-85%.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O regime visa apoiar o acesso à habitação jovem.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Próximos Passos: Iniciar o Seu Processo de Elegibilidade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Verificar se cumpre os critérios de idade e rendimento.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Consultar os detalhes específicos com as instituições parceiras.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Reunir a documentação necessária para a Proposta de Risco.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Aproveitar o apoio do Estado para a sua primeira casa.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