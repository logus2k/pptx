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2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19200" y="68580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