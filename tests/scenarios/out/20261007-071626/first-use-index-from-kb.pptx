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Habitação: Finalidades e Tipos de Crédito (Geral, Obras, Bonificado)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Do Simulação ao Arquivo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Gestão Contínua do Contrato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Fatores de Diferenciação do Banco CTT: Vantagens Competitivas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