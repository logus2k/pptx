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Nesta formação, vamos focar-nos em dar-vos uma visão completa do Crédito Habitação Jovem com Garantia do Estado. Ao final, deverão ser capazes de explicar o que é este regime e quem pode beneficiar dele. Vamos detalhar os critérios, desde a idade até aos rendimentos, e ver como se formaliza o processo. O nosso objetivo é que saiam daqui com um conhecimento sólido sobre este apoio.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Vamos começar por definir o que é este instrumento financeiro. É um apoio específico para jovens que procuram a sua primeira casa. É importante perceber que este regime foi criado para facilitar o acesso à habitação para esta faixa etária.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é o cerne do programa. O foco principal é a acessibilidade, permitindo financiar até 100% do imóvel. O Estado entra como fiador para cobrir essa diferença, que normalmente seria um requisito de entrada. Lembrem-se que este regime é específico para jovens até aos 35 anos, conforme estabelecido pelo Decreto-Lei.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Agora que sabemos o que é, vamos ver quem pode candidatar-se. Os critérios são bem definidos e abrangem idade, residência e capacidade financeira. É crucial que os candidatos verifiquem se cumprem todos estes requisitos antes de avançarem.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requisitos são claros: idade, residência fiscal e um limite de rendimento. Além disso, há restrições ao valor do imóvel e à sua finalidade. É fundamental que o crédito seja para a primeira habitação própria permanente e que o valor não exceda o limite estabelecido.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Vamos detalhar os limites financeiros. O rendimento é avaliado por mutuário, com um limite específico para um ou dois proponentes. A garantia do Estado é um mecanismo que garante o financiamento, com um limite máximo de 15% do valor do imóvel.</a:t>
            </a:r>
          </a:p>
          <a:p/>
          <a:p>
            <a:r>
              <a:t>Fonte: 11 - Crédito Habitação Jovem &gt; Crédito Habitação Jovem - Garantia do Estado &gt; Apuramento dos Rendimentos do(s) Mutuário(s)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 secção aborda os benefícios diretos que os beneficiários obtêm, como as isenções fiscais, e como o processo é concretizado no sistema bancário. Os benefícios fiscais são um incentivo importante para os jovens.</a:t>
            </a:r>
          </a:p>
          <a:p/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Um benefício significativo é a isenção de impostos para imóveis até um certo valor. Além disso, a precificação do crédito segue um determinado quadrante de mercado. É relevante notar que instituições como o CTT Bank já estão integradas no sistema de garantia.</a:t>
            </a:r>
          </a:p>
          <a:p/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processo de crédito exige uma documentação rigorosa, dividida em fases: criação da proposta e enquadramento da proposta. É fundamental preparar todos os documentos com antecedência para evitar atrasos no processo.</a:t>
            </a:r>
          </a:p>
          <a:p/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  <a:p>
            <a:r>
              <a:t>Fonte: 05 - Documentos Necessários · Documentos Necessários para o Crédito Habitação Jovem com Garantia do Estado - https://logus2k.com/cortex/?open=ch&amp;path=CH%2F05%20-%20Documentos%20Necess%C3%A1rios.docx&amp;page=1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criação da proposta exige documentos pessoais e fiscais, como o IRS e o domicílio fiscal. O enquadramento requer documentos do imóvel, como o registo predial. A FAP é o documento chave que formaliza o pedido, e o serviço de solicitadoria pode ser acionado automaticamente.</a:t>
            </a:r>
          </a:p>
          <a:p/>
          <a:p>
            <a:r>
              <a:t>Fonte: 05 - Documentos Necessários · Documentos Necessários para o Crédito Habitação Jovem com Garantia do Estado - https://logus2k.com/cortex/?open=ch&amp;path=CH%2F05%20-%20Documentos%20Necess%C3%A1rios.docx&amp;page=1</a:t>
            </a:r>
          </a:p>
          <a:p>
            <a:r>
              <a:t>Fonte: 05 - Documentos Necessários · Documentos Necessários para o Crédito Habitação &gt; FAP - Ficha de Adesão ao Produto - https://logus2k.com/cortex/?open=ch&amp;path=CH%2F05%20-%20Documentos%20Necess%C3%A1rios.docx&amp;page=1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Vamos testar o que aprendemos. Para a primeira pergunta, o limite é de €160.000 para dois mutuários. A garantia do Estado cobre a diferença entre 85% e 100% do valor, com um teto de 15% do valor da transação. Para o enquadramento, são necessários o certificado de registo predial e os certificados de não-dívida.</a:t>
            </a:r>
          </a:p>
          <a:p/>
          <a:p>
            <a:r>
              <a:t>Fonte: 11 - Crédito Habitação Jovem &gt; Crédito Habitação Jovem - Garantia do Estado &gt; Apuramento dos Rendimentos do(s) Mutuário(s)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resumir, o Crédito Habitação Jovem é uma ferramenta poderosa para jovens que querem comprar casa sem grandes entraves financeiros. O apoio do Estado é fundamental para tornar o financiamento de 100% possível. Lembrem-se sempre de verificar os limites de rendimento e de preparar a documentação corretamente. Este regime visa, essencialmente, apoiar a entrada na habitação própria permanente.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82500"/>
          </a:bodyPr>
          <a:lstStyle/>
          <a:p>
            <a:r>
              <a:t>Crédito Habitação Jovem com Garantia do Estado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Compreender o que é o Crédito Habitação Jovem com Garantia do Estado.</a:t>
            </a:r>
          </a:p>
          <a:p>
            <a:r>
              <a:t>Identificar os critérios de elegibilidade para beneficiar deste regime.</a:t>
            </a:r>
          </a:p>
          <a:p>
            <a:r>
              <a:t>Saber como funciona a operacionalização da garantia do Estado.</a:t>
            </a:r>
          </a:p>
          <a:p>
            <a:r>
              <a:t>Conhecer a documentação necessária para a criação e enquadramento de propostas.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Objetivos da Formação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O Que É o Crédito Habitação Jovem?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97500"/>
          </a:bodyPr>
          <a:lstStyle/>
          <a:p>
            <a:r>
              <a:t>Entender a natureza e os benefícios centrais deste crédito.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Destina-se a jovens com 35 anos ou menos, criado pelo DL n.º 44/2024, de 10 de julho.</a:t>
            </a:r>
          </a:p>
          <a:p>
            <a:r>
              <a:t>Permite financiar até 100% do valor de compra, eliminando a necessidade de entrada.</a:t>
            </a:r>
          </a:p>
          <a:p>
            <a:r>
              <a:t>O Estado atua como fiador, cobrindo a diferença entre o LTV usual (85%) e 100% de financiamento.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Características Principais do Regime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Critérios de Elegibilidade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92500"/>
          </a:bodyPr>
          <a:lstStyle/>
          <a:p>
            <a:r>
              <a:t>Verificar quem cumpre os requisitos para aceder ao crédito.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Idade entre 18 e 35 anos, com domicílio fiscal em Portugal.</a:t>
            </a:r>
          </a:p>
          <a:p>
            <a:r>
              <a:t>Os rendimentos devem ser inferiores ao 8.º escalão do IRS.</a:t>
            </a:r>
          </a:p>
          <a:p>
            <a:r>
              <a:t>O valor da transação não pode ultrapassar €450.000,00.</a:t>
            </a:r>
          </a:p>
          <a:p>
            <a:r>
              <a:t>O crédito deve ser destinado à primeira habitação própria permanente.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Requisitos Pessoais e do Imóvel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O limite máximo do 8.º escalão é de €80.000 por mutuário individual.</a:t>
            </a:r>
          </a:p>
          <a:p>
            <a:r>
              <a:t>Para dois mutuários, o limite de rendimento é de €160.000.</a:t>
            </a:r>
          </a:p>
          <a:p>
            <a:r>
              <a:t>A garantia do Estado tem um teto de 15% do valor da transação.</a:t>
            </a:r>
          </a:p>
          <a:p>
            <a:r>
              <a:t>Isto permite financiamento até 100% ou, no mínimo, 85%.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Limites de Rendimento e Garantia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Benefícios Fiscais e Operacionais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92500"/>
          </a:bodyPr>
          <a:lstStyle/>
          <a:p>
            <a:r>
              <a:t>Explorar os benefícios fiscais e os detalhes operacionais do crédito.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Beneficiários estão isentos de IMT e Imposto do Selo em imóveis até €330.539.</a:t>
            </a:r>
          </a:p>
          <a:p>
            <a:r>
              <a:t>Existe uma redução de isenção para valores de imóveis superiores.</a:t>
            </a:r>
          </a:p>
          <a:p>
            <a:r>
              <a:t>A operação é precificada no quadrante de 65-85% do valor.</a:t>
            </a:r>
          </a:p>
          <a:p>
            <a:r>
              <a:t>O CTT Bank aderiu ao protocolo em 2 de outubro de 2024, com garantia automática no sistema.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Isenções Fiscais e Condições de Mercado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Documentação Necessária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75000"/>
          </a:bodyPr>
          <a:lstStyle/>
          <a:p>
            <a:r>
              <a:t>Detalhar os documentos exigidos para iniciar e finalizar o processo de crédito.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Para criar a proposta: Formulário de adesão, declaração de IRS e certificado de domicílio fiscal.</a:t>
            </a:r>
          </a:p>
          <a:p>
            <a:r>
              <a:t>Para enquadrar a proposta: Certificado de registo predial e certificados de não-dívida do imóvel.</a:t>
            </a:r>
          </a:p>
          <a:p>
            <a:r>
              <a:t>A FAP formaliza a candidatura, incluindo dados do imóvel e autorização de crédito.</a:t>
            </a:r>
          </a:p>
          <a:p>
            <a:r>
              <a:t>O Serviço de Solicitadoria é opcional, mas aplicável por defeito em aquisições.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Passos para a Criação e Enquadramento da Proposta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Qual é o limite máximo de rendimento estabelecido para dois mutuários no CH Jovem?</a:t>
            </a:r>
          </a:p>
          <a:p>
            <a:r>
              <a:t>Que tipo de garantia o Estado fornece neste regime e qual o seu limite máximo?</a:t>
            </a:r>
          </a:p>
          <a:p>
            <a:r>
              <a:t>Quais são os dois tipos de documentos exigidos para o enquadramento de uma proposta?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Verificação de Aprendizagem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O CH Jovem facilita o acesso à habitação para jovens (até 35 anos) com financiamento até 100%.</a:t>
            </a:r>
          </a:p>
          <a:p>
            <a:r>
              <a:t>O Estado garante a operação, cobrindo a diferença de LTV, com um teto de 15% do valor.</a:t>
            </a:r>
          </a:p>
          <a:p>
            <a:r>
              <a:t>Existem limites claros de rendimento e valor de transação, além de benefícios fiscais.</a:t>
            </a:r>
          </a:p>
          <a:p>
            <a:r>
              <a:t>O processo exige documentação específica para a criação e enquadramento da proposta.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Principais Conclusões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