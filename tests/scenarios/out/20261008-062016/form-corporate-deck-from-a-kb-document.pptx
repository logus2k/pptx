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A principal vantagem é que permite financiar até 100% do valor do imóvel, eliminando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oferece uma garantia crucial neste regime. Esta garantia cobre a diferença entre o LTV padrão de 85% e o financiamento total de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em idade, residência e capacidade financeira. É fundamental que o crédito seja para a primeira habitação própria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pelo 8.º escalão do IRS, com valores específicos para um ou dois mutuários. Além disso, há benefícios fiscais significativos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É importante preparar a documentação correta para cada fase, desde a proposta inicial até ao enquadramento final.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Instituições como o Banco CTT já aderiram a este protocolo, indicando a operacionalização do regime. Este é um passo importante para facilitar o acesso à habitação jovem.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Estabelecido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pessoal do Estado não excede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Condições de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abaixo do 8.º escalão do IRS.</a:t>
            </a:r>
          </a:p>
          <a:p>
            <a:r>
              <a:t>Valor da transação não pode ultrapassar €450.000.</a:t>
            </a:r>
          </a:p>
          <a:p>
            <a:r>
              <a:t>Crédito destinado à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escalão: €80.000 por mutuário individual.</a:t>
            </a:r>
          </a:p>
          <a:p>
            <a:r>
              <a:t>Limite para dois mutuários: €160.000 no total.</a:t>
            </a:r>
          </a:p>
          <a:p>
            <a:r>
              <a:t>Isenção de IMT e Imposto do Selo até €330.539.</a:t>
            </a:r>
          </a:p>
          <a:p>
            <a:r>
              <a:t>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Avaliação em duas fases: Proposta de Risco e Enquadramento.</a:t>
            </a:r>
          </a:p>
          <a:p>
            <a:r>
              <a:t>Refusos são emitidos apenas após submissão à análise de risco.</a:t>
            </a:r>
          </a:p>
          <a:p>
            <a:r>
              <a:t>Documentos iniciais: Formulário, IRS e certidão de domicílio fiscal.</a:t>
            </a:r>
          </a:p>
          <a:p>
            <a:r>
              <a:t>Documentos de enquadramento: Certidão do Registo Predial e certidão negativa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O regime visa apoiar jovens no acesso à habitação.</a:t>
            </a:r>
          </a:p>
          <a:p>
            <a:r>
              <a:t>O DL n.º 44/2024 estabelece as condições desta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Envolvimento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