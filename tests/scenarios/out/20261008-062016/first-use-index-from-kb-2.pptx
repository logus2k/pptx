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Empréstimos: Inclui Crédito Habitação Geral (Aquisição, TOIC, Obras, Construção) e Crédito Hipotecário (Complementar Isolado/Associado).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Processo: O processo de concessão envolve 7 fases, com intervenção de várias entidades (Lojas BCTT, Finsolutia, Direção de Crédito, etc.).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Crédito: Procedimentos e atos ao longo da vigência do contrato, formalizados nas Lojas BCTT (RR) e encaminhados para os serviços centrais.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Obras: Financiamento para obras em imóveis com destino a HPP, HPS ou Arrendamento.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Bonificado: Linha de crédito especial para pessoas com deficiência (grau de incapacidade $\ge 60\%$).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