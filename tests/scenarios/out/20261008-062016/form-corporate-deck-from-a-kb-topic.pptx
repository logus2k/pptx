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É importante notar que este apoio foi estabelecido pelo Decreto-Lei n.º 44/2024.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grande vantagem deste regime é que permite financiar até 100% do valor do imóvel. O Estado Português garante a diferença, cobrindo o que normalmente seria exigido.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serem elegíveis, os proponentes devem cumprir critérios específicos, como a idade e a residência fiscal. Os limites de rendimento são rigorosamente definidos.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claros tanto para o valor do imóvel como para os rendimentos dos mutuários. Além disso, há benefícios fiscais importantes para a primeira habitação.</a:t>
            </a:r>
          </a:p>
          <a:p/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é estruturado em fases de avaliação. É fundamental preparar a documentação correta, tanto para a criação como para o enquadramento da proposta.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Documentação para Avaliação do Imóvel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CTT Bank já faz parte deste sistema de garantia. Se precisar de ajuda com a burocracia, o Serviço de Solicitadoria pode ser útil. Estamos aqui para guiá-lo neste processo.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de crédito habitação especial.</a:t>
            </a:r>
          </a:p>
          <a:p>
            <a:r>
              <a:t>Destinado a jovens com idade de 35 anos ou menos.</a:t>
            </a:r>
          </a:p>
          <a:p>
            <a:r>
              <a:t>Criado pelo Decreto-Lei n.º 44/2024, de 10 de julho.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Especial para Jovens até aos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financiar até 100% do valor de aquisição.</a:t>
            </a:r>
          </a:p>
          <a:p>
            <a:r>
              <a:t>Elimina a necessidade de ter capitais próprios para a entrada.</a:t>
            </a:r>
          </a:p>
          <a:p>
            <a:r>
              <a:t>O Estado Português atua como fiador nesta operação.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Total sem Necessidade de Entrada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residência fiscal em Portugal.</a:t>
            </a:r>
          </a:p>
          <a:p>
            <a:r>
              <a:t>Rendimentos não podem exceder o 8.º escalão do IRS.</a:t>
            </a:r>
          </a:p>
          <a:p>
            <a:r>
              <a:t>Não pode possuir imóvel nem ter usado esta garantia estatal.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Valor da transação não pode ultrapassar €450.000.</a:t>
            </a:r>
          </a:p>
          <a:p>
            <a:r>
              <a:t>Isenção de IMT e Imposto do Selo até €330.539.</a:t>
            </a:r>
          </a:p>
          <a:p>
            <a:r>
              <a:t>Rendimentos máximos: €80.000 (um) ou €160.000 (dois).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Financeiros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  <a:p>
            <a:r>
              <a:t>São necessários Formulário de adesão e Certidão de domicílio fiscal.</a:t>
            </a:r>
          </a:p>
          <a:p>
            <a:r>
              <a:t>Documentos de avaliação incluem Caderneta Predial e Certidão de Teor.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CTT Bank aderiu ao protocolo em 2 de outubro de 2024.</a:t>
            </a:r>
          </a:p>
          <a:p>
            <a:r>
              <a:t>O Serviço de Solicitadoria pode ser aplicado por defeito em aquisições.</a:t>
            </a:r>
          </a:p>
          <a:p>
            <a:r>
              <a:t>Consulte-nos para iniciar a sua análise de elegibilidade.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Apoio Especializado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