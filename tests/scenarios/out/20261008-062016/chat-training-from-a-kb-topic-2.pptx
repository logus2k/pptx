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desmistificar o Crédito Habitação Jovem. Ao final, vocês serão capazes de explicar o que é este regime especial. Vamos focar-nos em entender os requisitos, os benefícios e o processo de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o Crédito Habitação Jovem. Este é um regime especial desenhado especificamente para apoiar os jovens no acesso à habitação. É importante entender a sua base legal e o seu principal objetivo.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centrais deste regime são muito vantajosas. O ponto mais notável é que permite financiar 100% do valor, o que elimina a necessidade de capitais próprios para a entrada. O Estado entra como fiador para cobrir essa diferença, garantindo a operação do crédito.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mergulhar nos critérios de elegibilidade. Não basta ser jovem; há requisitos fiscais e patrimoniais específicos que devem ser cumpridos. Vamos rever quem pode candidatar-se a este apoio.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idade, domicílio fiscal e limites de rendimento. É crucial notar que não se pode ter propriedade anterior nem ter usufruído desta garantia antes. Além disso, há um teto máximo para 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detalhar os limites de rendimento, que variam consoante o número de mutuários. Além disso, há benefícios fiscais importantes, como a isenção de IMT e Imposto do Selo até um certo valor. Para estrangeiros, há requisitos adicionais de residência.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etapas bem definidas. Não é um processo único; envolve fases de proposta e enquadramento. É fundamental saber que tipo de documentos são exigidos em cada uma dessas fases.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sequencial. Primeiro, a proposta é criada com documentos básicos como o formulário de adesão. A avaliação passa por duas fases distintas. É importante saber que a rejeição só ocorre após a análise de risco.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o imóvel e a sua situação legal. Precisamos de documentos que comprovem a situação do imóvel e a validade da transação. O serviço de solicitadoria, embora opcional, é o padrão em aquisições.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questão é €80.000. Para a segunda, são o formulário de adesão, IRS/certificados e certificado de domicílio fiscal. E o benefício fiscal é a isenção de IMT e Imposto do Selo até €330.539.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jovens. Permite financiar o valor total do imóvel, mas exige o cumprimento rigoroso dos critérios de elegibilidade. Não se esqueçam dos benefícios fiscais e da importância de organizar a documentação em cada fase do processo. Este regime visa facilitar o acesso à casa própria.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Saber quais os benefícios e isenções aplicáveis.</a:t>
            </a:r>
          </a:p>
          <a:p>
            <a:r>
              <a:t>Conhecer os passos e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 propósito do regime CH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para jovens com idade de até 35 anos, estabelecido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ultrapassa 15% do valor da transação.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que os proponentes devem cumprir para aceder ao CH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devem ser inferiores ao 8.º escalão do IRS.</a:t>
            </a:r>
          </a:p>
          <a:p>
            <a:r>
              <a:t>Não possuir propriedade anterior nem ter usado esta garantia do Estado.</a:t>
            </a:r>
          </a:p>
          <a:p>
            <a:r>
              <a:t>O valor da transação não pode exceder €450.000,00.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limite máximo do 8.º escalão é de €80.000 por mutuário individual.</a:t>
            </a:r>
          </a:p>
          <a:p>
            <a:r>
              <a:t>Para dois mutuários, o limite pode chegar a €160.000 (usando o quociente familiar).</a:t>
            </a:r>
          </a:p>
          <a:p>
            <a:r>
              <a:t>É isento de IMT e Imposto do Selo na primeira habitação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 para avançar com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só são emitidas após a submissão à fase de risco.</a:t>
            </a:r>
          </a:p>
          <a:p>
            <a:r>
              <a:t>Para criar a proposta, são necessários o formulário de adesão e o certificado de domicílio fiscal.</a:t>
            </a:r>
          </a:p>
          <a:p>
            <a:r>
              <a:t>A declaração de IRS ou certificados de SS/pensionista são também exigidos.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o enquadramento, são necessários o certificado do registo predial do imóvel.</a:t>
            </a:r>
          </a:p>
          <a:p>
            <a:r>
              <a:t>São exigidos certificados fiscais (negativos e sem dívidas).</a:t>
            </a:r>
          </a:p>
          <a:p>
            <a:r>
              <a:t>O documento do valor de compra, como o CPCV, também é necessário.</a:t>
            </a:r>
          </a:p>
          <a:p>
            <a:r>
              <a:t>O Serviço de Solicitadoria é opcional, mas aplicado por defeito em aquisições.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Que documentos são necessários para a criação inicial da proposta de crédito?</a:t>
            </a:r>
          </a:p>
          <a:p>
            <a:r>
              <a:t>Qual é o benefício fiscal principal para a primeira habitação permanente elegível?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financiar até 100% do imóvel.</a:t>
            </a:r>
          </a:p>
          <a:p>
            <a:r>
              <a:t>A elegibilidade depende de limites de rendimento e de não possuir habitação prévia.</a:t>
            </a:r>
          </a:p>
          <a:p>
            <a:r>
              <a:t>Existem benefícios fiscais significativos, como a isenção de IMT e Imposto do Selo.</a:t>
            </a:r>
          </a:p>
          <a:p>
            <a:r>
              <a:t>O processo exige documentação específica em fases de Proposta e Enquadramento.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