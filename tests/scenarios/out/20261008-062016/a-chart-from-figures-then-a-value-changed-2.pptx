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Vendas por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200.0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Anuais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600" y="1600200"/>
          <a:ext cx="10972800" cy="4525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