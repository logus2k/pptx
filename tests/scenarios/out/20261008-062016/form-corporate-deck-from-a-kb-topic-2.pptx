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mercado imobiliário. É importante notar que este crédito é um benefício especial estabelecido por lei.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a possibilidade de financiar o valor total da propriedade. O Estado garante a diferença, o que facilita muito o processo para os jovens mutuários.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 qualificar, deve cumprir critérios específicos de idade e residência. Os rendimentos têm um limite definido pelo 8.º escalão do IRS.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tanto para o valor da transação como para os rendimentos. Além disso, há benefícios fiscais importantes para imóveis mais modestos.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duas etapas distintas. É fundamental reunir a documentação correta para cada fase, como o IRS e o certificado de domicílio fiscal.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o primeiro passo é preparar a documentação necessária para a criação da proposta. Recomendamos que consulte os detalhes operacionais, como os do CTT Bank, para prosseguir.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jovem.</a:t>
            </a:r>
          </a:p>
          <a:p>
            <a:r>
              <a:t>Destinado a pessoas com 35 anos ou menos.</a:t>
            </a:r>
          </a:p>
          <a:p>
            <a:r>
              <a:t>Criado pelo Decreto-Lei n.º 44/2024.</a:t>
            </a:r>
          </a:p>
          <a:p>
            <a:r>
              <a:t>Apoia a aquisição da sua primeira casa.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da casa.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85% e 100%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Necessidade de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anos.</a:t>
            </a:r>
          </a:p>
          <a:p>
            <a:r>
              <a:t>Domicílio fiscal em Portugal.</a:t>
            </a:r>
          </a:p>
          <a:p>
            <a:r>
              <a:t>Rendimentos não superiores ao 8.º escalão do IRS.</a:t>
            </a:r>
          </a:p>
          <a:p>
            <a:r>
              <a:t>Não possuir propriedade anterior.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Chave para Ser Elegível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Transação não pode ultrapassar €450.000.</a:t>
            </a:r>
          </a:p>
          <a:p>
            <a:r>
              <a:t>Limite de rendimento: €80.000 (individual).</a:t>
            </a:r>
          </a:p>
          <a:p>
            <a:r>
              <a:t>Isenção de IMT e Imposto do Selo.</a:t>
            </a:r>
          </a:p>
          <a:p>
            <a:r>
              <a:t>Válido para imóveis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Financeiros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avaliada em duas fases.</a:t>
            </a:r>
          </a:p>
          <a:p>
            <a:r>
              <a:t>Fases: Proposta de Risco e Enquadramento de Proposta.</a:t>
            </a:r>
          </a:p>
          <a:p>
            <a:r>
              <a:t>Documentos necessários incluem IRS e certificado fiscal.</a:t>
            </a:r>
          </a:p>
          <a:p>
            <a:r>
              <a:t>O Serviço de Solicitadoria é opcional.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Simplificado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Reúna o formulário de adesão e declaração de IRS.</a:t>
            </a:r>
          </a:p>
          <a:p>
            <a:r>
              <a:t>Prepare os documentos do imóvel (certidões AT).</a:t>
            </a:r>
          </a:p>
          <a:p>
            <a:r>
              <a:t>Consulte as condições específicas do CTT Bank.</a:t>
            </a:r>
          </a:p>
          <a:p>
            <a:r>
              <a:t>Aproveite esta oportunidade para a sua casa.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para Iniciar o Seu Projeto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