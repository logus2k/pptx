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compreender a sua natureza e os requisitos para aceder a ele. Vamos focar-nos em desmistificar o processo, desde a elegibilidade até à documentação necessária. O objetivo é que saiam daqui com um conhecimento sólido sobre este regime especial.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desenhado especificamente para apoiar os jovens no acesso à habitação. Foi estabelecido pelo Decreto-Lei n.º 44/2024, datado de 10 de julho. É importante saber que este regime visa facilitar o acesso à casa própria para esta faixa etária.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aspetos mais importantes deste regime é a capacidade de financiamento. Ele permite financiar até 100% do valor de aquisição, o que significa que não é necessário ter capitais próprios para a entrada. O Estado Português entra como fiador, cobrindo a diferença entre o LTV padrão de 85% e os 100% que se podem obter. É crucial notar que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abordar quem pode beneficiar deste crédito. Existem critérios bem definidos que os proponentes devem cumprir. Estes critérios abrangem a idade, o domicílio fiscal em Portugal e os limites de rendimento. Além disso, há condições específicas sobre a propriedade e o uso prévio da garantia estatal que devem ser observadas.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o proponente deve ter entre 18 e 35 anos e estar fiscalmente domiciliado em Portugal. Em termos de rendimento, o limite máximo é de €80.000 para um mutuário individual. Se houver dois mutuários, o limite pode subir para €160.000, aplicando o quociente familiar. É fundamental também que o proponente não seja proprietário de bens nem tenha utilizado esta garantia do Estado antes.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da transação, que não pode ultrapassar €450.000, e o crédito deve ser para a primeira habitação própria permanente. Um benefício fiscal importante é a isenção de IMT e Imposto do Selo, aplicável a imóveis até €330.539. Para clientes estrangeiros, há uma exigência adicional de ter um título de residência temporária válido há pelo menos três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não é imediato; ele passa por duas fases distintas. A primeira é a Proposta de Risco, e a segunda é o Enquadramento de Proposta. É importante saber que as cartas de recusa só são emitidas após a submissão à fase de risco. Além disso, a documentação varia consoante a fase em que o processo se encontra.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 a criação da proposta, alguns documentos são essenciais. Estes incluem o formulário de adesão, a declaração de IRS ou os certificados de pensão, e o certificado de domicílio fiscal. Embora o Serviço de Solicitadoria seja opcional, ele é aplicado por defeito em processos de aquisição, ajudando a reunir a documentação legal necessária.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 da proposta, a documentação foca-se mais no imóvel e nas dívidas. É necessário obter os certificados prediais do Registo e da Autoridade Tributária. Além disso, são exigidos os certificados de não dívida tanto da AT como da SS. Por fim, o documento que atesta o valor de compra do imóvel deve ser fornecido.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Qual é o limite máximo de rendimento para um mutuário individual no CH Jovem? A resposta é €80.000. Quais são os dois tipos de documentos necessários para a criação de proposta? São o formulário de adesão e a declaração de IRS (ou certificados SS/pensionista). E qual é o papel do Estado Português neste regime de crédito? O Estado atua como fiador, cobrindo a diferença entre o LTV de 85% e os 100% do valor de aquisição.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financiar até 100% do imóvel com a garantia do Estado. Lembrem-se que os critérios de elegibilidade, como idade e rendimento, são rigorosos. O processo, embora complexo, segue etapas bem definidas de avaliação e documentação. Espero que esta formação tenha clarificado todos os aspetos deste regime.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documentação necessária.</a:t>
            </a:r>
          </a:p>
          <a:p>
            <a:r>
              <a:t>Saber como funciona a garantia do Estado neste crédito.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especial para jovens, criado pelo DL n.º 44/2024, de 10 de julho.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Financiamento e Garantia do Estado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financiar até 100% do valor de aquisição,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A garantia do Estado não ultrapassa 15% do valor da transação.</a:t>
            </a:r>
          </a:p>
          <a:p>
            <a:r>
              <a:t>Permite financiamento até 100% ou, no mínimo, 85% do valor de aquisição.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de idade, domicílio fiscal e rendimentos para aceder ao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com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individualmente.</a:t>
            </a:r>
          </a:p>
          <a:p>
            <a:r>
              <a:t>Para dois mutuários, o limite é de até €160.000 (usando o quociente familiar).</a:t>
            </a:r>
          </a:p>
          <a:p>
            <a:r>
              <a:t>Não pode possuir bens anteriormente nem ter usado esta garantia do Estado.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valor da transação não pode exceder €450.000.</a:t>
            </a:r>
          </a:p>
          <a:p>
            <a:r>
              <a:t>O crédito deve ser destinado à primeira habitação própria permanente.</a:t>
            </a:r>
          </a:p>
          <a:p>
            <a:r>
              <a:t>Isenção de IMT e Imposto do Selo para compras até €330.539.</a:t>
            </a:r>
          </a:p>
          <a:p>
            <a:r>
              <a:t>Para estrangeiros, é obrigatório ter título de residência temporária com pelo menos 3 anos de emissão.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Avaliação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duas fases de avaliação: Proposta de Risco e Enquadramento de Proposta.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Criação de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necessário o formulário de adesão.</a:t>
            </a:r>
          </a:p>
          <a:p>
            <a:r>
              <a:t>Deve ser apresentada a declaração de IRS (ou certificados SS/pensionista).</a:t>
            </a:r>
          </a:p>
          <a:p>
            <a:r>
              <a:t>É obrigatório o certificado de domicílio fiscal.</a:t>
            </a:r>
          </a:p>
          <a:p>
            <a:r>
              <a:t>O Serviço de Solicitadoria é opcional, mas aplicável por defeito em aquisições.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de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Inclui certificados do Registo e da Autoridade Tributária (AT).</a:t>
            </a:r>
          </a:p>
          <a:p>
            <a:r>
              <a:t>São necessários certificados de não dívida da AT e da Segurança Social (SS).</a:t>
            </a:r>
          </a:p>
          <a:p>
            <a:r>
              <a:t>Deve ser apresentado o documento com o valor de compra do imóvel.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Quais são os dois tipos de documentos necessários para a criação de proposta?</a:t>
            </a:r>
          </a:p>
          <a:p>
            <a:r>
              <a:t>Qual é o papel do Estado Português neste regime de crédito?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(&lt;= 35 anos) que permite financiar até 100% do valor.</a:t>
            </a:r>
          </a:p>
          <a:p>
            <a:r>
              <a:t>O Estado garante a diferença de financiamento, cobrindo até 15% do valor da transação.</a:t>
            </a:r>
          </a:p>
          <a:p>
            <a:r>
              <a:t>Os requisitos incluem idade, domicílio fiscal e limites de rendimento específicos.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