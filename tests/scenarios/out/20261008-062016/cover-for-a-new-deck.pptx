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 consultadas:</a:t>
            </a:r>
          </a:p>
          <a:p>
            <a:r>
              <a:t>- 11 -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>
            <a:normAutofit fontScale="60000"/>
          </a:bodyPr>
          <a:lstStyle/>
          <a:p>
            <a:r>
              <a:t>Acesso facilitado à habitação própria permanente para jovens.</a:t>
            </a:r>
          </a:p>
          <a:p>
            <a:r>
              <a:t>Apresentação sobre o Crédito Habitação Jovem</a:t>
            </a:r>
          </a:p>
          <a:p>
            <a:r>
              <a:t>Para: Equipa Comercial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2500"/>
          </a:bodyPr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Acesso facilitado à habitação própria permanente para jovens.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Crédito Habitação Jovem com Garantia do Estado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Outubro de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