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Fontes consultadas:</a:t>
            </a:r>
          </a:p>
          <a:p>
            <a:r>
              <a:t>- 11 - Crédito Habitação Jovem, Crédito Habitação Jovem - Garantia do Estado &gt; O que é o Crédito Habitação Jovem, Crédito Habitação Jovem - Garantia do Estado, p. 1, 2026-10-07 -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>
            <a:normAutofit fontScale="90000"/>
          </a:bodyPr>
          <a:lstStyle/>
          <a:p>
            <a:r>
              <a:t>Outubro de 2026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Crédito Habitação Jovem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