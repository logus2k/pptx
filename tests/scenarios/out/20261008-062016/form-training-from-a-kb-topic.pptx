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regime, identificar quem pode beneficiar, entender o papel da garantia do Estado e saber quais documentos preparar. O nosso foco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de crédito habitação especial, criado especificamente para apoiar jovens no acesso à habitação. É importante conhecer a sua origem e o seu propósito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deste regime são bastante vantajosas. O ponto mais notável é que permite financiar até 100% do valor do imóvel, o que elimina a necessidade de ter capitais próprios para a entrada. O Estado Português entra como fiador, assegurando que o financiamento atinge pelo menos 85%, mesmo que o LTV normal seja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focar-nos em quem pode beneficiar deste regime. Os critérios são específicos e envolvem idade, residência e capacidade financeira. É crucial que os candidatos cumpram todos estes requisitos para avançar com o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claros. A idade deve estar entre 18 e 35 anos, e é necessário ser residente fiscal em Portugal. Quanto aos rendimentos, há limites definidos pelo 8.º escalão do IRS, sendo €80.000 para um mutuário e €160.000 para dois. Além disso, o imóvel deve ser a primeira habitação permanente e o valor não pode exceder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aborda os benefícios diretos que os mutuários obtêm, como as isenções fiscais, e reforça como a garantia do Estado opera na prática. Estes elementos tornam o regime ainda mais atrativo.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importante é a isenção de IMT e Imposto do Selo para imóveis até €330.539. Em termos de garantia, o Estado garante até 15% do valor da transação, o que permite atingir o financiamento de 100% ou, no mínimo, 85%. O Banco CTT, por exemplo, aderiu a este protocolo em 2 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etapas bem definidas, desde a proposta inicial até ao enquadramento final. É fundamental saber quais documentos são exigidos em cada fase para evitar atrasos no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ocorre em duas etapas distintas: a Proposta de Risco e o Enquadramento de Proposta. É importante notar que a recusa só é formalizada após a submissão à análise de risco. Na criação da proposta, precisam do formulário de adesão, declaração de IRS e certificado de domicílio fiscal. No enquadramento, são necessários os certificados do Registo e da Autoridade Tributária, além de um documento que ateste o valor de aquisição, como o CPCV.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35 anos. O regime permite financiar até 100% do valor de aquisição. A elegibilidade é aferida em duas fases: Proposta de Risco e Enquadramento de Proposta.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financiar até 100% com a garantia do Estado. Lembrem-se dos limites de idade, rendimento e valor do imóvel. O sucesso na candidatura depende de cumprir os critérios e apresentar a documentação correta nas fases de avaliação.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regime Crédito Habitação Jovem.</a:t>
            </a:r>
          </a:p>
          <a:p>
            <a:r>
              <a:t>Identificar os critérios de elegibilidade para jovens mutuários.</a:t>
            </a:r>
          </a:p>
          <a:p>
            <a:r>
              <a:t>Saber como funciona a garantia do Estado neste regime.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anos, estabelecido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O Estado garante que o financiamento atinge 100% ou pelo menos 85%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O rendimento não pode exceder o 8.º escalão do IRS.</a:t>
            </a:r>
          </a:p>
          <a:p>
            <a:r>
              <a:t>O limite de rendimento é de €80.000 para um mutuário ou €160.000 para dois.</a:t>
            </a:r>
          </a:p>
          <a:p>
            <a:r>
              <a:t>A transação não pode ultrapassar €450.000 e deve ser para primeira habitação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Garantia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os benefícios fiscais e o papel da garantia do Estado.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Há isenção de IMT e Imposto do Selo para a primeira habitação até €330.539.</a:t>
            </a:r>
          </a:p>
          <a:p>
            <a:r>
              <a:t>A garantia pessoal do Estado não ultrapassa 15% do valor da transação.</a:t>
            </a:r>
          </a:p>
          <a:p>
            <a:r>
              <a:t>A garantia permite financiar até 100% ou pelo menos 85% do valor de aquisição.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Isenções e Operacionalização da Garantia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a candidatura.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fases: Proposta de Risco e Enquadramento de Proposta.</a:t>
            </a:r>
          </a:p>
          <a:p>
            <a:r>
              <a:t>As cartas de recusa são emitidas apenas para propostas submetidas a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Para o enquadramento, exigem-se certificados do Registo e Autoridade Tributária, e um documento de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de Avaliação e Documentos Requeridos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Que percentagem do valor de aquisição pode ser financiada com este regime?</a:t>
            </a:r>
          </a:p>
          <a:p>
            <a:r>
              <a:t>Quais são os dois momentos em que a elegibilidade é aferida?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apoia jovens (até 35 anos) com financiamento de até 100%.</a:t>
            </a:r>
          </a:p>
          <a:p>
            <a:r>
              <a:t>O Estado Português garante a operação, cobrindo a diferença do LTV.</a:t>
            </a:r>
          </a:p>
          <a:p>
            <a:r>
              <a:t>Existem limites de rendimento e valor de transação definidos pelo regime.</a:t>
            </a:r>
          </a:p>
          <a:p>
            <a:r>
              <a:t>O processo exige documentação específica em fases de Proposta de Risco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