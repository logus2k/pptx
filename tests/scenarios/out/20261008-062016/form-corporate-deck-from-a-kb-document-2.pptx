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estabelecido especificamente para apoiar os jovens no acesso à habitação. É importante notar que foi criado pelo Decreto-Lei n.º 44/2024, de 10 de julho.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dos grandes benefícios é a possibilidade de financiar até 100% do valor do imóvel, o que elimina a necessidade de capitais próprios para a entrada. O Estado Português garante esta operação.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de elegibilidade são claros e abrangentes. Os mutuários devem ter entre 18 e 35 anos, residir fiscalmente em Portugal e respeitar os limites de rendimento.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limites financeiros importantes a considerar, como o valor máximo da transação e os limites de rendimento. Além disso, há benefícios fiscais significativos para a primeira habitação.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avaliação é estruturado em duas etapas distintas: a Proposta e o Enquadramento. É crucial reunir toda a documentação necessária, tanto para a criação como para o enquadramento da proposta.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 operacionalização, é importante saber que o Banco CTT juntou-se ao protocolo em outubro de 2024. A garantia do Estado tem um limite máximo de 15% do valor da transação.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Crédito Habitação Jovem: Oportunidade para Jovens Compradores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É um regime de crédito habitação jovem.</a:t>
            </a:r>
          </a:p>
          <a:p>
            <a:r>
              <a:t>Criado pelo Decreto-Lei n.º 44/2024, de 10 de julho.</a:t>
            </a:r>
          </a:p>
          <a:p>
            <a:r>
              <a:t>Destina-se a jovens com idade de 35 anos ou menos.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Regime Especial para Jovens até 35 Anos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Permite financiamento de até 100% do valor do imóvel.</a:t>
            </a:r>
          </a:p>
          <a:p>
            <a:r>
              <a:t>Elimina a necessidade de um valor de entrada.</a:t>
            </a:r>
          </a:p>
          <a:p>
            <a:r>
              <a:t>O Estado Português atua como fiador.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Financiamento Total e Suporte do Estado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 e domicílio fiscal em Portugal.</a:t>
            </a:r>
          </a:p>
          <a:p>
            <a:r>
              <a:t>Rendimentos não podem exceder o 8.º escalão do IRS.</a:t>
            </a:r>
          </a:p>
          <a:p>
            <a:r>
              <a:t>Não possuir propriedade anterior nem usar esta garantia.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Critérios de Elegibilidade Essenciais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Limite de rendimento: €80.000 (individual) ou €160.000 (dois).</a:t>
            </a:r>
          </a:p>
          <a:p>
            <a:r>
              <a:t>Valor da transação não pode ultrapassar €450.000.</a:t>
            </a:r>
          </a:p>
          <a:p>
            <a:r>
              <a:t>Isenção de IMT e Imposto do Selo até €330.539.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Limites Financeiros e Benefícios Fiscais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elegibilidade é aferida em duas fases: Proposta e Enquadramento.</a:t>
            </a:r>
          </a:p>
          <a:p>
            <a:r>
              <a:t>Documentos incluem formulário, IRS e certidão de domicílio fiscal.</a:t>
            </a:r>
          </a:p>
          <a:p>
            <a:r>
              <a:t>O enquadramento exige certidões do Registo Predial e AT.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Processo de Avaliação e Documentação Necessária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Banco CTT aderiu ao protocolo em 2 de outubro de 2024.</a:t>
            </a:r>
          </a:p>
          <a:p>
            <a:r>
              <a:t>A garantia do Estado não excede 15% do valor da transação.</a:t>
            </a:r>
          </a:p>
          <a:p>
            <a:r>
              <a:t>As operações utilizam um quadrante de preços de 65-85%.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Parcerias e Condições Operacionais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