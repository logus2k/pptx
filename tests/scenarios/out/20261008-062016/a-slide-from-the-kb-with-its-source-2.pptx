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Destinado a jovens com idade igual ou inferior a 35 anos.</a:t>
            </a:r>
          </a:p>
          <a:p>
            <a:r>
              <a:t>Permite financiamento de até 100% do valor de aquisição, eliminando a necessidade de capitais próprios para a entrada.</a:t>
            </a:r>
          </a:p>
          <a:p>
            <a:r>
              <a:t>A garantia é prestada pelo Estado Português, que atua como fiador.</a:t>
            </a:r>
          </a:p>
          <a:p>
            <a:r>
              <a:t>**Critérios de Elegibilidade (cumulativos):**</a:t>
            </a:r>
          </a:p>
          <a:p>
            <a:r>
              <a:t>- Idade: entre 18 e 35 anos.</a:t>
            </a:r>
          </a:p>
          <a:p>
            <a:r>
              <a:t>- Domicílio fiscal em Portugal.</a:t>
            </a:r>
          </a:p>
          <a:p>
            <a:r>
              <a:t>- Rendimentos não ultrapassem o 8.º escalão do IRS (limite máximo de 80.000€ por mutuário individual).</a:t>
            </a:r>
          </a:p>
          <a:p>
            <a:r>
              <a:t>- Não ser proprietário de prédio urbano ou fração autónoma de prédio urbano habitacional.</a:t>
            </a:r>
          </a:p>
          <a:p>
            <a:r>
              <a:t>- Nunca ter usufruído da garantia pessoal do Estado ao abrigo do DL n.º 44/2024, de 10 de julho.</a:t>
            </a:r>
          </a:p>
          <a:p>
            <a:r>
              <a:t>- Valor da transação não exceda 450.000,00 euros.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- Crédito destinado a primeira aquisição de habitação própria permanente.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