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Inclui Crédito Habitação Geral e Crédito Hipotecário, com finalidades como Aquisição, TOIC, Obras, Construção e Reforço.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Descreve as 7 fases do processo, envolvendo várias entidades como Lojas BCTT, Finsolutia e avaliadores externos.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Detalha os procedimentos e tarefas após a contratação, envolvendo a Rede de Lojas BCTT e Direção de Operações.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Especifica o financiamento para obras em imóveis,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Apresenta as condições para este regime especial, incluindo requisitos de grau de incapacidade e prazos.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