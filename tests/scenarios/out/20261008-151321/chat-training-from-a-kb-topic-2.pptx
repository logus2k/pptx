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deverão ser capazes de explicar o regime e os seus benefícios. Vamos focar-nos nos requisitos e nos passos práticos para aceder a 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É um regime especial criado para apoiar os jovens no acesso à habitação. É importante conhecer a sua origem legal e o seu principal benefício.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muito vantajoso, pois permite financiar até 100% do imóvel. O Estado entra como fiador para cobrir a diferença que normalmente exigiria um capital próprio. Lembrem-se que a garantia do Estado tem um limite máximo de 15% do valor da transação.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analisar quem pode beneficiar deste crédito. Existem vários critérios que os candidatos devem cumprir, desde a idade até à situação fiscal. É fundamental verificar todos estes pontos antes de avançar.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de elegibilidade são claros: idade, domicílio fiscal e rendimentos. O limite de rendimento é rigoroso, sendo de €80.000 para um mutuário. Se houver dois, o limite pode ser aumentado, mas é preciso aplicar o quociente familiar.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requisitos de rendimento, há restrições importantes. Não pode ter propriedade anterior nem ter usado esta garantia antes. Para estrangeiros, a regra do título de residência é estrita: deve ter sido emitido há pelo menos três anos e estar válido no momento da análise.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secção foca-se nos benefícios diretos que o mutuário obtém, como as isenções fiscais, e no processo de verificação da elegibilidade. Vamos ver como o processo funciona do início ao fim.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muito atrativo é a isenção de impostos na primeira habitação, até um certo valor. O processo de aprovação é faseado, passando por análise de risco. É importante notar que o CTT Bank já está integrado neste protocolo desde outubro de 2024.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Chegamos à parte prática: como se candidatar. O processo exige documentação específica em diferentes momentos. Vamos ver o que é necessário para criar e depois para enquadrar a proposta.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documentação é dividida em duas fases. Para começar, precisa de documentos pessoais e fiscais. Depois, para validar o imóvel, precisa de certificados registrais e fiscais. A FAP é o documento chave que formaliza tudo.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respostas são: 35 anos ou menos. O limite individual é de €80.000. Para o enquadramento, são necessários os certificados do Registo e da Autoridade Tributária, e um documento com o valor de aquisição como o CPCV.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este regime é uma ferramenta poderosa para jovens compradores de casa. O ponto central é a garantia do Estado que permite cobrir o valor total do imóvel. Lembrem-se sempre de verificar os critérios de elegibilidade e de preparar toda a documentação necessária em fases.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o regime.</a:t>
            </a:r>
          </a:p>
          <a:p>
            <a:r>
              <a:t>Saber como funciona a garantia do Estado.</a:t>
            </a:r>
          </a:p>
          <a:p>
            <a:r>
              <a:t>Conhecer a documentação necessária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regime de crédito habitação especial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um regime especial para jovens com até 35 anos, criado pelo DL n.º 44/2024, de 10 de julho.</a:t>
            </a:r>
          </a:p>
          <a:p>
            <a:r>
              <a:t>Permite financiar até 100% do valor de aquisição, eliminando a necessidade de entrada.</a:t>
            </a:r>
          </a:p>
          <a:p>
            <a:r>
              <a:t>O Estado Português atua como fiador, cobrindo a diferença entre 85% e 100% do valor.</a:t>
            </a:r>
          </a:p>
          <a:p>
            <a:r>
              <a:t>A garantia do Estado não ultrapassa 15% do valor da transação.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os requisitos que os mutuários devem cumprir para aceder ao crédito.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Mutuário deve ter entre 18 e 35 anos e ser fiscalmente domiciliado em Portugal.</a:t>
            </a:r>
          </a:p>
          <a:p>
            <a:r>
              <a:t>Os rendimentos não podem exceder o 8.º escalão do IRS.</a:t>
            </a:r>
          </a:p>
          <a:p>
            <a:r>
              <a:t>O limite de rendimento é de €80.000 por mutuário individualmente.</a:t>
            </a:r>
          </a:p>
          <a:p>
            <a:r>
              <a:t>Para dois mutuários, o limite pode chegar a €160.000 (usando o quociente familiar).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Restrições Adicionais e Limites da Transação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Não pode haver propriedade anterior nem uso prévio desta garantia do Estado.</a:t>
            </a:r>
          </a:p>
          <a:p>
            <a:r>
              <a:t>O valor da transação não pode exceder €450.000 para aceder à garantia.</a:t>
            </a:r>
          </a:p>
          <a:p>
            <a:r>
              <a:t>Para clientes estrangeiros, é obrigatório título de residência temporária com pelo menos 3 anos de emissão.</a:t>
            </a:r>
          </a:p>
          <a:p>
            <a:r>
              <a:t>Este título deve estar válido na data da análise; renovações em processo não são aceites.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Explorar as vantagens fiscais e o processo de avaliação da elegibilidade.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Fiscais e Garantia Operacional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Há isenção de IMT e Imposto do Selo na compra da primeira habitação até €330.539.</a:t>
            </a:r>
          </a:p>
          <a:p>
            <a:r>
              <a:t>A avaliação da elegibilidade ocorre em duas fases: Proposta de Risco e Enquadramento da Proposta.</a:t>
            </a:r>
          </a:p>
          <a:p>
            <a:r>
              <a:t>As cartas de recusa só são emitidas após a submissão das propostas ao risco.</a:t>
            </a:r>
          </a:p>
          <a:p>
            <a:r>
              <a:t>O CTT Bank aderiu ao protocolo em 2 de outubro de 2024, permitindo simulações com LTV &gt; 85%.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os passos necessários para formalizar e submeter a candidatura.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 para Criação e Enquadramento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 criar a proposta: formulário de adesão, declaração IRS (ou certificados SS/pensionista), e certificado de domicílio fiscal.</a:t>
            </a:r>
          </a:p>
          <a:p>
            <a:r>
              <a:t>Para enquadrar a proposta: certificados do Registo e da Autoridade Tributária, e documento com o valor de aquisição (ex: CPCV).</a:t>
            </a:r>
          </a:p>
          <a:p>
            <a:r>
              <a:t>A FAP formaliza a candidatura, incluindo dados do imóvel e autorização de consulta de crédito.</a:t>
            </a:r>
          </a:p>
          <a:p>
            <a:r>
              <a:t>O Serviço de Solicitadoria é opcional, mas aplicável por defeito em aquisições, reunindo documentação legal.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a idade máxima permitida para beneficiar do Crédito Habitação Jovem?</a:t>
            </a:r>
          </a:p>
          <a:p>
            <a:r>
              <a:t>Qual é o limite máximo de rendimento individual para um mutuário neste regime?</a:t>
            </a:r>
          </a:p>
          <a:p>
            <a:r>
              <a:t>Que tipo de documentos são necessários para o enquadramento da proposta?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Crédito Habitação Jovem é um apoio para jovens (até 35 anos) que permite financiamento de até 100%.</a:t>
            </a:r>
          </a:p>
          <a:p>
            <a:r>
              <a:t>O Estado atua como fiador, cobrindo a diferença entre 85% e 100% do valor de aquisição.</a:t>
            </a:r>
          </a:p>
          <a:p>
            <a:r>
              <a:t>Existem critérios rigorosos de elegibilidade, incluindo limites de rendimento e restrições de propriedade.</a:t>
            </a:r>
          </a:p>
          <a:p>
            <a:r>
              <a:t>O processo exige documentação específica para a criação e enquadramento da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