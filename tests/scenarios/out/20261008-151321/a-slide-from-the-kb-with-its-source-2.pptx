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atuando como fiador.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 objetivo é facilitar o acesso à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