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Índice de Crédito à Habitação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0000"/>
          </a:bodyPr>
          <a:lstStyle/>
          <a:p>
            <a:r>
              <a:t>Visão geral dos produtos e processos de financiamento imobiliário no Banco CTT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Finalidades dos Empréstimos (Aquisição, Obras, etc.)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Tipos de Crédito (Geral vs. Hipotecário, Complementar)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Fases do Processo de Concessão de Crédito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Servicing de Crédito Habitação (Gestão pós-contrato)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Regimes Especiais (Ex: Pessoa com Deficiência)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