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Jovem. Ao final, vocês serão capazes de entender o que é este regime especial. Vamos focar-nos nos requisitos, na garantia do Estado e no processo de candidatura. O objetivo é que saiam daqui com um conhecimento sólido sobre este produto.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Crédito Habitação Jovem. É um regime especial criado para apoiar os jovens no acesso à habitação. Este regime foi estabelecido pelo DL n.º 44/2024, de 10 de julho. É fundamental entender o seu propósito.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característica mais apelativa é a possibilidade de financiar até 100% do valor do imóvel, o que elimina a necessidade de entrada. O Estado Português entra como fiador. Ele cobre a diferença entre o LTV padrão de 85% e os 100% que o regime permite. Isto torna o acesso à habitação muito mais viável para os jovens.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Agora, vamos falar sobre quem pode beneficiar deste regime. Existem critérios específicos que os mutuários devem cumprir. É crucial que os candidatos conheçam estes requisitos antes de avançarem com o processo. Vamos ver os limites de idade, rendimento e outros fatores.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pessoais são claros: a idade deve estar entre 18 e 35 anos e o domicílio fiscal tem de ser em Portugal. Quanto aos rendimentos, o limite é rigoroso. Para um mutuário individual, não pode exceder €80.000. Se forem dois, o limite sobe para €160.000, aplicando o quociente familiar.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dos requisitos de rendimento, há restrições importantes. Não pode ser proprietário de outro imóvel nem ter usado esta garantia antes. O valor máximo da transação é de €450.000. Se for para a primeira habitação permanente, há uma isenção fiscal de IMT e Imposto do Selo até ao valor de €330.539. É importante notar que, para clientes estrangeiros, é exigido um título de residência temporária válido há pelo menos 3 anos.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avaliação da elegibilidade ocorre em duas fases distintas. É importante saber que as cartas de recusa só são emitidas após a submissão à fase de risco. Vamos detalhar os documentos necessários para cada uma destas fases, tanto para a criação como para o enquadramento da proposta.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iniciar a criação da proposta, são necessários documentos básicos. Deve apresentar o formulário de adesão. Também precisa de apresentar a sua declaração de IRS, ou certificados de Segurança Social se for reformado. Por fim, o certificado de domicílio fiscal é obrigatório nesta fase inicial.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 fase de enquadramento da proposta, os documentos focam-se no imóvel e nas obrigações fiscais. É necessário o certificado de registo predial. Além disso, deve apresentar certificados negativos junto da AT e da Segurança Social. Estes documentos confirmam a situação legal e de dívida do imóvel.</a:t>
            </a:r>
          </a:p>
          <a:p/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agora ver como a garantia do Estado se materializa no processo de crédito. É importante saber que esta garantia não ultrapassa 15% do valor da transação. Ela permite que o financiamento chegue aos 100% ou, no mínimo, aos 85% do valor de aquisição. O CTT Bank aderiu a este protocolo em 2 de outubro de 2024.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 a operacionalização, a garantia tem um limite de 15% do valor da transação. Isto permite atingir os 100% de financiamento ou garantir pelo menos 85%. O CTT Bank integrou este protocolo em 2 de outubro de 2024. Nas simulações, podem verificar a opção 'SIM' para LTV superior a 85%.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verificar se absorveram os pontos principais. A idade máxima é de 35 anos. A garantia do Estado não pode exceder 15% do valor da transação. Na fase de enquadramento, são necessários o certificado de registo predial e os certificados de não-dívida da AT e SS.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concluir, reforcemos os pontos chave. O CH Jovem é uma ferramenta poderosa para jovens, permitindo financiamento total com a garantia do Estado. Lembrem-se dos limites de idade, rendimento e valor. O sucesso da candidatura depende da correta apresentação da documentação em cada fase do processo.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Crédito Habitação Jovem: Um Regime Especial para Jovens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Compreender o que é o Crédito Habitação Jovem (CH Jovem).</a:t>
            </a:r>
          </a:p>
          <a:p>
            <a:r>
              <a:t>Identificar os critérios de elegibilidade para este regime.</a:t>
            </a:r>
          </a:p>
          <a:p>
            <a:r>
              <a:t>Saber como funciona a garantia do Estado neste crédito.</a:t>
            </a:r>
          </a:p>
          <a:p>
            <a:r>
              <a:t>Conhecer a documentação necessária para a candidatura.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 Que É o Crédito Habitação Jovem?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Apresentar o conceito e os benefícios centrais do CH Jovem.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Características Principais do Regime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Permite financiar até 100% do valor de compra do imóvel.</a:t>
            </a:r>
          </a:p>
          <a:p>
            <a:r>
              <a:t>Elimina a necessidade de os mutuários terem capitais próprios para a entrada.</a:t>
            </a:r>
          </a:p>
          <a:p>
            <a:r>
              <a:t>O Estado Português atua como fiador do empréstimo.</a:t>
            </a:r>
          </a:p>
          <a:p>
            <a:r>
              <a:t>A garantia cobre a diferença entre o LTV usual (85%) e 100% do valor de aquisição.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Detalhar quem pode aceder ao Crédito Habitação Jovem.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Idade: mutuários devem ter entre 18 e 35 anos.</a:t>
            </a:r>
          </a:p>
          <a:p>
            <a:r>
              <a:t>Domicílio fiscal obrigatório em Portugal.</a:t>
            </a:r>
          </a:p>
          <a:p>
            <a:r>
              <a:t>Rendimentos não podem ultrapassar o 8.º escalão do IRS.</a:t>
            </a:r>
          </a:p>
          <a:p>
            <a:r>
              <a:t>Limite de rendimento: €80.000 por indivíduo, ou €160.000 para dois mutuários.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Restrições Adicionais e Limites de Transação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Não ter propriedade anterior nem ter usado esta garantia do Estado.</a:t>
            </a:r>
          </a:p>
          <a:p>
            <a:r>
              <a:t>Valor da transação não pode exceder €450.000.</a:t>
            </a:r>
          </a:p>
          <a:p>
            <a:r>
              <a:t>É necessário que seja para primeira habitação própria permanente.</a:t>
            </a:r>
          </a:p>
          <a:p>
            <a:r>
              <a:t>Isenção de IMT e Imposto do Selo até €330.539 na primeira habitação.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Processo de Elegibilidade e Documentação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Entender as fases de avaliação e os documentos necessários para a candidatura.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Documentação para Criação da Proposta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Formulário de adesão.</a:t>
            </a:r>
          </a:p>
          <a:p>
            <a:r>
              <a:t>Declaração de IRS ou certificados de SS/reformado.</a:t>
            </a:r>
          </a:p>
          <a:p>
            <a:r>
              <a:t>Certificado de domicílio fiscal.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Documentação para Enquadramento da Proposta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Certificado de registo predial do imóvel.</a:t>
            </a:r>
          </a:p>
          <a:p>
            <a:r>
              <a:t>Certificado negativo de propriedade junto da AT.</a:t>
            </a:r>
          </a:p>
          <a:p>
            <a:r>
              <a:t>Certificados de não-dívida da AT e 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Operacionalização da Garantia do Estado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Compreender como a garantia do Estado é aplicada no financiamento.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Detalhes Operacionais e Simulações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garantia do Estado cobre até 15% do valor da transação.</a:t>
            </a:r>
          </a:p>
          <a:p>
            <a:r>
              <a:t>Permite financiamento de até 100% ou pelo menos 85%.</a:t>
            </a:r>
          </a:p>
          <a:p>
            <a:r>
              <a:t>O CTT Bank aderiu ao protocolo em 2 de outubro de 2024.</a:t>
            </a:r>
          </a:p>
          <a:p>
            <a:r>
              <a:t>Simulações CH Jovem permitem selecionar a flag 'SIM' para LTV &gt; 85%.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Verificação de Aprendizagem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Qual é o limite máximo de idade para os mutuários do CH Jovem?</a:t>
            </a:r>
          </a:p>
          <a:p>
            <a:r>
              <a:t>Que percentagem do valor da transação a garantia do Estado não pode exceder?</a:t>
            </a:r>
          </a:p>
          <a:p>
            <a:r>
              <a:t>Quais são os dois tipos de documentos necessários na fase de enquadramento da proposta?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Principais Conclusões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CH Jovem é um regime para jovens (até 35 anos) que permite financiar até 100% do imóvel.</a:t>
            </a:r>
          </a:p>
          <a:p>
            <a:r>
              <a:t>O Estado atua como fiador, cobrindo a diferença entre 85% e 100% do valor.</a:t>
            </a:r>
          </a:p>
          <a:p>
            <a:r>
              <a:t>Os critérios incluem limites de rendimento (até €80k/€160k) e valor de transação (até €450k).</a:t>
            </a:r>
          </a:p>
          <a:p>
            <a:r>
              <a:t>O processo exige documentação específica para criação e enquadramento da proposta.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