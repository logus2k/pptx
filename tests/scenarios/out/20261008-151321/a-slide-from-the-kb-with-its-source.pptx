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para jovens (até 35 anos).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Permite financiamento de até 100% do valor de aquisição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Garantia prestada pelo Estado Português, eliminando a necessidade de capitais próprios para a entrada.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Mutuário(s) entre 18 e 35 anos.</a:t>
            </a:r>
          </a:p>
          <a:p>
            <a:r>
              <a:t>Domicílio Fiscal: Domicílio fiscal em Portugal.</a:t>
            </a:r>
          </a:p>
          <a:p>
            <a:r>
              <a:t>Rendimento: Não ultrapassar o 8.º escalão do IRS (limite máximo individual de 80.000€).</a:t>
            </a:r>
          </a:p>
          <a:p>
            <a:r>
              <a:t>Propriedade: Não ser proprietário de prédio urbano ou fração autónoma de prédio urbano habitacional.</a:t>
            </a:r>
          </a:p>
          <a:p>
            <a:r>
              <a:t>Histórico: Nunca ter usufruído da garantia pessoal do Estado ao abrigo do DL n.º 44/2024.</a:t>
            </a:r>
          </a:p>
          <a:p>
            <a:r>
              <a:t>Valor da Transação: Não exceder 450.000,00 euros.</a:t>
            </a:r>
          </a:p>
          <a:p>
            <a:r>
              <a:t>Finalidade: Destinar-se à primeira aquisição de habitação própria permanente.</a:t>
            </a:r>
          </a:p>
          <a:p>
            <a:r>
              <a:t>Garantia: Garantia pessoal do Estado não ultrapassar 15% do valor da transação.</a:t>
            </a:r>
          </a:p>
          <a:p>
            <a:r>
              <a:t>Situação Fiscal/Previdencial: Situação fiscal e previdencial regularizada.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