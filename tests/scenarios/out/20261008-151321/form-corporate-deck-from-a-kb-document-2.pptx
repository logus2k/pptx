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A grande vantagem é que permite financiar até 100% do valor do imóvel, eliminando a necessidade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Português assume o papel de fiador neste regime. Esta garantia é crucial, pois cobre a diferença entre o financiamento padrão de 85% e o máximo de 100% que o regime permite.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requisitos claros para a elegibilidade, como a idade e a residência fiscal. É importante notar que o rendimento máximo está ligado ao 8.º escalão do IRS, com limites específicos por mutuário.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definidos com base no 8.º escalão do IRS, sendo €80.000 para um mutuário. Além disso, há benefícios fiscais significativos para a primeira habitação.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é estruturado em duas etapas distintas: a proposta de risco e o enquadramento. É fundamental reunir a documentação correta para cada fase para garantir um processo fluido.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Banco CTT já está integrado neste protocolo desde outubro de 2024. É importante saber que o Crédito Sinal Jovem está integrado no crédito principal, facilitando o processo para os mutuários.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Destinado 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atua como fiador do empréstimo.</a:t>
            </a:r>
          </a:p>
          <a:p>
            <a:r>
              <a:t>Cobre a diferença entre LTV usual (85%) e 100%.</a:t>
            </a:r>
          </a:p>
          <a:p>
            <a:r>
              <a:t>A garantia estatal não excede 15% do valor da transação.</a:t>
            </a:r>
          </a:p>
          <a:p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funciona a Garantia do Estado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residente fiscal em Portugal.</a:t>
            </a:r>
          </a:p>
          <a:p>
            <a:r>
              <a:t>Não possuir propriedade urbana em Portugal.</a:t>
            </a:r>
          </a:p>
          <a:p>
            <a:r>
              <a:t>Limite de transação máximo de €450.000,00.</a:t>
            </a:r>
          </a:p>
          <a:p>
            <a:r>
              <a:t>Rendimento máximo até ao 8.º escalão do IRS.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 Limites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Rendimento máximo: €80.000 por mutuário individual.</a:t>
            </a:r>
          </a:p>
          <a:p>
            <a:r>
              <a:t>Rendimento máximo: €160.000 para dois mutuários.</a:t>
            </a:r>
          </a:p>
          <a:p>
            <a:r>
              <a:t>Isenção de IMT e Imposto do Selo até €330.539.</a:t>
            </a:r>
          </a:p>
          <a:p>
            <a:r>
              <a:t>Crédito deve ser para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aferição ocorre em duas fases: Proposta Risco e Enquadramento.</a:t>
            </a:r>
          </a:p>
          <a:p>
            <a:r>
              <a:t>Refusos são emitidos apenas após submissão de risco.</a:t>
            </a:r>
          </a:p>
          <a:p>
            <a:r>
              <a:t>Documentos iniciais: Formulário, IRS e Certidão de domicílio fiscal.</a:t>
            </a:r>
          </a:p>
          <a:p>
            <a:r>
              <a:t>Documentos adicionais: Certificado de registo predial e negativo fiscal.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Banco CTT aderiu ao protocolo em 2 de outubro de 2024.</a:t>
            </a:r>
          </a:p>
          <a:p>
            <a:r>
              <a:t>As operações têm precificação no quadrante 65-85%.</a:t>
            </a:r>
          </a:p>
          <a:p>
            <a:r>
              <a:t>O Crédito Sinal Jovem integra o crédito habitação principal.</a:t>
            </a:r>
          </a:p>
          <a:p>
            <a:r>
              <a:t>Este regime visa facilitar o acesso à primeira habitação.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Operacionalização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