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desenhado especificamente para apoiar os jovens no acesso à habitação. O grande benefício é que permite financiar até 100% do valor do imóvel, o que elimina a necessidade de ter uma entrada substancial.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Português entra como fiador neste processo, o que é crucial para permitir o financiamento total. A garantia limita-se a 15% do valor da transação, ajudando a cobrir a diferença para chegar aos 100% de financiamento.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a elegibilidade. É necessário ter entre 18 e 35 anos, residir fiscalmente em Portugal e cumprir os limites de rendimento e valor do imóvel.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limites de rendimento são definidos por número de mutuários. Além disso, há benefícios fiscais significativos para a primeira habitação, e há requisitos específicos para clientes estrangeiros.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requer documentação organizada em fases. Para iniciar, precisamos de alguns documentos básicos como o formulário de adesão e a declaração de IRS. Posteriormente, são necessários documentos do imóvel.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nossa instituição já está integrada neste protocolo, o que facilita o processo. Se o seu empréstimo for superior a 85% do LTV, podemos aplicar a flag CH Jovem. Estamos disponíveis para guiar o seu processo.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67500"/>
          </a:bodyPr>
          <a:lstStyle/>
          <a:p>
            <a:r>
              <a:t>Crédito Habitação Jovem com Garantia do Estado: Oportunidade para Jovens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Destinado a jovens com 35 anos ou menos.</a:t>
            </a:r>
          </a:p>
          <a:p>
            <a:r>
              <a:t>Criado pelo Decreto-Lei n.º 44/2024, de 10 de julho.</a:t>
            </a:r>
          </a:p>
          <a:p>
            <a:r>
              <a:t>Permite financiar até 100% do valor da casa.</a:t>
            </a:r>
          </a:p>
          <a:p>
            <a:r>
              <a:t>Elimina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Apoio Especial para Jovens Compradores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atua como fiador do empréstimo.</a:t>
            </a:r>
          </a:p>
          <a:p>
            <a:r>
              <a:t>Cobre a diferença entre 85% e 100% de financiamento.</a:t>
            </a:r>
          </a:p>
          <a:p>
            <a:r>
              <a:t>A garantia máxima é de 15% do valor da transação.</a:t>
            </a:r>
          </a:p>
          <a:p>
            <a:r>
              <a:t>Operações são precificadas no quadrante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Como Funciona a Garantia do Estado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não podem exceder o 8.º escalão do IRS.</a:t>
            </a:r>
          </a:p>
          <a:p>
            <a:r>
              <a:t>Limite de valor da transação: até €450.000.</a:t>
            </a:r>
          </a:p>
          <a:p>
            <a:r>
              <a:t>Deve ser para a primeira habitação própria permanente.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Quem Pode Beneficiar Deste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Limite de rendimento: €80.000 (um) ou €160.000 (dois).</a:t>
            </a:r>
          </a:p>
          <a:p>
            <a:r>
              <a:t>Isenção de IMT e Imposto do Selo até €330.539.</a:t>
            </a:r>
          </a:p>
          <a:p>
            <a:r>
              <a:t>Isenção parcial aplica-se até ao valor de €633.453.</a:t>
            </a:r>
          </a:p>
          <a:p>
            <a:r>
              <a:t>Para estrangeiros, é exigido título de residência temporária.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de Rendimento e Isenções Fiscais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a proposta: formulário de adesão e declaração IRS.</a:t>
            </a:r>
          </a:p>
          <a:p>
            <a:r>
              <a:t>Para o enquadramento: certificado de imóvel e certidão AT.</a:t>
            </a:r>
          </a:p>
          <a:p>
            <a:r>
              <a:t>É necessário o certificado de domicílio fiscal.</a:t>
            </a:r>
          </a:p>
          <a:p>
            <a:r>
              <a:t>A FAP formaliza a candidatura e autoriza consultas de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Necessária para a Candidatura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CTT Bank aderiu ao protocolo em 2 de outubro de 2024.</a:t>
            </a:r>
          </a:p>
          <a:p>
            <a:r>
              <a:t>Simulações com LTV &gt; 85% permitem selecionar a flag CH Jovem.</a:t>
            </a:r>
          </a:p>
          <a:p>
            <a:r>
              <a:t>O Serviço de Solicitadoria é opcional, mas aplicável por defeito.</a:t>
            </a:r>
          </a:p>
          <a:p>
            <a:r>
              <a:t>Estamos prontos para analisar o seu caso específico.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Parcerias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