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deverão ser capazes de explicar o que é este regime especial. Vamos focar-nos em entender os requisitos, os benefícios e o processo documental. 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criado para apoiar os jovens no acesso à habitação. É importante saber que este regime foi estabelecido por um diploma legal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desenhado especificamente para jovens até aos 35 anos, conforme o DL n.º 44/2024. O grande atrativo é que permite financiar 100% do valor do imóvel, o que elimina a necessidade de entrada. O Estado Português entra como fiador para cobrir a diferença.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analisar quem pode beneficiar deste crédito. Existem critérios claros de elegibilidade que os candidatos devem cumprir. Estes critérios abrangem idade, residência fiscal e capacidade financeira.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 e o domicílio fiscal em Portugal. É crucial que os rendimentos não ultrapassem o 8.º escalão do IRS. Além disso, há restrições sobre possuir imóveis ou usar esta garantia antes. O valor máximo da transação é de €450.000. Para um mutuário único, o limite de rendimento é de €80.000.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muito importante é a isenção de IMT e Imposto do Selo para a primeira habitação, até um valor específico. A garantia do Estado é fundamental, pois cobre a diferença entre o LTV padrão de 85% e os 100% que o regime permite. Esta garantia não pode exceder 15% do valor da transação. O CTT Bank também faz parte deste protocolo desde outubro de 2024.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passa por várias etapas de avaliação. É importante saber que a avaliação ocorre em duas fases distintas. Além disso, a documentação exigida varia consoante a fase em que o processo se encontra.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dividido em duas etapas: a Proposta de Risco e o Enquadramento da Proposta. É importante notar que as recusas só são emitidas após a análise de risco. Para iniciar, precisa do formulário de adesão e da declaração de IRS. Mais tarde, precisará de certificados do Registo e da Autoridade Tributária. A FAP é o documento que formaliza tudo.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gostaria de fazer três perguntas. A primeira pergunta foca-se na idade máxima, que é 35 anos. A segunda pergunta aborda o papel do Estado como fiador, cobrindo a diferença entre 85% e 100%. A terceira pergunta testa o conhecimento sobre a documentação inicial, que inclui o formulário de adesão e a declaração de IRS.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100% do imóvel, com o Estado a atuar como fiador. Lembrem-se sempre dos critérios de elegibilidade, como a idade e os limites de rendimento. E, claro, o processo exige uma organização documental muito específica em fases distintas.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benefícios e isenções associadas.</a:t>
            </a:r>
          </a:p>
          <a:p>
            <a:r>
              <a:t>Saber quais os documentos necessários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conceito e o enquadramento legal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empréstimo especial para jovens com idade de 35 anos ou menos.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aquisição do imóvel.</a:t>
            </a:r>
          </a:p>
          <a:p>
            <a:r>
              <a:t>Elimina a necessidade de os mutuários terem capitais próprios para a entrada.</a:t>
            </a:r>
          </a:p>
          <a:p>
            <a:r>
              <a:t>O Estado Português atua como fiador do empréstimo.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Detalhar quem pode aceder ao benefício e quais as condições a cumprir.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ter propriedade anterior nem ter usado esta garantia do Estado.</a:t>
            </a:r>
          </a:p>
          <a:p>
            <a:r>
              <a:t>O valor da transação não pode ultrapassar os €450.000.</a:t>
            </a:r>
          </a:p>
          <a:p>
            <a:r>
              <a:t>Limite de rendimento: €80.000 por mutuário individualmente.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na primeira habitação até €330.539.</a:t>
            </a:r>
          </a:p>
          <a:p>
            <a:r>
              <a:t>A garantia do Estado cobre a diferença entre 85% e 100% do valor.</a:t>
            </a:r>
          </a:p>
          <a:p>
            <a:r>
              <a:t>A garantia do Estado não ultrapassa 15% do valor da transação.</a:t>
            </a:r>
          </a:p>
          <a:p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Garantia Estatal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Entender as fases de avaliação e a documentação necessária para avançar.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após a submissão à análise de risco.</a:t>
            </a:r>
          </a:p>
          <a:p>
            <a:r>
              <a:t>Para criar a proposta, são necessários o formulário de adesão e a declaração de IRS.</a:t>
            </a:r>
          </a:p>
          <a:p>
            <a:r>
              <a:t>Para enquadrar a proposta, são necessários certificados do Registo e da Autoridade Tributária.</a:t>
            </a:r>
          </a:p>
          <a:p>
            <a:r>
              <a:t>A FAP formaliza a candidatura, incluindo dados do imóvel e autorização de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e Etapas de Avaliação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a idade máxima para se candidatar ao Crédito Habitação Jovem?</a:t>
            </a:r>
          </a:p>
          <a:p>
            <a:r>
              <a:t>Que tipo de garantia oferece o Estado Português neste regime?</a:t>
            </a:r>
          </a:p>
          <a:p>
            <a:r>
              <a:t>Quais são os dois tipos de documentos necessários para a criação de uma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Crédito Habitação Jovem é um apoio para jovens (até 35 anos) que permite financiar até 100% do imóvel.</a:t>
            </a:r>
          </a:p>
          <a:p>
            <a:r>
              <a:t>O Estado Português garante a diferença, cobrindo o risco até 15% do valor da transação.</a:t>
            </a:r>
          </a:p>
          <a:p>
            <a:r>
              <a:t>Existem critérios rigorosos de elegibilidade, incluindo limites de rendimento e valor da transação.</a:t>
            </a:r>
          </a:p>
          <a:p>
            <a:r>
              <a:t>O processo requer documentação específica, passando por fases de Proposta de Risco e Enquadramento.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