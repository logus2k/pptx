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estarão aptos a explicar o que é este regime especial. Vamos focar-nos nos objetivos principais: entender o conceito, saber quem pode aceder, conhecer os benefícios e saber como iniciar 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notar que este regime foi estabelecido pelo DL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característica mais apelativa é o financiamento de até 100% do valor do imóvel, o que elimina a necessidade de entrada. O Estado Português entra como fiador, cobrindo a diferença entre o LTV padrão de 85% e os 100% que o regime permite. Isto torna o acesso à casa muito mais viável para os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os critérios de elegibilidade. É fundamental que os candidatos saibam se cumprem os requisitos. Estes critérios abrangem idade, domicílio fiscal e capacidade financeira.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Quanto aos rendimentos, o limite é rigoroso: €80.000 por pessoa, podendo chegar a €160.000 para um casal. Também é crucial não possuir bens imóveis antes ou ter usado esta garantia anteriormente.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a transação, sendo que o valor não pode exceder €450.000. Um benefício significativo é a isenção de IMT e Imposto do Selo, mas esta aplica-se a imóveis até €330.539. Além disso,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segue etapas bem definidas. Vamos ver como funciona a avaliação e, em seguida, quais são os documentos que precisam de reunir para cada fase. A documentação é crucial para o sucesso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tem duas etapas: a Proposta de Risco e o Enquadramento de Proposta. É importante saber que as rejeições só ocorrem após a submissão ao risco. Para iniciar, precisam do formulário de adesão e do certificado de domicílio fiscal, juntamente com a declaração de IRS.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a documentação foca-se no imóvel, exigindo certificados do Registo e da Autoridade Tributária, além dos certificados de não-dívida. Se o proponente for estrangeiro, deve apresentar um título de residência temporária válido há pelo menos três anos. Atenção: renovações em curso não são aceites.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idade limite é de 35 anos. O Estado atua como fiador, cobrindo a diferença entre 85% e 100% do valor. Para criar a proposta, são necessários o formulário de adesão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financiamento total com a garantia do Estado. Os benefícios fiscais são um ponto chave, mas os candidatos devem cumprir rigorosos critérios de elegibilidade. Lembrem-se que o processo é faseado e requer muita documentação organizada.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regime de Crédito Habitação Jovem.</a:t>
            </a:r>
          </a:p>
          <a:p>
            <a:r>
              <a:t>Identificar os critérios de elegibilidade para jovens mutuários.</a:t>
            </a:r>
          </a:p>
          <a:p>
            <a:r>
              <a:t>Conhecer os benefícios fiscais associados a esta modalidade.</a:t>
            </a:r>
          </a:p>
          <a:p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mutuários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indivíduo, ou €160.000 para dois.</a:t>
            </a:r>
          </a:p>
          <a:p>
            <a:r>
              <a:t>Não possuir propriedade anterior nem ter usado esta garantia do Estado.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Valor da transação não pode ultrapassar €450.000.</a:t>
            </a:r>
          </a:p>
          <a:p>
            <a:r>
              <a:t>Benefício de isenção de IMT e Imposto do Selo.</a:t>
            </a:r>
          </a:p>
          <a:p>
            <a:r>
              <a:t>Isenção aplica-se a compras da primeira habitação até €330.539.</a:t>
            </a:r>
          </a:p>
          <a:p>
            <a:r>
              <a:t>A garantia do Estado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submeter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Cartas de rejeição são emitidas apenas para propostas submetidas ao risco.</a:t>
            </a:r>
          </a:p>
          <a:p>
            <a:r>
              <a:t>Para criar a proposta, são necessários o formulário de adesão e o certificado de domicílio fiscal.</a:t>
            </a:r>
          </a:p>
          <a:p>
            <a:r>
              <a:t>A declaração de IRS ou certificados de SS/pensionista são também exigidos.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enquadramento, são necessários certificados do Registo e Autoridade Tributária.</a:t>
            </a:r>
          </a:p>
          <a:p>
            <a:r>
              <a:t>Exigem-se certificados de não-dívida da AT e SS, e o documento CPCV/FAP.</a:t>
            </a:r>
          </a:p>
          <a:p>
            <a:r>
              <a:t>Para estrangeiros, é obrigatório título de residência temporária com pelo menos 3 anos de emissão.</a:t>
            </a:r>
          </a:p>
          <a:p>
            <a:r>
              <a:t>Este título deve estar válido na data da análise, renovações em processo não são aceites.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Enquadramento e Outros Requisitos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idade para beneficiar do Crédito Habitação Jovem?</a:t>
            </a:r>
          </a:p>
          <a:p>
            <a:r>
              <a:t>Que tipo de garantia o Estado Português fornece neste regime?</a:t>
            </a:r>
          </a:p>
          <a:p>
            <a:r>
              <a:t>Quais são os dois tipos de documentos necessários para a criação da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(&lt;= 35 anos) que permite financiamento de até 100%.</a:t>
            </a:r>
          </a:p>
          <a:p>
            <a:r>
              <a:t>O Estado garante a diferença de financiamento, e há isenção fiscal para certas compras.</a:t>
            </a:r>
          </a:p>
          <a:p>
            <a:r>
              <a:t>Os requisitos incluem idade, domicílio fiscal e rendimentos limitados (até €160.000 para dois).</a:t>
            </a:r>
          </a:p>
          <a:p>
            <a:r>
              <a:t>O processo exige documentação específica para a criação e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