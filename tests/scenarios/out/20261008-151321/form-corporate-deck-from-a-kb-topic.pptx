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habitação. É importante notar que este programa foi estabelecido recentemente, pelo DL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das grandes vantagens deste regime é a possibilidade de financiar o valor total do imóvel. O Estado Português entra como fiador para cobrir essa diferença.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serem elegíveis, os candidatos devem cumprir critérios específicos de idade, residência e rendimento. Além disso, há restrições sobre a posse de bens anteriores.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 facilitado, os mutuários beneficiam de importantes vantagens fiscais. Esta isenção aplica-se à compra da primeira habitação, até um determinado valor.</a:t>
            </a:r>
          </a:p>
          <a:p/>
          <a:p>
            <a:r>
              <a:t>Fonte: 11 - Crédito Habitação Jovem ·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fases de avaliação. Para iniciar, é necessário apresentar documentação específica, como o formulário de adesão e a declaração de IRS.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cumpre os requisitos, o próximo passo é formalizar a sua proposta. Estamos disponíveis para guiá-lo através de todo o processo, desde a avaliação de risco até à concretização do seu sonho.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de Morar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Criado pelo DL n.º 44/2024, de 10 de julho.</a:t>
            </a:r>
          </a:p>
          <a:p>
            <a:r>
              <a:t>Destina-se a jovens com idade até aos 35 anos.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 até aos 35 Anos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garante a diferença do LTV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Necessidade de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domicílio fiscal em Portugal.</a:t>
            </a:r>
          </a:p>
          <a:p>
            <a:r>
              <a:t>Rendimentos abaixo do 8.º escalão do IRS.</a:t>
            </a:r>
          </a:p>
          <a:p>
            <a:r>
              <a:t>Não possuir propriedade anterior nem usar esta garantia.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Critérios de Elegibilidade Essenciais para Acesso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Selo.</a:t>
            </a:r>
          </a:p>
          <a:p>
            <a:r>
              <a:t>Válido para a primeira habitação permanente.</a:t>
            </a:r>
          </a:p>
          <a:p>
            <a:r>
              <a:t>Até a um valor de transação de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na Compra da Primeira Habitação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Documentos incluem formulário de adesão e IRS.</a:t>
            </a:r>
          </a:p>
          <a:p>
            <a:r>
              <a:t>Certificado de domicílio fiscal é um requisito obrigatório.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Apresente a sua proposta para avaliação de risco.</a:t>
            </a:r>
          </a:p>
          <a:p>
            <a:r>
              <a:t>Verifique os limites de rendimento e valor da transação.</a:t>
            </a:r>
          </a:p>
          <a:p>
            <a:r>
              <a:t>O CTT Bank está pronto para apoiar o seu sonho.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Passos: Consulte-nos para Iniciar o Seu Projeto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