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Decreto-Lei n.º 44/2024 estabelece as condições para esta garantia do Estado.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dos grandes benefícios é a possibilidade de financiar o valor total da aquisição. O Estado Português atua como fiador, cobrindo a diferença entre o LTV padrão e os 100% do valor.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 elegibilidade, focados na idade, residência e capacidade financeira. Os mutuários devem cumprir requisitos como não possuir bens anteriores e respeitar o limite de rendimentos.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financeiros são bem definidos, tanto para os rendimentos como para o valor do imóvel. Além disso, há benefícios fiscais importantes para a primeira habitação própria permanente.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distintas, começando com a análise de risco. A documentação necessária varia consoante a fase, sendo fundamental apresentar os comprovativos fiscais e registos do imóvel.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operacionalização do regime envolve parcerias bancárias, como a adesão do Banco CTT. É importante notar que o Crédito Sinal Jovem está integrado no crédito principal, facilitando o processo.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Proprietários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especial.</a:t>
            </a:r>
          </a:p>
          <a:p>
            <a:r>
              <a:t>Estabelecido pelo Decreto-Lei n.º 44/2024.</a:t>
            </a:r>
          </a:p>
          <a:p>
            <a:r>
              <a:t>Destina-se a jovens com idade de 35 anos ou menos.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financiar até 100% do valor do imóvel.</a:t>
            </a:r>
          </a:p>
          <a:p>
            <a:r>
              <a:t>Elimina a necessidade de capitais próprios para a entrada.</a:t>
            </a:r>
          </a:p>
          <a:p>
            <a:r>
              <a:t>O Estado garante a diferença do LTV (85%) para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e Eliminação de 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Não pode haver propriedade anterior nem uso prévio desta garantia.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Rigorosos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de rendimento: €80.000 (individual) ou €160.000 (dois).</a:t>
            </a:r>
          </a:p>
          <a:p>
            <a:r>
              <a:t>Valor da transação não pode ultrapassar €450.000.</a:t>
            </a:r>
          </a:p>
          <a:p>
            <a:r>
              <a:t>Isenção de IMT e Imposto do Selo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Financeiros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avaliada em duas fases: Risco e Enquadramento.</a:t>
            </a:r>
          </a:p>
          <a:p>
            <a:r>
              <a:t>Para a proposta, são necessários formulário, IRS e domicílio fiscal.</a:t>
            </a:r>
          </a:p>
          <a:p>
            <a:r>
              <a:t>Para o enquadramento, exigem-se certificados do Registo e Autoridade Tributária.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As operações são precificadas no quadrante 65-85%.</a:t>
            </a:r>
          </a:p>
          <a:p>
            <a:r>
              <a:t>O Crédito Sinal Jovem integra o crédito habitação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Parcerias e Próximos Passos Operacionais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