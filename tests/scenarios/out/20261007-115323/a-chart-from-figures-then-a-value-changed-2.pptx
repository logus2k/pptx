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Vendas por Ano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120.0</c:v>
                </c:pt>
                <c:pt idx="1">
                  <c:v>150.0</c:v>
                </c:pt>
                <c:pt idx="2">
                  <c:v>180.0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Vendas por Ano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Vendas por ano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75360" y="1508760"/>
          <a:ext cx="1024128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