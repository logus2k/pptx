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0" y="1474470"/>
            <a:ext cx="2682240" cy="3086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1988820"/>
            <a:ext cx="2682240" cy="3086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503170"/>
            <a:ext cx="2682240" cy="3086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017520"/>
            <a:ext cx="2682240" cy="3086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