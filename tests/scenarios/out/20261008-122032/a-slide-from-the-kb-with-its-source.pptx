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Apresentação sobre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Permite financiamento de até 100% do valor de aquisição, eliminando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Garantia prestada pelo Estado Português, cobrindo a diferença entre o LTV máximo (85%) e 100%.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Propriedade: Não podem ser proprietários de prédio urbano ou fração autónoma de prédio urbano habitacional.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Garantia do Estado: Não ultrapassar 15% do valor da transação.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08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Idade: Mutuários entre 18 e 35 anos.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ext cx="0" cy="747712"/>
          </a:xfrm>
        </p:spPr>
        <p:txBody>
          <a:bodyPr/>
          <a:lstStyle/>
          <a:p>
            <a:r>
              <a:t>Garantia Anterior: Não podem ter usufruído da garantia pessoal do Estado ao abrigo do Decreto-Lei n.º 44/2024.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9" sz="quarter"/>
          </p:nvPr>
        </p:nvSpPr>
        <p:spPr>
          <a:xfrm>
            <a:ext cx="0" cy="747712"/>
          </a:xfrm>
        </p:spPr>
        <p:txBody>
          <a:bodyPr/>
          <a:lstStyle/>
          <a:p>
            <a:r>
              <a:t>Rendimentos: Rendimentos não podem ultrapassar o 8.º escalão do IRS (limite máximo de 80.000€ por mutuário individual).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Finalidade: O crédito deve ser para a primeira aquisição de habitação própria permanente.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2" sz="quarter"/>
          </p:nvPr>
        </p:nvSpPr>
        <p:spPr/>
        <p:txBody>
          <a:bodyPr/>
          <a:lstStyle/>
          <a:p>
            <a:r>
              <a:t>07</a:t>
            </a:r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>
            <a:normAutofit fontScale="72500"/>
          </a:bodyPr>
          <a:lstStyle/>
          <a:p>
            <a:r>
              <a:t>Condições do Crédito Habitação Jovem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Domicílio Fiscal: Devem ter domicílio fiscal em Portugal.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36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>
            <a:r>
              <a:t>Valor da Transação: Não deve exceder 450.000,00 euros.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