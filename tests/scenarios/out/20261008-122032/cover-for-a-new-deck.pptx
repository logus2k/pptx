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ao crédito habitação destinado a jovens (até 35 anos).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o Crédito Habitação Jovem.</a:t>
            </a:r>
          </a:p>
          <a:p>
            <a:r>
              <a:t>Público-Alvo: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Regime especial de acesso ao crédito habitação destinado a jovens (até 35 anos).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