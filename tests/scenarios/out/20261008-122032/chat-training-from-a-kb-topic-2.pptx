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explicar o que é este regime especial. Vamos focar-nos nos benefícios, nos requisitos e no processo de candidatura. 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CH Jovem. Este é um regime de crédito habitação desenhado especificamente para apoiar jovens compradores de casa. É importante saber que este regime foi estabelecido por um diploma legal específico.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características centrais deste regime são muito atrativas. O foco é apoiar quem está a começar a vida profissional e a comprar casa. O facto de permitir 100% de financiamento é um grande diferencial, pois elimina a barreira da entrada inicial.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aspeto crucial deste regime é a intervenção do Estado. O Estado atua como garantidor, o que permite que os bancos ofereçam condições mais vantajosas. Vamos ver como esta garantia funciona na prática.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estatal é o que possibilita o financiamento a 100%. Normalmente, o LTV é de 85%, mas o Estado cobre a diferença. É importante notar que esta garantia tem um limite máximo de 15% do valor da transação. O CTT Bank já está integrado neste protocolo.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entendemos o que é e como funciona a garantia, precisamos de saber quem pode aceder a este benefício. Os critérios são específicos e envolvem idade, residência e rendimentos. Vamos rever cada um deles com atenção.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a idade e a residência são fundamentais. Além disso, há restrições sobre propriedade prévia e o valor do imóvel. O limite de rendimento é rigorosamente definido pelo 8º escalão do IRS, com valores específicos para um ou dois mutuários.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benefícios fiscais importantes, como a isenção de impostos para quem compra a primeira casa. Também vamos ver como é que a avaliação da elegibilidade é feita, em fases distintas.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benefícios fiscais são significativos, especialmente para valores mais baixos. O processo de avaliação é estruturado em duas etapas, o que garante uma análise cuidadosa. Para clientes estrangeiros, há requisitos adicionais de comprovação de residência.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16 - Oferta Estrangeiros no Crédito Habitação &gt;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é preciso reunir a documentação correta. Existem documentos diferentes para a criação inicial da proposta e para o seu enquadramento final. Vamos rever o que é pedido em cada fase.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&gt; Documentação para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documentação é dividida em duas listas. Para iniciar, precisamos dos documentos pessoais e fiscais. Para confirmar a proposta, são necessários documentos do imóvel. Lembrem-se que os estrangeiros devem apresentar um título de residência com um histórico mínimo.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&gt; Documentação para Crédito Habitação Jovem com Garantia do Estado - https://logus2k.com/cortex/?open=ch&amp;path=CH%2F05%20-%20Documentos%20Necess%C3%A1rios.docx&amp;page=1</a:t>
            </a:r>
          </a:p>
          <a:p>
            <a:r>
              <a:t>Fonte: 16 - Oferta Estrangeiros no Crédito Habitação &gt;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idade máxima é 35 anos. A garantia do Estado não pode exceder 15% do valor da transação. Para o enquadramento, são necessários o certificado de registo predial e os certificados fiscais.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CH Jovem é uma ferramenta poderosa para jovens que querem comprar casa sem grandes entraves financeiros. A garantia estatal é o pilar que permite o financiamento total. Não se esqueçam dos benefícios fiscais e da importância de preparar toda a documentação corretamente para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Jovem: Um Regime Especial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 (CH Jovem).</a:t>
            </a:r>
          </a:p>
          <a:p>
            <a:r>
              <a:t>Identificar os critérios de elegibilidade para este regime.</a:t>
            </a:r>
          </a:p>
          <a:p>
            <a:r>
              <a:t>Saber quais os benefícios e vantagens do CH Jovem.</a:t>
            </a:r>
          </a:p>
          <a:p>
            <a:r>
              <a:t>Conhecer a documentação necessária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de crédito habitação especial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especial para jovens com 35 anos ou menos.</a:t>
            </a:r>
          </a:p>
          <a:p>
            <a:r>
              <a:t>Estabelecido pelo Decreto-Lei n.º 44/2024, de 10 de julho.</a:t>
            </a:r>
          </a:p>
          <a:p>
            <a:r>
              <a:t>Permite financiamento de até 100% do valor da compra.</a:t>
            </a:r>
          </a:p>
          <a:p>
            <a:r>
              <a:t>Elimina a necessidade de entrada inicial (down payment).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Garantia do Estado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o papel da garantia do Estado no financiamento.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Funciona a Garantia Estatal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Estado garante a diferença entre o LTV usual (85%) e 100%.</a:t>
            </a:r>
          </a:p>
          <a:p>
            <a:r>
              <a:t>A garantia do Estado não ultrapassa 15% do valor da transação.</a:t>
            </a:r>
          </a:p>
          <a:p>
            <a:r>
              <a:t>Permite financiamento até 100% ou, no mínimo, 85%.</a:t>
            </a:r>
          </a:p>
          <a:p>
            <a:r>
              <a:t>O CTT Bank aderiu ao protocolo em 2 de outubro de 2024.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Conhecer os requisitos para se qualificar para o CH Jovem.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e residência fiscal em Portugal.</a:t>
            </a:r>
          </a:p>
          <a:p>
            <a:r>
              <a:t>Não possuir propriedade anterior nem ter usado esta garantia estatal.</a:t>
            </a:r>
          </a:p>
          <a:p>
            <a:r>
              <a:t>O valor da transação não pode exceder €450.000.</a:t>
            </a:r>
          </a:p>
          <a:p>
            <a:r>
              <a:t>Rendimento máximo de até 8º escalão do IRS por indivíduo.</a:t>
            </a:r>
          </a:p>
          <a:p>
            <a:r>
              <a:t>O limite máximo é €80.000 por indivíduo ou €160.000 para dois.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Processo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as vantagens fiscais e as fases de avaliação da candidatura.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e Avaliação da Candidatura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Isenção de IMT e Imposto do Selo para compras até €330.539.</a:t>
            </a:r>
          </a:p>
          <a:p>
            <a:r>
              <a:t>Avaliação em duas fases: Proposta de Risco e Enquadramento da Proposta.</a:t>
            </a:r>
          </a:p>
          <a:p>
            <a:r>
              <a:t>Recusas só são emitidas após a submissão à fase de risco.</a:t>
            </a:r>
          </a:p>
          <a:p>
            <a:r>
              <a:t>Para estrangeiros, residência deve ser provada com título de 3 anos.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os documentos exigidos para a criação e enquadramento da proposta.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para a Candidatura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Criação da Proposta: Formulário de adesão, IRS ou certificados de pensão, certificado de domicílio fiscal.</a:t>
            </a:r>
          </a:p>
          <a:p>
            <a:r>
              <a:t>Enquadramento da Proposta: Certificado de registo predial, certificados fiscais (sem dívidas), prova do valor de aquisição.</a:t>
            </a:r>
          </a:p>
          <a:p>
            <a:r>
              <a:t>Para estrangeiros, título de residência temporário válido há pelo menos 3 anos.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a idade máxima para beneficiar do Crédito Habitação Jovem?</a:t>
            </a:r>
          </a:p>
          <a:p>
            <a:r>
              <a:t>Que percentagem do valor da transação a garantia do Estado não pode exceder?</a:t>
            </a:r>
          </a:p>
          <a:p>
            <a:r>
              <a:t>Quais são os dois tipos de documentos necessários para o enquadramento da proposta?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(&lt;= 35 anos) com financiamento até 100%.</a:t>
            </a:r>
          </a:p>
          <a:p>
            <a:r>
              <a:t>A Garantia do Estado cobre a diferença do LTV, até um limite de 15%.</a:t>
            </a:r>
          </a:p>
          <a:p>
            <a:r>
              <a:t>Existem benefícios fiscais, como isenção de IMT para valores até €330.539.</a:t>
            </a:r>
          </a:p>
          <a:p>
            <a:r>
              <a:t>O processo exige documentação específica para 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