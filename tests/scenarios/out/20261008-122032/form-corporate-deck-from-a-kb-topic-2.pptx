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grande benefício é que permite financiar até 100% do valor do imóvel, eliminando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assume um papel crucial como fiador neste processo. Esta garantia permite que os jovens consigam financiamentos mais elevados, chegando até 100% do valor de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aceder a este benefício. É fundamental cumprir os requisitos de idade, residência e rendimentos, além de se tratar de uma primeira habitação.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apoio financeiro, existem vantagens fiscais importantes. Os compradores beneficiam de isenção de IMT e Imposto do Selo, desde que o imóvel se enquadre no valor estabelecido.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fases de avaliação. É importante reunir a documentação correta desde o início, como o formulário de adesão e os documentos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está formalizado e operacionalizado, como demonstrado pela adoção do protocolo pelo Banco CTT. Recomendamos que verifique os requisitos específicos, especialmente se for cliente estrangeiro.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&gt;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com 35 anos ou menos.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Apoio ao Jovem Comprador de Casa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estatal não ultrapassa 15% do valor.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Estatal para Aumentar o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abaixo do 8.º escalão do IRS.</a:t>
            </a:r>
          </a:p>
          <a:p>
            <a:r>
              <a:t>Valor da transação não pode exceder €450.000.</a:t>
            </a:r>
          </a:p>
          <a:p>
            <a:r>
              <a:t>O crédito deve ser para 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Elegibilidade para Jovens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aplicável.</a:t>
            </a:r>
          </a:p>
          <a:p>
            <a:r>
              <a:t>Válido para imóveis até ao valor de €330.539.</a:t>
            </a:r>
          </a:p>
          <a:p>
            <a:r>
              <a:t>Benefício para a aquisição da primeira habitação.</a:t>
            </a:r>
          </a:p>
          <a:p>
            <a:r>
              <a:t>Condição específica para o valor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Compra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da elegibilidade ocorre em duas fases.</a:t>
            </a:r>
          </a:p>
          <a:p>
            <a:r>
              <a:t>Documentos iniciais incluem formulário de adesão e IRS.</a:t>
            </a:r>
          </a:p>
          <a:p>
            <a:r>
              <a:t>Para enquadramento, precisa de certidão do registo predial.</a:t>
            </a:r>
          </a:p>
          <a:p>
            <a:r>
              <a:t>Apresentar a documentação correta é essencial para o processo.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protocolo foi adotado pelo Banco CTT em 2 de outubro de 2024.</a:t>
            </a:r>
          </a:p>
          <a:p>
            <a:r>
              <a:t>A garantia do Estado é automaticamente caracterizada no sistema.</a:t>
            </a:r>
          </a:p>
          <a:p>
            <a:r>
              <a:t>Verifique os requisitos específicos para clientes estrangeiros.</a:t>
            </a:r>
          </a:p>
          <a:p>
            <a:r>
              <a:t>Consulte a documentação completa para iniciar o seu processo.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Formalização do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