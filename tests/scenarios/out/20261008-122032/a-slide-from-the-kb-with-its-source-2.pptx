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Fontes consultadas:</a:t>
            </a:r>
          </a:p>
          <a:p>
            <a:r>
              <a:t>- 11 - Crédito Habitação Jovem, Crédito Habitação Jovem - Garantia do Estado &gt; O que é o Crédito Habitação Jovem, Crédito Habitação Jovem - Garantia do Estado, p. 1,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11 - Crédito Habitação Jovem, Crédito Habitação Jovem - Garantia do Estado, p. 1,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Crédito Habitação Jovem com Garantia do Estado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1" sz="quarter"/>
          </p:nvPr>
        </p:nvSpPr>
        <p:spPr/>
        <p:txBody>
          <a:bodyPr/>
          <a:lstStyle/>
          <a:p>
            <a:r>
              <a:t>Regime especial para jovens (até 35 anos) para acesso à habitação própria permanente.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3" sz="quarter"/>
          </p:nvPr>
        </p:nvSpPr>
        <p:spPr/>
        <p:txBody>
          <a:bodyPr/>
          <a:lstStyle/>
          <a:p>
            <a:r>
              <a:t>Permite financiamento de até 100% do valor de aquisição, eliminando a necessidade de capitais próprios para a entrada.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5" sz="quarter"/>
          </p:nvPr>
        </p:nvSpPr>
        <p:spPr/>
        <p:txBody>
          <a:bodyPr/>
          <a:lstStyle/>
          <a:p>
            <a:r>
              <a:t>Garantia prestada pelo Estado Português, cobrindo a diferença entre o LTV máximo (85%) e os 100% do valor de aquisição.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Acesso facilitado à habitação para jovens em Portugal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67500"/>
          </a:bodyPr>
          <a:lstStyle/>
          <a:p>
            <a:r>
              <a:t>Condições do Crédito Habitação Jovem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>
          <a:xfrm>
            <a:ext cx="0" cy="1179225"/>
          </a:xfrm>
        </p:spPr>
        <p:txBody>
          <a:bodyPr/>
          <a:lstStyle/>
          <a:p>
            <a:r>
              <a:t>Idade: Entre 18 e 35 anos.</a:t>
            </a:r>
          </a:p>
          <a:p>
            <a:r>
              <a:t>Domicílio fiscal em Portugal.</a:t>
            </a:r>
          </a:p>
          <a:p>
            <a:r>
              <a:t>Rendimento: Não ultrapassar o 8.º escalão do IRS (limite individual de 80.000€).</a:t>
            </a:r>
          </a:p>
          <a:p>
            <a:r>
              <a:t>Propriedade: Não ser proprietário de prédio urbano ou fração autónoma.</a:t>
            </a:r>
          </a:p>
          <a:p>
            <a:r>
              <a:t>Histórico: Nunca ter usufruído da garantia pessoal do Estado ao abrigo deste regime.</a:t>
            </a:r>
          </a:p>
          <a:p>
            <a:r>
              <a:t>Valor da Transação: Não exceder 450.000,00 euros.</a:t>
            </a:r>
          </a:p>
          <a:p>
            <a:r>
              <a:t>Finalidade: Destinar-se à primeira aquisição de habitação própria permanente.</a:t>
            </a:r>
          </a:p>
          <a:p>
            <a:r>
              <a:t>Garantia: A garantia pessoal do Estado não ultrapassar 15% do valor da transação.</a:t>
            </a:r>
          </a:p>
          <a:p>
            <a:r>
              <a:t>Regularização: Situação fiscal e previdencial regularizada.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