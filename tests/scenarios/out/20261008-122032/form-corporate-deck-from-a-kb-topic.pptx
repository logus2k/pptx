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Os critérios de elegibilidade são claros e focados em apoiar quem está a iniciar a vida profissional em Portugal.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principal vantagem deste crédito é a possibilidade de financiar o valor total do imóvel. O Estado assume parte do risco, permitindo que os jovens não precisem de um grande valor inicial.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tanto para o valor do imóvel como para os rendimentos dos mutuários. Além disso, há benefícios fiscais significativos aplicáveis à primeira habitação.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exige documentação em duas fases: criação da proposta e enquadramento. É crucial ter em mãos os documentos fiscais e registos do imóvel para avançar.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etapas, garantindo que a análise de risco é feita de forma rigorosa. O CTT Bank já faz parte deste protocolo de apoio.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for um cliente estrangeiro, há requisitos adicionais de residência que devem ser cumpridos. É fundamental que o título de residência esteja válido no momento da análise do crédito.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67500"/>
          </a:bodyPr>
          <a:lstStyle/>
          <a:p>
            <a:r>
              <a:t>Crédito Habitação Jovem com Garantia do Estado: Oportunidade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Destinado a jovens com 35 anos ou menos.</a:t>
            </a:r>
          </a:p>
          <a:p>
            <a:r>
              <a:t>Requer idade entre 18 e 35 anos.</a:t>
            </a:r>
          </a:p>
          <a:p>
            <a:r>
              <a:t>É necessário domicílio fiscal em Portugal.</a:t>
            </a:r>
          </a:p>
          <a:p>
            <a:r>
              <a:t>Rendimentos devem ser inferiores ao 8.º escalão do IRS.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aceder ao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  <a:p>
            <a:r>
              <a:t>O Estado garante a diferença entre 85% e 100% do valor.</a:t>
            </a:r>
          </a:p>
          <a:p>
            <a:r>
              <a:t>A garantia do Estado não excede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Condições financeiras vantajosas para a compra da casa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Valor da transação não pode ultrapassar €450.000.</a:t>
            </a:r>
          </a:p>
          <a:p>
            <a:r>
              <a:t>O crédito deve ser para a primeira habitação própria permanente.</a:t>
            </a:r>
          </a:p>
          <a:p>
            <a:r>
              <a:t>Isenção de IMT e Imposto do Selo até €330.539.</a:t>
            </a:r>
          </a:p>
          <a:p>
            <a:r>
              <a:t>Limite de rendimento: €80.000 por pessoa (ou €160.000 para dois).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e benefícios fiscais importantes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a proposta: formulário de adesão e declaração IRS.</a:t>
            </a:r>
          </a:p>
          <a:p>
            <a:r>
              <a:t>Para o enquadramento: certidão do registo predial e certificados de não-dívida.</a:t>
            </a:r>
          </a:p>
          <a:p>
            <a:r>
              <a:t>É obrigatório o certificado de domicílio fiscal.</a:t>
            </a:r>
          </a:p>
          <a:p>
            <a:r>
              <a:t>A FAP formaliza a candidatura, incluindo autorização de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necessária para iniciar o processo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As cartas de recusa são emitidas apenas após submissão à análise de risco.</a:t>
            </a:r>
          </a:p>
          <a:p>
            <a:r>
              <a:t>O Serviço de Solicitadoria é opcional, mas aplicado por defeito em aquisições.</a:t>
            </a:r>
          </a:p>
          <a:p>
            <a:r>
              <a:t>O CTT Bank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avaliação da elegibilidade?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estrangeiros, é exigido título de residência temporária.</a:t>
            </a:r>
          </a:p>
          <a:p>
            <a:r>
              <a:t>Este título deve ter sido emitido há pelo menos 3 anos.</a:t>
            </a:r>
          </a:p>
          <a:p>
            <a:r>
              <a:t>O título de residência deve estar válido na data da análise.</a:t>
            </a:r>
          </a:p>
          <a:p>
            <a:r>
              <a:t>Títulos em renovação não são aceites para este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Considerações para clientes estrangeiros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