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entender o que é este regime especial. Vamos focar-nos nos requisitos, na proteção do Estado e no processo de candidatura.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específico criado para apoiar os jovens no acesso à habitação. É importante saber a base legal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valor do imóvel. Isto significa que não precisa de ter um valor inicial para a entrada. O Estado Português entra como fiador para cobrir essa diferença, que normalmente seria de 15%.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ver quem pode beneficiar deste regime. Existem critérios claros de elegibilidade que os candidatos devem cumprir. É fundamental verificar estes requisitos antes de avançar com qualquer pedido.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específicos. A idade e a residência fiscal são básicas. No que toca aos rendimentos, o limite é de €80.000 por pessoa, podendo subir para €160.000 em caso de casal. Além disso, o imóvel deve ser para primeira habitação própria permanente e o valor não pode passar os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foca-se nos benefícios diretos que o mutuário recebe. Além do financiamento total, existem vantagens fiscais importantes. Vamos também ver como a garantia do Estado opera na prática.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chave é a isenção de IMT e Imposto do Selo até um certo valor. A garantia do Estado limita-se a 15% do valor da transação. É importante notar que o Banco CTT já está integrado neste protocolo desde outubro de 2024.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definidas. Vamos ver como é feita a avaliação do risco e que documentos são pedidos em cada etapa. A organização da documentação é crucial para um processo rápido.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começa com a submissão da proposta de risco. É importante saber que a recusa só ocorre após esta fase. A documentação varia: para criar a proposta, precisa de documentos pessoais como o IRS; para enquadrar, precisa de documentos do imóvel. Para estrangeiros, o título de residência deve ser válido há pelo menos 3 anos.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resposta para a primeira pergunta é €80.000. Para a segunda, são as certidões do Registo e Autoridade Tributária, juntamente com o valor de aquisição. E para a terceira, é a obrigação de possuir um título de residência temporária válido há pelo menos 3 anos.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apoio robusto para jovens. Ele elimina a necessidade de entrada através da garantia do Estado. Lembrem-se dos limites de rendimento e do valor da transação. O sucesso da candidatura depende da correta apresentação da documentação em ambas as fases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Saber como funciona a garantia do Estado.</a:t>
            </a:r>
          </a:p>
          <a:p>
            <a:r>
              <a:t>Conhecer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com idade de 35 ou menos.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o LTV usual (85%) e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Detalhar quem pode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ser residente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 individual.</a:t>
            </a:r>
          </a:p>
          <a:p>
            <a:r>
              <a:t>Para dois mutuários, o limite é de até €160.000 (com fator familiar).</a:t>
            </a:r>
          </a:p>
          <a:p>
            <a:r>
              <a:t>Não ter propriedade anterior nem ter usado garantia pessoal do Estado.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Garantia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os benefícios fiscais e o papel da garantia do Estado.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para primeira habitação até €330.539.</a:t>
            </a:r>
          </a:p>
          <a:p>
            <a:r>
              <a:t>A garantia pessoal do Estado não excede 15% do valor da transação.</a:t>
            </a:r>
          </a:p>
          <a:p>
            <a:r>
              <a:t>Permite financiamento até 100% ou, no mínimo, 85%.</a:t>
            </a:r>
          </a:p>
          <a:p>
            <a:r>
              <a:t>O Banco CTT aderiu ao protocolo em 2 de outubro de 2024.</a:t>
            </a:r>
          </a:p>
          <a:p>
            <a:r>
              <a:t>Simulações permitem selecionar a opção LTV &gt;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e Operacionalização da Garantia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7500"/>
          </a:bodyPr>
          <a:lstStyle/>
          <a:p>
            <a:r>
              <a:t>Entender as etapas de avaliação e os documentos necessários.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Avaliação em duas fases: Proposta de Risco e Enquadramento de Proposta.</a:t>
            </a:r>
          </a:p>
          <a:p>
            <a:r>
              <a:t>Cartas de recusa só são emitidas após submissão à análise de risco.</a:t>
            </a:r>
          </a:p>
          <a:p>
            <a:r>
              <a:t>Para criar a proposta: formulário de adesão, IRS ou certificados de SS, e domicílio fiscal.</a:t>
            </a:r>
          </a:p>
          <a:p>
            <a:r>
              <a:t>Para enquadrar a proposta: certidões do Registo e Autoridade Tributária, e valor de aquisição (ex: CPCV).</a:t>
            </a:r>
          </a:p>
          <a:p>
            <a:r>
              <a:t>Para clientes estrangeiros, é exigido título de residência temporária válido há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Etapas e Documentos Necessários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um mutuário individual no CH Jovem?</a:t>
            </a:r>
          </a:p>
          <a:p>
            <a:r>
              <a:t>Que tipo de documentos são necessários para a fase de 'Enquadramento de Proposta'?</a:t>
            </a:r>
          </a:p>
          <a:p>
            <a:r>
              <a:t>Qual é a condição específica para clientes estrangeiros no CH Jovem?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regime para jovens (até 35 anos) que permite financiar até 100% do imóvel.</a:t>
            </a:r>
          </a:p>
          <a:p>
            <a:r>
              <a:t>O Estado atua como fiador, cobrindo a diferença de LTV, e há isenção fiscal em certos limites.</a:t>
            </a:r>
          </a:p>
          <a:p>
            <a:r>
              <a:t>Os critérios incluem idade, residência fiscal e limites de rendimento específicos.</a:t>
            </a:r>
          </a:p>
          <a:p>
            <a:r>
              <a:t>O processo exige documentação detalhada, dividida em criação e enquadramento de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