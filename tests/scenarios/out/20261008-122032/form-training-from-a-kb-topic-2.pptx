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deverão ser capazes de explicar o que é este regime especial. Vamos focar-nos nos requisitos, nos benefícios e no processo documental. O objetivo é que saiam daqui com um conhecimento sólido sobre 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Este é um regime específico criado para apoiar os jovens no acesso à habitação. É importante entender a sua natureza e quem o estabeleceu.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é muito vantajoso, pois permite financiar até 100% do valor do imóvel. Isto significa que não precisam de ter uma entrada significativa. O Estado Português entra como fiador para cobrir a diferença entre o LTV padrão de 85% e os 100% que o regime permite.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que sabemos o que é, vamos ver quem pode beneficiar deste regime. Os critérios são específicos e envolvem idade, residência e rendimentos. É crucial cumprir todos estes requisitos para avançar com o processo.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básicos incluem a idade, que deve estar entre 18 e 35 anos, e o domicílio fiscal em Portugal. Quanto aos rendimentos, o limite é rigoroso, sendo de €80.000 para um mutuário. Se houver dois, o limite é de €160.000, aplicando-se o fator de família.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restrições importantes sobre a propriedade e o valor. O imóvel deve ser para primeira habitação permanente e o valor não pode exceder €450.000. Para cidadãos estrangeiros, há um requisito adicional de ter um título de residência temporário válido há pelo menos três anos.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não só facilita o financiamento, como também oferece vantagens fiscais significativas. Vamos detalhar os benefícios, como a isenção de impostos e a cobertura do Estado.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dos maiores benefícios é a isenção de IMT e Imposto do Selo, desde que o imóvel não ultrapasse €330.539. Além disso, o Estado garante a cobertura, assegurando que o financiamento chega a 100%. O CTT Bank já faz parte deste protocolo.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tem duas fases principais: a Proposta de Risco e o Enquadramento da Proposta. É fundamental saber que a rejeição só ocorre após a submissão à análise de risco. Vamos ver o que é preciso para cada fase.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exige documentação em duas fases. Na criação da proposta, precisam do formulário de adesão e do certificado de domicílio fiscal. Para o enquadramento, são necessários documentos do imóvel, como os certificados do Registo e da AT. A FAP é o documento que formaliza tudo.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aqui estão três perguntas. A resposta para a primeira é €160.000. A segunda é a isenção de IMT e Imposto do Selo. A terceira é no enquadramento da proposta.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jovens. Permite financiar 100% do imóvel com a garantia do Estado. Lembrem-se dos critérios de elegibilidade, como a idade e o rendimento. E, claro, o processo exige atenção à documentação em cada etapa.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para este regime.</a:t>
            </a:r>
          </a:p>
          <a:p>
            <a:r>
              <a:t>Saber quais os benefícios e isenções aplicáveis.</a:t>
            </a:r>
          </a:p>
          <a:p>
            <a:r>
              <a:t>Conhecer a documentação necessária para a candidatura.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Apresentar o regime de crédito habitação especial para jovens.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especial para jovens com idade de 35 anos ou menos.</a:t>
            </a:r>
          </a:p>
          <a:p>
            <a:r>
              <a:t>Foi estabelecido pelo Decreto-Lei n.º 44/2024, de 10 de julho.</a:t>
            </a:r>
          </a:p>
          <a:p>
            <a:r>
              <a:t>Permite financiar até 100% do valor de compra do imóvel.</a:t>
            </a:r>
          </a:p>
          <a:p>
            <a:r>
              <a:t>Elimina a necessidade de os mutuários terem capitais próprios para a entrada.</a:t>
            </a:r>
          </a:p>
          <a:p>
            <a:r>
              <a:t>O Estado Português atua como fiador, cobrindo a diferença até 100%.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5000"/>
          </a:bodyPr>
          <a:lstStyle/>
          <a:p>
            <a:r>
              <a:t>Verificar os requisitos para poder aceder ao Crédito Habitação Jovem.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Os mutuários devem ter entre 18 e 35 anos de idade.</a:t>
            </a:r>
          </a:p>
          <a:p>
            <a:r>
              <a:t>É obrigatório estar fiscalmente domiciliado em Portugal.</a:t>
            </a:r>
          </a:p>
          <a:p>
            <a:r>
              <a:t>Os rendimentos não podem exceder o 8.º escalão do IRS.</a:t>
            </a:r>
          </a:p>
          <a:p>
            <a:r>
              <a:t>O limite de rendimento é de €80.000 por mutuário individual.</a:t>
            </a:r>
          </a:p>
          <a:p>
            <a:r>
              <a:t>Para dois mutuários, o limite pode chegar a €160.000.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Não pode haver propriedade anterior do imóvel pelos mutuários.</a:t>
            </a:r>
          </a:p>
          <a:p>
            <a:r>
              <a:t>Não deve ter havido uso prévio desta garantia do Estado.</a:t>
            </a:r>
          </a:p>
          <a:p>
            <a:r>
              <a:t>O valor da transação não pode ultrapassar os €450.000.</a:t>
            </a:r>
          </a:p>
          <a:p>
            <a:r>
              <a:t>O crédito deve ser para a primeira habitação própria permanente.</a:t>
            </a:r>
          </a:p>
          <a:p>
            <a:r>
              <a:t>Para estrangeiros, é necessário título de residência temporária há 3 anos.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Restrições da Transação e Propriedade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e Isenções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Explorar os benefícios fiscais e financeiros que o regime oferece.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Benefício de isenção de IMT e Imposto do Selo na primeira habitação.</a:t>
            </a:r>
          </a:p>
          <a:p>
            <a:r>
              <a:t>Esta isenção aplica-se a imóveis com valor até €330.539.</a:t>
            </a:r>
          </a:p>
          <a:p>
            <a:r>
              <a:t>A garantia do Estado cobre a diferença entre 85% e 100% do valor.</a:t>
            </a:r>
          </a:p>
          <a:p>
            <a:r>
              <a:t>A garantia do Estado não excede 15% do valor da transação.</a:t>
            </a:r>
          </a:p>
          <a:p>
            <a:r>
              <a:t>O CTT Bank aderiu ao protocolo em 2 de outubro de 2024.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Vantagens Fiscais e Garantia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Candidatura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5000"/>
          </a:bodyPr>
          <a:lstStyle/>
          <a:p>
            <a:r>
              <a:t>Entender as etapas e a documentação necessária para formalizar o pedido.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Para a criação da proposta: formulário de adesão e certificado de domicílio fiscal.</a:t>
            </a:r>
          </a:p>
          <a:p>
            <a:r>
              <a:t>É necessária a declaração de IRS ou certificados de SS/pensionista.</a:t>
            </a:r>
          </a:p>
          <a:p>
            <a:r>
              <a:t>Para o enquadramento: certificados do Registo e Autoridade Tributária.</a:t>
            </a:r>
          </a:p>
          <a:p>
            <a:r>
              <a:t>Também são exigidos certificados de não-dívida (AT e SS) e o CPCV/FAP.</a:t>
            </a:r>
          </a:p>
          <a:p>
            <a:r>
              <a:t>A FAP formaliza a candidatura, incluindo dados do imóvel e autorização de crédito.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Documentação Necessária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Qual é o limite máximo de rendimento para dois mutuários no CH Jovem?</a:t>
            </a:r>
          </a:p>
          <a:p>
            <a:r>
              <a:t>Que isenção fiscal é oferecida para a primeira habitação até um certo valor?</a:t>
            </a:r>
          </a:p>
          <a:p>
            <a:r>
              <a:t>Em que fase do processo são exigidos os certificados do Registo e da Autoridade Tributária?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Conhecimento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CH Jovem é um regime para jovens (até 35 anos) que permite financiamento de até 100%.</a:t>
            </a:r>
          </a:p>
          <a:p>
            <a:r>
              <a:t>O Estado Português atua como fiador, cobrindo a diferença do LTV.</a:t>
            </a:r>
          </a:p>
          <a:p>
            <a:r>
              <a:t>Existem critérios rigorosos de elegibilidade, incluindo limites de rendimento e valor da transação.</a:t>
            </a:r>
          </a:p>
          <a:p>
            <a:r>
              <a:t>Benefícios incluem isenção de IMT/IS e a candidatura exige documentação específica em fases distintas.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Conclusões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