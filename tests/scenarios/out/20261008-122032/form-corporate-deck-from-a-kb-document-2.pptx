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O Estado Português assume um papel crucial como fiador neste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grande vantagem deste regime é que permite financiar até 100% do valor de aquisição. O Estado garante a diferença entre o LTV padrão e este valor máximo.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de elegibilidade que os proponentes devem cumprir. É importante notar que o valor máximo da transação está limitado a €450.000.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definidos pelo 8.º escalão do IRS, o que ajuda a focar o apoio em perfis específicos. Além disso, há benefícios fiscais significativos na compra.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é estruturado em duas etapas distintas. É fundamental preparar a documentação correta para cada fase, desde a proposta inicial até ao enquadramento final.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 operacionalização, é importante saber que o Banco CTT já aderiu ao protocolo. Além disso, a garantia pessoal do Estado tem um limite máximo definido.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2500"/>
          </a:bodyPr>
          <a:lstStyle/>
          <a:p>
            <a:r>
              <a:t>Crédito Habitação Jovem: Oportunidade de Habitação para Jovens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até aos 35 anos.</a:t>
            </a:r>
          </a:p>
          <a:p>
            <a:r>
              <a:t>Estabelecido pelo Decreto-Lei n.º 44/2024, de 10 de julho.</a:t>
            </a:r>
          </a:p>
          <a:p>
            <a:r>
              <a:t>O Estado Português atua como fiador do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Especial para Jovens até 35 Anos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  <a:p>
            <a:r>
              <a:t>O Estado cobre a diferença do LTV (85%) para 100%.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Total sem Necessidade de Entrada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Não possuir propriedade urbana e ser para primeira habitação.</a:t>
            </a:r>
          </a:p>
          <a:p>
            <a:r>
              <a:t>Valor da transação não pode exceder €450.000,00.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 Limites da Transação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Rendimentos não podem ultrapassar o 8.º escalão do IRS.</a:t>
            </a:r>
          </a:p>
          <a:p>
            <a:r>
              <a:t>Limite de €80.000 (um mutuário) ou €160.000 (dois).</a:t>
            </a:r>
          </a:p>
          <a:p>
            <a:r>
              <a:t>Isenção de IMT e Imposto do Selo até €330.539.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de Rendimento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elegibilidade é aferida em duas fases: Proposta e Enquadramento.</a:t>
            </a:r>
          </a:p>
          <a:p>
            <a:r>
              <a:t>Documentos iniciais incluem adesão, IRS e domicílio fiscal.</a:t>
            </a:r>
          </a:p>
          <a:p>
            <a:r>
              <a:t>O registo predial e certificado negativo são necessários no enquadramento.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Banco CTT aderiu ao protocolo em 2 de outubro de 2024.</a:t>
            </a:r>
          </a:p>
          <a:p>
            <a:r>
              <a:t>A garantia pessoal do Estado não excede 15% do valor da transação.</a:t>
            </a:r>
          </a:p>
          <a:p>
            <a:r>
              <a:t>As operações têm precificação no quadrante 65-85%.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Parcerias e Condições Operacionais do Regime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