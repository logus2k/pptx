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desmistificar o Crédito Habitação Jovem. Ao final, vocês serão capazes de explicar o que é este regime especial. Vamos focar-nos em entender os requisitos, como a garantia do Estado funciona, e quais são os passos práticos para solicitar este crédito. O nosso objetivo é dar-vos uma visão completa e clara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o Crédito Habitação Jovem. Este é um regime especial criado especificamente para apoiar os jovens no acesso à habitação. É importante saber que este regime foi estabelecido por um diploma legal específico.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características deste crédito são bastante vantajosas. O ponto mais notável é que permite financiar até 100% do valor do imóvel, o que elimina a necessidade de entrada. O Estado Português entra em ação como fiador, o que é crucial para a operacionalização deste crédito.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detalhar quem pode aceder a este regime. Existem critérios claros de elegibilidade que os candidatos devem cumprir. Estes critérios abrangem idade, residência fiscal e capacidade financeira.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pessoais são bem definidos. É necessário ter entre 18 e 35 anos e ser residente fiscal em Portugal. Em termos de rendimento, há limites claros. Um mutuário individual não pode ultrapassar os €80.000, mas há uma possibilidade de aumentar este valor com dois mutuários.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rendimentos, existem restrições importantes. É fundamental não possuir outra propriedade e o valor do imóvel não pode exceder €450.000. Há também benefícios fiscais, como a isenção de IMT até um certo valor. Para estrangeiros, há requisitos específicos de residência.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módulo foca-se no mecanismo de segurança que torna este crédito possível. A garantia do Estado é o pilar que permite o financiamento a 100%. Vamos ver exatamente como ela funciona e qual o seu limite.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do Estado entra para cobrir o risco que ultrapassa o LTV padrão de 85%. O limite máximo desta garantia é de 15% do valor da transação. É importante notar que o CTT Bank já faz parte deste protocolo, tendo aderido em outubro de 2024.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duas fases distintas: a Proposta de Risco e o Enquadramento da Proposta. Vamos ver o que é necessário em cada etapa e quais os documentos que devem ser apresentados.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iniciar, a criação da proposta exige documentos específicos. É necessário preencher o formulário de adesão e apresentar a declaração de IRS ou certificados de pensão. A FAP é o documento que formaliza tudo, autorizando a consulta de crédito.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o foco muda para o imóvel. São necessários os certificados do Registo e da Autoridade Tributária. Também é preciso um documento que confirme o valor de aquisição, como o CPCV. Lembrem-se que o Serviço de Solicitadoria é opcional, mas geralmente aplicado em aquisições.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idade máxima é de 35 anos. O limite individual de rendimento é de €80.000. Para criar a proposta, são necessários o formulário de adesão, a declaração de IRS e o certificado de domicílio fiscal.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Ele permite financiar o imóvel até ao máximo, graças à garantia do Estado. Lembrem-se de cumprir os critérios de idade e rendimento. O sucesso da candidatura depende de seguir corretamente as fases e apresentar a documentação exigida em cada etapa.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Jovem: Um Regime Especial para Jovens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 (CH Jovem).</a:t>
            </a:r>
          </a:p>
          <a:p>
            <a:r>
              <a:t>Identificar os critérios de elegibilidade para este regime.</a:t>
            </a:r>
          </a:p>
          <a:p>
            <a:r>
              <a:t>Saber como funciona a garantia do Estado neste crédito.</a:t>
            </a:r>
          </a:p>
          <a:p>
            <a:r>
              <a:t>Conhecer os passos para a criação e enquadramento de uma proposta.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do regime especial de crédito habitação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 regime especial para jovens com idade de até 35 anos.</a:t>
            </a:r>
          </a:p>
          <a:p>
            <a:r>
              <a:t>Permite financiar até 100% do valor de aquisição do imóvel.</a:t>
            </a:r>
          </a:p>
          <a:p>
            <a:r>
              <a:t>Elimina a necessidade de os mutuários terem capitais próprios para a entrada.</a:t>
            </a:r>
          </a:p>
          <a:p>
            <a:r>
              <a:t>O Estado Português atua como fiador neste processo.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Definição dos requisitos para se candidatar ao CH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 e ser residente fiscal em Portugal.</a:t>
            </a:r>
          </a:p>
          <a:p>
            <a:r>
              <a:t>Rendimento não pode exceder o 8.º escalão do IRS.</a:t>
            </a:r>
          </a:p>
          <a:p>
            <a:r>
              <a:t>Limite de rendimento: €80.000 por mutuário individualmente.</a:t>
            </a:r>
          </a:p>
          <a:p>
            <a:r>
              <a:t>Para dois mutuários, o limite pode chegar a €160.000 (usando o quociente familiar).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Restrições Adicionais e Limites de Transação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ter propriedade anterior nem ter usado esta garantia do Estado.</a:t>
            </a:r>
          </a:p>
          <a:p>
            <a:r>
              <a:t>Valor da transação não pode ultrapassar os €450.000.</a:t>
            </a:r>
          </a:p>
          <a:p>
            <a:r>
              <a:t>A isenção de IMT e Imposto do Selo aplica-se a imóveis até €330.539.</a:t>
            </a:r>
          </a:p>
          <a:p>
            <a:r>
              <a:t>Para estrangeiros, é exigido título de residência temporária válido há 3 anos.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Funcionamento da Garantia do Estado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como a garantia estatal suporta o financiamento.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Cobertura e Limites da Garantia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Estado cobre a diferença entre o LTV usual (85%) e os 100% do valor.</a:t>
            </a:r>
          </a:p>
          <a:p>
            <a:r>
              <a:t>A garantia do Estado não ultrapassa 15% do valor da transação.</a:t>
            </a:r>
          </a:p>
          <a:p>
            <a:r>
              <a:t>Permite financiar até 100% ou, no mínimo, 85% do valor de aquisição.</a:t>
            </a:r>
          </a:p>
          <a:p>
            <a:r>
              <a:t>O CTT Bank aderiu ao protocolo em 2 de outubro de 2024.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Conhecer as fases de avaliação e a documentação necessária.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Criação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Formulário de adesão, declaração de IRS ou certificados de SS/pensionista.</a:t>
            </a:r>
          </a:p>
          <a:p>
            <a:r>
              <a:t>Certificado de domicílio fiscal é um documento obrigatório.</a:t>
            </a:r>
          </a:p>
          <a:p>
            <a:r>
              <a:t>A FAP formaliza a candidatura, incluindo dados do imóvel e autorização de crédito.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Enquadramento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Certificados do Registo e da Autoridade Tributária do imóvel.</a:t>
            </a:r>
          </a:p>
          <a:p>
            <a:r>
              <a:t>Documento que ateste o valor de aquisição, como o CPCV.</a:t>
            </a:r>
          </a:p>
          <a:p>
            <a:r>
              <a:t>O Serviço de Solicitadoria é opcional, mas aplicável por defeito em aquisições.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a idade máxima permitida para beneficiar do CH Jovem?</a:t>
            </a:r>
          </a:p>
          <a:p>
            <a:r>
              <a:t>Qual é o limite de rendimento para um mutuário individual no CH Jovem?</a:t>
            </a:r>
          </a:p>
          <a:p>
            <a:r>
              <a:t>Que documentos são necessários para a criação da proposta de crédito?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apoio para jovens (até 35 anos) que permite financiar até 100% do imóvel.</a:t>
            </a:r>
          </a:p>
          <a:p>
            <a:r>
              <a:t>A garantia do Estado cobre a diferença entre 85% e 100% do valor de aquisição.</a:t>
            </a:r>
          </a:p>
          <a:p>
            <a:r>
              <a:t>Os critérios incluem idade, residência fiscal e limites de rendimento específicos.</a:t>
            </a:r>
          </a:p>
          <a:p>
            <a:r>
              <a:t>O processo envolve fases de Proposta de Risco e Enquadramento, com documentação específica para cada uma.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