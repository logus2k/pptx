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Regime especial de acesso ao crédito habitação com Garantia do Estado.</a:t>
            </a:r>
          </a:p>
          <a:p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>
            <a:normAutofit fontScale="65000"/>
          </a:bodyPr>
          <a:lstStyle/>
          <a:p>
            <a:r>
              <a:t>Regime especial de acesso ao crédito habitação com Garantia do Estado.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