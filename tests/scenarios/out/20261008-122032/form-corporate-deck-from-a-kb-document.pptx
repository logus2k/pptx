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É importante notar que o crédito é destinado à primeira habitação permanente.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principal benefício deste regime é a possibilidade de financiar 100% do valor do imóvel. O Estado assume o risco da diferença entre o LTV padrão e o financiamento total.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de elegibilidade são claros, abrangendo idade, residência e capacidade financeira. É crucial verificar o limite de rendimento do 8.º escalão, que varia por mutuário.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significativos para a primeira habitação. O Banco CTT também facilita o início do processo com o Crédito Sinal Jovem.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distintas, garantindo uma análise rigorosa. É fundamental reunir a documentação correta para cada fase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Banco CTT já está integrado neste protocolo, o que facilita o acesso. Recomenda-se iniciar o processo com a documentação completa para garantir uma avaliação eficiente.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Crédito Sinal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Destina-se a jovens até aos 35 anos de idade.</a:t>
            </a:r>
          </a:p>
          <a:p>
            <a:r>
              <a:t>Criado pelo Decreto-Lei n.º 44/2024, de 10 de julho.</a:t>
            </a:r>
          </a:p>
          <a:p>
            <a:r>
              <a:t>Requer residência fiscal em Portugal.</a:t>
            </a:r>
          </a:p>
          <a:p>
            <a:r>
              <a:t>É para a aquisição da primeira habitação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Público-Alvo e Enquadramento Legal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  <a:p>
            <a:r>
              <a:t>O Estado garante a diferença do LTV (85%) para 100%.</a:t>
            </a:r>
          </a:p>
          <a:p>
            <a:r>
              <a:t>A garantia pessoal do Estado não excede 15% do valor.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Condições de Financiamento Exclusivas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inferiores ao 8.º escalão do IRS.</a:t>
            </a:r>
          </a:p>
          <a:p>
            <a:r>
              <a:t>Limite de transação não superior a €450.000.</a:t>
            </a:r>
          </a:p>
          <a:p>
            <a:r>
              <a:t>Limite do 8.º escalão: €80.000 por mutuário individual.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Financeira e de Rendimento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na primeira habitação.</a:t>
            </a:r>
          </a:p>
          <a:p>
            <a:r>
              <a:t>Isenção aplica-se até ao valor de €330.539.</a:t>
            </a:r>
          </a:p>
          <a:p>
            <a:r>
              <a:t>O Banco CTT oferece Crédito Sinal Jovem para o sinal.</a:t>
            </a:r>
          </a:p>
          <a:p>
            <a:r>
              <a:t>Este crédito é integrado no crédito habitação principal.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Apoio Adicional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aferida em duas fases: Proposta e Enquadramento.</a:t>
            </a:r>
          </a:p>
          <a:p>
            <a:r>
              <a:t>As cartas de recusa são emitidas apenas após submissão a Risco.</a:t>
            </a:r>
          </a:p>
          <a:p>
            <a:r>
              <a:t>Para a proposta: Formulário de adesão e Declaração de IRS.</a:t>
            </a:r>
          </a:p>
          <a:p>
            <a:r>
              <a:t>Para o enquadramento: Certificado de registo predial e certidões de não-dívida.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 avaliação da elegibilidade ocorre em duas etapas definidas.</a:t>
            </a:r>
          </a:p>
          <a:p>
            <a:r>
              <a:t>É necessário apresentar a documentação completa para iniciar o processo.</a:t>
            </a:r>
          </a:p>
          <a:p>
            <a:r>
              <a:t>Este regime visa facilitar o acesso à habitação para jovens.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Adesão ao Regime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