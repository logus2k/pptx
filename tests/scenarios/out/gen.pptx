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formador explica o diapositivo 1.</a:t>
            </a:r>
          </a:p>
          <a:p/>
          <a:p>
            <a:r>
              <a:t>Fonte: Política de garantia 2026 · Cobertura - https://cortex.example/?open=produtos&amp;path=Garantias/Política de garantia 2026.md&amp;section=Cobertura</a:t>
            </a:r>
          </a:p>
          <a:p>
            <a:r>
              <a:t>Fonte: Política de garantia 2026 · Como acionar - https://cortex.example/?open=produtos&amp;path=Garantias/Política de garantia 2026.md&amp;section=Cobertura</a:t>
            </a:r>
          </a:p>
          <a:p>
            <a:r>
              <a:t>Fonte: Política de garantia 2026 · Exclusões - https://cortex.example/?open=produtos&amp;path=Garantias/Política de garantia 2026.md&amp;section=Cobertura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formador explica o diapositivo 2.</a:t>
            </a:r>
          </a:p>
          <a:p/>
          <a:p>
            <a:r>
              <a:t>Fonte: Política de garantia 2026 · Cobertura - https://cortex.example/?open=produtos&amp;path=Garantias/Política de garantia 2026.md&amp;section=Cobertura</a:t>
            </a:r>
          </a:p>
          <a:p>
            <a:r>
              <a:t>Fonte: Política de garantia 2026 · Como acionar - https://cortex.example/?open=produtos&amp;path=Garantias/Política de garantia 2026.md&amp;section=Cobertura</a:t>
            </a:r>
          </a:p>
          <a:p>
            <a:r>
              <a:t>Fonte: Política de garantia 2026 · Exclusões - https://cortex.example/?open=produtos&amp;path=Garantias/Política de garantia 2026.md&amp;section=Cobertura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formador explica o diapositivo 3.</a:t>
            </a:r>
          </a:p>
          <a:p/>
          <a:p>
            <a:r>
              <a:t>Fonte: Política de garantia 2026 · Cobertura - https://cortex.example/?open=produtos&amp;path=Garantias/Política de garantia 2026.md&amp;section=Cobertura</a:t>
            </a:r>
          </a:p>
          <a:p>
            <a:r>
              <a:t>Fonte: Política de garantia 2026 · Como acionar - https://cortex.example/?open=produtos&amp;path=Garantias/Política de garantia 2026.md&amp;section=Cobertura</a:t>
            </a:r>
          </a:p>
          <a:p>
            <a:r>
              <a:t>Fonte: Política de garantia 2026 · Exclusões - https://cortex.example/?open=produtos&amp;path=Garantias/Política de garantia 2026.md&amp;section=Cobertura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formador explica o diapositivo 4.</a:t>
            </a:r>
          </a:p>
          <a:p/>
          <a:p>
            <a:r>
              <a:t>Fonte: Política de garantia 2026 · Cobertura - https://cortex.example/?open=produtos&amp;path=Garantias/Política de garantia 2026.md&amp;section=Cobertura</a:t>
            </a:r>
          </a:p>
          <a:p>
            <a:r>
              <a:t>Fonte: Política de garantia 2026 · Como acionar - https://cortex.example/?open=produtos&amp;path=Garantias/Política de garantia 2026.md&amp;section=Cobertura</a:t>
            </a:r>
          </a:p>
          <a:p>
            <a:r>
              <a:t>Fonte: Política de garantia 2026 · Exclusões - https://cortex.example/?open=produtos&amp;path=Garantias/Política de garantia 2026.md&amp;section=Cobertura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formador explica o diapositivo 5.</a:t>
            </a:r>
          </a:p>
          <a:p/>
          <a:p>
            <a:r>
              <a:t>Fonte: Política de garantia 2026 · Cobertura - https://cortex.example/?open=produtos&amp;path=Garantias/Política de garantia 2026.md&amp;section=Cobertura</a:t>
            </a:r>
          </a:p>
          <a:p>
            <a:r>
              <a:t>Fonte: Política de garantia 2026 · Como acionar - https://cortex.example/?open=produtos&amp;path=Garantias/Política de garantia 2026.md&amp;section=Cobertura</a:t>
            </a:r>
          </a:p>
          <a:p>
            <a:r>
              <a:t>Fonte: Política de garantia 2026 · Exclusões - https://cortex.example/?open=produtos&amp;path=Garantias/Política de garantia 2026.md&amp;section=Cobertura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Apresentação gerada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de 2026 cobre todos os equipamentos durante 2</a:t>
            </a:r>
          </a:p>
          <a:p>
            <a:r>
              <a:t>Ficam excluídos danos por uso indevido, quedas e líquidos.</a:t>
            </a:r>
          </a:p>
          <a:p>
            <a:r>
              <a:t>O cliente aciona a garantia no balcão ou na app,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de 2026 cobre todos os equipamentos durante 2</a:t>
            </a:r>
          </a:p>
          <a:p>
            <a:r>
              <a:t>Ficam excluídos danos por uso indevido, quedas e líquidos.</a:t>
            </a:r>
          </a:p>
          <a:p>
            <a:r>
              <a:t>O cliente aciona a garantia no balcão ou na app,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de 2026 cobre todos os equipamentos durante 2</a:t>
            </a:r>
          </a:p>
          <a:p>
            <a:r>
              <a:t>Ficam excluídos danos por uso indevido, quedas e líquidos.</a:t>
            </a:r>
          </a:p>
          <a:p>
            <a:r>
              <a:t>O cliente aciona a garantia no balcão ou na app,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de 2026 cobre todos os equipamentos durante 2</a:t>
            </a:r>
          </a:p>
          <a:p>
            <a:r>
              <a:t>Ficam excluídos danos por uso indevido, quedas e líquidos.</a:t>
            </a:r>
          </a:p>
          <a:p>
            <a:r>
              <a:t>O cliente aciona a garantia no balcão ou na app,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garantia de 2026 cobre todos os equipamentos durante 2</a:t>
            </a:r>
          </a:p>
          <a:p>
            <a:r>
              <a:t>Ficam excluídos danos por uso indevido, quedas e líquidos.</a:t>
            </a:r>
          </a:p>
          <a:p>
            <a:r>
              <a:t>O cliente aciona a garantia no balcão ou na app,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