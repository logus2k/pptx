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Critérios de Elegibilidade (Exemplos): Domicílio fiscal em Portugal, rendimentos não superiores ao 8.º escalão do IRS, não ser proprietário de imóvel,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