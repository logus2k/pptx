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Oferta de Crédito Habitação: Tipos, Finalidades e Obras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