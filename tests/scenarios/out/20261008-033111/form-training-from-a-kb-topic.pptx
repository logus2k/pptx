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os participantes estarão aptos a compreender a natureza deste regime especial. Vamos focar-nos em saber quem pode beneficiar e como o processo funciona na prática. O objetivo é dar-vos uma visão completa do CH Jovem.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É um regime específico criado para apoiar os jovens no acesso à habitação. É importante notar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deste regime são bastante vantajosas. O ponto mais notável é a possibilidade de financiar 100% do valor do imóvel, o que elimina a necessidade de um valor de entrada. O Estado português entra em cena como garante, cobrindo a diferença entre o LTV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mergulhar nos critérios de elegibilidade. É fundamental que os candidatos entendam todos os requisitos para não terem a candidatura recusada. Vamos ver os limites de idade, residência 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deve estar entre 18 e 35 anos, e o candidato deve estar fiscalmente domiciliado em Portugal. Existem restrições importantes, como não possuir bens anteriores e o valor do imóvel não pode exceder €450.000. Além disso, o rendimento tem um limite definido pelo 8º escalão do IRS.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detalhar os limites financeiros. O rendimento máximo é de €80.000 para um mutuário, podendo chegar a €160.000 para dois. É crucial saber que a garantia do Estado não ultrapassa 15% do valor da transação. Apesar do financiamento de 100%, a precificação das operações mantém-se no quadrante 65-85%.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os beneficiários obtêm. Além do financiamento, há vantagens fiscais significativas. Vamos também ver como a garantia do Estado é concretizada no processo.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muito importante é a isenção de IMT e Imposto do Selo para compras até €330.539. A garantia do Estado assegura que o financiamento atinge os 100% ao cobrir o excedente do LTV padrão. O CTT Bank já faz parte deste protocolo desde outubro de 2024. É importante lembrar que a precificação segue o quadrante 65-85%.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ver o lado prático: como se candidata. O processo tem duas fases de avaliação. É crucial saber que a recusa só ocorre após a submissão à fase de risco. Vamos rever a documentação necessária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dividido em duas etapas: a Proposta de Risco e o Enquadramento da Proposta. É importante notar que a recusa só acontece se a proposta for enviada para a análise de risco. Para iniciar, precisa de documentos como o formulário de adesão e o seu certificado de domicílio fiscal. Para a fase de enquadramento, são necessários os certificados do Registo e da Autoridade Tributária.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de 35 anos. A isenção fiscal abrange o IMT e o Imposto do Selo até €330.539. As cartas de recusa são emitidas apenas para propostas que foram submetidas à análise de risco.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com a garantia do Estado e oferece benefícios fiscais importantes. Lembrem-se dos critérios de elegibilidade, como a idade e o limite de rendimento. O sucesso da candidatura depende da correta apresentação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Saber como funciona a garantia do Estado neste crédito.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Definir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Foi estabelecido pelo DL n.º 44/2024, de 10 de julho.</a:t>
            </a:r>
          </a:p>
          <a:p>
            <a:r>
              <a:t>Permite financiar até 100% do valor de aquisição do imóvel.</a:t>
            </a:r>
          </a:p>
          <a:p>
            <a:r>
              <a:t>Elimina a necessidade de entrada inicial (down payment).</a:t>
            </a:r>
          </a:p>
          <a:p>
            <a:r>
              <a:t>O Estado atua como garante, cobrindo a diferença do LTV usual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candidatos devem cumprir para serem elegíveis.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 não pode exceder o 8º escalão do IRS.</a:t>
            </a:r>
          </a:p>
          <a:p>
            <a:r>
              <a:t>Não pode possuir propriedade anterior nem ter usado esta garantia do Estado.</a:t>
            </a:r>
          </a:p>
          <a:p>
            <a:r>
              <a:t>O valor da transação não pode ultrapassar os €450.000.</a:t>
            </a:r>
          </a:p>
          <a:p>
            <a:r>
              <a:t>O crédito deve ser para a primeira habitação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máximo de rendimento: €80.000 por mutuário individual.</a:t>
            </a:r>
          </a:p>
          <a:p>
            <a:r>
              <a:t>Para dois mutuários, o limite é de €160.000.</a:t>
            </a:r>
          </a:p>
          <a:p>
            <a:r>
              <a:t>A garantia do Estado não excede 15% do valor da transação.</a:t>
            </a:r>
          </a:p>
          <a:p>
            <a:r>
              <a:t>As operações CH Jovem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0000"/>
          </a:bodyPr>
          <a:lstStyle/>
          <a:p>
            <a:r>
              <a:t>Explorar as vantagens fiscais e como a garantia é operacionalizada.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  <a:p>
            <a:r>
              <a:t>A garantia do Estado cobre a diferença entre 85% e 100% do valor.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65-85%, mesmo com LTV superior.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e Mecanismos de Garantia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submeter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proposta: formulário de adesão, IRS ou certificados de SS/pensionista, e certificado de domicílio fiscal.</a:t>
            </a:r>
          </a:p>
          <a:p>
            <a:r>
              <a:t>Para enquadrar a proposta: certificados do Registo e da Autoridade Tributária, e documento do valor de aquisição (ex: CPCV).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Necessários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idade para beneficiar do CH Jovem?</a:t>
            </a:r>
          </a:p>
          <a:p>
            <a:r>
              <a:t>Que tipo de isenção fiscal é oferecida para a primeira habitação?</a:t>
            </a:r>
          </a:p>
          <a:p>
            <a:r>
              <a:t>Em que fase do processo de elegibilidade são emitidas as cartas de recusa?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(&lt;= 35 anos) que permite financiamento de até 100%.</a:t>
            </a:r>
          </a:p>
          <a:p>
            <a:r>
              <a:t>O Estado garante a diferença do LTV, e há isenção fiscal em compras até €330.539.</a:t>
            </a:r>
          </a:p>
          <a:p>
            <a:r>
              <a:t>Os critérios incluem idade, domicílio fiscal e rendimento limitado ao 8º escalão do IRS.</a:t>
            </a:r>
          </a:p>
          <a:p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 do CH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