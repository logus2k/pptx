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desenhado especificamente para apoiar os jovens no acesso à habitação. O ponto mais relevante é que permite financiar até 100% do valor do imóvel, o que elimina a necessidade de entrada inicial.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Garantia do Estado é o pilar deste programa, pois permite que o financiamento chegue aos 100%. O Estado assume o risco da diferença entre o LTV padrão e o valor total financiado.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critérios de elegibilidade são claros e focados em jovens e rendimentos. É fundamental verificar se cumpre os limites de idade, rendimento e se é a sua primeira habitação.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 financiamento facilitado, existem vantagens fiscais significativas para quem adquire a primeira casa. Esta isenção de impostos pode reduzir ainda mais o custo inicial da aquisição.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exige documentação em duas fases: criação e enquadramento. É importante reunir os documentos fiscais e de propriedade com antecedência para agilizar a análise.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avaliação é estruturado em etapas claras, começando com a proposta de risco. A CTT Bank já faz parte deste protocolo, e estamos prontos para analisar o seu caso.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clientes particulares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67500"/>
          </a:bodyPr>
          <a:lstStyle/>
          <a:p>
            <a:r>
              <a:t>Crédito Habitação Jovem com Garantia do Estado: Oportunidade para Jovens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Destinado a jovens com 35 anos ou menos.</a:t>
            </a:r>
          </a:p>
          <a:p>
            <a:r>
              <a:t>Criado pelo Decreto-Lei n.º 44/2024, de 10 de julho.</a:t>
            </a:r>
          </a:p>
          <a:p>
            <a:r>
              <a:t>Permite financiamento de até 100% do valor do imóvel.</a:t>
            </a:r>
          </a:p>
          <a:p>
            <a:r>
              <a:t>Elimina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Apresentação do Crédito Habitação Jovem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Estado atua como fiador do empréstimo.</a:t>
            </a:r>
          </a:p>
          <a:p>
            <a:r>
              <a:t>Cobre a diferença entre 85% e 100% de financiamento.</a:t>
            </a:r>
          </a:p>
          <a:p>
            <a:r>
              <a:t>A garantia do Estado não excede 15% do valor da transação.</a:t>
            </a:r>
          </a:p>
          <a:p>
            <a:r>
              <a:t>Permite financiamento de 100% ou pelo menos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Como Funciona a Garantia do Estado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residente fiscal em Portugal.</a:t>
            </a:r>
          </a:p>
          <a:p>
            <a:r>
              <a:t>Rendimentos não podem exceder o 8.º escalão do IRS.</a:t>
            </a:r>
          </a:p>
          <a:p>
            <a:r>
              <a:t>Não deve possuir propriedade anterior nem usar esta garantia.</a:t>
            </a:r>
          </a:p>
          <a:p>
            <a:r>
              <a:t>Valor da transação não pode ultrapassar €450.000.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Quem Pode Aceder a Este Regime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Isenção de IMT e Imposto do Selo.</a:t>
            </a:r>
          </a:p>
          <a:p>
            <a:r>
              <a:t>Aplica-se a compras da primeira habitação permanente.</a:t>
            </a:r>
          </a:p>
          <a:p>
            <a:r>
              <a:t>Limite de isenção até €330.539.</a:t>
            </a:r>
          </a:p>
          <a:p>
            <a:r>
              <a:t>Benefício adicional para primeira habitação.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Benefícios Fiscais na Aquisição da Primeira Casa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Para a criação de proposta: formulário de adesão e IRS.</a:t>
            </a:r>
          </a:p>
          <a:p>
            <a:r>
              <a:t>Para o enquadramento: certificados de registo e valor de aquisição.</a:t>
            </a:r>
          </a:p>
          <a:p>
            <a:r>
              <a:t>Clientes estrangeiros precisam de título de residência temporário.</a:t>
            </a:r>
          </a:p>
          <a:p>
            <a:r>
              <a:t>O Serviço de Solicitadoria é opcional, mas recomendado.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Documentação Necessária para Iniciar o Processo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avaliação ocorre em duas fases: Proposta e Enquadramento.</a:t>
            </a:r>
          </a:p>
          <a:p>
            <a:r>
              <a:t>A CTT Bank aderiu ao protocolo em 2 de outubro de 2024.</a:t>
            </a:r>
          </a:p>
          <a:p>
            <a:r>
              <a:t>As operações utilizam um quadrante de preços de 65-85%.</a:t>
            </a:r>
          </a:p>
          <a:p>
            <a:r>
              <a:t>Apresente a sua proposta para iniciar a análise de elegibilidade.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Condições Operacionais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