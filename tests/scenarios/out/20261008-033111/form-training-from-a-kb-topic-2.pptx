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entender o que este regime especial oferece. Vamos focar-nos nos requisitos, nos benefícios e no processo documental.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especificamente para apoiar os jovens no acesso à habitação. É importante notar que foi estabelecido pelo DL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característica mais apelativa é a possibilidade de financiar até 100% do valor do imóvel, eliminando a necessidade de capitais próprios para a entrada. O Estado Português entra como fiador, cobrindo a diferença entre o LTV padrão de 85% e os 100% que o regime permite. É crucial saber que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analisar quem pode beneficiar deste regime. Existem critérios específicos que os candidatos devem cumprir. Estes critérios abrangem idade, residência fiscal e capacidade financeira. Vamos ver em detalhe os limites de rendimento e outros requisitos importantes.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No que toca aos rendimentos, o limite é rigoroso: €80.000 para um mutuário individual. Se houver dois, o limite sobe para €160.000, aplicando o quociente familiar. Além disso, é fundamental não possuir outra propriedade nem ter usufruído desta garantia anteriormente.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Há um limite máximo para o valor da transação, que é de €450.000, e o crédito deve ser para a primeira habitação própria permanente. Um benefício fiscal muito importante é a isenção de IMT e Imposto do Selo para compras até €330.539. Para clientes estrangeiros, existe uma exigência adicional de um título de residência temporário válido há pelo menos três anos.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passa por várias etapas, sendo a avaliação um ponto chave. É importante saber que a avaliação ocorre em duas fases: Proposta de Risco e Enquadramento da Proposta. Vamos ver agora quais os documentos que precisa de reunir para cada uma destas fases.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dividida por fases. Para criar a proposta, precisa do formulário de adesão, da declaração de IRS e da prova de domicílio fiscal. Para enquadrar a proposta, são necessários o certificado de registo predial e a certidão negativa da Autoridade Tributária. Lembrem-se que a Caderneta Predial Urbana deve estar atualizada, com validade inferior a 12 meses. O Serviço de Solicitadoria é opcional, mas é aplicado por defeito em aquisições.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importante saber que a avaliação da elegibilidade não é imediata; ela passa por duas fases distintas. As cartas de recusa só são emitidas após a submissão da proposta ao risco. Em termos de operacionalização, o CTT Bank juntou-se ao protocolo em 2 de outubro de 2024. As operações CH Jovem operam dentro de um quadrante de preços que varia entre 65% e 85%.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o limite de rendimento individual? A resposta é €80.000. Que isenção fiscal é oferecida? É a de IMT e Imposto do Selo até €330.539. E por fim, quando o CTT Bank aderiu? Foi em 2 de outubro de 2024.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100% do imóvel com a garantia do Estado. Lembrem-se dos limites de rendimento e valor. O sucesso da candidatura depende de cumprir os critérios e apresentar a documentação correta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aplicáveis.</a:t>
            </a:r>
          </a:p>
          <a:p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especial para jovens até aos 35 anos.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compra, sem necessidade de entrada.</a:t>
            </a:r>
          </a:p>
          <a:p>
            <a:r>
              <a:t>O Estado Português atua como fiador, cobrindo a diferença do LTV (85%) para 100%.</a:t>
            </a:r>
          </a:p>
          <a:p>
            <a:r>
              <a:t>A garantia do Estado não excede 15% do valor da transação.</a:t>
            </a:r>
          </a:p>
          <a:p>
            <a:r>
              <a:t>Permite financiamento até 100% ou, no mínimo, 85%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mutuários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com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individualmente.</a:t>
            </a:r>
          </a:p>
          <a:p>
            <a:r>
              <a:t>Para dois mutuários, o limite é de €160.000 (usando o quociente familiar).</a:t>
            </a:r>
          </a:p>
          <a:p>
            <a:r>
              <a:t>Não possuir propriedade anterior nem ter usado esta garantia do Estado.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O crédito deve ser destinado à primeira habitação própria permanente.</a:t>
            </a:r>
          </a:p>
          <a:p>
            <a:r>
              <a:t>Benefício de isenção de IMT e Imposto do Selo até €330.539.</a:t>
            </a:r>
          </a:p>
          <a:p>
            <a:r>
              <a:t>Para estrangeiros, é necessário título de residência temporária válido há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Avaliação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a candidatura.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criação da proposta: formulário de adesão, IRS e prova de domicílio fiscal.</a:t>
            </a:r>
          </a:p>
          <a:p>
            <a:r>
              <a:t>Para enquadramento: certificado de registo predial e certidão negativa da Autoridade Tributária.</a:t>
            </a:r>
          </a:p>
          <a:p>
            <a:r>
              <a:t>A Caderneta Predial Urbana deve ter validade inferior a 12 meses para avaliação.</a:t>
            </a:r>
          </a:p>
          <a:p>
            <a:r>
              <a:t>O Serviço de Solicitadoria é opcional, mas aplicável por defeito em aquisições.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da elegibilidade ocorre em duas etapas: Proposta de Risco e Enquadramento.</a:t>
            </a:r>
          </a:p>
          <a:p>
            <a:r>
              <a:t>As cartas de recusa são emitidas apenas para propostas submetidas ao risco.</a:t>
            </a:r>
          </a:p>
          <a:p>
            <a:r>
              <a:t>O CTT Bank aderiu ao protocolo em 2 de outubro de 2024.</a:t>
            </a:r>
          </a:p>
          <a:p>
            <a:r>
              <a:t>As operações CH Jovem utilizam um quadrante de preços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Operacionalização e Parcerias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no Crédito Habitação Jovem?</a:t>
            </a:r>
          </a:p>
          <a:p>
            <a:r>
              <a:t>Que tipo de isenção fiscal é oferecida para a compra da primeira habitação sob este regime?</a:t>
            </a:r>
          </a:p>
          <a:p>
            <a:r>
              <a:t>Em que data o CTT Bank aderiu ao protocolo do Crédito Habitação Jovem?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é um regime para jovens (&lt;= 35 anos) que permite financiar até 100% do valor.</a:t>
            </a:r>
          </a:p>
          <a:p>
            <a:r>
              <a:t>O Estado Português garante a diferença do LTV, cobrindo até 15% do valor da transação.</a:t>
            </a:r>
          </a:p>
          <a:p>
            <a:r>
              <a:t>Existem limites de rendimento (até €80.000/indivíduo) e de valor da transação (€450.000).</a:t>
            </a:r>
          </a:p>
          <a:p>
            <a:r>
              <a:t>Os mutuários beneficiam de isenções fiscais e o processo exige documentação específica por fases.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