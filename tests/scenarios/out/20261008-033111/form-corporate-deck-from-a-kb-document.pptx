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para apoiar os jovens no acesso à habitação. O Estado Português garante o financiamento, permitindo cobrir até 100% do valor de compra.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intervenção do Estado é crucial, pois garante a diferença entre o financiamento padrão e o máximo de 100%. Esta garantia tem um limite máximo definido no valor da transação.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requisitos claros de elegibilidade que os proponentes devem cumprir. É importante notar os limites de rendimento e o propósito da aquisição do imóvel.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de rendimento são específicos, e há benefícios fiscais significativos associados à primeira habitação. O Crédito Sinal Jovem é uma componente integrada deste regime.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é estruturado em duas etapas distintas. É fundamental reunir a documentação correta para cada fase, desde a adesão inicial até ao enquadramento da propriedade.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avançar, é necessário verificar se cumpre todos os critérios de elegibilidade e reunir a documentação solicitada. O Banco CTT já está integrado neste protocolo de apoio.</a:t>
            </a:r>
          </a:p>
          <a:p/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Destina-se a jovens até aos 35 anos.</a:t>
            </a:r>
          </a:p>
          <a:p>
            <a:r>
              <a:t>Estabelecido pelo DL n.º 44/2024, de 10 de julho.</a:t>
            </a:r>
          </a:p>
          <a:p>
            <a:r>
              <a:t>Permite financiamento de até 100% do valor do imóvel.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atua como fiador do empréstimo.</a:t>
            </a:r>
          </a:p>
          <a:p>
            <a:r>
              <a:t>Cobre a diferença entre LTV usual (85%) e 100% de financiamento.</a:t>
            </a:r>
          </a:p>
          <a:p>
            <a:r>
              <a:t>A garantia máxima do Estado é de 15% do valor da transação.</a:t>
            </a:r>
          </a:p>
          <a:p>
            <a:r>
              <a:t>A precificação da operação está no quadrante 65-85%.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Como Funciona a Garantia do Estado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inferiores ao 8.º escalão do IRS.</a:t>
            </a:r>
          </a:p>
          <a:p>
            <a:r>
              <a:t>Limite de transação não superior a €450.000.</a:t>
            </a:r>
          </a:p>
          <a:p>
            <a:r>
              <a:t>O crédito deve ser para a primeira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para Jovens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Limite do 8.º escalão: €80.000 por mutuário individual.</a:t>
            </a:r>
          </a:p>
          <a:p>
            <a:r>
              <a:t>Para dois mutuários, o limite é de €160.000.</a:t>
            </a:r>
          </a:p>
          <a:p>
            <a:r>
              <a:t>Isenção de IMT e Imposto do Selo até €330.539.</a:t>
            </a:r>
          </a:p>
          <a:p>
            <a:r>
              <a:t>O Crédito Sinal Jovem integra-se no crédito habitação principal.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de Rendimento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aferição ocorre em duas fases: Proposta de Risco e Enquadramento.</a:t>
            </a:r>
          </a:p>
          <a:p>
            <a:r>
              <a:t>Documentos iniciais: Formulário de adesão, IRS e certificado de domicílio fiscal.</a:t>
            </a:r>
          </a:p>
          <a:p>
            <a:r>
              <a:t>Documentos de enquadramento: Certidão de registo predial e certificados fiscais.</a:t>
            </a:r>
          </a:p>
          <a:p>
            <a:r>
              <a:t>As recusas são emitidas apenas para propostas submetidas a risco.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Avaliação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Banco CTT aderiu ao protocolo em 2 de outubro de 2024.</a:t>
            </a:r>
          </a:p>
          <a:p>
            <a:r>
              <a:t>O regime visa facilitar o acesso à habitação para jovens.</a:t>
            </a:r>
          </a:p>
          <a:p>
            <a:r>
              <a:t>A garantia do Estado suporta o financiamento até 100% do valor.</a:t>
            </a:r>
          </a:p>
          <a:p>
            <a:r>
              <a:t>Verificar os limites de rendimento e valor da transação.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Informação Adicional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