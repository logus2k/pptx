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estarão aptos a explicar o que é este regime especial. Vamos focar-nos nos objetivos que definimos, desde a compreensão básica até aos requisitos práticos.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produto financeiro. É um regime especial desenhado para apoiar os jovens no acesso à habitação. É importante entender a sua natureza e o seu propósito.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o valor total da aquisição. O Estado Português entra como fiador, o que é crucial. Isto significa que a garantia cobre a diferença entre o LTV padrão de 85% e os 100% que se podem financiar.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entrar nos requisitos. Não basta ser jovem; há critérios específicos de residência, património e rendimento. Estes limites são rigorosos e devem ser cumpridos para a candidatura ser aceite.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 e o domicílio fiscal. É fundamental que o imóvel seja a primeira habitação permanente do proponente. Além disso, há um teto máximo para o valor da transação, que é de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pelo 8.º escalão do IRS, variando consoante o número de mutuários. É importante notar que a garantia do Estado tem um limite máximo de 15% sobre o valor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benefícios diretos que o proponente recebe, como as isenções fiscais, e como a garantia do Estado se materializa no processo de crédito.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grandes atrativos é a isenção de impostos, mas esta tem um limite de valor. Além disso, a garantia do Estado assegura que a instituição financeira consegue financiar o valor total ou pelo menos 85% do valor da transação.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parte burocrática é essencial. Vamos distinguir entre os documentos necessários para iniciar a proposta e aqueles necessários para a sua análise e enquadramento final.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iniciar, o formulário de adesão e a declaração de IRS são obrigatórios. Se o proponente for estrangeiro, o título de residência deve ser antigo e válido, sem estar em processo de renovação.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momento do enquadramento, o foco muda para a documentação do imóvel. Precisamos de certidões prediais e de não dívida, tanto da Autoridade Tributária como da Segurança Social. A Caderneta Predial também é um requisito.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35 anos. O Estado atua como fiador, cobrindo a diferença entre 85% e 100%. Para o enquadramento, são necessários os certificados de não dívida (AT e SS).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regime é uma ferramenta poderosa para jovens. Ele elimina a necessidade de entrada através da garantia estatal. Lembrem-se sempre dos limites de rendimento e valor. E, por fim, a preparação documental deve ser feita em duas fases distintas.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regime de Crédito Habitação Jovem.</a:t>
            </a:r>
          </a:p>
          <a:p>
            <a:r>
              <a:t>Identificar os critérios de elegibilidade para este crédito.</a:t>
            </a:r>
          </a:p>
          <a:p>
            <a:r>
              <a:t>Conhecer os benefícios e as condições operacionais do regime.</a:t>
            </a:r>
          </a:p>
          <a:p>
            <a:r>
              <a:t>Saber quais a documentação necessária para a criação e enquadramento da proposta.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 e os seus benefícios principais.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com idade de até 35 anos.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compra, sem necessidade de entrada.</a:t>
            </a:r>
          </a:p>
          <a:p>
            <a:r>
              <a:t>O Estado Português atua como fiador, cobrindo a diferença do LTV (85%) para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que os proponentes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de Habitação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Os proponentes não podem possuir propriedade urbana.</a:t>
            </a:r>
          </a:p>
          <a:p>
            <a:r>
              <a:t>O crédito deve ser para a primeira habitação própria permanente.</a:t>
            </a:r>
          </a:p>
          <a:p>
            <a:r>
              <a:t>O valor da transação não pode ultrapassar os €450.000,00.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Rendimento máximo: €80.000 para um mutuário; €160.000 para dois.</a:t>
            </a:r>
          </a:p>
          <a:p>
            <a:r>
              <a:t>O rendimento não pode exceder o 8.º escalão do IRS.</a:t>
            </a:r>
          </a:p>
          <a:p>
            <a:r>
              <a:t>A garantia pessoal do Estado não pode exceder 15% do valor da transação.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como funciona a garantia do Estado na prática.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Fiscais para a Primeira Habitação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Benefício de isenção de IMT e Imposto do Selo.</a:t>
            </a:r>
          </a:p>
          <a:p>
            <a:r>
              <a:t>A isenção aplica-se a primeiras habitações permanentes até €330.539.</a:t>
            </a:r>
          </a:p>
          <a:p>
            <a:r>
              <a:t>A garantia do Estado permite financiar 100% ou pelo menos 85% do valor.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Revisar os documentos exigidos para a criação e o enquadramento da proposta de crédito.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São necessários o formulário de adesão e a declaração de IRS.</a:t>
            </a:r>
          </a:p>
          <a:p>
            <a:r>
              <a:t>Para estrangeiros, exige-se título/termo de residência temporária com 3 anos de emissão.</a:t>
            </a:r>
          </a:p>
          <a:p>
            <a:r>
              <a:t>O título de residência deve estar válido na data da análise, sem renovações em curso.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Exige-se a Certidão Predial e o Certificado de Registo Predial.</a:t>
            </a:r>
          </a:p>
          <a:p>
            <a:r>
              <a:t>São necessários os certificados de não dívida (AT e SS).</a:t>
            </a:r>
          </a:p>
          <a:p>
            <a:r>
              <a:t>Deve ser apresentada a Caderneta Predial Urbana.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aceder ao Crédito Habitação Jovem?</a:t>
            </a:r>
          </a:p>
          <a:p>
            <a:r>
              <a:t>Que tipo de garantia o Estado Português fornece neste regime?</a:t>
            </a:r>
          </a:p>
          <a:p>
            <a:r>
              <a:t>Quais são os dois tipos de certificados necessários para o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Crédito Habitação Jovem apoia jovens (até 35 anos) com financiamento de até 100%.</a:t>
            </a:r>
          </a:p>
          <a:p>
            <a:r>
              <a:t>O Estado garante a diferença do LTV, facilitando a entrada na habitação.</a:t>
            </a:r>
          </a:p>
          <a:p>
            <a:r>
              <a:t>Existem limites claros de rendimento (€80k/€160k) e valor da transação (€450k).</a:t>
            </a:r>
          </a:p>
          <a:p>
            <a:r>
              <a:t>A documentação varia entre a criação (IRS/Adesão) e o enquadramento (Certidões Prediais/Não Dívida).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