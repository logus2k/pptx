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Objetivo: facilitar o acesso à habitação própria permanente, financiando até 100%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Garantia prestada pelo Estado Português (fiador), cobrindo a diferença entre o LTV máximo (85%) e os 100%.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>
          <a:xfrm>
            <a:ext cx="0" cy="1166237"/>
          </a:xfrm>
        </p:spPr>
        <p:txBody>
          <a:bodyPr/>
          <a:lstStyle/>
          <a:p>
            <a:r>
              <a:t>Critérios de acesso incluem: idade (18-35 anos), domicílio fiscal em Portugal, rendimentos não ultrapassarem o 8.º escalão do IRS, não ser proprietário de prédio urbano, nunca ter usufruído da garantia pessoal do Estado, valor da transação não exceder 450.000,00 euros e destinar-se à primeira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