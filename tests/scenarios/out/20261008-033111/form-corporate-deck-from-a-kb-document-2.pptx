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pelo Decreto-Lei n.º 44/2024, de 10 de julho. É fundamental verificar os critérios de elegibilidade para garantir que cumpre todos os requisitos.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regime elimina a necessidade de capitais próprios para a entrada. É importante notar que o limite de rendimento é de €80.000 por mutuário individualmente.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para permitir o financiamento total. Mesmo com LTV superior a 85%, as operações mantêm um pricing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mutuários beneficiam de isenções fiscais significativas ao adquirir a sua primeira casa. Este benefício está condicionado ao valor da transação.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distintas. É importante preparar a documentação correta desde o início para agilizar 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 com o enquadramento, além dos documentos iniciais, são necessários o certificado de registo e o certificado negativo da Autoridade Tributária. O Banco CTT já faz parte deste protocolo.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Destinado a jovens até aos 35 anos de idade.</a:t>
            </a:r>
          </a:p>
          <a:p>
            <a:r>
              <a:t>Requer domicílio fiscal em Portugal.</a:t>
            </a:r>
          </a:p>
          <a:p>
            <a:r>
              <a:t>Os mutuários não podem possuir propriedade urbana.</a:t>
            </a:r>
          </a:p>
          <a:p>
            <a:r>
              <a:t>A idade deve estar entre 18 e 35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Financiamento pode chegar a 100% do valor de aquisição.</a:t>
            </a:r>
          </a:p>
          <a:p>
            <a:r>
              <a:t>O valor da transação não pode ultrapassar €450.000.</a:t>
            </a:r>
          </a:p>
          <a:p>
            <a:r>
              <a:t>O crédito deve ser para primeira habitação própria.</a:t>
            </a:r>
          </a:p>
          <a:p>
            <a:r>
              <a:t>O limite de rendimento é até ao 8.º escalão do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Condições financeiras e limites do crédito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atua como fiador do empréstimo.</a:t>
            </a:r>
          </a:p>
          <a:p>
            <a:r>
              <a:t>Cobre a diferença entre 85% e 100% de financiamento.</a:t>
            </a:r>
          </a:p>
          <a:p>
            <a:r>
              <a:t>A garantia do Estado não excede 15% do valor.</a:t>
            </a:r>
          </a:p>
          <a:p>
            <a:r>
              <a:t>As operações são precificadas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Selo.</a:t>
            </a:r>
          </a:p>
          <a:p>
            <a:r>
              <a:t>Válido para habitações até ao valor de €330.539.</a:t>
            </a:r>
          </a:p>
          <a:p>
            <a:r>
              <a:t>Benefício aplicável à primeira habitação própria.</a:t>
            </a:r>
          </a:p>
          <a:p>
            <a:r>
              <a:t>Aproveitar esta isenção é um grande incentivo.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para a primeira habitação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fases.</a:t>
            </a:r>
          </a:p>
          <a:p>
            <a:r>
              <a:t>As fases são Proposta a Risco e Enquadramento.</a:t>
            </a:r>
          </a:p>
          <a:p>
            <a:r>
              <a:t>A recusa só ocorre em propostas submetidas a Risco.</a:t>
            </a:r>
          </a:p>
          <a:p>
            <a:r>
              <a:t>São necessários formulário de adesão e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enquadramento, precisa de registo e certidão negativa.</a:t>
            </a:r>
          </a:p>
          <a:p>
            <a:r>
              <a:t>O Banco CTT aderiu ao protocolo em 2 de outubro de 2024.</a:t>
            </a:r>
          </a:p>
          <a:p>
            <a:r>
              <a:t>A documentação inclui certidão de registo e fiscal.</a:t>
            </a:r>
          </a:p>
          <a:p>
            <a:r>
              <a:t>Este crédito é um produto de curto prazo.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envolvimento de parceiros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