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Anuais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9600" y="1435100"/>
          <a:ext cx="4011084" cy="46910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