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Estado, Crédito Habitação Jovem - Garantia do Estado &gt; O que é o Crédito Habitação Jovem,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especial de acesso ao crédito habitação para jovens com idade igual ou inferior a 35 anos.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Objetivo: facilitar o acesso à habitação própria permanente, permitindo financiamento de até 100% do valor de aquisição, eliminando a necessidade de capitais próprios para a entrada.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A garantia é prestada pelo Estado Português, que atua como fiador, cobrindo a diferença entre o LTV máximo habitualmente permitido (85%) e os 100% do valor de aquisição.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>
          <a:xfrm>
            <a:ext cx="0" cy="1166237"/>
          </a:xfrm>
        </p:spPr>
        <p:txBody>
          <a:bodyPr/>
          <a:lstStyle/>
          <a:p>
            <a:r>
              <a:t>Critérios cumulativos para acesso à garantia pública: idade (18-35 anos), domicílio fiscal em Portugal, rendimentos não ultrapassarem o 8.º escalão do IRS, não ser proprietário de prédio urbano, nunca ter usufruído desta garantia, valor da transação não exceder 450.000,00 euros, destinar-se a primeira aquisição de habitação própria permanente, e a garantia pessoal do Estado não ultrapassar 15% do valor da transação.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