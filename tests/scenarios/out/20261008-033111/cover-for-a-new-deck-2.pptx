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Fontes consultadas:</a:t>
            </a:r>
          </a:p>
          <a:p>
            <a:r>
              <a:t>- 11 - Crédito Habitação Jovem, Crédito Habitação Jovem - Garantia do Estado &gt; O que é o Crédito Habitação Jovem, Crédito Habitação Jovem - Garantia do Estado, p. 1, 2026-10-07 -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43" sz="quarter"/>
          </p:nvPr>
        </p:nvSpPr>
        <p:spPr/>
        <p:txBody>
          <a:bodyPr/>
          <a:lstStyle/>
          <a:p>
            <a:r>
              <a:t>Apresentação do Crédito Habitação Jovem para a Equipa Comercial.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44" sz="quarter"/>
          </p:nvPr>
        </p:nvSpPr>
        <p:spPr/>
        <p:txBody>
          <a:bodyPr/>
          <a:lstStyle/>
          <a:p>
            <a:r>
              <a:t>Data: Outubro de 2026.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Crédito Habitação Jovem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Capa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45" sz="quarter"/>
          </p:nvPr>
        </p:nvSpPr>
        <p:spPr/>
        <p:txBody>
          <a:bodyPr/>
          <a:lstStyle/>
          <a:p>
            <a:r>
              <a:t>Foco: Detalhes e benefícios do regime de crédito habitação com Garantia do Estado.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