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A grande vantagem é que permite financiar até 100% do valor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garante a diferença de financiamento, o que é crucial para quem não tem entrada. É importante notar que o custo do crédito é definido dentro de um determinado quadrante de risco.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aceder a este benefício, focados na idade, rendimento e situação patrimonial. O limite de valor da transação é um ponto fundamental a ter em conta.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de forma clara, e há um benefício fiscal significativo. Se cumprir os critérios, pode beneficiar da isenção de impostos na aquisição.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distintas, começando com a submissão de documentos básicos. É importante saber que a recusa só ocorre após a análise de risco.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está integrado neste regime, e há requisitos específicos para clientes estrangeiros. Estamos prontos para o ajudar a dar os próximos passos no seu projeto de habitação.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financiamento de até 100% do valor de aquisição.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do Estado não excede 15% do valor da transação.</a:t>
            </a:r>
          </a:p>
          <a:p>
            <a:r>
              <a:t>As operações têm pricing no quadrante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e Condições de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ter propriedade anterior nem usar esta garantia do Estado.</a:t>
            </a:r>
          </a:p>
          <a:p>
            <a:r>
              <a:t>Valor da transação não pode ultrapassar €450.000,00.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Essenciais para Elegibilidade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por mutuário individual.</a:t>
            </a:r>
          </a:p>
          <a:p>
            <a:r>
              <a:t>Para dois mutuários, o limite pode chegar a €160.000.</a:t>
            </a:r>
          </a:p>
          <a:p>
            <a:r>
              <a:t>Isenção de IMT e Imposto do Selo na primeira habitação.</a:t>
            </a:r>
          </a:p>
          <a:p>
            <a:r>
              <a:t>Benefício aplica-se a aquisições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Documentos iniciais incluem formulário de adesão e IRS.</a:t>
            </a:r>
          </a:p>
          <a:p>
            <a:r>
              <a:t>Para o enquadramento, são necessários certificados do Registo e Autoridade Tributária.</a:t>
            </a:r>
          </a:p>
          <a:p>
            <a:r>
              <a:t>Apenas propostas submetidas ao risco são recusadas.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Para estrangeiros, é exigido título de residência temporária válido.</a:t>
            </a:r>
          </a:p>
          <a:p>
            <a:r>
              <a:t>Este título deve estar válido na data da análise, sem renovações em curso.</a:t>
            </a:r>
          </a:p>
          <a:p>
            <a:r>
              <a:t>Contacte-nos para iniciar a sua análise de elegibilidade.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