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entender o que este regime especial oferece. Vamos focar-nos nos requisitos, nos benefícios e no processo de candidatura. 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especial criado especificamente para apoiar os jovens no acesso à habitação. É importante notar que este regime foi estabelecido por um diploma legal específico.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principal vantagem deste regime é a possibilidade de financiar até 100% do valor do imóvel. Isto significa que não precisa de ter um valor inicial para a entrada. O Estado Português entra como fiador, garantindo a diferença entre o financiamento padrão de 85% e os 100% que o regime permite.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abordar quem pode aceder a este crédito. Existem critérios bem definidos relacionados com a idade, o domicílio fiscal e os rendimentos. Além disso, há limites sobre a propriedade prévia e o valor máximo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ter entre 18 e 35 anos e estar fiscalmente domiciliado em Portugal. Os rendimentos devem estar abaixo do 8.º escalão do IRS. É crucial também não ter propriedade anterior e o valor do imóvel não pode exceder os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relação aos rendimentos, o limite é de €80.000 para um mutuário individual, podendo chegar a €160.000 para dois, usando o quociente familiar. A garantia estatal tem um limite de 15% do valor da transação, o que permite atingir os 100% de financiamento.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foca-se nos benefícios diretos que os mutuários podem obter. Além disso, vamos ver como é que a elegibilidade é avaliada, um processo que envolve diferentes etapas de análise.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mutuários beneficiam de isenção de IMT e Imposto do Selo na compra da primeira habitação, desde que o valor não exceda €330.539. O processo de elegibilidade é feito em duas etapas: a Proposta de Risco e o Enquadramento de Proposta. É importante saber que as recusas só são emitidas após a submissão à análise de risco.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é dedicado à parte prática: a documentação. Vamos distinguir entre os documentos necessários para iniciar a proposta e aqueles necessários para enquadrar o imóvel. Também abordaremos um ponto específico para clientes internacionais.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criar a proposta, precisa de ter o formulário de adesão, a declaração de IRS e o certificado de domicílio fiscal. Para enquadrar, são necessários documentos do imóvel, como o registo predial e os certificados fiscais. Se for estrangeiro, o título de residência temporária deve ter sido emitido há pelo menos três anos.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resposta para a primeira pergunta é €80.000. A isenção aplica-se ao IMT e Imposto do Selo até €330.539. Para o enquadramento, são necessários a certidão do registo predial e os certificados fiscais.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100% do imóvel, eliminando a necessidade de entrada, graças à garantia do Estado. Lembrem-se dos limites de idade e rendimento. E, claro, o sucesso depende da correta apresentação de toda a documentação exigida.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Conhecer os benefícios e isenções aplicáveis.</a:t>
            </a:r>
          </a:p>
          <a:p>
            <a:r>
              <a:t>Saber quais os documentos necessários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especial para jovens até aos 35 anos.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  <a:p>
            <a:r>
              <a:t>O Estado Português atua como fiador.</a:t>
            </a:r>
          </a:p>
          <a:p>
            <a:r>
              <a:t>Cobre a diferença entre o LTV usual (85%) e 100% do valor.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os requisitos de idade, residência e rendimento para os mutuários.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inferiores ao 8.º escalão do IRS.</a:t>
            </a:r>
          </a:p>
          <a:p>
            <a:r>
              <a:t>Não possuir propriedade anterior nem ter usado esta garantia estatal.</a:t>
            </a:r>
          </a:p>
          <a:p>
            <a:r>
              <a:t>O valor da transação não pode ultrapassar €450.000.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de Rendimento e Garantia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 máximo do 8.º escalão: €80.000 por mutuário individual.</a:t>
            </a:r>
          </a:p>
          <a:p>
            <a:r>
              <a:t>Para dois mutuários, o limite é de €160.000 (quociente familiar).</a:t>
            </a:r>
          </a:p>
          <a:p>
            <a:r>
              <a:t>A garantia do Estado não excede 15% do valor da transação.</a:t>
            </a:r>
          </a:p>
          <a:p>
            <a:r>
              <a:t>Permite financiamento até 100% ou pelo menos 85%.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as isenções fiscais e os procedimentos de avaliação da elegibilidade.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Isenções e Procedimentos de Avaliação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Isenção de IMT e Imposto do Selo na primeira habitação até €330.539.</a:t>
            </a:r>
          </a:p>
          <a:p>
            <a:r>
              <a:t>A avaliação ocorre em duas fases: Proposta de Risco e Enquadramento de Proposta.</a:t>
            </a:r>
          </a:p>
          <a:p>
            <a:r>
              <a:t>Cartas de recusa são emitidas apenas para propostas submetidas ao risco.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Revisar os documentos exigidos para a criação e o enquadramento da proposta.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para Criação e Enquadramento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Criação da proposta: Formulário de adesão, IRS, e certificado de domicílio fiscal.</a:t>
            </a:r>
          </a:p>
          <a:p>
            <a:r>
              <a:t>Enquadramento: Certidão do registo predial, certificados fiscais (negativos e sem dívidas), e valor de aquisição.</a:t>
            </a:r>
          </a:p>
          <a:p>
            <a:r>
              <a:t>Para estrangeiros: título de residência temporária válido há pelo menos 3 anos.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rendimento para um mutuário individual neste regime?</a:t>
            </a:r>
          </a:p>
          <a:p>
            <a:r>
              <a:t>Que isenções fiscais são aplicáveis na compra da primeira habitação?</a:t>
            </a:r>
          </a:p>
          <a:p>
            <a:r>
              <a:t>Quais são os dois tipos de documentos necessários para o enquadramento da proposta?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Pontos a Retirar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para jovens (&lt;= 35 anos) que permite financiar até 100% com garantia do Estado.</a:t>
            </a:r>
          </a:p>
          <a:p>
            <a:r>
              <a:t>Os requisitos incluem idade, domicílio fiscal e rendimentos abaixo do 8.º escalão do IRS.</a:t>
            </a:r>
          </a:p>
          <a:p>
            <a:r>
              <a:t>Existem benefícios como isenção de IMT/IS e limites de valor de transação.</a:t>
            </a:r>
          </a:p>
          <a:p>
            <a:r>
              <a:t>O processo exige documentação específica para 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