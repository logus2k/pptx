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Fonte: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Fonte: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87500"/>
          </a:bodyPr>
          <a:lstStyle/>
          <a:p>
            <a:r>
              <a:t>Índice: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Regime e Finalidades dos Empréstimos (Aquisição, Obras, TOIC)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