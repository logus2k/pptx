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Apresentação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de até 100% do valor de aquisição do imóvel.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Garantia prestada pelo Estado Português (fiador).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Critérios de Elegibilidade: Idade (18-35 anos), domicílio fiscal em Portugal, rendimentos até 8.º escalão IRS, não ser proprietário, 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