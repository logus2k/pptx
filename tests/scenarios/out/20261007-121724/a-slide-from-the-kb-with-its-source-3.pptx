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Apresentação sobre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Detalhes do produto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