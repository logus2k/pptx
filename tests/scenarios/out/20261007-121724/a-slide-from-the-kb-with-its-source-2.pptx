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Apresentação sobre Crédito Habitação Jovem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Crédito Habitação Jovem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67500"/>
          </a:bodyPr>
          <a:lstStyle/>
          <a:p>
            <a:r>
              <a:t>Condições do Crédito Habitação Jovem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Detalhes do Produto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Condições do Crédito Habitação Jovem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