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 (fiador).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Critérios de Elegibilidade para a Garantia Pública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