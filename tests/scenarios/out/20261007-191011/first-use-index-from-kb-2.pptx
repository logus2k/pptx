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Tipos de Crédito (Geral e Hipotecário, Complementar Isolado/Associado)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(Aquisição, TOIC, Obras, Construção)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