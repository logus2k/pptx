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Fases do Processo de Crédito Habitação (Simulação ao Arquivo)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Regime e Finalidades dos Empréstimos (Aquisição, Obras, etc.)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>
            <a:r>
              <a:t>Regime de Crédito Bonificado à Habitação para Pessoas com Deficiência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50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