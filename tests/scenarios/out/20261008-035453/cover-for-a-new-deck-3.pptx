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Acesso facilitado à habitação própria permanente para jovens.</a:t>
            </a:r>
          </a:p>
          <a:p>
            <a:r>
              <a:t>Para a Equipa Comercial</a:t>
            </a:r>
          </a:p>
          <a:p>
            <a:r>
              <a:t>Outubro de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